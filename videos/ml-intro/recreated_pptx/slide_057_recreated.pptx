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105156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K - Neighborhood Size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800" dirty="0"/>
          </a:p>
        </p:txBody>
      </p:sp>
      <p:pic>
        <p:nvPicPr>
          <p:cNvPr id="7" name="Image 0" descr="videos/ml-intro/recreated_pptx/build/assets/graphs/s057_graph_v3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2921000"/>
            <a:ext cx="3200400" cy="2527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0632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400" dirty="0"/>
          </a:p>
        </p:txBody>
      </p:sp>
      <p:pic>
        <p:nvPicPr>
          <p:cNvPr id="9" name="Image 1" descr="videos/ml-intro/recreated_pptx/build/assets/graphs/s057_graph_v3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921000"/>
            <a:ext cx="3276600" cy="2527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737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endParaRPr lang="en-US" sz="1400" dirty="0"/>
          </a:p>
        </p:txBody>
      </p:sp>
      <p:pic>
        <p:nvPicPr>
          <p:cNvPr id="11" name="Image 2" descr="videos/ml-intro/recreated_pptx/build/assets/graphs/s057_graph_v3_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0" y="2921000"/>
            <a:ext cx="3276600" cy="2527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4842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2026-10-10T19:45:51Z</dcterms:created>
  <dcterms:modified xsi:type="dcterms:W3CDTF">2026-10-10T19:45:51Z</dcterms:modified>
</cp:coreProperties>
</file>