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000" y="1816100"/>
            <a:ext cx="10350500" cy="482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Machine Learning Paradigms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4000" y="2599639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Reinforcement Learning:</a:t>
            </a:r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by interacting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349500" y="30586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 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acting in an environment (having a set of states)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349500" y="34396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indent="0" marL="0">
              <a:buNone/>
            </a:pPr>
            <a:r>
              <a:rPr lang="en-US" sz="175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policy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(state to action mapping) that maximizes agent's reward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349500" y="38333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349500" y="41762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vehicle navigation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(computer) learning to play Chess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2026-10-10T19:45:46Z</dcterms:created>
  <dcterms:modified xsi:type="dcterms:W3CDTF">2026-10-10T19:45:46Z</dcterms:modified>
</cp:coreProperties>
</file>