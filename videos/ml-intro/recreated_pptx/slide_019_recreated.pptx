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12848" y="1298448"/>
            <a:ext cx="9235440" cy="3127248"/>
          </a:xfrm>
          <a:prstGeom prst="rect">
            <a:avLst/>
          </a:prstGeom>
          <a:solidFill>
            <a:srgbClr val="E8E8E8"/>
          </a:solidFill>
          <a:ln w="25400">
            <a:solidFill>
              <a:srgbClr val="AA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55574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0974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17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689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775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117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861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117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947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137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74137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962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90962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2549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82549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7787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7787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405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20405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03580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024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33024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24612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849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49849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055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54055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2468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62468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6674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66674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8261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58261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880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70880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324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00324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873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0873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355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21355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3974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33974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6593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46593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9211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59211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2386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42386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5168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6199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7230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4612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4055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2468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5086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3499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1911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4530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149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9768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5005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561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1911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0365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7705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4530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7190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58161" y="215503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73484" y="216218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688806" y="216932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04129" y="217647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19452" y="218361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34774" y="219076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50097" y="219790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65420" y="220505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80743" y="221219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96065" y="221934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11388" y="222648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826711" y="223363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42034" y="224077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57356" y="224792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72679" y="225506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88002" y="226221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03325" y="226935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18647" y="227650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33970" y="228364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49293" y="229079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64615" y="229793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979938" y="230508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95261" y="231222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0584" y="231937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025906" y="232651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41229" y="233366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56552" y="234080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71875" y="234795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87197" y="235509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102520" y="236224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17843" y="236938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33165" y="237653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48488" y="238367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63811" y="239082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79134" y="239796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94456" y="240511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09779" y="241225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25102" y="241940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240425" y="242654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255747" y="243369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271070" y="244083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286393" y="244798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301716" y="245512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317038" y="246227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32361" y="246941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347684" y="247656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363006" y="248370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378329" y="249085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393652" y="249799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408975" y="250514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424297" y="251228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439620" y="251943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454943" y="252657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70266" y="253372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485588" y="254086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500911" y="254801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516234" y="255515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531556" y="256230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46879" y="256944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562202" y="257659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577525" y="258373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592847" y="259088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08170" y="259802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23493" y="260517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38816" y="261231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654138" y="261946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669461" y="262660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84784" y="263375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00107" y="264089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15429" y="264804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730752" y="265518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746075" y="266233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761397" y="266947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76720" y="267662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792043" y="268376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807366" y="269091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822688" y="269805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838011" y="270520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853334" y="271234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68657" y="271949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883979" y="272664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899302" y="273378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914625" y="274093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29948" y="274807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45270" y="275522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960593" y="276236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975916" y="276951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991238" y="277665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006561" y="278380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021884" y="279094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037207" y="279809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052529" y="280523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067852" y="281238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083175" y="281952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098498" y="282667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113820" y="283381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129143" y="284096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144466" y="284810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159788" y="285525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175111" y="286239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190434" y="286954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205757" y="287668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21079" y="288383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236402" y="289097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251725" y="289812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267048" y="290526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282370" y="291241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297693" y="291955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313016" y="292670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328339" y="293384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343661" y="294099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358984" y="294813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374307" y="295528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389629" y="296242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404952" y="296957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420275" y="297671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435598" y="298386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450920" y="299100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466243" y="299815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481566" y="300529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496889" y="301244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512211" y="301958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527534" y="302673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542857" y="303387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558179" y="304102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73502" y="304816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588825" y="305531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604148" y="306245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619470" y="306960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634793" y="307674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650116" y="308389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665439" y="309103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680761" y="309818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696084" y="310532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711407" y="311247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726730" y="311961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742052" y="312676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757375" y="313390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772698" y="314105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788020" y="314819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44068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71500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71500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566470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71500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791870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91870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66013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7585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66013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63671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66013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09757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66013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55843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585033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V="1">
            <a:off x="585033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01858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flipV="1">
            <a:off x="601858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93445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593445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18683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618683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31301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631301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1447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61447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43920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flipV="1">
            <a:off x="643920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35508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flipV="1">
            <a:off x="635508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60745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660745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64951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664951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73364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673364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677570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677570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69157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669157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81776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681776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11220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711220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1963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flipV="1">
            <a:off x="71963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32251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flipV="1">
            <a:off x="732251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44870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flipV="1">
            <a:off x="744870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57489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flipV="1">
            <a:off x="757489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70107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flipV="1">
            <a:off x="770107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53282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flipV="1">
            <a:off x="753282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606064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27095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648126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35508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64951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73364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85982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694395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02807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15426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28045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40664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65901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36457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61695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02807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56539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71261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98601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15426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88086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767121" y="2229702"/>
            <a:ext cx="15323" cy="177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782444" y="2247446"/>
            <a:ext cx="15323" cy="1750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797766" y="2264954"/>
            <a:ext cx="15323" cy="172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13089" y="2282225"/>
            <a:ext cx="15323" cy="1703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28412" y="2299259"/>
            <a:ext cx="15323" cy="167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43734" y="2316057"/>
            <a:ext cx="15323" cy="165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59057" y="2332618"/>
            <a:ext cx="15323" cy="163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4380" y="2348943"/>
            <a:ext cx="15323" cy="1608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89703" y="2365031"/>
            <a:ext cx="15323" cy="158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905025" y="2380882"/>
            <a:ext cx="15323" cy="156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920348" y="2396497"/>
            <a:ext cx="15323" cy="153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935671" y="2411875"/>
            <a:ext cx="15323" cy="151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950994" y="2427016"/>
            <a:ext cx="15323" cy="1490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966316" y="2441921"/>
            <a:ext cx="15323" cy="1466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981639" y="2456590"/>
            <a:ext cx="15323" cy="144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996962" y="2471021"/>
            <a:ext cx="15323" cy="1419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6012285" y="2485216"/>
            <a:ext cx="15323" cy="1395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027607" y="2499175"/>
            <a:ext cx="15323" cy="137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042930" y="2512896"/>
            <a:ext cx="15323" cy="1348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058253" y="2526381"/>
            <a:ext cx="15323" cy="132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073575" y="2539630"/>
            <a:ext cx="15323" cy="1301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088898" y="2552642"/>
            <a:ext cx="15323" cy="127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104221" y="2565417"/>
            <a:ext cx="15323" cy="125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119544" y="2577956"/>
            <a:ext cx="15323" cy="123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134866" y="2590258"/>
            <a:ext cx="15323" cy="1206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150189" y="2602323"/>
            <a:ext cx="15323" cy="1182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165512" y="2614152"/>
            <a:ext cx="15323" cy="1159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180835" y="2625744"/>
            <a:ext cx="15323" cy="1135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196157" y="2637100"/>
            <a:ext cx="15323" cy="111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11480" y="2648219"/>
            <a:ext cx="15323" cy="1088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6803" y="2659101"/>
            <a:ext cx="15323" cy="106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42125" y="2669747"/>
            <a:ext cx="15323" cy="1040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57448" y="2680156"/>
            <a:ext cx="15323" cy="101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72771" y="2690328"/>
            <a:ext cx="15323" cy="99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88094" y="2700264"/>
            <a:ext cx="15323" cy="969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303416" y="2709963"/>
            <a:ext cx="15323" cy="94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318739" y="2719426"/>
            <a:ext cx="15323" cy="92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334062" y="2728651"/>
            <a:ext cx="15323" cy="898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349385" y="2737641"/>
            <a:ext cx="15323" cy="87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364707" y="2746393"/>
            <a:ext cx="15323" cy="851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380030" y="2754910"/>
            <a:ext cx="15323" cy="82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395353" y="2763189"/>
            <a:ext cx="15323" cy="80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410676" y="2771232"/>
            <a:ext cx="15323" cy="780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425998" y="2779038"/>
            <a:ext cx="15323" cy="75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441321" y="2786608"/>
            <a:ext cx="15323" cy="733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456644" y="2793941"/>
            <a:ext cx="15323" cy="709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471966" y="2801037"/>
            <a:ext cx="15323" cy="68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487289" y="2807897"/>
            <a:ext cx="15323" cy="662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02612" y="2814520"/>
            <a:ext cx="15323" cy="63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17935" y="2820906"/>
            <a:ext cx="15323" cy="6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33257" y="2827056"/>
            <a:ext cx="15323" cy="59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48580" y="2832969"/>
            <a:ext cx="15323" cy="56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63903" y="2838646"/>
            <a:ext cx="15323" cy="54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9226" y="2844086"/>
            <a:ext cx="15323" cy="52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94548" y="2849289"/>
            <a:ext cx="15323" cy="49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609871" y="2854256"/>
            <a:ext cx="15323" cy="4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625194" y="2858986"/>
            <a:ext cx="15323" cy="44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640516" y="2863480"/>
            <a:ext cx="15323" cy="4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655839" y="2867737"/>
            <a:ext cx="15323" cy="402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671162" y="2871757"/>
            <a:ext cx="15323" cy="37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686485" y="2875540"/>
            <a:ext cx="15323" cy="35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701807" y="2879087"/>
            <a:ext cx="15323" cy="33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717130" y="2882398"/>
            <a:ext cx="15323" cy="30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732453" y="2885472"/>
            <a:ext cx="15323" cy="28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747776" y="2888309"/>
            <a:ext cx="15323" cy="260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763098" y="2890909"/>
            <a:ext cx="15323" cy="23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778421" y="2893273"/>
            <a:ext cx="15323" cy="212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793744" y="2895400"/>
            <a:ext cx="15323" cy="18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809067" y="2897291"/>
            <a:ext cx="15323" cy="16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824389" y="2898945"/>
            <a:ext cx="15323" cy="14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839712" y="2900363"/>
            <a:ext cx="15323" cy="11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855035" y="2901543"/>
            <a:ext cx="15323" cy="9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870357" y="2902487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885680" y="2903195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01003" y="2903666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flipV="1">
            <a:off x="6916326" y="2903898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flipV="1">
            <a:off x="6931648" y="2903659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flipV="1">
            <a:off x="6946971" y="2903183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flipV="1">
            <a:off x="6962294" y="2902471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flipV="1">
            <a:off x="6977617" y="2901522"/>
            <a:ext cx="15323" cy="9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flipV="1">
            <a:off x="6992939" y="2900337"/>
            <a:ext cx="15323" cy="118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flipV="1">
            <a:off x="7008262" y="2898915"/>
            <a:ext cx="15323" cy="14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flipV="1">
            <a:off x="7023585" y="2897256"/>
            <a:ext cx="15323" cy="165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flipV="1">
            <a:off x="7038908" y="2895361"/>
            <a:ext cx="15323" cy="189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flipV="1">
            <a:off x="7054230" y="2893229"/>
            <a:ext cx="15323" cy="21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flipV="1">
            <a:off x="7069553" y="2890861"/>
            <a:ext cx="15323" cy="23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flipV="1">
            <a:off x="7084876" y="2888255"/>
            <a:ext cx="15323" cy="260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flipV="1">
            <a:off x="7100198" y="2885414"/>
            <a:ext cx="15323" cy="2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flipV="1">
            <a:off x="7115521" y="2882335"/>
            <a:ext cx="15323" cy="30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flipV="1">
            <a:off x="7130844" y="2879020"/>
            <a:ext cx="15323" cy="33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flipV="1">
            <a:off x="7146167" y="2875468"/>
            <a:ext cx="15323" cy="35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flipV="1">
            <a:off x="7161489" y="2871680"/>
            <a:ext cx="15323" cy="378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flipV="1">
            <a:off x="7176812" y="2867655"/>
            <a:ext cx="15323" cy="40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flipV="1">
            <a:off x="7192135" y="2863394"/>
            <a:ext cx="15323" cy="42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flipV="1">
            <a:off x="7207458" y="2858896"/>
            <a:ext cx="15323" cy="44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flipV="1">
            <a:off x="7222780" y="2854161"/>
            <a:ext cx="15323" cy="47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flipV="1">
            <a:off x="7238103" y="2849190"/>
            <a:ext cx="15323" cy="49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flipV="1">
            <a:off x="7253426" y="2843982"/>
            <a:ext cx="15323" cy="520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flipV="1">
            <a:off x="7268748" y="2838537"/>
            <a:ext cx="15323" cy="5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flipV="1">
            <a:off x="7284071" y="2832856"/>
            <a:ext cx="15323" cy="56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flipV="1">
            <a:off x="7299394" y="2826938"/>
            <a:ext cx="15323" cy="59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flipV="1">
            <a:off x="7314717" y="2820783"/>
            <a:ext cx="15323" cy="61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flipV="1">
            <a:off x="7330039" y="2814392"/>
            <a:ext cx="15323" cy="63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flipV="1">
            <a:off x="7345362" y="2807764"/>
            <a:ext cx="15323" cy="66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flipV="1">
            <a:off x="7360685" y="2800900"/>
            <a:ext cx="15323" cy="68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flipV="1">
            <a:off x="7376008" y="2793799"/>
            <a:ext cx="15323" cy="710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flipV="1">
            <a:off x="7391330" y="2786461"/>
            <a:ext cx="15323" cy="73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flipV="1">
            <a:off x="7406653" y="2778887"/>
            <a:ext cx="15323" cy="75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flipV="1">
            <a:off x="7421976" y="2771076"/>
            <a:ext cx="15323" cy="781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flipV="1">
            <a:off x="7437299" y="2763029"/>
            <a:ext cx="15323" cy="80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flipV="1">
            <a:off x="7452621" y="2754745"/>
            <a:ext cx="15323" cy="82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flipV="1">
            <a:off x="7467944" y="2746224"/>
            <a:ext cx="15323" cy="852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flipV="1">
            <a:off x="7483267" y="2737467"/>
            <a:ext cx="15323" cy="87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flipV="1">
            <a:off x="7498589" y="2728473"/>
            <a:ext cx="15323" cy="899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flipV="1">
            <a:off x="7513912" y="2719242"/>
            <a:ext cx="15323" cy="923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flipV="1">
            <a:off x="7529235" y="2709775"/>
            <a:ext cx="15323" cy="94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flipV="1">
            <a:off x="7544558" y="2700071"/>
            <a:ext cx="15323" cy="970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flipV="1">
            <a:off x="7559880" y="2690131"/>
            <a:ext cx="15323" cy="99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flipV="1">
            <a:off x="7575203" y="2679954"/>
            <a:ext cx="15323" cy="101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flipV="1">
            <a:off x="7590526" y="2669540"/>
            <a:ext cx="15323" cy="104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flipV="1">
            <a:off x="7605849" y="2658890"/>
            <a:ext cx="15323" cy="106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flipV="1">
            <a:off x="7621171" y="2648003"/>
            <a:ext cx="15323" cy="108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flipV="1">
            <a:off x="7636494" y="2636879"/>
            <a:ext cx="15323" cy="1112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flipV="1">
            <a:off x="7651817" y="2625519"/>
            <a:ext cx="15323" cy="113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flipV="1">
            <a:off x="7667139" y="2613922"/>
            <a:ext cx="15323" cy="115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flipV="1">
            <a:off x="7682462" y="2602089"/>
            <a:ext cx="15323" cy="1183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flipV="1">
            <a:off x="7697785" y="2590019"/>
            <a:ext cx="15323" cy="120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flipV="1">
            <a:off x="7713108" y="2577712"/>
            <a:ext cx="15323" cy="1230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flipV="1">
            <a:off x="7728430" y="2565169"/>
            <a:ext cx="15323" cy="125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flipV="1">
            <a:off x="7743753" y="2552389"/>
            <a:ext cx="15323" cy="127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flipV="1">
            <a:off x="7759076" y="2539372"/>
            <a:ext cx="15323" cy="130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flipV="1">
            <a:off x="7774399" y="2526119"/>
            <a:ext cx="15323" cy="132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flipV="1">
            <a:off x="7789721" y="2512630"/>
            <a:ext cx="15323" cy="1349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flipV="1">
            <a:off x="7805044" y="2498903"/>
            <a:ext cx="15323" cy="137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flipV="1">
            <a:off x="7820367" y="2484940"/>
            <a:ext cx="15323" cy="139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flipV="1">
            <a:off x="7835690" y="2470740"/>
            <a:ext cx="15323" cy="142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flipV="1">
            <a:off x="7851012" y="2456304"/>
            <a:ext cx="15323" cy="144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flipV="1">
            <a:off x="7866335" y="2441631"/>
            <a:ext cx="15323" cy="1467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flipV="1">
            <a:off x="7881658" y="2426722"/>
            <a:ext cx="15323" cy="149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flipV="1">
            <a:off x="7896980" y="2411576"/>
            <a:ext cx="15323" cy="151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54964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82396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82396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flipV="1">
            <a:off x="877366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82396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flipV="1">
            <a:off x="1102766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102766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76909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928481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76909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974567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76909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020653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76909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066739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95929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flipV="1">
            <a:off x="895929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912754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flipV="1">
            <a:off x="912754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904341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flipV="1">
            <a:off x="904341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929579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flipV="1">
            <a:off x="929579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942197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flipV="1">
            <a:off x="942197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92537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flipV="1">
            <a:off x="92537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954816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flipV="1">
            <a:off x="954816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946404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flipV="1">
            <a:off x="946404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971641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flipV="1">
            <a:off x="971641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75847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flipV="1">
            <a:off x="975847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84260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flipV="1">
            <a:off x="984260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88466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flipV="1">
            <a:off x="988466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80053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flipV="1">
            <a:off x="980053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92672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flipV="1">
            <a:off x="992672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022116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flipV="1">
            <a:off x="1022116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030528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flipV="1">
            <a:off x="1030528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043147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flipV="1">
            <a:off x="1043147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055766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flipV="1">
            <a:off x="1055766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068385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flipV="1">
            <a:off x="1068385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081003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flipV="1">
            <a:off x="1081003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064178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V="1">
            <a:off x="1064178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16960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7991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59022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46404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75847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84260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6878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005291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1013703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1026322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1038941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051560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1076797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047353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1072591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1013703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67435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82157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009497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026322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98982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8876081" y="2354688"/>
            <a:ext cx="15323" cy="304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8891404" y="2385137"/>
            <a:ext cx="15323" cy="30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8906726" y="2415991"/>
            <a:ext cx="15323" cy="301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8922049" y="2446165"/>
            <a:ext cx="15323" cy="284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8937372" y="2474602"/>
            <a:ext cx="15323" cy="257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8952694" y="2500320"/>
            <a:ext cx="15323" cy="2213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8968017" y="2522451"/>
            <a:ext cx="15323" cy="178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8983340" y="2540279"/>
            <a:ext cx="15323" cy="129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8998663" y="2553269"/>
            <a:ext cx="15323" cy="782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013985" y="2561093"/>
            <a:ext cx="15323" cy="25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flipV="1">
            <a:off x="9029308" y="2561019"/>
            <a:ext cx="15323" cy="262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flipV="1">
            <a:off x="9044631" y="2553564"/>
            <a:ext cx="15323" cy="74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flipV="1">
            <a:off x="9059954" y="2541809"/>
            <a:ext cx="15323" cy="117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flipV="1">
            <a:off x="9075276" y="2526470"/>
            <a:ext cx="15323" cy="153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flipV="1">
            <a:off x="9090599" y="2508416"/>
            <a:ext cx="15323" cy="180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flipV="1">
            <a:off x="9105922" y="2488629"/>
            <a:ext cx="15323" cy="197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flipV="1">
            <a:off x="9121245" y="2468168"/>
            <a:ext cx="15323" cy="204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flipV="1">
            <a:off x="9136567" y="2448115"/>
            <a:ext cx="15323" cy="200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flipV="1">
            <a:off x="9151890" y="2429540"/>
            <a:ext cx="15323" cy="185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flipV="1">
            <a:off x="9167213" y="2413447"/>
            <a:ext cx="15323" cy="160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flipV="1">
            <a:off x="9182535" y="2400736"/>
            <a:ext cx="15323" cy="1271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flipV="1">
            <a:off x="9197858" y="2392165"/>
            <a:ext cx="15323" cy="85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flipV="1">
            <a:off x="9213181" y="2388316"/>
            <a:ext cx="15323" cy="38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9228504" y="2388316"/>
            <a:ext cx="15323" cy="12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9243826" y="2389572"/>
            <a:ext cx="15323" cy="65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259149" y="2396098"/>
            <a:ext cx="15323" cy="117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9274472" y="2407839"/>
            <a:ext cx="15323" cy="166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9289795" y="2424518"/>
            <a:ext cx="15323" cy="211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9305117" y="2445649"/>
            <a:ext cx="15323" cy="249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9320440" y="2470560"/>
            <a:ext cx="15323" cy="278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9335763" y="2498415"/>
            <a:ext cx="15323" cy="29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9351085" y="2528257"/>
            <a:ext cx="15323" cy="307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366408" y="2559044"/>
            <a:ext cx="15323" cy="306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381731" y="2589693"/>
            <a:ext cx="15323" cy="294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9397054" y="2619129"/>
            <a:ext cx="15323" cy="271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9412376" y="2646326"/>
            <a:ext cx="15323" cy="240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9427699" y="2670354"/>
            <a:ext cx="15323" cy="200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9443022" y="2690417"/>
            <a:ext cx="15323" cy="154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9458345" y="2705886"/>
            <a:ext cx="15323" cy="104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9473667" y="2716327"/>
            <a:ext cx="15323" cy="51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flipV="1">
            <a:off x="9488990" y="2721458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flipV="1">
            <a:off x="9504313" y="2716372"/>
            <a:ext cx="15323" cy="50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flipV="1">
            <a:off x="9519636" y="2706692"/>
            <a:ext cx="15323" cy="96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flipV="1">
            <a:off x="9534958" y="2693049"/>
            <a:ext cx="15323" cy="136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flipV="1">
            <a:off x="9550281" y="2676239"/>
            <a:ext cx="15323" cy="168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flipV="1">
            <a:off x="9565604" y="2657192"/>
            <a:ext cx="15323" cy="190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flipV="1">
            <a:off x="9580926" y="2636934"/>
            <a:ext cx="15323" cy="2025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flipV="1">
            <a:off x="9596249" y="2616541"/>
            <a:ext cx="15323" cy="203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flipV="1">
            <a:off x="9611572" y="2597095"/>
            <a:ext cx="15323" cy="194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flipV="1">
            <a:off x="9626895" y="2579638"/>
            <a:ext cx="15323" cy="174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flipV="1">
            <a:off x="9642217" y="2565128"/>
            <a:ext cx="15323" cy="145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flipV="1">
            <a:off x="9657540" y="2554398"/>
            <a:ext cx="15323" cy="10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flipV="1">
            <a:off x="9672863" y="2548122"/>
            <a:ext cx="15323" cy="62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flipV="1">
            <a:off x="9688186" y="2546785"/>
            <a:ext cx="15323" cy="13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9703508" y="2546785"/>
            <a:ext cx="15323" cy="38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9718831" y="2550663"/>
            <a:ext cx="15323" cy="91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9734154" y="2559812"/>
            <a:ext cx="15323" cy="142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9749476" y="2574065"/>
            <a:ext cx="15323" cy="1897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9764799" y="2593038"/>
            <a:ext cx="15323" cy="2311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9780122" y="2616150"/>
            <a:ext cx="15323" cy="2649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9795445" y="2642642"/>
            <a:ext cx="15323" cy="289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9810767" y="2671615"/>
            <a:ext cx="15323" cy="304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9826090" y="2702062"/>
            <a:ext cx="15323" cy="30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9841413" y="2732916"/>
            <a:ext cx="15323" cy="301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9856736" y="2763092"/>
            <a:ext cx="15323" cy="284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9872058" y="2791534"/>
            <a:ext cx="15323" cy="257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9887381" y="2817259"/>
            <a:ext cx="15323" cy="221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9902704" y="2839399"/>
            <a:ext cx="15323" cy="178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9918027" y="2857237"/>
            <a:ext cx="15323" cy="13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9933349" y="2870239"/>
            <a:ext cx="15323" cy="78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9948672" y="2878074"/>
            <a:ext cx="15323" cy="25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flipV="1">
            <a:off x="9963995" y="2878023"/>
            <a:ext cx="15323" cy="260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flipV="1">
            <a:off x="9979317" y="2870577"/>
            <a:ext cx="15323" cy="7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flipV="1">
            <a:off x="9994640" y="2858831"/>
            <a:ext cx="15323" cy="117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flipV="1">
            <a:off x="10009963" y="2843499"/>
            <a:ext cx="15323" cy="153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flipV="1">
            <a:off x="10025286" y="2825449"/>
            <a:ext cx="15323" cy="180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flipV="1">
            <a:off x="10040608" y="2805666"/>
            <a:ext cx="15323" cy="197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flipV="1">
            <a:off x="10055931" y="2785204"/>
            <a:ext cx="15323" cy="204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flipV="1">
            <a:off x="10071254" y="2765150"/>
            <a:ext cx="15323" cy="200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 flipV="1">
            <a:off x="10086577" y="2746570"/>
            <a:ext cx="15323" cy="185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 flipV="1">
            <a:off x="10101899" y="2730471"/>
            <a:ext cx="15323" cy="161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 flipV="1">
            <a:off x="10117222" y="2717752"/>
            <a:ext cx="15323" cy="127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 flipV="1">
            <a:off x="10132545" y="2709171"/>
            <a:ext cx="15323" cy="85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 flipV="1">
            <a:off x="10147868" y="2705311"/>
            <a:ext cx="15323" cy="38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0163190" y="2705311"/>
            <a:ext cx="15323" cy="12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0178513" y="2706555"/>
            <a:ext cx="15323" cy="65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0193836" y="2713070"/>
            <a:ext cx="15323" cy="11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0209158" y="2724800"/>
            <a:ext cx="15323" cy="166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0224481" y="2741468"/>
            <a:ext cx="15323" cy="211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0239804" y="2762591"/>
            <a:ext cx="15323" cy="249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0255127" y="2787494"/>
            <a:ext cx="15323" cy="278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0270449" y="2815344"/>
            <a:ext cx="15323" cy="298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0285772" y="2845182"/>
            <a:ext cx="15323" cy="307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0301095" y="2875968"/>
            <a:ext cx="15323" cy="306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0316418" y="2906619"/>
            <a:ext cx="15323" cy="294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0331740" y="2936059"/>
            <a:ext cx="15323" cy="272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0347063" y="2963262"/>
            <a:ext cx="15323" cy="240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0362386" y="2987298"/>
            <a:ext cx="15323" cy="200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0377708" y="3007370"/>
            <a:ext cx="15323" cy="154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0393031" y="3022850"/>
            <a:ext cx="15323" cy="104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0408354" y="3033302"/>
            <a:ext cx="15323" cy="52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flipV="1">
            <a:off x="10423677" y="3038456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flipV="1">
            <a:off x="10438999" y="3033380"/>
            <a:ext cx="15323" cy="50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 flipV="1">
            <a:off x="10454322" y="3023710"/>
            <a:ext cx="15323" cy="96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 flipV="1">
            <a:off x="10469645" y="3010074"/>
            <a:ext cx="15323" cy="136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 flipV="1">
            <a:off x="10484968" y="2993270"/>
            <a:ext cx="15323" cy="1680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 flipV="1">
            <a:off x="10500290" y="2974227"/>
            <a:ext cx="15323" cy="190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 flipV="1">
            <a:off x="10515613" y="2953970"/>
            <a:ext cx="15323" cy="20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 flipV="1">
            <a:off x="10530936" y="2933576"/>
            <a:ext cx="15323" cy="2039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 flipV="1">
            <a:off x="10546259" y="2914127"/>
            <a:ext cx="15323" cy="194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 flipV="1">
            <a:off x="10561581" y="2896665"/>
            <a:ext cx="15323" cy="174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 flipV="1">
            <a:off x="10576904" y="2882147"/>
            <a:ext cx="15323" cy="145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 flipV="1">
            <a:off x="10592227" y="2871409"/>
            <a:ext cx="15323" cy="107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 flipV="1">
            <a:off x="10607549" y="2865122"/>
            <a:ext cx="15323" cy="62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 flipV="1">
            <a:off x="10622872" y="2863774"/>
            <a:ext cx="15323" cy="13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0638195" y="2863774"/>
            <a:ext cx="15323" cy="38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0653518" y="2867641"/>
            <a:ext cx="15323" cy="91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0668840" y="2876778"/>
            <a:ext cx="15323" cy="142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0684163" y="2891020"/>
            <a:ext cx="15323" cy="189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0699486" y="2909984"/>
            <a:ext cx="15323" cy="231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0714809" y="2933087"/>
            <a:ext cx="15323" cy="264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0730131" y="2959573"/>
            <a:ext cx="15323" cy="2896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0745454" y="2988541"/>
            <a:ext cx="15323" cy="30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0760777" y="3018987"/>
            <a:ext cx="15323" cy="308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0776099" y="3049841"/>
            <a:ext cx="15323" cy="301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0791422" y="3080020"/>
            <a:ext cx="15323" cy="284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0806745" y="3108467"/>
            <a:ext cx="15323" cy="257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10822068" y="3134199"/>
            <a:ext cx="15323" cy="221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10837390" y="3156347"/>
            <a:ext cx="15323" cy="178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10852713" y="3174195"/>
            <a:ext cx="15323" cy="130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10868036" y="3187208"/>
            <a:ext cx="15323" cy="78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10883359" y="3195055"/>
            <a:ext cx="15323" cy="25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 flipV="1">
            <a:off x="10898681" y="3195026"/>
            <a:ext cx="15323" cy="25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 flipV="1">
            <a:off x="10914004" y="3187591"/>
            <a:ext cx="15323" cy="74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 flipV="1">
            <a:off x="10929327" y="3175852"/>
            <a:ext cx="15323" cy="117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 flipV="1">
            <a:off x="10944650" y="3160527"/>
            <a:ext cx="15323" cy="153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 flipV="1">
            <a:off x="10959972" y="3142483"/>
            <a:ext cx="15323" cy="180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 flipV="1">
            <a:off x="10975295" y="3122702"/>
            <a:ext cx="15323" cy="197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 flipV="1">
            <a:off x="10990618" y="3102241"/>
            <a:ext cx="15323" cy="204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 flipV="1">
            <a:off x="11005940" y="3082184"/>
            <a:ext cx="15323" cy="200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10389955" y="2944048"/>
            <a:ext cx="7139" cy="442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 flipV="1">
            <a:off x="10380184" y="2988320"/>
            <a:ext cx="16910" cy="39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 flipV="1">
            <a:off x="10345074" y="3028174"/>
            <a:ext cx="35110" cy="254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 flipV="1">
            <a:off x="10305913" y="3053585"/>
            <a:ext cx="39161" cy="109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 flipV="1">
            <a:off x="10274674" y="3064487"/>
            <a:ext cx="31239" cy="670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 flipV="1">
            <a:off x="10253421" y="3071193"/>
            <a:ext cx="21253" cy="142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 flipV="1">
            <a:off x="10235442" y="3085418"/>
            <a:ext cx="17980" cy="246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 flipV="1">
            <a:off x="10213044" y="3110033"/>
            <a:ext cx="22398" cy="268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 flipV="1">
            <a:off x="10184221" y="3136845"/>
            <a:ext cx="28822" cy="172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 flipV="1">
            <a:off x="10152520" y="3154074"/>
            <a:ext cx="31701" cy="20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10121755" y="3146478"/>
            <a:ext cx="30765" cy="96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10092158" y="3132128"/>
            <a:ext cx="29597" cy="143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10062247" y="3115503"/>
            <a:ext cx="29911" cy="166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10033916" y="3092806"/>
            <a:ext cx="28331" cy="226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10014235" y="3059805"/>
            <a:ext cx="19681" cy="33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10010618" y="3018576"/>
            <a:ext cx="3618" cy="4122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 flipV="1">
            <a:off x="10010618" y="2977526"/>
            <a:ext cx="12634" cy="410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 flipV="1">
            <a:off x="10023251" y="2944048"/>
            <a:ext cx="19232" cy="334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 flipV="1">
            <a:off x="10042483" y="2917152"/>
            <a:ext cx="12418" cy="2689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10053667" y="2888001"/>
            <a:ext cx="1233" cy="291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10044154" y="2848665"/>
            <a:ext cx="9513" cy="393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10039734" y="2801048"/>
            <a:ext cx="4420" cy="476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 flipV="1">
            <a:off x="10039734" y="2757238"/>
            <a:ext cx="11589" cy="438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 flipV="1">
            <a:off x="10051323" y="2730488"/>
            <a:ext cx="28362" cy="267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 flipV="1">
            <a:off x="10079685" y="2724910"/>
            <a:ext cx="36914" cy="55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10116599" y="2724910"/>
            <a:ext cx="36107" cy="832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10152706" y="2733233"/>
            <a:ext cx="31516" cy="11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10184221" y="2744235"/>
            <a:ext cx="28637" cy="8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10212858" y="2752491"/>
            <a:ext cx="27739" cy="88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10240597" y="2761355"/>
            <a:ext cx="25296" cy="15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10265894" y="2777197"/>
            <a:ext cx="19704" cy="243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10285597" y="2801548"/>
            <a:ext cx="14498" cy="278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10300095" y="2829367"/>
            <a:ext cx="15060" cy="255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10315155" y="2854885"/>
            <a:ext cx="21979" cy="235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10337134" y="2878403"/>
            <a:ext cx="28310" cy="279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10365444" y="2906358"/>
            <a:ext cx="24511" cy="3769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8" name="Text 696"/>
          <p:cNvSpPr/>
          <p:nvPr/>
        </p:nvSpPr>
        <p:spPr>
          <a:xfrm>
            <a:off x="233172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Under-fitting</a:t>
            </a:r>
            <a:endParaRPr lang="en-US" sz="1300" dirty="0"/>
          </a:p>
        </p:txBody>
      </p:sp>
      <p:sp>
        <p:nvSpPr>
          <p:cNvPr id="699" name="Text 697"/>
          <p:cNvSpPr/>
          <p:nvPr/>
        </p:nvSpPr>
        <p:spPr>
          <a:xfrm>
            <a:off x="2103120" y="39684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 simple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variance)</a:t>
            </a:r>
            <a:endParaRPr lang="en-US" sz="900" dirty="0"/>
          </a:p>
        </p:txBody>
      </p:sp>
      <p:sp>
        <p:nvSpPr>
          <p:cNvPr id="700" name="Text 698"/>
          <p:cNvSpPr/>
          <p:nvPr/>
        </p:nvSpPr>
        <p:spPr>
          <a:xfrm>
            <a:off x="544068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Appropriate-fitting</a:t>
            </a:r>
            <a:endParaRPr lang="en-US" sz="1300" dirty="0"/>
          </a:p>
        </p:txBody>
      </p:sp>
      <p:sp>
        <p:nvSpPr>
          <p:cNvPr id="701" name="Text 699"/>
          <p:cNvSpPr/>
          <p:nvPr/>
        </p:nvSpPr>
        <p:spPr>
          <a:xfrm>
            <a:off x="854964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Over-fitting</a:t>
            </a:r>
            <a:endParaRPr lang="en-US" sz="1300" dirty="0"/>
          </a:p>
        </p:txBody>
      </p:sp>
      <p:sp>
        <p:nvSpPr>
          <p:cNvPr id="702" name="Text 700"/>
          <p:cNvSpPr/>
          <p:nvPr/>
        </p:nvSpPr>
        <p:spPr>
          <a:xfrm>
            <a:off x="8321040" y="39684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(forcefitting -- too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be true)</a:t>
            </a:r>
            <a:endParaRPr lang="en-US" sz="900" dirty="0"/>
          </a:p>
        </p:txBody>
      </p:sp>
      <p:sp>
        <p:nvSpPr>
          <p:cNvPr id="703" name="Text 701"/>
          <p:cNvSpPr/>
          <p:nvPr/>
        </p:nvSpPr>
        <p:spPr>
          <a:xfrm>
            <a:off x="804672" y="5074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600" dirty="0"/>
          </a:p>
        </p:txBody>
      </p:sp>
      <p:pic>
        <p:nvPicPr>
          <p:cNvPr id="704" name="Image 0" descr="videos/ml-intro/recreated_pptx/build/assets/graphs/s19_graph_left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4572000"/>
            <a:ext cx="3873490" cy="1600200"/>
          </a:xfrm>
          <a:prstGeom prst="rect">
            <a:avLst/>
          </a:prstGeom>
        </p:spPr>
      </p:pic>
      <p:pic>
        <p:nvPicPr>
          <p:cNvPr id="705" name="Image 1" descr="videos/ml-intro/recreated_pptx/build/assets/graphs/s19_graph_right_v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490" y="4572000"/>
            <a:ext cx="3822741" cy="1587490"/>
          </a:xfrm>
          <a:prstGeom prst="rect">
            <a:avLst/>
          </a:prstGeom>
        </p:spPr>
      </p:pic>
      <p:sp>
        <p:nvSpPr>
          <p:cNvPr id="706" name="Text 702"/>
          <p:cNvSpPr/>
          <p:nvPr/>
        </p:nvSpPr>
        <p:spPr>
          <a:xfrm>
            <a:off x="2474001" y="52172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707" name="Text 703"/>
          <p:cNvSpPr/>
          <p:nvPr/>
        </p:nvSpPr>
        <p:spPr>
          <a:xfrm>
            <a:off x="4251960" y="5991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708" name="Text 704"/>
          <p:cNvSpPr/>
          <p:nvPr/>
        </p:nvSpPr>
        <p:spPr>
          <a:xfrm>
            <a:off x="7376465" y="52172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709" name="Text 705"/>
          <p:cNvSpPr/>
          <p:nvPr/>
        </p:nvSpPr>
        <p:spPr>
          <a:xfrm>
            <a:off x="9116019" y="59664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710" name="Shape 706"/>
          <p:cNvSpPr/>
          <p:nvPr/>
        </p:nvSpPr>
        <p:spPr>
          <a:xfrm>
            <a:off x="5213086" y="468630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1" name="Text 707"/>
          <p:cNvSpPr/>
          <p:nvPr/>
        </p:nvSpPr>
        <p:spPr>
          <a:xfrm>
            <a:off x="5350246" y="466344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712" name="Shape 708"/>
          <p:cNvSpPr/>
          <p:nvPr/>
        </p:nvSpPr>
        <p:spPr>
          <a:xfrm>
            <a:off x="5203942" y="4869180"/>
            <a:ext cx="118872" cy="914"/>
          </a:xfrm>
          <a:prstGeom prst="line">
            <a:avLst/>
          </a:prstGeom>
          <a:noFill/>
          <a:ln w="19050">
            <a:solidFill>
              <a:srgbClr val="0000FF"/>
            </a:solidFill>
            <a:prstDash val="solid"/>
          </a:ln>
        </p:spPr>
      </p:sp>
      <p:sp>
        <p:nvSpPr>
          <p:cNvPr id="713" name="Text 709"/>
          <p:cNvSpPr/>
          <p:nvPr/>
        </p:nvSpPr>
        <p:spPr>
          <a:xfrm>
            <a:off x="5350246" y="480060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50" dirty="0"/>
          </a:p>
        </p:txBody>
      </p:sp>
      <p:sp>
        <p:nvSpPr>
          <p:cNvPr id="714" name="Shape 710"/>
          <p:cNvSpPr/>
          <p:nvPr/>
        </p:nvSpPr>
        <p:spPr>
          <a:xfrm>
            <a:off x="5203942" y="5006340"/>
            <a:ext cx="118872" cy="914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715" name="Text 711"/>
          <p:cNvSpPr/>
          <p:nvPr/>
        </p:nvSpPr>
        <p:spPr>
          <a:xfrm>
            <a:off x="5350246" y="493776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750" dirty="0"/>
          </a:p>
        </p:txBody>
      </p:sp>
      <p:sp>
        <p:nvSpPr>
          <p:cNvPr id="716" name="Shape 712"/>
          <p:cNvSpPr/>
          <p:nvPr/>
        </p:nvSpPr>
        <p:spPr>
          <a:xfrm>
            <a:off x="9579894" y="555598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7" name="Text 713"/>
          <p:cNvSpPr/>
          <p:nvPr/>
        </p:nvSpPr>
        <p:spPr>
          <a:xfrm>
            <a:off x="9735342" y="551941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718" name="Shape 714"/>
          <p:cNvSpPr/>
          <p:nvPr/>
        </p:nvSpPr>
        <p:spPr>
          <a:xfrm>
            <a:off x="9561606" y="5775442"/>
            <a:ext cx="146304" cy="914"/>
          </a:xfrm>
          <a:prstGeom prst="line">
            <a:avLst/>
          </a:prstGeom>
          <a:noFill/>
          <a:ln w="19050">
            <a:solidFill>
              <a:srgbClr val="00CC66"/>
            </a:solidFill>
            <a:prstDash val="solid"/>
          </a:ln>
        </p:spPr>
      </p:sp>
      <p:sp>
        <p:nvSpPr>
          <p:cNvPr id="719" name="Text 715"/>
          <p:cNvSpPr/>
          <p:nvPr/>
        </p:nvSpPr>
        <p:spPr>
          <a:xfrm>
            <a:off x="9735342" y="569314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Order Fit</a:t>
            </a:r>
            <a:endParaRPr lang="en-US" sz="800" dirty="0"/>
          </a:p>
        </p:txBody>
      </p:sp>
      <p:sp>
        <p:nvSpPr>
          <p:cNvPr id="720" name="Shape 716"/>
          <p:cNvSpPr/>
          <p:nvPr/>
        </p:nvSpPr>
        <p:spPr>
          <a:xfrm>
            <a:off x="9561606" y="5949178"/>
            <a:ext cx="146304" cy="914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721" name="Text 717"/>
          <p:cNvSpPr/>
          <p:nvPr/>
        </p:nvSpPr>
        <p:spPr>
          <a:xfrm>
            <a:off x="9735342" y="586688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10th Order Fit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2026-10-10T19:45:48Z</dcterms:created>
  <dcterms:modified xsi:type="dcterms:W3CDTF">2026-10-10T19:45:48Z</dcterms:modified>
</cp:coreProperties>
</file>