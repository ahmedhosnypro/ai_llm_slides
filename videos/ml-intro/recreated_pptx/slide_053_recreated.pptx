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1.png"/><Relationship Id="rId6" Type="http://schemas.openxmlformats.org/officeDocument/2006/relationships/image" Target="../media/image-1-2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7.png"/><Relationship Id="rId10" Type="http://schemas.openxmlformats.org/officeDocument/2006/relationships/image" Target="../media/image-1-8.png"/><Relationship Id="rId11" Type="http://schemas.openxmlformats.org/officeDocument/2006/relationships/image" Target="../media/image-1-7.png"/><Relationship Id="rId12" Type="http://schemas.openxmlformats.org/officeDocument/2006/relationships/image" Target="../media/image-1-8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3.png"/><Relationship Id="rId16" Type="http://schemas.openxmlformats.org/officeDocument/2006/relationships/image" Target="../media/image-1-14.png"/><Relationship Id="rId17" Type="http://schemas.openxmlformats.org/officeDocument/2006/relationships/image" Target="../media/image-1-13.png"/><Relationship Id="rId18" Type="http://schemas.openxmlformats.org/officeDocument/2006/relationships/image" Target="../media/image-1-14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Distance </a:t>
            </a:r>
            <a:pPr algn="ctr" indent="0" marL="0">
              <a:buNone/>
            </a:pPr>
            <a:r>
              <a:rPr lang="en-US" sz="3000" b="1" u="sng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</a:t>
            </a:r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1183112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780" y="18572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  of bars: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43480" y="23434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Class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53330" y="233705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Class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37830" y="232435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Class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63480" y="23180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pic>
        <p:nvPicPr>
          <p:cNvPr id="12" name="Image 0" descr="videos/ml-intro/recreated_pptx/build/assets/parens53/paren_lp_54_C00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304" y="2692654"/>
            <a:ext cx="82296" cy="697992"/>
          </a:xfrm>
          <a:prstGeom prst="rect">
            <a:avLst/>
          </a:prstGeom>
        </p:spPr>
      </p:pic>
      <p:pic>
        <p:nvPicPr>
          <p:cNvPr id="13" name="Image 1" descr="videos/ml-intro/recreated_pptx/build/assets/parens53/paren_rp_54_C000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24" y="2692654"/>
            <a:ext cx="82296" cy="6979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7962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207962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300" dirty="0"/>
          </a:p>
        </p:txBody>
      </p:sp>
      <p:pic>
        <p:nvPicPr>
          <p:cNvPr id="16" name="Image 2" descr="videos/ml-intro/recreated_pptx/build/assets/parens53/paren_lp_54_C000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304" y="2692654"/>
            <a:ext cx="82296" cy="697992"/>
          </a:xfrm>
          <a:prstGeom prst="rect">
            <a:avLst/>
          </a:prstGeom>
        </p:spPr>
      </p:pic>
      <p:pic>
        <p:nvPicPr>
          <p:cNvPr id="17" name="Image 3" descr="videos/ml-intro/recreated_pptx/build/assets/parens53/paren_rp_54_C000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524" y="2692654"/>
            <a:ext cx="82296" cy="6979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84162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3"/>
          <p:cNvSpPr/>
          <p:nvPr/>
        </p:nvSpPr>
        <p:spPr>
          <a:xfrm>
            <a:off x="284162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300" dirty="0"/>
          </a:p>
        </p:txBody>
      </p:sp>
      <p:pic>
        <p:nvPicPr>
          <p:cNvPr id="20" name="Image 4" descr="videos/ml-intro/recreated_pptx/build/assets/parens53/paren_lp_54_C000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604" y="2692654"/>
            <a:ext cx="82296" cy="697992"/>
          </a:xfrm>
          <a:prstGeom prst="rect">
            <a:avLst/>
          </a:prstGeom>
        </p:spPr>
      </p:pic>
      <p:pic>
        <p:nvPicPr>
          <p:cNvPr id="21" name="Image 5" descr="videos/ml-intro/recreated_pptx/build/assets/parens53/paren_rp_54_C000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2524" y="2692654"/>
            <a:ext cx="82296" cy="6979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594100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15"/>
          <p:cNvSpPr/>
          <p:nvPr/>
        </p:nvSpPr>
        <p:spPr>
          <a:xfrm>
            <a:off x="3594100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300" dirty="0"/>
          </a:p>
        </p:txBody>
      </p:sp>
      <p:pic>
        <p:nvPicPr>
          <p:cNvPr id="24" name="Image 6" descr="videos/ml-intro/recreated_pptx/build/assets/parens53/paren_lp_54_0000C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8004" y="2692654"/>
            <a:ext cx="82296" cy="697992"/>
          </a:xfrm>
          <a:prstGeom prst="rect">
            <a:avLst/>
          </a:prstGeom>
        </p:spPr>
      </p:pic>
      <p:pic>
        <p:nvPicPr>
          <p:cNvPr id="25" name="Image 7" descr="videos/ml-intro/recreated_pptx/build/assets/parens53/paren_rp_54_0000C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3624" y="2692654"/>
            <a:ext cx="82296" cy="6979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77837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300" dirty="0"/>
          </a:p>
        </p:txBody>
      </p:sp>
      <p:sp>
        <p:nvSpPr>
          <p:cNvPr id="27" name="Text 17"/>
          <p:cNvSpPr/>
          <p:nvPr/>
        </p:nvSpPr>
        <p:spPr>
          <a:xfrm>
            <a:off x="477837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300" dirty="0"/>
          </a:p>
        </p:txBody>
      </p:sp>
      <p:pic>
        <p:nvPicPr>
          <p:cNvPr id="28" name="Image 8" descr="videos/ml-intro/recreated_pptx/build/assets/parens53/paren_lp_54_0000C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0004" y="2692654"/>
            <a:ext cx="82296" cy="697992"/>
          </a:xfrm>
          <a:prstGeom prst="rect">
            <a:avLst/>
          </a:prstGeom>
        </p:spPr>
      </p:pic>
      <p:pic>
        <p:nvPicPr>
          <p:cNvPr id="29" name="Image 9" descr="videos/ml-intro/recreated_pptx/build/assets/parens53/paren_rp_54_0000C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2924" y="2692654"/>
            <a:ext cx="82296" cy="69799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52767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300" dirty="0"/>
          </a:p>
        </p:txBody>
      </p:sp>
      <p:sp>
        <p:nvSpPr>
          <p:cNvPr id="31" name="Text 19"/>
          <p:cNvSpPr/>
          <p:nvPr/>
        </p:nvSpPr>
        <p:spPr>
          <a:xfrm>
            <a:off x="552767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300" dirty="0"/>
          </a:p>
        </p:txBody>
      </p:sp>
      <p:pic>
        <p:nvPicPr>
          <p:cNvPr id="32" name="Image 10" descr="videos/ml-intro/recreated_pptx/build/assets/parens53/paren_lp_54_0000C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2004" y="2692654"/>
            <a:ext cx="82296" cy="697992"/>
          </a:xfrm>
          <a:prstGeom prst="rect">
            <a:avLst/>
          </a:prstGeom>
        </p:spPr>
      </p:pic>
      <p:pic>
        <p:nvPicPr>
          <p:cNvPr id="33" name="Image 11" descr="videos/ml-intro/recreated_pptx/build/assets/parens53/paren_rp_54_0000C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7624" y="2692654"/>
            <a:ext cx="82296" cy="697992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28967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300" dirty="0"/>
          </a:p>
        </p:txBody>
      </p:sp>
      <p:sp>
        <p:nvSpPr>
          <p:cNvPr id="35" name="Text 21"/>
          <p:cNvSpPr/>
          <p:nvPr/>
        </p:nvSpPr>
        <p:spPr>
          <a:xfrm>
            <a:off x="628967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2300" dirty="0"/>
          </a:p>
        </p:txBody>
      </p:sp>
      <p:pic>
        <p:nvPicPr>
          <p:cNvPr id="36" name="Image 12" descr="videos/ml-intro/recreated_pptx/build/assets/parens53/paren_lp_54_2E8B2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53604" y="2692654"/>
            <a:ext cx="82296" cy="697992"/>
          </a:xfrm>
          <a:prstGeom prst="rect">
            <a:avLst/>
          </a:prstGeom>
        </p:spPr>
      </p:pic>
      <p:pic>
        <p:nvPicPr>
          <p:cNvPr id="37" name="Image 13" descr="videos/ml-intro/recreated_pptx/build/assets/parens53/paren_rp_54_2E8B2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9224" y="2692654"/>
            <a:ext cx="82296" cy="697992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7670800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300" dirty="0"/>
          </a:p>
        </p:txBody>
      </p:sp>
      <p:sp>
        <p:nvSpPr>
          <p:cNvPr id="39" name="Text 23"/>
          <p:cNvSpPr/>
          <p:nvPr/>
        </p:nvSpPr>
        <p:spPr>
          <a:xfrm>
            <a:off x="7670800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300" dirty="0"/>
          </a:p>
        </p:txBody>
      </p:sp>
      <p:pic>
        <p:nvPicPr>
          <p:cNvPr id="40" name="Image 14" descr="videos/ml-intro/recreated_pptx/build/assets/parens53/paren_lp_54_2E8B2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8304" y="2692654"/>
            <a:ext cx="82296" cy="697992"/>
          </a:xfrm>
          <a:prstGeom prst="rect">
            <a:avLst/>
          </a:prstGeom>
        </p:spPr>
      </p:pic>
      <p:pic>
        <p:nvPicPr>
          <p:cNvPr id="41" name="Image 15" descr="videos/ml-intro/recreated_pptx/build/assets/parens53/paren_rp_54_2E8B2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31224" y="2692654"/>
            <a:ext cx="82296" cy="697992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8432800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300" dirty="0"/>
          </a:p>
        </p:txBody>
      </p:sp>
      <p:sp>
        <p:nvSpPr>
          <p:cNvPr id="43" name="Text 25"/>
          <p:cNvSpPr/>
          <p:nvPr/>
        </p:nvSpPr>
        <p:spPr>
          <a:xfrm>
            <a:off x="8432800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2300" dirty="0"/>
          </a:p>
        </p:txBody>
      </p:sp>
      <p:pic>
        <p:nvPicPr>
          <p:cNvPr id="44" name="Image 16" descr="videos/ml-intro/recreated_pptx/build/assets/parens53/paren_lp_54_2E8B2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77604" y="2692654"/>
            <a:ext cx="82296" cy="697992"/>
          </a:xfrm>
          <a:prstGeom prst="rect">
            <a:avLst/>
          </a:prstGeom>
        </p:spPr>
      </p:pic>
      <p:pic>
        <p:nvPicPr>
          <p:cNvPr id="45" name="Image 17" descr="videos/ml-intro/recreated_pptx/build/assets/parens53/paren_rp_54_2E8B2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93224" y="2692654"/>
            <a:ext cx="82296" cy="697992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919162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300" dirty="0"/>
          </a:p>
        </p:txBody>
      </p:sp>
      <p:sp>
        <p:nvSpPr>
          <p:cNvPr id="47" name="Text 27"/>
          <p:cNvSpPr/>
          <p:nvPr/>
        </p:nvSpPr>
        <p:spPr>
          <a:xfrm>
            <a:off x="919162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300" dirty="0"/>
          </a:p>
        </p:txBody>
      </p:sp>
      <p:pic>
        <p:nvPicPr>
          <p:cNvPr id="48" name="Image 18" descr="videos/ml-intro/recreated_pptx/build/assets/parens53/paren_lp_58_00000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34904" y="2687828"/>
            <a:ext cx="94488" cy="748284"/>
          </a:xfrm>
          <a:prstGeom prst="rect">
            <a:avLst/>
          </a:prstGeom>
        </p:spPr>
      </p:pic>
      <p:pic>
        <p:nvPicPr>
          <p:cNvPr id="49" name="Image 19" descr="videos/ml-intro/recreated_pptx/build/assets/parens53/paren_rp_58_000000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36808" y="2687828"/>
            <a:ext cx="94488" cy="748284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10439400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300" dirty="0"/>
          </a:p>
        </p:txBody>
      </p:sp>
      <p:sp>
        <p:nvSpPr>
          <p:cNvPr id="51" name="Text 29"/>
          <p:cNvSpPr/>
          <p:nvPr/>
        </p:nvSpPr>
        <p:spPr>
          <a:xfrm>
            <a:off x="10439400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2300" dirty="0"/>
          </a:p>
        </p:txBody>
      </p:sp>
      <p:sp>
        <p:nvSpPr>
          <p:cNvPr id="52" name="Text 30"/>
          <p:cNvSpPr/>
          <p:nvPr/>
        </p:nvSpPr>
        <p:spPr>
          <a:xfrm>
            <a:off x="1076960" y="279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(KG)</a:t>
            </a:r>
            <a:endParaRPr lang="en-US" sz="1500" dirty="0"/>
          </a:p>
        </p:txBody>
      </p:sp>
      <p:sp>
        <p:nvSpPr>
          <p:cNvPr id="53" name="Text 31"/>
          <p:cNvSpPr/>
          <p:nvPr/>
        </p:nvSpPr>
        <p:spPr>
          <a:xfrm>
            <a:off x="1076960" y="30784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(cm)</a:t>
            </a:r>
            <a:endParaRPr lang="en-US" sz="1500" dirty="0"/>
          </a:p>
        </p:txBody>
      </p:sp>
      <p:sp>
        <p:nvSpPr>
          <p:cNvPr id="54" name="Text 32"/>
          <p:cNvSpPr/>
          <p:nvPr/>
        </p:nvSpPr>
        <p:spPr>
          <a:xfrm>
            <a:off x="984250" y="3550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 between each vector and test vector</a:t>
            </a:r>
            <a:endParaRPr lang="en-US" sz="1250" dirty="0"/>
          </a:p>
        </p:txBody>
      </p:sp>
      <p:sp>
        <p:nvSpPr>
          <p:cNvPr id="55" name="Shape 33"/>
          <p:cNvSpPr/>
          <p:nvPr/>
        </p:nvSpPr>
        <p:spPr>
          <a:xfrm>
            <a:off x="2249424" y="3797320"/>
            <a:ext cx="585216" cy="44439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D44D"/>
            </a:solidFill>
            <a:prstDash val="solid"/>
          </a:ln>
        </p:spPr>
      </p:sp>
      <p:sp>
        <p:nvSpPr>
          <p:cNvPr id="56" name="Text 34"/>
          <p:cNvSpPr/>
          <p:nvPr/>
        </p:nvSpPr>
        <p:spPr>
          <a:xfrm>
            <a:off x="2148840" y="383133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000" dirty="0"/>
          </a:p>
        </p:txBody>
      </p:sp>
      <p:sp>
        <p:nvSpPr>
          <p:cNvPr id="57" name="Text 35"/>
          <p:cNvSpPr/>
          <p:nvPr/>
        </p:nvSpPr>
        <p:spPr>
          <a:xfrm>
            <a:off x="2331720" y="38313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</a:t>
            </a:r>
            <a:endParaRPr lang="en-US" sz="2000" dirty="0"/>
          </a:p>
        </p:txBody>
      </p:sp>
      <p:sp>
        <p:nvSpPr>
          <p:cNvPr id="58" name="Text 36"/>
          <p:cNvSpPr/>
          <p:nvPr/>
        </p:nvSpPr>
        <p:spPr>
          <a:xfrm>
            <a:off x="2880360" y="38313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916</a:t>
            </a:r>
            <a:endParaRPr lang="en-US" sz="2000" dirty="0"/>
          </a:p>
        </p:txBody>
      </p:sp>
      <p:sp>
        <p:nvSpPr>
          <p:cNvPr id="59" name="Text 37"/>
          <p:cNvSpPr/>
          <p:nvPr/>
        </p:nvSpPr>
        <p:spPr>
          <a:xfrm>
            <a:off x="3429000" y="38313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6409</a:t>
            </a:r>
            <a:endParaRPr lang="en-US" sz="2000" dirty="0"/>
          </a:p>
        </p:txBody>
      </p:sp>
      <p:sp>
        <p:nvSpPr>
          <p:cNvPr id="60" name="Text 38"/>
          <p:cNvSpPr/>
          <p:nvPr/>
        </p:nvSpPr>
        <p:spPr>
          <a:xfrm>
            <a:off x="4005072" y="383133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</p:txBody>
      </p:sp>
      <p:sp>
        <p:nvSpPr>
          <p:cNvPr id="61" name="Text 39"/>
          <p:cNvSpPr/>
          <p:nvPr/>
        </p:nvSpPr>
        <p:spPr>
          <a:xfrm>
            <a:off x="5120640" y="38313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(900   6401   16904)</a:t>
            </a:r>
            <a:endParaRPr lang="en-US" sz="2000" dirty="0"/>
          </a:p>
        </p:txBody>
      </p:sp>
      <p:sp>
        <p:nvSpPr>
          <p:cNvPr id="62" name="Text 40"/>
          <p:cNvSpPr/>
          <p:nvPr/>
        </p:nvSpPr>
        <p:spPr>
          <a:xfrm>
            <a:off x="7863840" y="38313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(925   16936   32449)</a:t>
            </a:r>
            <a:endParaRPr lang="en-US" sz="2000" dirty="0"/>
          </a:p>
        </p:txBody>
      </p:sp>
      <p:sp>
        <p:nvSpPr>
          <p:cNvPr id="63" name="Shape 41"/>
          <p:cNvSpPr/>
          <p:nvPr/>
        </p:nvSpPr>
        <p:spPr>
          <a:xfrm>
            <a:off x="7416800" y="5575300"/>
            <a:ext cx="3949700" cy="914400"/>
          </a:xfrm>
          <a:prstGeom prst="rect">
            <a:avLst/>
          </a:prstGeom>
          <a:solidFill>
            <a:srgbClr val="F5F5DC"/>
          </a:solidFill>
          <a:ln w="6350">
            <a:solidFill>
              <a:srgbClr val="F5F5DC"/>
            </a:solidFill>
            <a:prstDash val="solid"/>
          </a:ln>
        </p:spPr>
      </p:sp>
      <p:pic>
        <p:nvPicPr>
          <p:cNvPr id="64" name="Image 20" descr="videos/ml-intro/recreated_pptx/build/assets/parens53/paren_lp_57_000000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6604" y="5658104"/>
            <a:ext cx="88392" cy="736092"/>
          </a:xfrm>
          <a:prstGeom prst="rect">
            <a:avLst/>
          </a:prstGeom>
        </p:spPr>
      </p:pic>
      <p:pic>
        <p:nvPicPr>
          <p:cNvPr id="65" name="Image 21" descr="videos/ml-intro/recreated_pptx/build/assets/parens53/paren_rp_57_000000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1904" y="5658104"/>
            <a:ext cx="88392" cy="736092"/>
          </a:xfrm>
          <a:prstGeom prst="rect">
            <a:avLst/>
          </a:prstGeom>
        </p:spPr>
      </p:pic>
      <p:sp>
        <p:nvSpPr>
          <p:cNvPr id="66" name="Text 42"/>
          <p:cNvSpPr/>
          <p:nvPr/>
        </p:nvSpPr>
        <p:spPr>
          <a:xfrm>
            <a:off x="7620000" y="5688330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67" name="Text 43"/>
          <p:cNvSpPr/>
          <p:nvPr/>
        </p:nvSpPr>
        <p:spPr>
          <a:xfrm>
            <a:off x="7620000" y="6005830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200" dirty="0"/>
          </a:p>
        </p:txBody>
      </p:sp>
      <p:sp>
        <p:nvSpPr>
          <p:cNvPr id="68" name="Text 44"/>
          <p:cNvSpPr/>
          <p:nvPr/>
        </p:nvSpPr>
        <p:spPr>
          <a:xfrm>
            <a:off x="8515350" y="5897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Belongs to   </a:t>
            </a:r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Class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2026-10-10T19:44:30Z</dcterms:created>
  <dcterms:modified xsi:type="dcterms:W3CDTF">2026-10-10T19:44:30Z</dcterms:modified>
</cp:coreProperties>
</file>