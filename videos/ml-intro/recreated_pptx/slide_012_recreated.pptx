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4000" b="1" u="sng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645920"/>
            <a:ext cx="10241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74520"/>
            <a:ext cx="9601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Types: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Binary Classification: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binary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(two classes: 0/1 or -1/+1)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Spam Filtering (tell whether this email is spam or legitimate)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Multi-class Classification: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discrete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one of K &gt; 2 possible values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Predicting your class grade (e.g., A, A−, B+, B, B−, other)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2026-10-10T19:44:22Z</dcterms:created>
  <dcterms:modified xsi:type="dcterms:W3CDTF">2026-10-10T19:44:22Z</dcterms:modified>
</cp:coreProperties>
</file>