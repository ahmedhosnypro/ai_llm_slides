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1069848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Neighbors 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(NN) Outlier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pic>
        <p:nvPicPr>
          <p:cNvPr id="8" name="Image 0" descr="videos/ml-intro/recreated_pptx/build/assets/graphs/s45_graph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41" y="2031980"/>
            <a:ext cx="960120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" y="6144768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 Three Classes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44184" y="6144768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 is the Green class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2026-10-10T19:45:49Z</dcterms:created>
  <dcterms:modified xsi:type="dcterms:W3CDTF">2026-10-10T19:45:49Z</dcterms:modified>
</cp:coreProperties>
</file>