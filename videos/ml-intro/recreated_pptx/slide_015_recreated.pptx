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vs Regression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10652760" cy="5193792"/>
          </a:xfrm>
          <a:prstGeom prst="rect">
            <a:avLst/>
          </a:prstGeom>
          <a:solidFill>
            <a:srgbClr val="E8E8E8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19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about finding separation boundaries (linear/non-linear):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78224" y="2249424"/>
            <a:ext cx="2313432" cy="1371600"/>
          </a:xfrm>
          <a:prstGeom prst="rect">
            <a:avLst/>
          </a:prstGeom>
          <a:solidFill>
            <a:srgbClr val="E8E8E8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3538728"/>
            <a:ext cx="214884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160520" y="2331720"/>
            <a:ext cx="914" cy="120700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74205" y="3204021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8754" y="3015728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9005" y="2832263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9508" y="2647590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84633" y="2499128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02067" y="25951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62393" y="27810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2141" y="29656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02067" y="29656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4616" y="318536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4626818" y="2475354"/>
            <a:ext cx="547954" cy="86783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2249424"/>
            <a:ext cx="2313432" cy="1371600"/>
          </a:xfrm>
          <a:prstGeom prst="rect">
            <a:avLst/>
          </a:prstGeom>
          <a:solidFill>
            <a:srgbClr val="E8E8E8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3538728"/>
            <a:ext cx="214884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6812280" y="2331720"/>
            <a:ext cx="914" cy="120700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2988" y="2891406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6960" y="3191951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02170" y="2596896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53426" y="2519647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0217" y="2484644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85064" y="26941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17977" y="26953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9436" y="28461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814" y="29524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0348" y="30984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V="1">
            <a:off x="7323704" y="2972641"/>
            <a:ext cx="51572" cy="929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375276" y="2935224"/>
            <a:ext cx="25786" cy="3741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401062" y="2906256"/>
            <a:ext cx="25786" cy="2896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426848" y="2872460"/>
            <a:ext cx="25786" cy="3379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452634" y="2850733"/>
            <a:ext cx="25786" cy="2172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478420" y="2830214"/>
            <a:ext cx="23637" cy="2051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502058" y="2813316"/>
            <a:ext cx="25786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7527844" y="2800039"/>
            <a:ext cx="25786" cy="1327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553630" y="2787969"/>
            <a:ext cx="25786" cy="120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579416" y="2771071"/>
            <a:ext cx="25786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605202" y="2745724"/>
            <a:ext cx="51572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7656774" y="2737275"/>
            <a:ext cx="25786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682560" y="2695029"/>
            <a:ext cx="100995" cy="42245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7783556" y="2686580"/>
            <a:ext cx="25786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7809342" y="2669682"/>
            <a:ext cx="77358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886700" y="2652784"/>
            <a:ext cx="77358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964058" y="2644335"/>
            <a:ext cx="51572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015630" y="2635886"/>
            <a:ext cx="75209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090840" y="2627437"/>
            <a:ext cx="128930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19770" y="2627437"/>
            <a:ext cx="75209" cy="91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4980" y="2627437"/>
            <a:ext cx="103144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8124" y="2635886"/>
            <a:ext cx="51572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9696" y="2644335"/>
            <a:ext cx="77358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27054" y="2652784"/>
            <a:ext cx="100995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23704" y="3065581"/>
            <a:ext cx="51572" cy="10380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5276" y="3169384"/>
            <a:ext cx="25786" cy="3983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01062" y="3209215"/>
            <a:ext cx="25786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26848" y="3234562"/>
            <a:ext cx="25786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52634" y="3259909"/>
            <a:ext cx="25786" cy="2172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78420" y="3281635"/>
            <a:ext cx="36530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4023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more like fitting a curve/surface to the data:</a:t>
            </a:r>
            <a:endParaRPr lang="en-US" sz="1800" dirty="0"/>
          </a:p>
        </p:txBody>
      </p:sp>
      <p:pic>
        <p:nvPicPr>
          <p:cNvPr id="66" name="Image 0" descr="videos/ml-intro/recreated_pptx/build/assets/graphs/s015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2842" y="4566514"/>
            <a:ext cx="4134917" cy="1932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2026-10-10T19:45:47Z</dcterms:created>
  <dcterms:modified xsi:type="dcterms:W3CDTF">2026-10-10T19:45:47Z</dcterms:modified>
</cp:coreProperties>
</file>