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5995" y="1765706"/>
            <a:ext cx="3200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995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setosa</a:t>
            </a:r>
            <a:endParaRPr lang="en-US" sz="2000" dirty="0"/>
          </a:p>
        </p:txBody>
      </p:sp>
      <p:pic>
        <p:nvPicPr>
          <p:cNvPr id="8" name="Image 0" descr="videos/ml-intro/recreated_pptx/build/assets/slide060_phot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4405"/>
            <a:ext cx="3137306" cy="3301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8838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33142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4995" y="1765706"/>
            <a:ext cx="3200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04995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versicolor</a:t>
            </a:r>
            <a:endParaRPr lang="en-US" sz="2000" dirty="0"/>
          </a:p>
        </p:txBody>
      </p:sp>
      <p:pic>
        <p:nvPicPr>
          <p:cNvPr id="13" name="Image 1" descr="videos/ml-intro/recreated_pptx/build/assets/slide060_phot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24405"/>
            <a:ext cx="3124505" cy="3301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093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09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12303" y="1765706"/>
            <a:ext cx="3174797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12303" y="1856232"/>
            <a:ext cx="31747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virginica</a:t>
            </a:r>
            <a:endParaRPr lang="en-US" sz="2000" dirty="0"/>
          </a:p>
        </p:txBody>
      </p:sp>
      <p:pic>
        <p:nvPicPr>
          <p:cNvPr id="18" name="Image 2" descr="videos/ml-intro/recreated_pptx/build/assets/slide060_photo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6" y="2324405"/>
            <a:ext cx="3124505" cy="3301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6645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956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755648" y="6227064"/>
            <a:ext cx="884224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755648" y="6227064"/>
            <a:ext cx="8842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Samples, 3 Classes, features of petal and sepal parts of each flower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2026-10-10T19:44:31Z</dcterms:created>
  <dcterms:modified xsi:type="dcterms:W3CDTF">2026-10-10T19:44:31Z</dcterms:modified>
</cp:coreProperties>
</file>