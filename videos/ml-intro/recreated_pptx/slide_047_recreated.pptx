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Neighbors</a:t>
            </a:r>
            <a:pPr algn="ctr" indent="0" marL="0">
              <a:buNone/>
            </a:pPr>
            <a:r>
              <a:rPr lang="en-US" sz="2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(NN) Equal Distance</a:t>
            </a:r>
            <a:endParaRPr lang="en-US" sz="2800" dirty="0"/>
          </a:p>
        </p:txBody>
      </p:sp>
      <p:pic>
        <p:nvPicPr>
          <p:cNvPr id="6" name="Image 0" descr="videos/ml-intro/recreated_pptx/build/assets/graphs/s47_graph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41" y="2031980"/>
            <a:ext cx="960120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6172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of Three Classes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629400" y="6172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Unique Nearest Neighbor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2026-10-10T19:45:50Z</dcterms:created>
  <dcterms:modified xsi:type="dcterms:W3CDTF">2026-10-10T19:45:50Z</dcterms:modified>
</cp:coreProperties>
</file>