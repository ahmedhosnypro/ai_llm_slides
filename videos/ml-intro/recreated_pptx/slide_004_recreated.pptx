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133856" y="1828800"/>
            <a:ext cx="9985248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029968"/>
            <a:ext cx="8778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primarily </a:t>
            </a:r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statistically motivated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80160" y="2459736"/>
            <a:ext cx="182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865376" y="2898648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12848" y="2898648"/>
            <a:ext cx="8915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hand-crafted rules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subtle pattern nuances are often be difficult 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12848" y="3282696"/>
            <a:ext cx="18288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65376" y="3721608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3721608"/>
            <a:ext cx="8915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Instead, </a:t>
            </a:r>
            <a:pPr indent="0" marL="0">
              <a:buNone/>
            </a:pPr>
            <a:r>
              <a:rPr lang="en-US" sz="22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machine figure out the rules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its own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indent="0" marL="0">
              <a:buNone/>
            </a:pPr>
            <a:r>
              <a:rPr lang="en-US" sz="2200" i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12848" y="3995928"/>
            <a:ext cx="3840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models of the data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4489704"/>
            <a:ext cx="56692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Desirable Property: </a:t>
            </a:r>
            <a:pPr indent="0" marL="0">
              <a:buNone/>
            </a:pPr>
            <a:r>
              <a:rPr lang="en-US" sz="25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362456" y="5010912"/>
            <a:ext cx="320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691640" y="5010912"/>
            <a:ext cx="7315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shouldn't overfit</a:t>
            </a:r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2500" u="sng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training data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362456" y="5532120"/>
            <a:ext cx="320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691640" y="5532120"/>
            <a:ext cx="8229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generalize</a:t>
            </a:r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well on unseen (future) test data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2026-10-10T19:45:46Z</dcterms:created>
  <dcterms:modified xsi:type="dcterms:W3CDTF">2026-10-10T19:45:46Z</dcterms:modified>
</cp:coreProperties>
</file>