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(KNN) , K=20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pic>
        <p:nvPicPr>
          <p:cNvPr id="6" name="Image 0" descr="videos/ml-intro/recreated_pptx/build/assets/graphs/s51_graph_left_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5676870" cy="5524530"/>
          </a:xfrm>
          <a:prstGeom prst="rect">
            <a:avLst/>
          </a:prstGeom>
        </p:spPr>
      </p:pic>
      <p:pic>
        <p:nvPicPr>
          <p:cNvPr id="7" name="Image 1" descr="videos/ml-intro/recreated_pptx/build/assets/graphs/s51_graph_right_v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10" y="1270010"/>
            <a:ext cx="5016490" cy="5524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K=20,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7280" y="6181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20 Neighbors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96712" y="62453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20 Nearest Neighbors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 rot="18900000">
            <a:off x="2715768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 (Bad)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2026-10-10T19:45:51Z</dcterms:created>
  <dcterms:modified xsi:type="dcterms:W3CDTF">2026-10-10T19:45:51Z</dcterms:modified>
</cp:coreProperties>
</file>