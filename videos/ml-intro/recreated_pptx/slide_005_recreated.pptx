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 the real-world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6424" y="1481328"/>
            <a:ext cx="9866376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Broadly applicable in many domains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finance, robotics,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bio-informatics, vision, natural language, etc.). Some applications: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94560" y="2258568"/>
            <a:ext cx="85953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 (e.g., Google Translate)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Speech/handwriting recognition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detection/recognition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prediction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DNA sequences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analysis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(e.g, Google)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Credit-card fraud detection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Webpage clustering (e.g., Google News)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 and many more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2026-10-10T19:44:21Z</dcterms:created>
  <dcterms:modified xsi:type="dcterms:W3CDTF">2026-10-10T19:44:21Z</dcterms:modified>
</cp:coreProperties>
</file>