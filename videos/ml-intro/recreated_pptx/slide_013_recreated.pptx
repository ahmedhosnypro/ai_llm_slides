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 </a:t>
            </a:r>
            <a:pPr algn="ctr" indent="0" marL="0">
              <a:buNone/>
            </a:pPr>
            <a:r>
              <a:rPr lang="en-US" sz="2800" b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2648" y="1714500"/>
            <a:ext cx="1097280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AA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Multi-label Classification: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</a:t>
            </a:r>
            <a:pPr algn="l" indent="0" marL="0">
              <a:buNone/>
            </a:pPr>
            <a:r>
              <a:rPr lang="en-US" sz="17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vector of discrete variables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input </a:t>
            </a:r>
            <a:pPr algn="l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multiple labels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element of </a:t>
            </a:r>
            <a:pPr algn="l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one label (individual labels can be binary/multi-class)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buNone/>
            </a:pPr>
            <a:r>
              <a:rPr lang="en-US" sz="1700" dirty="0">
                <a:solidFill>
                  <a:srgbClr val="33CC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annotation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(each image can have multiple labels)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Structured Prediction: </a:t>
            </a:r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</a:t>
            </a:r>
            <a:pPr algn="l" indent="0" marL="0">
              <a:buNone/>
            </a:pPr>
            <a:r>
              <a:rPr lang="en-US" sz="1700" i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7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vector with a structure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of </a:t>
            </a:r>
            <a:pPr algn="l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not independent but related to each-other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parts-of-speech (POS) tags for a sentence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22576" y="5349240"/>
          <a:ext cx="7543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960120"/>
                <a:gridCol w="960120"/>
                <a:gridCol w="960120"/>
                <a:gridCol w="960120"/>
                <a:gridCol w="960120"/>
                <a:gridCol w="960120"/>
                <a:gridCol w="960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really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sandwich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C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NOUN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NOUN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2026-10-10T19:45:47Z</dcterms:created>
  <dcterms:modified xsi:type="dcterms:W3CDTF">2026-10-10T19:45:47Z</dcterms:modified>
</cp:coreProperties>
</file>