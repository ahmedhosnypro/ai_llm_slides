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146304"/>
            <a:ext cx="11896344" cy="14447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" y="1591056"/>
            <a:ext cx="10735056" cy="5047488"/>
          </a:xfrm>
          <a:prstGeom prst="rect">
            <a:avLst/>
          </a:prstGeom>
          <a:solidFill>
            <a:srgbClr val="FFFFFF"/>
          </a:solidFill>
          <a:ln w="28575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0744" y="178308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728216" y="16733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Well, we could map Sunny to 0, Overcast to 1, Rainy to 2..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80744" y="228600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728216" y="21671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such a mapping may not always be appropriate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27148" y="2729484"/>
            <a:ext cx="100584" cy="1005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26060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color being a feature in some data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327148" y="3140964"/>
            <a:ext cx="100584" cy="1005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642616" y="302666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code 3 possible colors as </a:t>
            </a:r>
            <a:pPr indent="0" marL="0">
              <a:buNone/>
            </a:pPr>
            <a:r>
              <a:rPr lang="en-US" sz="2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Red=0,</a:t>
            </a:r>
            <a:pPr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Blue=1,</a:t>
            </a:r>
            <a:pPr indent="0" marL="0">
              <a:buNone/>
            </a:pPr>
            <a:r>
              <a:rPr lang="en-US" sz="20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Green=2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327148" y="3552444"/>
            <a:ext cx="100584" cy="1005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642616" y="343814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implies Red is more similar to Blue than to Green !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80744" y="40233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728216" y="391363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feature with K &gt; 2 possible values, we usually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28216" y="41605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features, one for each possible value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133856" y="4800600"/>
            <a:ext cx="2514600" cy="1527048"/>
          </a:xfrm>
          <a:prstGeom prst="rect">
            <a:avLst/>
          </a:prstGeom>
          <a:solidFill>
            <a:srgbClr val="FFFFCC"/>
          </a:solidFill>
          <a:ln w="6350">
            <a:solidFill>
              <a:srgbClr val="FFF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8188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5020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29968" y="5020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5449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5650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29968" y="5650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58795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29968" y="58795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6089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29968" y="6089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3048" y="4727448"/>
          <a:ext cx="2441448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59536"/>
                <a:gridCol w="612648"/>
                <a:gridCol w="512064"/>
              </a:tblGrid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6501384" y="5468112"/>
            <a:ext cx="420624" cy="146304"/>
          </a:xfrm>
          <a:prstGeom prst="rightArrow">
            <a:avLst/>
          </a:prstGeom>
          <a:solidFill>
            <a:srgbClr val="CC0000"/>
          </a:solidFill>
          <a:ln w="6350">
            <a:solidFill>
              <a:srgbClr val="CC0000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13448" y="4727448"/>
          <a:ext cx="2157984" cy="914400"/>
        </p:xfrm>
        <a:graphic>
          <a:graphicData uri="http://schemas.openxmlformats.org/drawingml/2006/table">
            <a:tbl>
              <a:tblPr/>
              <a:tblGrid>
                <a:gridCol w="329184"/>
                <a:gridCol w="402336"/>
                <a:gridCol w="384048"/>
                <a:gridCol w="429768"/>
                <a:gridCol w="329184"/>
                <a:gridCol w="283464"/>
              </a:tblGrid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7328916" y="4736592"/>
            <a:ext cx="18288" cy="1737360"/>
          </a:xfrm>
          <a:prstGeom prst="rect">
            <a:avLst/>
          </a:prstGeom>
          <a:solidFill>
            <a:srgbClr val="A6A6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2026-10-10T19:44:26Z</dcterms:created>
  <dcterms:modified xsi:type="dcterms:W3CDTF">2026-10-10T19:44:26Z</dcterms:modified>
</cp:coreProperties>
</file>