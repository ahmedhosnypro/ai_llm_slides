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>
              <a:alpha val="0"/>
            </a:srgbClr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Assignment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78408" y="1737360"/>
            <a:ext cx="10232136" cy="4709160"/>
          </a:xfrm>
          <a:prstGeom prst="rect">
            <a:avLst/>
          </a:prstGeom>
          <a:solidFill>
            <a:srgbClr val="FFFFFF"/>
          </a:solidFill>
          <a:ln w="22225">
            <a:solidFill>
              <a:srgbClr val="B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788920"/>
            <a:ext cx="9409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F2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Use PCA to visualize the Dataset (as 2-D) </a:t>
            </a:r>
            <a:pPr algn="l" indent="0" marL="0">
              <a:buNone/>
            </a:pPr>
            <a:r>
              <a:rPr lang="en-US" sz="2000" u="sng" dirty="0">
                <a:solidFill>
                  <a:srgbClr val="1F2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[Optional]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4709160"/>
            <a:ext cx="9409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F2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5) Calculate the classification accuracy for </a:t>
            </a:r>
            <a:pPr algn="l" indent="0" marL="0">
              <a:buNone/>
            </a:pPr>
            <a:r>
              <a:rPr lang="en-US" sz="2000" u="sng" dirty="0">
                <a:solidFill>
                  <a:srgbClr val="1F2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K</a:t>
            </a:r>
            <a:pPr algn="l" indent="0" marL="0">
              <a:buNone/>
            </a:pPr>
            <a:r>
              <a:rPr lang="en-US" sz="2000" dirty="0">
                <a:solidFill>
                  <a:srgbClr val="1F2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Which is the best?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2148840"/>
            <a:ext cx="9409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F2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Download “IRIS” Data set (three flowers) [150 Samples]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3429000"/>
            <a:ext cx="9409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F2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Divide the data into 80% Training, 20% test [120 , 30 samples]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4069080"/>
            <a:ext cx="9409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F2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4) Apply KNN with K=3, 5, and 7 on Test Samples.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5349240"/>
            <a:ext cx="9409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6) </a:t>
            </a:r>
            <a:pPr algn="l" indent="0" marL="0">
              <a:buNone/>
            </a:pPr>
            <a:r>
              <a:rPr lang="en-US" sz="2000" b="1" dirty="0">
                <a:solidFill>
                  <a:srgbClr val="1F2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</a:t>
            </a:r>
            <a:pPr algn="l" indent="0" marL="0">
              <a:buNone/>
            </a:pPr>
            <a:r>
              <a:rPr lang="en-US" sz="2000" dirty="0">
                <a:solidFill>
                  <a:srgbClr val="1F2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IRIS dataset and repeat steps 4 and 5. Compare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5897880"/>
            <a:ext cx="9409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F2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previous results, does normalization affect the accuracy 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2026-10-10T19:44:31Z</dcterms:created>
  <dcterms:modified xsi:type="dcterms:W3CDTF">2026-10-10T19:44:31Z</dcterms:modified>
</cp:coreProperties>
</file>