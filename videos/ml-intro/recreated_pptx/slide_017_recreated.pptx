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>
              <a:alpha val="0"/>
            </a:srgbClr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Overfit and Underfit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1270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2648" y="1234440"/>
            <a:ext cx="10963656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B0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Questions:-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 four red curves fits the data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(blue dots) best?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2971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curve is expected to </a:t>
            </a:r>
            <a:pPr indent="0" marL="0">
              <a:spcAft>
                <a:spcPts val="400"/>
              </a:spcAft>
              <a:buNone/>
            </a:pPr>
            <a:r>
              <a:rPr lang="en-US" sz="17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generalize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39776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they both the same?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yes, why? If no, why not?</a:t>
            </a:r>
            <a:endParaRPr lang="en-US" sz="1600" dirty="0"/>
          </a:p>
        </p:txBody>
      </p:sp>
      <p:pic>
        <p:nvPicPr>
          <p:cNvPr id="11" name="Image 0" descr="videos/ml-intro/recreated_pptx/build/assets/graphs/s017_graph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3" y="1663696"/>
            <a:ext cx="4063996" cy="23748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2026-10-10T19:45:48Z</dcterms:created>
  <dcterms:modified xsi:type="dcterms:W3CDTF">2026-10-10T19:45:48Z</dcterms:modified>
</cp:coreProperties>
</file>