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K-NN: Computing the distances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12648" y="1508760"/>
            <a:ext cx="10972800" cy="5010912"/>
          </a:xfrm>
          <a:prstGeom prst="rect">
            <a:avLst/>
          </a:prstGeom>
          <a:solidFill>
            <a:srgbClr val="E8E8E8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K-NN algorithm requires computing distances of the 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example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from 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of the training examples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76148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Several ways to compute distances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25526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choice depends on the type of the features in the data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2309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Real-valued features (</a:t>
            </a:r>
            <a:endParaRPr lang="en-US" sz="1700" dirty="0"/>
          </a:p>
        </p:txBody>
      </p:sp>
      <mc:AlternateContent>
        <mc:Choice xmlns:a14="http://schemas.microsoft.com/office/drawing/2010/main" Requires="a14">
          <p:sp>
            <p:nvSpPr>
              <p:cNvPr id="11" name="Equation OMML" descr="x_i \in \mathbb{R}^D"/>
              <p:cNvSpPr txBox="1"/>
              <p:nvPr/>
            </p:nvSpPr>
            <p:spPr>
              <a:xfrm>
                <a:off x="3023006" y="3752057"/>
                <a:ext cx="748281" cy="2560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∈</m:t>
                      </m:r>
                      <m:sSup>
                        <m:sSup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ℝ</m:t>
                          </m:r>
                        </m:e>
                        <m:sup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" name="Image 0" descr="/home/ahmed/Projects/ai_llm_slides/videos/ml-intro/recreated_pptx/build/omml/slide_042/assets/eq_042_xi_rd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023006" y="3752057"/>
                <a:ext cx="748281" cy="25603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 9"/>
          <p:cNvSpPr/>
          <p:nvPr/>
        </p:nvSpPr>
        <p:spPr>
          <a:xfrm>
            <a:off x="3826151" y="3749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): </a:t>
            </a:r>
            <a:pPr algn="l" indent="0" marL="0">
              <a:buNone/>
            </a:pPr>
            <a:r>
              <a:rPr lang="en-US" sz="1700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Euclidean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distance is commonly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60120" y="4041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95528" y="4956048"/>
            <a:ext cx="10607040" cy="1371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CC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5" name="Equation OMML" descr="d(x_i, x_j) = \sqrt{\sum_{m=1}^{D}(x_{im} - x_{jm})^2} = \sqrt{\Vert x_i\Vert^2 + \Vert x_j\Vert^2 - 2 x_i^T x_j}"/>
              <p:cNvSpPr txBox="1"/>
              <p:nvPr/>
            </p:nvSpPr>
            <p:spPr>
              <a:xfrm>
                <a:off x="1435608" y="5180585"/>
                <a:ext cx="8439912" cy="103327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d(</m:t>
                      </m:r>
                      <m:sSub>
                        <m:sSubPr>
                          <m:ctrlP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2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j</m:t>
                          </m:r>
                        </m:sub>
                      </m:sSub>
                      <m:r>
                        <a:rPr lang="en-US" i="1" smtClean="0" sz="2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)=</m:t>
                      </m:r>
                      <m:rad>
                        <m:radPr>
                          <m:degHide m:val="on"/>
                          <m:ctrlP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m=1</m:t>
                              </m:r>
                            </m:sub>
                            <m:sup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D</m:t>
                              </m:r>
                            </m:sup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(</m:t>
                              </m:r>
                              <m:sSub>
                                <m:sSubPr>
                                  <m:ctrlP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  <m:sub>
                                  <m: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im</m:t>
                                  </m:r>
                                </m:sub>
                              </m:sSub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-</m:t>
                              </m:r>
                              <m:sSub>
                                <m:sSubPr>
                                  <m:ctrlP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  <m:sub>
                                  <m: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jm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)</m:t>
                                  </m:r>
                                </m:e>
                                <m:sup>
                                  <m: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i="1" smtClean="0" sz="2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rad>
                        <m:radPr>
                          <m:degHide m:val="on"/>
                          <m:ctrlP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‖</m:t>
                          </m:r>
                          <m:sSub>
                            <m:sSubPr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‖</m:t>
                              </m:r>
                            </m:e>
                            <m:sup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+‖</m:t>
                          </m:r>
                          <m:sSub>
                            <m:sSubPr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j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‖</m:t>
                              </m:r>
                            </m:e>
                            <m:sup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-2</m:t>
                          </m:r>
                          <m:sSubSup>
                            <m:sSubSupPr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  <m:sup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T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j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" name="Image 1" descr="/home/ahmed/Projects/ai_llm_slides/videos/ml-intro/recreated_pptx/build/omml/slide_042/assets/eq_042_distance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35608" y="5180585"/>
                <a:ext cx="8439912" cy="103327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2026-10-10T19:48:22Z</dcterms:created>
  <dcterms:modified xsi:type="dcterms:W3CDTF">2026-10-10T19:48:22Z</dcterms:modified>
</cp:coreProperties>
</file>