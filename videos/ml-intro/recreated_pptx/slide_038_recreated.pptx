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8E8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" y="137160"/>
            <a:ext cx="11914632" cy="6583680"/>
          </a:xfrm>
          <a:prstGeom prst="rect">
            <a:avLst/>
          </a:prstGeom>
          <a:solidFill>
            <a:srgbClr val="E8E8E8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78408" y="1508760"/>
            <a:ext cx="10241280" cy="5010912"/>
          </a:xfrm>
          <a:prstGeom prst="rect">
            <a:avLst/>
          </a:prstGeom>
          <a:solidFill>
            <a:srgbClr val="FFFFFF"/>
          </a:solidFill>
          <a:ln w="19050">
            <a:solidFill>
              <a:srgbClr val="C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Training Takes Place to learn the model 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1411712" y="274320"/>
            <a:ext cx="457200" cy="457200"/>
          </a:xfrm>
          <a:prstGeom prst="ellipse">
            <a:avLst/>
          </a:prstGeom>
          <a:solidFill>
            <a:srgbClr val="FFF9C4"/>
          </a:solidFill>
          <a:ln w="6350">
            <a:solidFill>
              <a:srgbClr val="FFF9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11712" y="274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34440" y="2423160"/>
            <a:ext cx="1600200" cy="1188720"/>
          </a:xfrm>
          <a:prstGeom prst="rect">
            <a:avLst/>
          </a:prstGeom>
          <a:solidFill>
            <a:srgbClr val="1E7B34"/>
          </a:solidFill>
          <a:ln w="9525">
            <a:solidFill>
              <a:srgbClr val="1E7B3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242316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Sample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862072" y="3017520"/>
            <a:ext cx="429768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3319272" y="2194560"/>
            <a:ext cx="2514600" cy="1645920"/>
          </a:xfrm>
          <a:prstGeom prst="rect">
            <a:avLst/>
          </a:prstGeom>
          <a:solidFill>
            <a:srgbClr val="8B0000"/>
          </a:solidFill>
          <a:ln w="9525">
            <a:solidFill>
              <a:srgbClr val="8B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9272" y="2194560"/>
            <a:ext cx="2514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Model</a:t>
            </a:r>
            <a:endParaRPr lang="en-US" sz="18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(with Model Parameters)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861304" y="3017520"/>
            <a:ext cx="429768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6318504" y="2331720"/>
            <a:ext cx="1554480" cy="1371600"/>
          </a:xfrm>
          <a:prstGeom prst="rect">
            <a:avLst/>
          </a:prstGeom>
          <a:solidFill>
            <a:srgbClr val="D6EAF8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23317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Class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(Label)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900416" y="3017520"/>
            <a:ext cx="429768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8357616" y="1874520"/>
            <a:ext cx="502920" cy="2286000"/>
          </a:xfrm>
          <a:prstGeom prst="rect">
            <a:avLst/>
          </a:prstGeom>
          <a:solidFill>
            <a:srgbClr val="F5E6C8"/>
          </a:solidFill>
          <a:ln w="9525">
            <a:solidFill>
              <a:srgbClr val="F5E6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 rot="5400000">
            <a:off x="7466076" y="27660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46920" y="2331720"/>
            <a:ext cx="1554480" cy="1371600"/>
          </a:xfrm>
          <a:prstGeom prst="rect">
            <a:avLst/>
          </a:prstGeom>
          <a:solidFill>
            <a:srgbClr val="FDF9D8"/>
          </a:solidFill>
          <a:ln w="19050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46920" y="23317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Label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Sample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887968" y="3017520"/>
            <a:ext cx="73152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headEnd type="arrow"/>
          </a:ln>
        </p:spPr>
      </p:sp>
      <p:sp>
        <p:nvSpPr>
          <p:cNvPr id="21" name="Text 19"/>
          <p:cNvSpPr/>
          <p:nvPr/>
        </p:nvSpPr>
        <p:spPr>
          <a:xfrm>
            <a:off x="1325880" y="489204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update model parameters (Iteratively) to minimize error</a:t>
            </a:r>
            <a:pPr algn="l" indent="0" marL="0">
              <a:buNone/>
            </a:pPr>
            <a:r>
              <a:rPr lang="en-US" sz="1800" dirty="0">
                <a:solidFill>
                  <a:srgbClr val="B00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(Loss Function)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2026-10-10T19:44:27Z</dcterms:created>
  <dcterms:modified xsi:type="dcterms:W3CDTF">2026-10-10T19:44:27Z</dcterms:modified>
</cp:coreProperties>
</file>