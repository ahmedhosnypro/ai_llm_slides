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505200" y="1587500"/>
            <a:ext cx="4851400" cy="1003300"/>
          </a:xfrm>
          <a:prstGeom prst="rect">
            <a:avLst/>
          </a:prstGeom>
          <a:solidFill>
            <a:srgbClr val="8B0000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11091672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Classification</a:t>
            </a:r>
            <a:endParaRPr lang="en-US" sz="27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Approaches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358900" y="3606800"/>
            <a:ext cx="4102100" cy="1016000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8900" y="3606800"/>
            <a:ext cx="41021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654800" y="3606800"/>
            <a:ext cx="4000500" cy="1016000"/>
          </a:xfrm>
          <a:prstGeom prst="rect">
            <a:avLst/>
          </a:prstGeom>
          <a:solidFill>
            <a:srgbClr val="1E8C3A"/>
          </a:solidFill>
          <a:ln w="6350">
            <a:solidFill>
              <a:srgbClr val="1E8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4800" y="3606800"/>
            <a:ext cx="400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Unsuepervised Learning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 flipH="1">
            <a:off x="3403600" y="2590800"/>
            <a:ext cx="2527300" cy="1016000"/>
          </a:xfrm>
          <a:prstGeom prst="curvedConnector4">
            <a:avLst/>
          </a:prstGeom>
          <a:noFill/>
          <a:ln w="31750">
            <a:solidFill>
              <a:srgbClr val="CC0000"/>
            </a:solidFill>
            <a:prstDash val="solid"/>
            <a:tailEnd type="stealth"/>
          </a:ln>
        </p:spPr>
      </p:sp>
      <p:sp>
        <p:nvSpPr>
          <p:cNvPr id="12" name="Shape 10"/>
          <p:cNvSpPr/>
          <p:nvPr/>
        </p:nvSpPr>
        <p:spPr>
          <a:xfrm>
            <a:off x="5930900" y="2590800"/>
            <a:ext cx="2717800" cy="1016000"/>
          </a:xfrm>
          <a:prstGeom prst="curvedConnector4">
            <a:avLst/>
          </a:prstGeom>
          <a:noFill/>
          <a:ln w="31750">
            <a:solidFill>
              <a:srgbClr val="CC0000"/>
            </a:solidFill>
            <a:prstDash val="solid"/>
            <a:tailEnd type="stealth"/>
          </a:ln>
        </p:spPr>
      </p:sp>
      <p:sp>
        <p:nvSpPr>
          <p:cNvPr id="13" name="Text 11"/>
          <p:cNvSpPr/>
          <p:nvPr/>
        </p:nvSpPr>
        <p:spPr>
          <a:xfrm>
            <a:off x="1033272" y="4919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Labels are required for training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54800" y="4919472"/>
            <a:ext cx="4000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for Data Labels</a:t>
            </a:r>
            <a:endParaRPr lang="en-US" sz="19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(A.K.A Clustering)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2026-10-10T19:44:27Z</dcterms:created>
  <dcterms:modified xsi:type="dcterms:W3CDTF">2026-10-10T19:44:27Z</dcterms:modified>
</cp:coreProperties>
</file>