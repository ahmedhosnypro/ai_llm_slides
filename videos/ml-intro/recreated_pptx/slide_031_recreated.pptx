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" y="1581912"/>
            <a:ext cx="10488168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91456" y="274320"/>
            <a:ext cx="2606040" cy="658368"/>
          </a:xfrm>
          <a:prstGeom prst="rect">
            <a:avLst/>
          </a:prstGeom>
          <a:solidFill>
            <a:srgbClr val="FFFFCC"/>
          </a:solidFill>
          <a:ln w="15875">
            <a:solidFill>
              <a:srgbClr val="703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processing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4440" y="18105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is</a:t>
            </a:r>
            <a:pPr algn="l" indent="0" marL="0">
              <a:buNone/>
            </a:pPr>
            <a:r>
              <a:rPr lang="en-US" sz="20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dependent and data dependent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may include: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67004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filling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90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Thinning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28269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Contour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5753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Binarization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8679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Noise Removal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1605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 to Gray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4531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Opening touched points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7457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Resizing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03834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330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......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2026-10-10T19:44:26Z</dcterms:created>
  <dcterms:modified xsi:type="dcterms:W3CDTF">2026-10-10T19:44:26Z</dcterms:modified>
</cp:coreProperties>
</file>