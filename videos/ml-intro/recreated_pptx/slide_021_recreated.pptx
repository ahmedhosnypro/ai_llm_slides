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Paradigms: Semi-supervised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6968" y="1728216"/>
            <a:ext cx="10360152" cy="4828032"/>
          </a:xfrm>
          <a:prstGeom prst="rect">
            <a:avLst/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2748" y="2135124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755648" y="2002536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requires labeled data (the more, the</a:t>
            </a:r>
            <a:endParaRPr lang="en-US" sz="2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better!)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412748" y="3031236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29077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</a:t>
            </a:r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Labeling is expensive (usually done by humans)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412748" y="3561588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755648" y="343814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</a:t>
            </a:r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Sometimes labels are really hard to get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412748" y="4082796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755648" y="3959352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we learn well even with small amounts of labeled</a:t>
            </a:r>
            <a:endParaRPr lang="en-US" sz="2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data?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412748" y="4988052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48646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answer: Semi-supervised Learning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412748" y="5518404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755648" y="5394960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small amount of labeled + plenty of (freely available)</a:t>
            </a:r>
            <a:endParaRPr lang="en-US" sz="2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5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unlabeled data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2026-10-10T19:44:24Z</dcterms:created>
  <dcterms:modified xsi:type="dcterms:W3CDTF">2026-10-10T19:44:24Z</dcterms:modified>
</cp:coreProperties>
</file>