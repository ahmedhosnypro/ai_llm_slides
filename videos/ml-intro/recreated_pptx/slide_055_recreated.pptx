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173736"/>
            <a:ext cx="11841480" cy="651052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Some other distance measures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12648" y="1714500"/>
            <a:ext cx="10963656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Binary-valued features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buNone/>
            </a:pPr>
            <a:r>
              <a:rPr lang="en-US" sz="16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072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Hamming distance counts the number of features where the two examples disagree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feature types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(some real-valued and some binary-valued)?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451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Can use mixed distance measures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0566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E.g.,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Euclidean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real part,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00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Hamming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binary part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5595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also </a:t>
            </a:r>
            <a:pPr algn="l" indent="0" marL="0">
              <a:buNone/>
            </a:pPr>
            <a:r>
              <a:rPr lang="en-US" sz="16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weights to features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1170" y="2171700"/>
            <a:ext cx="4381530" cy="609630"/>
          </a:xfrm>
          <a:prstGeom prst="rect">
            <a:avLst/>
          </a:prstGeom>
          <a:solidFill>
            <a:srgbClr val="FFFFCC"/>
          </a:solidFill>
          <a:ln w="19050">
            <a:solidFill>
              <a:srgbClr val="333333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6" name="Equation OMML" descr="d(x_i, x_j) = \sum{}_{m=1}^{D} \mathbb{I}(x_{im} \neq x_{jm})"/>
              <p:cNvSpPr txBox="1"/>
              <p:nvPr/>
            </p:nvSpPr>
            <p:spPr>
              <a:xfrm>
                <a:off x="5855238" y="2197124"/>
                <a:ext cx="4247388" cy="46024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m=1</m:t>
                          </m:r>
                        </m:sub>
                        <m:sup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0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𝕀</m:t>
                          </m:r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b>
                            <m:sSubPr>
                              <m:ctrlP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≠</m:t>
                          </m:r>
                          <m:sSub>
                            <m:sSubPr>
                              <m:ctrlP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jm</m:t>
                              </m:r>
                            </m:sub>
                          </m:s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0" descr="/home/ahmed/Projects/ai_llm_slides/videos/ml-intro/recreated_pptx/build/omml/slide_055/assets/eq_055_hamming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55238" y="2197124"/>
                <a:ext cx="4247388" cy="46024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hape 14"/>
          <p:cNvSpPr/>
          <p:nvPr/>
        </p:nvSpPr>
        <p:spPr>
          <a:xfrm>
            <a:off x="5486400" y="5575280"/>
            <a:ext cx="5168920" cy="787390"/>
          </a:xfrm>
          <a:prstGeom prst="rect">
            <a:avLst/>
          </a:prstGeom>
          <a:solidFill>
            <a:srgbClr val="FFFFCC"/>
          </a:solidFill>
          <a:ln w="19050">
            <a:solidFill>
              <a:srgbClr val="333333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8" name="Equation OMML" descr="d(x_i, x_j) = \sum{}_{m=1}^{D} w_m d(x_{im}, x_{jm})"/>
              <p:cNvSpPr txBox="1"/>
              <p:nvPr/>
            </p:nvSpPr>
            <p:spPr>
              <a:xfrm>
                <a:off x="5550378" y="5614449"/>
                <a:ext cx="4939287" cy="4922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m=1</m:t>
                          </m:r>
                        </m:sub>
                        <m:sup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w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d(</m:t>
                          </m:r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1" descr="/home/ahmed/Projects/ai_llm_slides/videos/ml-intro/recreated_pptx/build/omml/slide_055/assets/eq_055_weighte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50378" y="5614449"/>
                <a:ext cx="4939287" cy="492249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5"/>
          <p:cNvSpPr/>
          <p:nvPr/>
        </p:nvSpPr>
        <p:spPr>
          <a:xfrm>
            <a:off x="320040" y="651967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2710 Foundations of AI [?]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2026-10-10T19:48:22Z</dcterms:created>
  <dcterms:modified xsi:type="dcterms:W3CDTF">2026-10-10T19:48:22Z</dcterms:modified>
</cp:coreProperties>
</file>