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37160"/>
            <a:ext cx="11914632" cy="914400"/>
          </a:xfrm>
          <a:prstGeom prst="rect">
            <a:avLst/>
          </a:prstGeom>
          <a:solidFill>
            <a:srgbClr val="E8E8E8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56032"/>
            <a:ext cx="110916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K-Nearest Neighbors</a:t>
            </a:r>
            <a:pPr algn="ctr" indent="0" marL="0">
              <a:buNone/>
            </a:pPr>
            <a:r>
              <a:rPr lang="en-US" sz="28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(KNN) , K=20</a:t>
            </a:r>
            <a:endParaRPr lang="en-US" sz="2800" dirty="0"/>
          </a:p>
        </p:txBody>
      </p:sp>
      <p:pic>
        <p:nvPicPr>
          <p:cNvPr id="7" name="Image 0" descr="videos/ml-intro/recreated_pptx/build/assets/graphs/s50_graph_left_v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70" y="1270010"/>
            <a:ext cx="5676870" cy="5524530"/>
          </a:xfrm>
          <a:prstGeom prst="rect">
            <a:avLst/>
          </a:prstGeom>
        </p:spPr>
      </p:pic>
      <p:pic>
        <p:nvPicPr>
          <p:cNvPr id="8" name="Image 1" descr="videos/ml-intro/recreated_pptx/build/assets/graphs/s50_graph_right_v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3510" y="1270010"/>
            <a:ext cx="5016490" cy="55245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60920" y="18470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K=20, </a:t>
            </a:r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highlight>
                  <a:srgbClr val="00CC4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class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014984" y="618134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Nearest 20 Neighbors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5861304" y="62453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 on 20 Nearest Neighbors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2026-10-10T19:45:51Z</dcterms:created>
  <dcterms:modified xsi:type="dcterms:W3CDTF">2026-10-10T19:45:51Z</dcterms:modified>
</cp:coreProperties>
</file>