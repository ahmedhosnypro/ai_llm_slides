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560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Neighbors </a:t>
            </a:r>
            <a:pPr algn="ctr" indent="0" marL="0">
              <a:buNone/>
            </a:pPr>
            <a:r>
              <a:rPr lang="en-US" sz="32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83112" cy="5212080"/>
          </a:xfrm>
          <a:prstGeom prst="rect">
            <a:avLst/>
          </a:prstGeom>
          <a:solidFill>
            <a:srgbClr val="E8E8E8"/>
          </a:solidFill>
          <a:ln w="19050">
            <a:solidFill>
              <a:srgbClr val="B030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830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test point’s distance from each training point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258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distances in ascending (or descending) order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60120" y="273405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sorted distances to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the K nearest neighbors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20954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</a:t>
            </a:r>
            <a:pPr indent="0" marL="0">
              <a:buNone/>
            </a:pPr>
            <a:r>
              <a:rPr lang="en-US" sz="2100" b="1" dirty="0">
                <a:solidFill>
                  <a:srgbClr val="00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majority rule</a:t>
            </a:r>
            <a:pPr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 classification) or averaging (for regression)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60120" y="402336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K -Nearest Neighbors is called a </a:t>
            </a:r>
            <a:pPr indent="0" marL="0">
              <a:buNone/>
            </a:pPr>
            <a:r>
              <a:rPr lang="en-US" sz="2000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non-parametric</a:t>
            </a:r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method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60120" y="45537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other supervised learning algorithms,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508406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-Nearest Neighbors </a:t>
            </a:r>
            <a:pPr indent="0" marL="0">
              <a:buNone/>
            </a:pPr>
            <a:r>
              <a:rPr lang="en-US" sz="2000" b="1" u="sng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doesn’t</a:t>
            </a:r>
            <a:pPr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00200" y="55961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learn an explicit mapping f from the training data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5998464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It simply uses the training data at the test time to make predictions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2026-10-10T19:44:28Z</dcterms:created>
  <dcterms:modified xsi:type="dcterms:W3CDTF">2026-10-10T19:44:28Z</dcterms:modified>
</cp:coreProperties>
</file>