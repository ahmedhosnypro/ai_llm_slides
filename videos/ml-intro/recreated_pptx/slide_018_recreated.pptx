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34440" y="1417320"/>
            <a:ext cx="9720072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Questions:-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27632" y="22311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of the four red curves fits the data (blue dots) best?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27632" y="28712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curve is expected to </a:t>
            </a:r>
            <a:pPr algn="l" indent="0" marL="0"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</a:t>
            </a:r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best?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27632" y="3474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both the same?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yes, why? If no, why not?</a:t>
            </a:r>
            <a:endParaRPr lang="en-US" sz="1700" dirty="0"/>
          </a:p>
        </p:txBody>
      </p:sp>
      <p:pic>
        <p:nvPicPr>
          <p:cNvPr id="11" name="Image 0" descr="videos/ml-intro/recreated_pptx/build/assets/graphs/s018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3" y="1663696"/>
            <a:ext cx="4063996" cy="23748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27632" y="4224528"/>
            <a:ext cx="909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</a:t>
            </a:r>
            <a:pPr algn="l"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models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be </a:t>
            </a:r>
            <a:pPr algn="l" indent="0" marL="0">
              <a:buNone/>
            </a:pPr>
            <a:r>
              <a:rPr lang="en-US" sz="17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complicated models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27632" y="4718304"/>
            <a:ext cx="909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models </a:t>
            </a:r>
            <a:pPr algn="l" indent="0" marL="0"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prevent overfitting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27632" y="5212080"/>
            <a:ext cx="909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 a model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</a:t>
            </a:r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M = 0 above)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27632" y="5705856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guideline: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model </a:t>
            </a:r>
            <a:pPr algn="l" indent="0" marL="0"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not-too-simple, yet not-too-complex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2026-10-10T19:45:48Z</dcterms:created>
  <dcterms:modified xsi:type="dcterms:W3CDTF">2026-10-10T19:45:48Z</dcterms:modified>
</cp:coreProperties>
</file>