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Overfit and Underfit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" y="868680"/>
            <a:ext cx="11878056" cy="6949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" y="1563624"/>
            <a:ext cx="11878056" cy="4910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" y="6473952"/>
            <a:ext cx="11878056" cy="2377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9751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 axis is the input. The Y axis is the response.</a:t>
            </a:r>
            <a:endParaRPr lang="en-US" sz="2000" dirty="0"/>
          </a:p>
        </p:txBody>
      </p:sp>
      <p:pic>
        <p:nvPicPr>
          <p:cNvPr id="10" name="Image 0" descr="videos/ml-intro/recreated_pptx/build/assets/graphs/s016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2336804"/>
            <a:ext cx="6769102" cy="4013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2026-10-10T19:45:48Z</dcterms:created>
  <dcterms:modified xsi:type="dcterms:W3CDTF">2026-10-10T19:45:48Z</dcterms:modified>
</cp:coreProperties>
</file>