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Dataset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14984" y="1380744"/>
            <a:ext cx="4837176" cy="5239512"/>
          </a:xfrm>
          <a:prstGeom prst="rect">
            <a:avLst/>
          </a:prstGeom>
          <a:solidFill>
            <a:srgbClr val="FFFFFF"/>
          </a:solidFill>
          <a:ln w="15875">
            <a:solidFill>
              <a:srgbClr val="CC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0704" y="1508760"/>
          <a:ext cx="4754880" cy="914400"/>
        </p:xfrm>
        <a:graphic>
          <a:graphicData uri="http://schemas.openxmlformats.org/drawingml/2006/table">
            <a:tbl>
              <a:tblPr/>
              <a:tblGrid>
                <a:gridCol w="630936"/>
                <a:gridCol w="868680"/>
                <a:gridCol w="868680"/>
                <a:gridCol w="868680"/>
                <a:gridCol w="868680"/>
                <a:gridCol w="649224"/>
              </a:tblGrid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sepal.length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sepal.width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petal.length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petal.width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86600" y="1965960"/>
            <a:ext cx="2880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1965960"/>
            <a:ext cx="28803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Samples</a:t>
            </a:r>
            <a:endParaRPr lang="en-US" sz="20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</a:t>
            </a:r>
            <a:endParaRPr lang="en-US" sz="20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20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2000" dirty="0"/>
          </a:p>
          <a:p>
            <a:pPr algn="ctr" indent="0" marL="0">
              <a:lnSpc>
                <a:spcPts val="19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20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Features</a:t>
            </a:r>
            <a:endParaRPr lang="en-US" sz="2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Visualization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2026-10-10T19:44:31Z</dcterms:created>
  <dcterms:modified xsi:type="dcterms:W3CDTF">2026-10-10T19:44:31Z</dcterms:modified>
</cp:coreProperties>
</file>