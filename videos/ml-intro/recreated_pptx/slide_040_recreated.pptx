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135" y="1714500"/>
            <a:ext cx="10482682" cy="48006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-Nearest Neighbor (K -NN)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18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Given: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training data D = {(x</a:t>
            </a:r>
            <a:pPr algn="l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y</a:t>
            </a:r>
            <a:pPr algn="l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), . . . , (x</a:t>
            </a:r>
            <a:pPr algn="l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y</a:t>
            </a:r>
            <a:pPr algn="l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)} and a test point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39572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18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Rule: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 at the K most similar training examples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54880" y="3063240"/>
            <a:ext cx="0" cy="13258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4389120"/>
            <a:ext cx="26060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10912" y="3200400"/>
            <a:ext cx="621792" cy="731520"/>
          </a:xfrm>
          <a:prstGeom prst="ellipse">
            <a:avLst/>
          </a:prstGeom>
          <a:ln w="15875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89220" y="3360420"/>
            <a:ext cx="82296" cy="82296"/>
          </a:xfrm>
          <a:prstGeom prst="ellips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26964" y="3323844"/>
            <a:ext cx="82296" cy="82296"/>
          </a:xfrm>
          <a:prstGeom prst="ellips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97780" y="3570732"/>
            <a:ext cx="82296" cy="82296"/>
          </a:xfrm>
          <a:prstGeom prst="ellips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35524" y="3543300"/>
            <a:ext cx="82296" cy="82296"/>
          </a:xfrm>
          <a:prstGeom prst="ellips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63540" y="3479292"/>
            <a:ext cx="82296" cy="82296"/>
          </a:xfrm>
          <a:prstGeom prst="ellips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70932" y="3726180"/>
            <a:ext cx="82296" cy="82296"/>
          </a:xfrm>
          <a:prstGeom prst="ellips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72100" y="3671316"/>
            <a:ext cx="82296" cy="82296"/>
          </a:xfrm>
          <a:prstGeom prst="ellips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3182112"/>
            <a:ext cx="621792" cy="731520"/>
          </a:xfrm>
          <a:prstGeom prst="ellipse">
            <a:avLst/>
          </a:prstGeom>
          <a:ln w="15875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88836" y="3342132"/>
            <a:ext cx="82296" cy="82296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26580" y="3305556"/>
            <a:ext cx="82296" cy="82296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15684" y="3552444"/>
            <a:ext cx="82296" cy="82296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3428" y="3525012"/>
            <a:ext cx="82296" cy="82296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63156" y="3451860"/>
            <a:ext cx="82296" cy="82296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0548" y="3707892"/>
            <a:ext cx="82296" cy="82296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90004" y="3653028"/>
            <a:ext cx="82296" cy="82296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3858768"/>
            <a:ext cx="621792" cy="603504"/>
          </a:xfrm>
          <a:prstGeom prst="ellipse">
            <a:avLst/>
          </a:prstGeom>
          <a:ln w="15875">
            <a:solidFill>
              <a:srgbClr val="9999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20740" y="3945636"/>
            <a:ext cx="82296" cy="82296"/>
          </a:xfrm>
          <a:prstGeom prst="ellipse">
            <a:avLst/>
          </a:prstGeom>
          <a:solidFill>
            <a:srgbClr val="33CC66"/>
          </a:solidFill>
          <a:ln w="3175">
            <a:solidFill>
              <a:srgbClr val="33CC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58484" y="3909060"/>
            <a:ext cx="82296" cy="82296"/>
          </a:xfrm>
          <a:prstGeom prst="ellipse">
            <a:avLst/>
          </a:prstGeom>
          <a:solidFill>
            <a:srgbClr val="33CC66"/>
          </a:solidFill>
          <a:ln w="3175">
            <a:solidFill>
              <a:srgbClr val="33CC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47588" y="4119372"/>
            <a:ext cx="82296" cy="82296"/>
          </a:xfrm>
          <a:prstGeom prst="ellipse">
            <a:avLst/>
          </a:prstGeom>
          <a:solidFill>
            <a:srgbClr val="33CC66"/>
          </a:solidFill>
          <a:ln w="3175">
            <a:solidFill>
              <a:srgbClr val="33CC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5332" y="4091940"/>
            <a:ext cx="82296" cy="82296"/>
          </a:xfrm>
          <a:prstGeom prst="ellipse">
            <a:avLst/>
          </a:prstGeom>
          <a:solidFill>
            <a:srgbClr val="33CC66"/>
          </a:solidFill>
          <a:ln w="3175">
            <a:solidFill>
              <a:srgbClr val="33CC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3348" y="4018788"/>
            <a:ext cx="82296" cy="82296"/>
          </a:xfrm>
          <a:prstGeom prst="ellipse">
            <a:avLst/>
          </a:prstGeom>
          <a:solidFill>
            <a:srgbClr val="33CC66"/>
          </a:solidFill>
          <a:ln w="3175">
            <a:solidFill>
              <a:srgbClr val="33CC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57316" y="4238244"/>
            <a:ext cx="82296" cy="82296"/>
          </a:xfrm>
          <a:prstGeom prst="ellipse">
            <a:avLst/>
          </a:prstGeom>
          <a:solidFill>
            <a:srgbClr val="33CC66"/>
          </a:solidFill>
          <a:ln w="3175">
            <a:solidFill>
              <a:srgbClr val="33CC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40196" y="4183380"/>
            <a:ext cx="82296" cy="82296"/>
          </a:xfrm>
          <a:prstGeom prst="ellipse">
            <a:avLst/>
          </a:prstGeom>
          <a:solidFill>
            <a:srgbClr val="33CC66"/>
          </a:solidFill>
          <a:ln w="3175">
            <a:solidFill>
              <a:srgbClr val="33CC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14416" y="3822192"/>
            <a:ext cx="201168" cy="201168"/>
          </a:xfrm>
          <a:prstGeom prst="star5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00200" y="4663440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For </a:t>
            </a:r>
            <a:pPr algn="l" indent="0" marL="0">
              <a:buNone/>
            </a:pPr>
            <a:r>
              <a:rPr lang="en-US" sz="180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assign the majority class label (</a:t>
            </a:r>
            <a:pPr algn="l" indent="0" marL="0">
              <a:buNone/>
            </a:pPr>
            <a:r>
              <a:rPr lang="en-US" sz="180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voting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00200" y="5074920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For </a:t>
            </a:r>
            <a:pPr algn="l" indent="0" marL="0">
              <a:buNone/>
            </a:pPr>
            <a:r>
              <a:rPr lang="en-US" sz="180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assign the average response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25880" y="550468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algorithm requires: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600200" y="5916168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algn="l" indent="0" marL="0">
              <a:buNone/>
            </a:pPr>
            <a:r>
              <a:rPr lang="en-US" sz="18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K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number of nearest neighbors to look for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2026-10-10T19:44:28Z</dcterms:created>
  <dcterms:modified xsi:type="dcterms:W3CDTF">2026-10-10T19:44:28Z</dcterms:modified>
</cp:coreProperties>
</file>