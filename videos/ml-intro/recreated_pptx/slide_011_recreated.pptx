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78408" y="1719072"/>
            <a:ext cx="10607040" cy="4791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965960"/>
            <a:ext cx="99669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</a:t>
            </a:r>
            <a:pPr algn="l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{ </a:t>
            </a:r>
            <a:pPr algn="l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function from </a:t>
            </a:r>
            <a:pPr algn="l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algn="l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}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discrete variable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variable: takes a value from a discrete set </a:t>
            </a:r>
            <a:pPr algn="l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∈ {1, . . . , </a:t>
            </a:r>
            <a:pPr algn="l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}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Category of a web page (sports, politics, business, science, etc.)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Regression: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real-valued variable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Price of a stock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2026-10-10T19:44:22Z</dcterms:created>
  <dcterms:modified xsi:type="dcterms:W3CDTF">2026-10-10T19:44:22Z</dcterms:modified>
</cp:coreProperties>
</file>