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ML Classification Process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89000" y="1270000"/>
            <a:ext cx="10477500" cy="464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78600"/>
            <a:ext cx="11226800" cy="2476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8400" y="2641600"/>
            <a:ext cx="1485900" cy="723900"/>
          </a:xfrm>
          <a:prstGeom prst="rect">
            <a:avLst/>
          </a:prstGeom>
          <a:solidFill>
            <a:srgbClr val="E2FEFC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8400" y="2763520"/>
            <a:ext cx="1485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00700" y="2641600"/>
            <a:ext cx="1511300" cy="723900"/>
          </a:xfrm>
          <a:prstGeom prst="rect">
            <a:avLst/>
          </a:prstGeom>
          <a:solidFill>
            <a:srgbClr val="F2FEEA"/>
          </a:solidFill>
          <a:ln w="25400">
            <a:solidFill>
              <a:srgbClr val="4478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00700" y="2763520"/>
            <a:ext cx="15113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67600" y="2654300"/>
            <a:ext cx="1701800" cy="711200"/>
          </a:xfrm>
          <a:prstGeom prst="rect">
            <a:avLst/>
          </a:prstGeom>
          <a:solidFill>
            <a:srgbClr val="A00000"/>
          </a:solidFill>
          <a:ln w="25400">
            <a:solidFill>
              <a:srgbClr val="7204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7600" y="2865120"/>
            <a:ext cx="170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94300" y="3003550"/>
            <a:ext cx="3810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374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2100" y="3003550"/>
            <a:ext cx="3302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0600" y="1625600"/>
            <a:ext cx="1663700" cy="736600"/>
          </a:xfrm>
          <a:prstGeom prst="ellipse">
            <a:avLst/>
          </a:prstGeom>
          <a:solidFill>
            <a:srgbClr val="F6DEC2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7600" y="174879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657350" y="2641600"/>
            <a:ext cx="1333500" cy="723900"/>
          </a:xfrm>
          <a:prstGeom prst="rect">
            <a:avLst/>
          </a:prstGeom>
          <a:solidFill>
            <a:srgbClr val="FAFED8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57350" y="2763520"/>
            <a:ext cx="1333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997200" y="3003550"/>
            <a:ext cx="723900" cy="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2" name="Image 0" descr="/home/ahmed/Projects/ai_llm_slides/videos/deep-learning/001_introduction/recreated_pptx/build/assets/curve1_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2222500"/>
            <a:ext cx="533400" cy="8890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9499600" y="2641600"/>
            <a:ext cx="1460500" cy="723900"/>
          </a:xfrm>
          <a:prstGeom prst="rect">
            <a:avLst/>
          </a:prstGeom>
          <a:solidFill>
            <a:srgbClr val="DCBFA1"/>
          </a:solidFill>
          <a:ln w="25400">
            <a:solidFill>
              <a:srgbClr val="55281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99600" y="2763520"/>
            <a:ext cx="1460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7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1079500" y="3695700"/>
            <a:ext cx="24638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2200" y="3743960"/>
            <a:ext cx="243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your inspection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select the techniques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556000" y="4267200"/>
            <a:ext cx="1955800" cy="762000"/>
          </a:xfrm>
          <a:prstGeom prst="roundRect">
            <a:avLst>
              <a:gd name="adj" fmla="val 8400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68700" y="4438650"/>
            <a:ext cx="193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features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(by You)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524500" y="3581400"/>
            <a:ext cx="1778000" cy="762000"/>
          </a:xfrm>
          <a:prstGeom prst="roundRect">
            <a:avLst>
              <a:gd name="adj" fmla="val 8400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7200" y="3657600"/>
            <a:ext cx="1752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decision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using which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772400" y="3581400"/>
            <a:ext cx="1130300" cy="520700"/>
          </a:xfrm>
          <a:prstGeom prst="roundRect">
            <a:avLst>
              <a:gd name="adj" fmla="val 12293"/>
            </a:avLst>
          </a:prstGeom>
          <a:solidFill>
            <a:srgbClr val="E6E8E6"/>
          </a:solidFill>
          <a:ln w="12700">
            <a:solidFill>
              <a:srgbClr val="C2C4C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85100" y="3629660"/>
            <a:ext cx="1104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4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2026-10-12T04:53:12Z</dcterms:created>
  <dcterms:modified xsi:type="dcterms:W3CDTF">2026-10-12T04:53:12Z</dcterms:modified>
</cp:coreProperties>
</file>