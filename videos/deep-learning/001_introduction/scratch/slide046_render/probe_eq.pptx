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237645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0" y="4364645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0" y="4491645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26000" y="428726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42000" y="441426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2026-10-12T04:38:54Z</dcterms:created>
  <dcterms:modified xsi:type="dcterms:W3CDTF">2026-10-12T04:38:54Z</dcterms:modified>
</cp:coreProperties>
</file>