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(-a:a , -b:b)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(-a:a , -b:b)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(-a:a , -b:b)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(x,y)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(x,y)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3317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(odd dimension)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(odd dimension)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3154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3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the filter ONE pixel  (Right, Left, Up, Down) and Re-Calculate</a:t>
            </a:r>
            <a:endParaRPr lang="en-US" sz="2130" dirty="0"/>
          </a:p>
        </p:txBody>
      </p:sp>
      <p:sp>
        <p:nvSpPr>
          <p:cNvPr id="10" name="Text 8"/>
          <p:cNvSpPr/>
          <p:nvPr/>
        </p:nvSpPr>
        <p:spPr>
          <a:xfrm>
            <a:off x="274320" y="35661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the filter ONE pixel  (Right, Left, Up, Down) and Re-Calculate</a:t>
            </a:r>
            <a:endParaRPr lang="en-US" sz="2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2026-10-12T08:40:49Z</dcterms:created>
  <dcterms:modified xsi:type="dcterms:W3CDTF">2026-10-12T08:40:49Z</dcterms:modified>
</cp:coreProperties>
</file>