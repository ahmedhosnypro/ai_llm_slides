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ML Classification Process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8400" y="2641600"/>
            <a:ext cx="1485900" cy="723900"/>
          </a:xfrm>
          <a:prstGeom prst="rect">
            <a:avLst/>
          </a:prstGeom>
          <a:solidFill>
            <a:srgbClr val="E2FEFC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8400" y="2763520"/>
            <a:ext cx="148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00700" y="2641600"/>
            <a:ext cx="1511300" cy="723900"/>
          </a:xfrm>
          <a:prstGeom prst="rect">
            <a:avLst/>
          </a:prstGeom>
          <a:solidFill>
            <a:srgbClr val="F2FEEA"/>
          </a:solidFill>
          <a:ln w="25400">
            <a:solidFill>
              <a:srgbClr val="447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00700" y="2763520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67600" y="2654300"/>
            <a:ext cx="1701800" cy="7112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7600" y="2865120"/>
            <a:ext cx="170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94300" y="3003550"/>
            <a:ext cx="3810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74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821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90600" y="1625600"/>
            <a:ext cx="1663700" cy="736600"/>
          </a:xfrm>
          <a:prstGeom prst="ellipse">
            <a:avLst/>
          </a:prstGeom>
          <a:solidFill>
            <a:srgbClr val="F6DEC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7600" y="174879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657350" y="2641600"/>
            <a:ext cx="1333500" cy="723900"/>
          </a:xfrm>
          <a:prstGeom prst="rect">
            <a:avLst/>
          </a:prstGeom>
          <a:solidFill>
            <a:srgbClr val="FAFED8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57350" y="2763520"/>
            <a:ext cx="1333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997200" y="3003550"/>
            <a:ext cx="7239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2" name="Image 0" descr="/home/ahmed/Projects/ai_llm_slides/videos/deep-learning/001_introduction/recreated_pptx/build/assets/curve1_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2222500"/>
            <a:ext cx="533400" cy="8890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9499600" y="2641600"/>
            <a:ext cx="1460500" cy="723900"/>
          </a:xfrm>
          <a:prstGeom prst="rect">
            <a:avLst/>
          </a:prstGeom>
          <a:solidFill>
            <a:srgbClr val="DCBFA1"/>
          </a:solidFill>
          <a:ln w="25400">
            <a:solidFill>
              <a:srgbClr val="55281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99600" y="2763520"/>
            <a:ext cx="1460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2026-10-12T05:52:17Z</dcterms:created>
  <dcterms:modified xsi:type="dcterms:W3CDTF">2026-10-12T05:52:17Z</dcterms:modified>
</cp:coreProperties>
</file>