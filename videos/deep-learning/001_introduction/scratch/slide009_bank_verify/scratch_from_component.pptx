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ML Classification Process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89000" y="1270000"/>
            <a:ext cx="10477500" cy="464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600" y="1739900"/>
            <a:ext cx="1663700" cy="736600"/>
          </a:xfrm>
          <a:prstGeom prst="ellipse">
            <a:avLst/>
          </a:prstGeom>
          <a:solidFill>
            <a:srgbClr val="F6DEC2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600" y="186309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847850" y="2641600"/>
            <a:ext cx="1333500" cy="723900"/>
          </a:xfrm>
          <a:prstGeom prst="rect">
            <a:avLst/>
          </a:prstGeom>
          <a:solidFill>
            <a:srgbClr val="FAFED8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47850" y="2763520"/>
            <a:ext cx="1333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708400" y="2641600"/>
            <a:ext cx="1485900" cy="723900"/>
          </a:xfrm>
          <a:prstGeom prst="rect">
            <a:avLst/>
          </a:prstGeom>
          <a:solidFill>
            <a:srgbClr val="E2FEFC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8400" y="2763520"/>
            <a:ext cx="1485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00700" y="2641600"/>
            <a:ext cx="1511300" cy="723900"/>
          </a:xfrm>
          <a:prstGeom prst="rect">
            <a:avLst/>
          </a:prstGeom>
          <a:solidFill>
            <a:srgbClr val="F2FEEA"/>
          </a:solidFill>
          <a:ln w="25400">
            <a:solidFill>
              <a:srgbClr val="4478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0700" y="2763520"/>
            <a:ext cx="151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67600" y="2654300"/>
            <a:ext cx="1701800" cy="711200"/>
          </a:xfrm>
          <a:prstGeom prst="rect">
            <a:avLst/>
          </a:prstGeom>
          <a:solidFill>
            <a:srgbClr val="A00000"/>
          </a:solidFill>
          <a:ln w="25400">
            <a:solidFill>
              <a:srgbClr val="7204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7600" y="2865120"/>
            <a:ext cx="170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499600" y="2641600"/>
            <a:ext cx="1460500" cy="723900"/>
          </a:xfrm>
          <a:prstGeom prst="rect">
            <a:avLst/>
          </a:prstGeom>
          <a:solidFill>
            <a:srgbClr val="EABEF4"/>
          </a:solidFill>
          <a:ln w="25400">
            <a:solidFill>
              <a:srgbClr val="711E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99600" y="2763520"/>
            <a:ext cx="1460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175000" y="3003550"/>
            <a:ext cx="5461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94300" y="3003550"/>
            <a:ext cx="3810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374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821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4" name="Image 0" descr="/home/ahmed/Projects/ai_llm_slides/videos/deep-learning/001_introduction/recreated_pptx/build/assets/curve1_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24100"/>
            <a:ext cx="736600" cy="812800"/>
          </a:xfrm>
          <a:prstGeom prst="rect">
            <a:avLst/>
          </a:prstGeom>
        </p:spPr>
      </p:pic>
      <p:pic>
        <p:nvPicPr>
          <p:cNvPr id="25" name="Image 1" descr="/home/ahmed/Projects/ai_llm_slides/videos/deep-learning/001_introduction/recreated_pptx/build/assets/curve2_0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800" y="2921000"/>
            <a:ext cx="838200" cy="10414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060700" y="3695700"/>
            <a:ext cx="11176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073400" y="3743960"/>
            <a:ext cx="109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4902200" y="3695700"/>
            <a:ext cx="11176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14900" y="3743960"/>
            <a:ext cx="109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819900" y="3695700"/>
            <a:ext cx="11176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832600" y="3743960"/>
            <a:ext cx="109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8813800" y="3695700"/>
            <a:ext cx="11176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826500" y="3743960"/>
            <a:ext cx="109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9982200" y="3937000"/>
            <a:ext cx="1206500" cy="508000"/>
          </a:xfrm>
          <a:prstGeom prst="ellipse">
            <a:avLst/>
          </a:prstGeom>
          <a:solidFill>
            <a:srgbClr val="D8E80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0077450" y="3967480"/>
            <a:ext cx="101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2026-10-12T04:03:48Z</dcterms:created>
  <dcterms:modified xsi:type="dcterms:W3CDTF">2026-10-12T04:03:48Z</dcterms:modified>
</cp:coreProperties>
</file>