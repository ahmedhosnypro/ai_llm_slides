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37360" y="9144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60" b="1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revision of Neural Network</a:t>
            </a:r>
            <a:endParaRPr lang="en-US" sz="3060" dirty="0"/>
          </a:p>
        </p:txBody>
      </p:sp>
      <p:sp>
        <p:nvSpPr>
          <p:cNvPr id="3" name="Text 1"/>
          <p:cNvSpPr/>
          <p:nvPr/>
        </p:nvSpPr>
        <p:spPr>
          <a:xfrm>
            <a:off x="1737360" y="18288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60" b="1" dirty="0">
                <a:solidFill>
                  <a:srgbClr val="000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revision of Neural Network</a:t>
            </a:r>
            <a:endParaRPr lang="en-US" sz="30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2026-10-12T01:15:03Z</dcterms:created>
  <dcterms:modified xsi:type="dcterms:W3CDTF">2026-10-12T01:15:03Z</dcterms:modified>
</cp:coreProperties>
</file>