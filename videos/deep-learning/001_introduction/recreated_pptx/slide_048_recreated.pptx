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6600" y="1720850"/>
            <a:ext cx="10617200" cy="39751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1727200"/>
            <a:ext cx="0" cy="39624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700" y="68703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Neural  Network (NN) vs  Convolutional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1536700" y="113153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(ConvNet/CNN)</a:t>
            </a:r>
            <a:endParaRPr lang="en-US" sz="3050" dirty="0"/>
          </a:p>
        </p:txBody>
      </p:sp>
      <p:sp>
        <p:nvSpPr>
          <p:cNvPr id="9" name="Shape 7"/>
          <p:cNvSpPr/>
          <p:nvPr/>
        </p:nvSpPr>
        <p:spPr>
          <a:xfrm>
            <a:off x="3073400" y="1968500"/>
            <a:ext cx="17399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3400" y="1968500"/>
            <a:ext cx="173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Neural Network</a:t>
            </a:r>
            <a:endParaRPr lang="en-US" sz="1600" dirty="0"/>
          </a:p>
        </p:txBody>
      </p:sp>
      <p:pic>
        <p:nvPicPr>
          <p:cNvPr id="11" name="Image 0" descr="/home/ahmed/Projects/ai_llm_slides/videos/deep-learning/001_introduction/recreated_pptx/build/assets/s048_m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0" y="2400300"/>
            <a:ext cx="1447800" cy="8255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914900" y="1993900"/>
            <a:ext cx="457200" cy="342900"/>
          </a:xfrm>
          <a:prstGeom prst="rect">
            <a:avLst/>
          </a:prstGeom>
          <a:solidFill>
            <a:srgbClr val="FFFF00"/>
          </a:solidFill>
          <a:ln w="6350">
            <a:solidFill>
              <a:srgbClr val="FFFF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4900" y="2006600"/>
            <a:ext cx="457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(1-D)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11750" y="244475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11750" y="2559050"/>
            <a:ext cx="76200" cy="76200"/>
          </a:xfrm>
          <a:prstGeom prst="ellips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11750" y="2660650"/>
            <a:ext cx="76200" cy="7620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11750" y="2762250"/>
            <a:ext cx="76200" cy="7620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11750" y="2876550"/>
            <a:ext cx="76200" cy="76200"/>
          </a:xfrm>
          <a:prstGeom prst="ellipse">
            <a:avLst/>
          </a:prstGeom>
          <a:solidFill>
            <a:srgbClr val="2244CC"/>
          </a:solidFill>
          <a:ln w="12700">
            <a:solidFill>
              <a:srgbClr val="2244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11750" y="2978150"/>
            <a:ext cx="76200" cy="76200"/>
          </a:xfrm>
          <a:prstGeom prst="ellipse">
            <a:avLst/>
          </a:prstGeom>
          <a:solidFill>
            <a:srgbClr val="FFE000"/>
          </a:solidFill>
          <a:ln w="12700">
            <a:solidFill>
              <a:srgbClr val="FFE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11750" y="3079750"/>
            <a:ext cx="76200" cy="76200"/>
          </a:xfrm>
          <a:prstGeom prst="ellipse">
            <a:avLst/>
          </a:prstGeom>
          <a:solidFill>
            <a:srgbClr val="96A2B8"/>
          </a:solidFill>
          <a:ln w="12700">
            <a:solidFill>
              <a:srgbClr val="96A2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48200" y="2806700"/>
            <a:ext cx="3937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588000" y="2806700"/>
            <a:ext cx="114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10300" y="2806700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807200" y="2806700"/>
            <a:ext cx="101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16800" y="2806700"/>
            <a:ext cx="76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013700" y="2806700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610600" y="2806700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94800" y="4673600"/>
            <a:ext cx="101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66300" y="4673600"/>
            <a:ext cx="1397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363200" y="4673600"/>
            <a:ext cx="1397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0134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150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150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103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119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119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2072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088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088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8041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057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057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4137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1153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153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0106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7122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7122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47370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607060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1" name="Text 48"/>
          <p:cNvSpPr/>
          <p:nvPr/>
        </p:nvSpPr>
        <p:spPr>
          <a:xfrm>
            <a:off x="666115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724535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788670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838200" y="3416300"/>
            <a:ext cx="105029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dashDot"/>
          </a:ln>
        </p:spPr>
      </p:sp>
      <p:sp>
        <p:nvSpPr>
          <p:cNvPr id="55" name="Shape 52"/>
          <p:cNvSpPr/>
          <p:nvPr/>
        </p:nvSpPr>
        <p:spPr>
          <a:xfrm>
            <a:off x="3073400" y="3530600"/>
            <a:ext cx="30226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A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073400" y="3530600"/>
            <a:ext cx="302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Convolutional Neural Network</a:t>
            </a:r>
            <a:endParaRPr lang="en-US" sz="1600" dirty="0"/>
          </a:p>
        </p:txBody>
      </p:sp>
      <p:pic>
        <p:nvPicPr>
          <p:cNvPr id="57" name="Image 1" descr="/home/ahmed/Projects/ai_llm_slides/videos/deep-learning/001_introduction/recreated_pptx/build/assets/s048_siame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975100"/>
            <a:ext cx="1333500" cy="1498600"/>
          </a:xfrm>
          <a:prstGeom prst="rect">
            <a:avLst/>
          </a:prstGeom>
        </p:spPr>
      </p:pic>
      <p:pic>
        <p:nvPicPr>
          <p:cNvPr id="58" name="Image 2" descr="/home/ahmed/Projects/ai_llm_slides/videos/deep-learning/001_introduction/recreated_pptx/build/assets/s048_cnn_ch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962400"/>
            <a:ext cx="5905500" cy="1625600"/>
          </a:xfrm>
          <a:prstGeom prst="rect">
            <a:avLst/>
          </a:prstGeom>
        </p:spPr>
      </p:pic>
      <p:sp>
        <p:nvSpPr>
          <p:cNvPr id="59" name="Shape 54"/>
          <p:cNvSpPr/>
          <p:nvPr/>
        </p:nvSpPr>
        <p:spPr>
          <a:xfrm>
            <a:off x="9626600" y="42291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9334500" y="4229100"/>
            <a:ext cx="29210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9334500" y="4229100"/>
            <a:ext cx="292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10223500" y="42291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9931400" y="4229100"/>
            <a:ext cx="29210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9931400" y="4229100"/>
            <a:ext cx="292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6</a:t>
            </a:r>
            <a:endParaRPr lang="en-US" sz="1000" dirty="0"/>
          </a:p>
        </p:txBody>
      </p:sp>
      <p:sp>
        <p:nvSpPr>
          <p:cNvPr id="65" name="Shape 60"/>
          <p:cNvSpPr/>
          <p:nvPr/>
        </p:nvSpPr>
        <p:spPr>
          <a:xfrm>
            <a:off x="10820400" y="42291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0528300" y="4229100"/>
            <a:ext cx="29210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0528300" y="4229100"/>
            <a:ext cx="292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9074150" y="39240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69" name="Text 64"/>
          <p:cNvSpPr/>
          <p:nvPr/>
        </p:nvSpPr>
        <p:spPr>
          <a:xfrm>
            <a:off x="9696450" y="39240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</a:t>
            </a:r>
            <a:endParaRPr lang="en-US" sz="1350" dirty="0"/>
          </a:p>
        </p:txBody>
      </p:sp>
      <p:sp>
        <p:nvSpPr>
          <p:cNvPr id="70" name="Shape 65"/>
          <p:cNvSpPr/>
          <p:nvPr/>
        </p:nvSpPr>
        <p:spPr>
          <a:xfrm>
            <a:off x="2146300" y="5873750"/>
            <a:ext cx="84074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1" name="Text 66"/>
          <p:cNvSpPr/>
          <p:nvPr/>
        </p:nvSpPr>
        <p:spPr>
          <a:xfrm>
            <a:off x="4127500" y="586740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i="1" spc="90" kern="0" dirty="0">
                <a:solidFill>
                  <a:srgbClr val="C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Deep Learning (too Many Layers)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2026-10-12T05:59:49Z</dcterms:created>
  <dcterms:modified xsi:type="dcterms:W3CDTF">2026-10-12T05:59:49Z</dcterms:modified>
</cp:coreProperties>
</file>