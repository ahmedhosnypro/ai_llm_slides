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97000" y="1981200"/>
            <a:ext cx="9271000" cy="439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600" y="82169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900"/>
              </a:lnSpc>
              <a:buNone/>
            </a:pPr>
            <a:r>
              <a:rPr lang="en-US" sz="3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Parameters are  in the  RGB</a:t>
            </a:r>
            <a:endParaRPr lang="en-US" sz="3500" dirty="0"/>
          </a:p>
          <a:p>
            <a:pPr algn="ctr" indent="0" marL="0">
              <a:lnSpc>
                <a:spcPts val="3900"/>
              </a:lnSpc>
              <a:buNone/>
            </a:pPr>
            <a:r>
              <a:rPr lang="en-US" sz="3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filter  ( K=3 )</a:t>
            </a:r>
            <a:endParaRPr lang="en-US" sz="3500" dirty="0"/>
          </a:p>
        </p:txBody>
      </p:sp>
      <p:pic>
        <p:nvPicPr>
          <p:cNvPr id="7" name="Image 0" descr="/home/ahmed/Projects/ai_llm_slides/videos/deep-learning/001_introduction/recreated_pptx/build/assets/slabtop0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6600" y="2032000"/>
            <a:ext cx="3111500" cy="774700"/>
          </a:xfrm>
          <a:prstGeom prst="rect">
            <a:avLst/>
          </a:prstGeom>
        </p:spPr>
      </p:pic>
      <p:pic>
        <p:nvPicPr>
          <p:cNvPr id="8" name="Image 1" descr="/home/ahmed/Projects/ai_llm_slides/videos/deep-learning/001_introduction/recreated_pptx/build/assets/slabbody03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600" y="2781300"/>
            <a:ext cx="2832100" cy="2235200"/>
          </a:xfrm>
          <a:prstGeom prst="rect">
            <a:avLst/>
          </a:prstGeom>
        </p:spPr>
      </p:pic>
      <p:pic>
        <p:nvPicPr>
          <p:cNvPr id="9" name="Image 2" descr="/home/ahmed/Projects/ai_llm_slides/videos/deep-learning/001_introduction/recreated_pptx/build/assets/filterunit03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048000"/>
            <a:ext cx="1549400" cy="21590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426200" y="3683000"/>
            <a:ext cx="381000" cy="50800"/>
          </a:xfrm>
          <a:prstGeom prst="rect">
            <a:avLst/>
          </a:prstGeom>
          <a:solidFill>
            <a:srgbClr val="3EAEC6"/>
          </a:solidFill>
          <a:ln w="6350">
            <a:solidFill>
              <a:srgbClr val="3EAEC6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6426200" y="3784600"/>
            <a:ext cx="381000" cy="50800"/>
          </a:xfrm>
          <a:prstGeom prst="rect">
            <a:avLst/>
          </a:prstGeom>
          <a:solidFill>
            <a:srgbClr val="3EAEC6"/>
          </a:solidFill>
          <a:ln w="6350">
            <a:solidFill>
              <a:srgbClr val="3EAEC6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7086600" y="3962400"/>
            <a:ext cx="25400" cy="101600"/>
          </a:xfrm>
          <a:prstGeom prst="rect">
            <a:avLst/>
          </a:prstGeom>
          <a:solidFill>
            <a:srgbClr val="BDBFBC"/>
          </a:solidFill>
          <a:ln w="3175">
            <a:solidFill>
              <a:srgbClr val="BDBFBC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7035800" y="4000500"/>
            <a:ext cx="127000" cy="25400"/>
          </a:xfrm>
          <a:prstGeom prst="rect">
            <a:avLst/>
          </a:prstGeom>
          <a:solidFill>
            <a:srgbClr val="BDBFBC"/>
          </a:solidFill>
          <a:ln w="3175">
            <a:solidFill>
              <a:srgbClr val="BDBFBC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7277100" y="3581400"/>
            <a:ext cx="495300" cy="368300"/>
          </a:xfrm>
          <a:prstGeom prst="ellipse">
            <a:avLst/>
          </a:prstGeom>
          <a:solidFill>
            <a:srgbClr val="E8862E"/>
          </a:solidFill>
          <a:ln w="6350">
            <a:solidFill>
              <a:srgbClr val="E8862E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366000" y="3644900"/>
            <a:ext cx="330200" cy="228600"/>
          </a:xfrm>
          <a:prstGeom prst="ellipse">
            <a:avLst/>
          </a:prstGeom>
          <a:solidFill>
            <a:srgbClr val="11BDEB"/>
          </a:solidFill>
          <a:ln w="6350">
            <a:solidFill>
              <a:srgbClr val="11BDE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766050" y="4127500"/>
            <a:ext cx="622300" cy="10541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triangle"/>
          </a:ln>
        </p:spPr>
      </p:sp>
      <p:sp>
        <p:nvSpPr>
          <p:cNvPr id="17" name="Text 12"/>
          <p:cNvSpPr/>
          <p:nvPr/>
        </p:nvSpPr>
        <p:spPr>
          <a:xfrm>
            <a:off x="552450" y="512699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How many weights for this neuron?</a:t>
            </a:r>
            <a:endParaRPr lang="en-US" sz="3900" dirty="0"/>
          </a:p>
        </p:txBody>
      </p:sp>
      <p:pic>
        <p:nvPicPr>
          <p:cNvPr id="18" name="Image 3" descr="/home/ahmed/Projects/ai_llm_slides/videos/deep-learning/001_introduction/recreated_pptx/build/assets/eq_147_03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3108" y="5804408"/>
            <a:ext cx="3243075" cy="3322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2026-10-12T06:26:07Z</dcterms:created>
  <dcterms:modified xsi:type="dcterms:W3CDTF">2026-10-12T06:26:07Z</dcterms:modified>
</cp:coreProperties>
</file>