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89000" y="1524000"/>
            <a:ext cx="10439400" cy="3987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57450" y="8610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Convolution Process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1244600" y="1658620"/>
            <a:ext cx="279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Original image</a:t>
            </a:r>
            <a:endParaRPr lang="en-US" sz="2000" dirty="0"/>
          </a:p>
        </p:txBody>
      </p:sp>
      <p:pic>
        <p:nvPicPr>
          <p:cNvPr id="8" name="Image 0" descr="/home/ahmed/Projects/ai_llm_slides/videos/deep-learning/001_introduction/recreated_pptx/build/assets/leftgrid0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2006600"/>
            <a:ext cx="2197100" cy="1651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3300" y="3608070"/>
            <a:ext cx="330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Convolutional filter 1</a:t>
            </a:r>
            <a:endParaRPr lang="en-US" sz="2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16100" y="4051300"/>
          <a:ext cx="1003300" cy="800100"/>
        </p:xfrm>
        <a:graphic>
          <a:graphicData uri="http://schemas.openxmlformats.org/drawingml/2006/table">
            <a:tbl>
              <a:tblPr/>
              <a:tblGrid>
                <a:gridCol w="334391"/>
                <a:gridCol w="334391"/>
                <a:gridCol w="334518"/>
              </a:tblGrid>
              <a:tr h="266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035300" y="4165600"/>
            <a:ext cx="55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a=1,</a:t>
            </a:r>
            <a:endParaRPr lang="en-US" sz="14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b=1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155700" y="4808220"/>
            <a:ext cx="419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Image:  </a:t>
            </a:r>
            <a:pPr algn="l" indent="0" marL="0">
              <a:buNone/>
            </a:pPr>
            <a:r>
              <a:rPr lang="en-US" sz="185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(x,y)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1155700" y="5100320"/>
            <a:ext cx="495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Filter:  </a:t>
            </a:r>
            <a:pPr algn="l" indent="0" marL="0">
              <a:buNone/>
            </a:pPr>
            <a:r>
              <a:rPr lang="en-US" sz="205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 (-a:a , -b:b)</a:t>
            </a:r>
            <a:pPr algn="l" indent="0" marL="0">
              <a:buNone/>
            </a:pPr>
            <a:r>
              <a:rPr lang="en-US" sz="195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(odd dimension)</a:t>
            </a:r>
            <a:endParaRPr lang="en-US" sz="1950" dirty="0"/>
          </a:p>
        </p:txBody>
      </p:sp>
      <p:pic>
        <p:nvPicPr>
          <p:cNvPr id="14" name="Image 1" descr="/home/ahmed/Projects/ai_llm_slides/videos/deep-learning/001_introduction/recreated_pptx/build/assets/result0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600" y="1663700"/>
            <a:ext cx="4000500" cy="1968500"/>
          </a:xfrm>
          <a:prstGeom prst="rect">
            <a:avLst/>
          </a:prstGeom>
        </p:spPr>
      </p:pic>
      <p:pic>
        <p:nvPicPr>
          <p:cNvPr id="15" name="Image 2" descr="/home/ahmed/Projects/ai_llm_slides/videos/deep-learning/001_introduction/recreated_pptx/build/assets/convgrid0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700" y="1663700"/>
            <a:ext cx="3251200" cy="2870200"/>
          </a:xfrm>
          <a:prstGeom prst="rect">
            <a:avLst/>
          </a:prstGeom>
        </p:spPr>
      </p:pic>
      <p:pic>
        <p:nvPicPr>
          <p:cNvPr id="16" name="Image 3" descr="/home/ahmed/Projects/ai_llm_slides/videos/deep-learning/001_introduction/recreated_pptx/build/assets/innerprod04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3800" y="4241800"/>
            <a:ext cx="2451100" cy="635000"/>
          </a:xfrm>
          <a:prstGeom prst="rect">
            <a:avLst/>
          </a:prstGeom>
        </p:spPr>
      </p:pic>
      <mc:AlternateContent>
        <mc:Choice xmlns:a14="http://schemas.microsoft.com/office/drawing/2010/main" Requires="a14">
          <p:sp>
            <p:nvSpPr>
              <p:cNvPr id="17" name="Equation OMML" descr="I(x,y) \ast h = \sum_{i=-a}^{a} \;\; \sum_{j=-b}^{b} I(x-i,\ y-j) \cdot h(i,j)"/>
              <p:cNvSpPr txBox="1"/>
              <p:nvPr/>
            </p:nvSpPr>
            <p:spPr>
              <a:xfrm>
                <a:off x="5817108" y="4610608"/>
                <a:ext cx="4855464" cy="73913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9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I(x,y)∗h=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i=-a</m:t>
                          </m:r>
                        </m:sub>
                        <m:sup>
                          <m: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a</m:t>
                          </m:r>
                        </m:sup>
                        <m:e>
                          <m: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  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US" i="1" smtClean="0" sz="19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smtClean="0" sz="19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j=-b</m:t>
                              </m:r>
                            </m:sub>
                            <m:sup>
                              <m:r>
                                <a:rPr lang="en-US" i="1" smtClean="0" sz="19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b</m:t>
                              </m:r>
                            </m:sup>
                            <m:e>
                              <m:r>
                                <a:rPr lang="en-US" i="1" smtClean="0" sz="19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I(x-i, y-j)⋅h(i,j)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7" name="Image 4" descr="/home/ahmed/Projects/ai_llm_slides/videos/deep-learning/001_introduction/recreated_pptx/build/assets/eq041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17108" y="4610608"/>
                <a:ext cx="4855464" cy="739137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Shape 10"/>
          <p:cNvSpPr/>
          <p:nvPr/>
        </p:nvSpPr>
        <p:spPr>
          <a:xfrm>
            <a:off x="990600" y="5651500"/>
            <a:ext cx="10147300" cy="838200"/>
          </a:xfrm>
          <a:prstGeom prst="rect">
            <a:avLst/>
          </a:prstGeom>
          <a:solidFill>
            <a:srgbClr val="FFFFFF"/>
          </a:solidFill>
          <a:ln w="19050">
            <a:solidFill>
              <a:srgbClr val="9797B2"/>
            </a:solidFill>
            <a:prstDash val="solid"/>
          </a:ln>
        </p:spPr>
      </p:sp>
      <p:sp>
        <p:nvSpPr>
          <p:cNvPr id="19" name="Text 11"/>
          <p:cNvSpPr/>
          <p:nvPr/>
        </p:nvSpPr>
        <p:spPr>
          <a:xfrm>
            <a:off x="1117600" y="5722620"/>
            <a:ext cx="533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Scan the original image using the 3x3 filter</a:t>
            </a:r>
            <a:endParaRPr lang="en-US" sz="2100" dirty="0"/>
          </a:p>
        </p:txBody>
      </p:sp>
      <p:sp>
        <p:nvSpPr>
          <p:cNvPr id="20" name="Text 12"/>
          <p:cNvSpPr/>
          <p:nvPr/>
        </p:nvSpPr>
        <p:spPr>
          <a:xfrm>
            <a:off x="1117600" y="6065520"/>
            <a:ext cx="812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35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Move the filter ONE pixel  (Right, Left, Up, Down) and Re-Calculate</a:t>
            </a:r>
            <a:endParaRPr lang="en-US" sz="213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2026-10-12T09:42:38Z</dcterms:created>
  <dcterms:modified xsi:type="dcterms:W3CDTF">2026-10-12T09:42:38Z</dcterms:modified>
</cp:coreProperties>
</file>