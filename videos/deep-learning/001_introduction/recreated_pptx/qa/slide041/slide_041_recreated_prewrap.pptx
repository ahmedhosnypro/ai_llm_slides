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524000"/>
            <a:ext cx="10439400" cy="398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7450" y="8610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Convolution Process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1244600" y="1658620"/>
            <a:ext cx="279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Original image</a:t>
            </a:r>
            <a:endParaRPr lang="en-US" sz="2000" dirty="0"/>
          </a:p>
        </p:txBody>
      </p:sp>
      <p:pic>
        <p:nvPicPr>
          <p:cNvPr id="8" name="Image 0" descr="/home/ahmed/Projects/ai_llm_slides/videos/deep-learning/001_introduction/recreated_pptx/build/assets/leftgrid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06600"/>
            <a:ext cx="2197100" cy="165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3300" y="3608070"/>
            <a:ext cx="330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Convolutional filter 1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6100" y="4051300"/>
          <a:ext cx="1003300" cy="800100"/>
        </p:xfrm>
        <a:graphic>
          <a:graphicData uri="http://schemas.openxmlformats.org/drawingml/2006/table">
            <a:tbl>
              <a:tblPr/>
              <a:tblGrid>
                <a:gridCol w="334391"/>
                <a:gridCol w="334391"/>
                <a:gridCol w="334518"/>
              </a:tblGrid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035300" y="4165600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a=1,</a:t>
            </a:r>
            <a:endParaRPr lang="en-US" sz="14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5700" y="4808220"/>
            <a:ext cx="419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 </a:t>
            </a:r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(x,y)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155700" y="5100320"/>
            <a:ext cx="495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 </a:t>
            </a:r>
            <a:pPr algn="l" indent="0" marL="0">
              <a:buNone/>
            </a:pPr>
            <a:r>
              <a:rPr lang="en-US" sz="2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(-a:a , -b:b)</a:t>
            </a:r>
            <a:pPr algn="l" indent="0" marL="0">
              <a:buNone/>
            </a:pPr>
            <a:r>
              <a:rPr lang="en-US" sz="19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(odd dimension)</a:t>
            </a:r>
            <a:endParaRPr lang="en-US" sz="1950" dirty="0"/>
          </a:p>
        </p:txBody>
      </p:sp>
      <p:pic>
        <p:nvPicPr>
          <p:cNvPr id="14" name="Image 1" descr="/home/ahmed/Projects/ai_llm_slides/videos/deep-learning/001_introduction/recreated_pptx/build/assets/result0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1663700"/>
            <a:ext cx="4000500" cy="1968500"/>
          </a:xfrm>
          <a:prstGeom prst="rect">
            <a:avLst/>
          </a:prstGeom>
        </p:spPr>
      </p:pic>
      <p:pic>
        <p:nvPicPr>
          <p:cNvPr id="15" name="Image 2" descr="/home/ahmed/Projects/ai_llm_slides/videos/deep-learning/001_introduction/recreated_pptx/build/assets/convgrid0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1663700"/>
            <a:ext cx="3251200" cy="2870200"/>
          </a:xfrm>
          <a:prstGeom prst="rect">
            <a:avLst/>
          </a:prstGeom>
        </p:spPr>
      </p:pic>
      <p:pic>
        <p:nvPicPr>
          <p:cNvPr id="16" name="Image 3" descr="/home/ahmed/Projects/ai_llm_slides/videos/deep-learning/001_introduction/recreated_pptx/build/assets/innerprod0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4241800"/>
            <a:ext cx="2451100" cy="635000"/>
          </a:xfrm>
          <a:prstGeom prst="rect">
            <a:avLst/>
          </a:prstGeom>
        </p:spPr>
      </p:pic>
      <p:pic>
        <p:nvPicPr>
          <p:cNvPr id="17" name="Image 4" descr="/home/ahmed/Projects/ai_llm_slides/videos/deep-learning/001_introduction/recreated_pptx/build/assets/eq04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108" y="4610608"/>
            <a:ext cx="4855464" cy="73913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90600" y="5651500"/>
            <a:ext cx="101473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797B2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117600" y="5722620"/>
            <a:ext cx="533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the original image using the 3x3 filter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1117600" y="6065520"/>
            <a:ext cx="812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35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the filter ONE pixel  (Right, Left, Up, Down) and Re-Calculate</a:t>
            </a:r>
            <a:endParaRPr lang="en-US" sz="21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2026-10-12T09:42:38Z</dcterms:created>
  <dcterms:modified xsi:type="dcterms:W3CDTF">2026-10-12T09:42:38Z</dcterms:modified>
</cp:coreProperties>
</file>