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762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700"/>
              </a:lnSpc>
              <a:buNone/>
            </a:pPr>
            <a:r>
              <a:rPr lang="en-US" sz="288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Problem: Image will vanish  if applying more filters in cascade</a:t>
            </a:r>
            <a:endParaRPr lang="en-US" sz="2880" dirty="0"/>
          </a:p>
        </p:txBody>
      </p:sp>
      <p:sp>
        <p:nvSpPr>
          <p:cNvPr id="3" name="Text 1"/>
          <p:cNvSpPr/>
          <p:nvPr/>
        </p:nvSpPr>
        <p:spPr>
          <a:xfrm>
            <a:off x="1016000" y="2032000"/>
            <a:ext cx="889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20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apply one filter  of size 3x3, output will be3x3</a:t>
            </a:r>
            <a:endParaRPr lang="en-US" sz="2120" dirty="0"/>
          </a:p>
        </p:txBody>
      </p:sp>
      <p:sp>
        <p:nvSpPr>
          <p:cNvPr id="4" name="Text 2"/>
          <p:cNvSpPr/>
          <p:nvPr/>
        </p:nvSpPr>
        <p:spPr>
          <a:xfrm>
            <a:off x="1016000" y="3302000"/>
            <a:ext cx="889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applying second filter on the output (cascaded filters)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16000" y="4572000"/>
            <a:ext cx="889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50" dirty="0">
                <a:solidFill>
                  <a:srgbClr val="000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will be 1x1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1016000" y="5842000"/>
            <a:ext cx="889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50" dirty="0">
                <a:solidFill>
                  <a:srgbClr val="3F3F3F"/>
                </a:solidFill>
                <a:latin typeface="URW Gothic" pitchFamily="34" charset="0"/>
                <a:ea typeface="URW Gothic" pitchFamily="34" charset="-122"/>
                <a:cs typeface="URW Gothic" pitchFamily="34" charset="-120"/>
              </a:rPr>
              <a:t>Our images get smaller and smaller</a:t>
            </a:r>
            <a:endParaRPr lang="en-US" sz="2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2026-10-12T03:54:17Z</dcterms:created>
  <dcterms:modified xsi:type="dcterms:W3CDTF">2026-10-12T03:54:17Z</dcterms:modified>
</cp:coreProperties>
</file>