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762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After conv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16000" y="2032000"/>
            <a:ext cx="762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Image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16000" y="3302000"/>
            <a:ext cx="762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16000" y="4572000"/>
            <a:ext cx="762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5842000"/>
            <a:ext cx="762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7112000"/>
            <a:ext cx="762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20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will be 1x1</a:t>
            </a:r>
            <a:endParaRPr lang="en-US" sz="2120" dirty="0"/>
          </a:p>
        </p:txBody>
      </p:sp>
      <p:sp>
        <p:nvSpPr>
          <p:cNvPr id="8" name="Text 6"/>
          <p:cNvSpPr/>
          <p:nvPr/>
        </p:nvSpPr>
        <p:spPr>
          <a:xfrm>
            <a:off x="1016000" y="8382000"/>
            <a:ext cx="762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50" dirty="0">
                <a:solidFill>
                  <a:srgbClr val="3F3F3F"/>
                </a:solidFill>
                <a:latin typeface="URW Gothic" pitchFamily="34" charset="0"/>
                <a:ea typeface="URW Gothic" pitchFamily="34" charset="-122"/>
                <a:cs typeface="URW Gothic" pitchFamily="34" charset="-120"/>
              </a:rPr>
              <a:t>Details are lost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016000" y="9652000"/>
            <a:ext cx="762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2026-10-12T03:46:20Z</dcterms:created>
  <dcterms:modified xsi:type="dcterms:W3CDTF">2026-10-12T03:46:20Z</dcterms:modified>
</cp:coreProperties>
</file>