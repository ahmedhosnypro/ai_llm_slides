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will be 1x1</a:t>
            </a:r>
            <a:endParaRPr lang="en-US" sz="2120" dirty="0"/>
          </a:p>
        </p:txBody>
      </p:sp>
      <p:sp>
        <p:nvSpPr>
          <p:cNvPr id="3" name="Text 1"/>
          <p:cNvSpPr/>
          <p:nvPr/>
        </p:nvSpPr>
        <p:spPr>
          <a:xfrm>
            <a:off x="1016000" y="203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5x5</a:t>
            </a:r>
            <a:endParaRPr lang="en-US" sz="2070" dirty="0"/>
          </a:p>
        </p:txBody>
      </p:sp>
      <p:sp>
        <p:nvSpPr>
          <p:cNvPr id="4" name="Text 2"/>
          <p:cNvSpPr/>
          <p:nvPr/>
        </p:nvSpPr>
        <p:spPr>
          <a:xfrm>
            <a:off x="1016000" y="330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5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Details are lost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conv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6000" y="584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Image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88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Image will vanish  if applying more filters in cascade</a:t>
            </a:r>
            <a:endParaRPr lang="en-US" sz="2880" dirty="0"/>
          </a:p>
        </p:txBody>
      </p:sp>
      <p:sp>
        <p:nvSpPr>
          <p:cNvPr id="3" name="Text 1"/>
          <p:cNvSpPr/>
          <p:nvPr/>
        </p:nvSpPr>
        <p:spPr>
          <a:xfrm>
            <a:off x="1016000" y="2540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810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000" dirty="0">
                <a:solidFill>
                  <a:srgbClr val="FF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16000" y="5080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After conv 2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2026-10-12T03:52:00Z</dcterms:created>
  <dcterms:modified xsi:type="dcterms:W3CDTF">2026-10-12T03:52:00Z</dcterms:modified>
</cp:coreProperties>
</file>