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2300" y="72771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77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Solution? Zero-padding! , Others !!</a:t>
            </a:r>
            <a:endParaRPr lang="en-US" sz="3770" dirty="0"/>
          </a:p>
        </p:txBody>
      </p:sp>
      <p:sp>
        <p:nvSpPr>
          <p:cNvPr id="6" name="Shape 4"/>
          <p:cNvSpPr/>
          <p:nvPr/>
        </p:nvSpPr>
        <p:spPr>
          <a:xfrm>
            <a:off x="977900" y="1549400"/>
            <a:ext cx="10261600" cy="3352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2700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2700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85257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5257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287814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7814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90371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0371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292929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2929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95486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5486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298043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8043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82700" y="2578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2700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785257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5257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287814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7814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790371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0371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292929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2929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795486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5486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298043" y="2578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8043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282700" y="2959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2700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785257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5257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2287814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7814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2790371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0371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3292929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2929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3795486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5486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4298043" y="2959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8043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1282700" y="3340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2700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85257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85257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2287814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7814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2790371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90371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3292929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2929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3795486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5486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4298043" y="3340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98043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1282700" y="3721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2700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5" name="Shape 63"/>
          <p:cNvSpPr/>
          <p:nvPr/>
        </p:nvSpPr>
        <p:spPr>
          <a:xfrm>
            <a:off x="1785257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85257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2287814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7814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2790371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90371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1" name="Shape 69"/>
          <p:cNvSpPr/>
          <p:nvPr/>
        </p:nvSpPr>
        <p:spPr>
          <a:xfrm>
            <a:off x="3292929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92929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3" name="Shape 71"/>
          <p:cNvSpPr/>
          <p:nvPr/>
        </p:nvSpPr>
        <p:spPr>
          <a:xfrm>
            <a:off x="3795486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95486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4298043" y="3721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98043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77" name="Shape 75"/>
          <p:cNvSpPr/>
          <p:nvPr/>
        </p:nvSpPr>
        <p:spPr>
          <a:xfrm>
            <a:off x="1282700" y="4102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82700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1785257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85257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81" name="Shape 79"/>
          <p:cNvSpPr/>
          <p:nvPr/>
        </p:nvSpPr>
        <p:spPr>
          <a:xfrm>
            <a:off x="2287814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7814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3" name="Shape 81"/>
          <p:cNvSpPr/>
          <p:nvPr/>
        </p:nvSpPr>
        <p:spPr>
          <a:xfrm>
            <a:off x="2790371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90371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5" name="Shape 83"/>
          <p:cNvSpPr/>
          <p:nvPr/>
        </p:nvSpPr>
        <p:spPr>
          <a:xfrm>
            <a:off x="3292929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92929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3795486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95486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89" name="Shape 87"/>
          <p:cNvSpPr/>
          <p:nvPr/>
        </p:nvSpPr>
        <p:spPr>
          <a:xfrm>
            <a:off x="4298043" y="4102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98043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1282700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82700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3" name="Shape 91"/>
          <p:cNvSpPr/>
          <p:nvPr/>
        </p:nvSpPr>
        <p:spPr>
          <a:xfrm>
            <a:off x="1785257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785257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5" name="Shape 93"/>
          <p:cNvSpPr/>
          <p:nvPr/>
        </p:nvSpPr>
        <p:spPr>
          <a:xfrm>
            <a:off x="2287814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7814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7" name="Shape 95"/>
          <p:cNvSpPr/>
          <p:nvPr/>
        </p:nvSpPr>
        <p:spPr>
          <a:xfrm>
            <a:off x="2790371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90371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9" name="Shape 97"/>
          <p:cNvSpPr/>
          <p:nvPr/>
        </p:nvSpPr>
        <p:spPr>
          <a:xfrm>
            <a:off x="3292929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92929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01" name="Shape 99"/>
          <p:cNvSpPr/>
          <p:nvPr/>
        </p:nvSpPr>
        <p:spPr>
          <a:xfrm>
            <a:off x="3795486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95486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03" name="Shape 101"/>
          <p:cNvSpPr/>
          <p:nvPr/>
        </p:nvSpPr>
        <p:spPr>
          <a:xfrm>
            <a:off x="4298043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298043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05" name="Shape 103"/>
          <p:cNvSpPr/>
          <p:nvPr/>
        </p:nvSpPr>
        <p:spPr>
          <a:xfrm>
            <a:off x="5588000" y="31369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88000" y="30861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07" name="Shape 105"/>
          <p:cNvSpPr/>
          <p:nvPr/>
        </p:nvSpPr>
        <p:spPr>
          <a:xfrm>
            <a:off x="5956300" y="31369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956300" y="30861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09" name="Shape 107"/>
          <p:cNvSpPr/>
          <p:nvPr/>
        </p:nvSpPr>
        <p:spPr>
          <a:xfrm>
            <a:off x="6324600" y="31369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24600" y="30861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1" name="Shape 109"/>
          <p:cNvSpPr/>
          <p:nvPr/>
        </p:nvSpPr>
        <p:spPr>
          <a:xfrm>
            <a:off x="5588000" y="34163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88000" y="33655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13" name="Shape 111"/>
          <p:cNvSpPr/>
          <p:nvPr/>
        </p:nvSpPr>
        <p:spPr>
          <a:xfrm>
            <a:off x="5956300" y="34163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956300" y="33655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5" name="Shape 113"/>
          <p:cNvSpPr/>
          <p:nvPr/>
        </p:nvSpPr>
        <p:spPr>
          <a:xfrm>
            <a:off x="6324600" y="34163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324600" y="33655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7" name="Shape 115"/>
          <p:cNvSpPr/>
          <p:nvPr/>
        </p:nvSpPr>
        <p:spPr>
          <a:xfrm>
            <a:off x="5588000" y="36957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588000" y="36449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9" name="Shape 117"/>
          <p:cNvSpPr/>
          <p:nvPr/>
        </p:nvSpPr>
        <p:spPr>
          <a:xfrm>
            <a:off x="5956300" y="36957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956300" y="36449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1" name="Shape 119"/>
          <p:cNvSpPr/>
          <p:nvPr/>
        </p:nvSpPr>
        <p:spPr>
          <a:xfrm>
            <a:off x="6324600" y="36957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324600" y="36449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3" name="Shape 121"/>
          <p:cNvSpPr/>
          <p:nvPr/>
        </p:nvSpPr>
        <p:spPr>
          <a:xfrm>
            <a:off x="789940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89940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25" name="Shape 123"/>
          <p:cNvSpPr/>
          <p:nvPr/>
        </p:nvSpPr>
        <p:spPr>
          <a:xfrm>
            <a:off x="840232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40232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27" name="Shape 125"/>
          <p:cNvSpPr/>
          <p:nvPr/>
        </p:nvSpPr>
        <p:spPr>
          <a:xfrm>
            <a:off x="890524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0524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9" name="Shape 127"/>
          <p:cNvSpPr/>
          <p:nvPr/>
        </p:nvSpPr>
        <p:spPr>
          <a:xfrm>
            <a:off x="940816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0816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1" name="Shape 129"/>
          <p:cNvSpPr/>
          <p:nvPr/>
        </p:nvSpPr>
        <p:spPr>
          <a:xfrm>
            <a:off x="991108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91108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3" name="Shape 131"/>
          <p:cNvSpPr/>
          <p:nvPr/>
        </p:nvSpPr>
        <p:spPr>
          <a:xfrm>
            <a:off x="789940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9940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5" name="Shape 133"/>
          <p:cNvSpPr/>
          <p:nvPr/>
        </p:nvSpPr>
        <p:spPr>
          <a:xfrm>
            <a:off x="840232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40232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7" name="Shape 135"/>
          <p:cNvSpPr/>
          <p:nvPr/>
        </p:nvSpPr>
        <p:spPr>
          <a:xfrm>
            <a:off x="890524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90524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9" name="Shape 137"/>
          <p:cNvSpPr/>
          <p:nvPr/>
        </p:nvSpPr>
        <p:spPr>
          <a:xfrm>
            <a:off x="940816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40816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41" name="Shape 139"/>
          <p:cNvSpPr/>
          <p:nvPr/>
        </p:nvSpPr>
        <p:spPr>
          <a:xfrm>
            <a:off x="991108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91108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43" name="Shape 141"/>
          <p:cNvSpPr/>
          <p:nvPr/>
        </p:nvSpPr>
        <p:spPr>
          <a:xfrm>
            <a:off x="789940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89940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45" name="Shape 143"/>
          <p:cNvSpPr/>
          <p:nvPr/>
        </p:nvSpPr>
        <p:spPr>
          <a:xfrm>
            <a:off x="840232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40232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47" name="Shape 145"/>
          <p:cNvSpPr/>
          <p:nvPr/>
        </p:nvSpPr>
        <p:spPr>
          <a:xfrm>
            <a:off x="890524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90524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49" name="Shape 147"/>
          <p:cNvSpPr/>
          <p:nvPr/>
        </p:nvSpPr>
        <p:spPr>
          <a:xfrm>
            <a:off x="940816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40816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1" name="Shape 149"/>
          <p:cNvSpPr/>
          <p:nvPr/>
        </p:nvSpPr>
        <p:spPr>
          <a:xfrm>
            <a:off x="991108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91108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53" name="Shape 151"/>
          <p:cNvSpPr/>
          <p:nvPr/>
        </p:nvSpPr>
        <p:spPr>
          <a:xfrm>
            <a:off x="789940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89940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55" name="Shape 153"/>
          <p:cNvSpPr/>
          <p:nvPr/>
        </p:nvSpPr>
        <p:spPr>
          <a:xfrm>
            <a:off x="840232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40232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57" name="Shape 155"/>
          <p:cNvSpPr/>
          <p:nvPr/>
        </p:nvSpPr>
        <p:spPr>
          <a:xfrm>
            <a:off x="890524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90524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9" name="Shape 157"/>
          <p:cNvSpPr/>
          <p:nvPr/>
        </p:nvSpPr>
        <p:spPr>
          <a:xfrm>
            <a:off x="940816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40816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61" name="Shape 159"/>
          <p:cNvSpPr/>
          <p:nvPr/>
        </p:nvSpPr>
        <p:spPr>
          <a:xfrm>
            <a:off x="991108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91108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63" name="Shape 161"/>
          <p:cNvSpPr/>
          <p:nvPr/>
        </p:nvSpPr>
        <p:spPr>
          <a:xfrm>
            <a:off x="789940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89940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65" name="Shape 163"/>
          <p:cNvSpPr/>
          <p:nvPr/>
        </p:nvSpPr>
        <p:spPr>
          <a:xfrm>
            <a:off x="840232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40232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67" name="Shape 165"/>
          <p:cNvSpPr/>
          <p:nvPr/>
        </p:nvSpPr>
        <p:spPr>
          <a:xfrm>
            <a:off x="890524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90524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69" name="Shape 167"/>
          <p:cNvSpPr/>
          <p:nvPr/>
        </p:nvSpPr>
        <p:spPr>
          <a:xfrm>
            <a:off x="940816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40816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1" name="Shape 169"/>
          <p:cNvSpPr/>
          <p:nvPr/>
        </p:nvSpPr>
        <p:spPr>
          <a:xfrm>
            <a:off x="991108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91108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pic>
        <p:nvPicPr>
          <p:cNvPr id="173" name="Image 0" descr="/home/ahmed/Projects/ai_llm_slides/videos/deep-learning/001_introduction/recreated_pptx/build/assets/eq_044_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042" y="3520694"/>
            <a:ext cx="112773" cy="118872"/>
          </a:xfrm>
          <a:prstGeom prst="rect">
            <a:avLst/>
          </a:prstGeom>
        </p:spPr>
      </p:pic>
      <p:pic>
        <p:nvPicPr>
          <p:cNvPr id="174" name="Image 1" descr="/home/ahmed/Projects/ai_llm_slides/videos/deep-learning/001_introduction/recreated_pptx/build/assets/eq_044_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978" y="3499612"/>
            <a:ext cx="184407" cy="97539"/>
          </a:xfrm>
          <a:prstGeom prst="rect">
            <a:avLst/>
          </a:prstGeom>
        </p:spPr>
      </p:pic>
      <p:sp>
        <p:nvSpPr>
          <p:cNvPr id="175" name="Text 171"/>
          <p:cNvSpPr/>
          <p:nvPr/>
        </p:nvSpPr>
        <p:spPr>
          <a:xfrm>
            <a:off x="17145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2350" dirty="0"/>
          </a:p>
        </p:txBody>
      </p:sp>
      <p:sp>
        <p:nvSpPr>
          <p:cNvPr id="176" name="Text 172"/>
          <p:cNvSpPr/>
          <p:nvPr/>
        </p:nvSpPr>
        <p:spPr>
          <a:xfrm>
            <a:off x="30734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</a:t>
            </a:r>
            <a:endParaRPr lang="en-US" sz="2350" dirty="0"/>
          </a:p>
        </p:txBody>
      </p:sp>
      <p:sp>
        <p:nvSpPr>
          <p:cNvPr id="177" name="Text 173"/>
          <p:cNvSpPr/>
          <p:nvPr/>
        </p:nvSpPr>
        <p:spPr>
          <a:xfrm>
            <a:off x="43053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350" dirty="0"/>
          </a:p>
        </p:txBody>
      </p:sp>
      <p:sp>
        <p:nvSpPr>
          <p:cNvPr id="178" name="Text 174"/>
          <p:cNvSpPr/>
          <p:nvPr/>
        </p:nvSpPr>
        <p:spPr>
          <a:xfrm>
            <a:off x="48133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350" dirty="0"/>
          </a:p>
        </p:txBody>
      </p:sp>
      <p:sp>
        <p:nvSpPr>
          <p:cNvPr id="179" name="Text 175"/>
          <p:cNvSpPr/>
          <p:nvPr/>
        </p:nvSpPr>
        <p:spPr>
          <a:xfrm>
            <a:off x="56388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2350" dirty="0"/>
          </a:p>
        </p:txBody>
      </p:sp>
      <p:sp>
        <p:nvSpPr>
          <p:cNvPr id="180" name="Text 176"/>
          <p:cNvSpPr/>
          <p:nvPr/>
        </p:nvSpPr>
        <p:spPr>
          <a:xfrm>
            <a:off x="76962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2350" dirty="0"/>
          </a:p>
        </p:txBody>
      </p:sp>
      <p:sp>
        <p:nvSpPr>
          <p:cNvPr id="181" name="Text 177"/>
          <p:cNvSpPr/>
          <p:nvPr/>
        </p:nvSpPr>
        <p:spPr>
          <a:xfrm>
            <a:off x="97155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2350" dirty="0"/>
          </a:p>
        </p:txBody>
      </p:sp>
      <p:sp>
        <p:nvSpPr>
          <p:cNvPr id="182" name="Text 178"/>
          <p:cNvSpPr/>
          <p:nvPr/>
        </p:nvSpPr>
        <p:spPr>
          <a:xfrm>
            <a:off x="105029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2350" dirty="0"/>
          </a:p>
        </p:txBody>
      </p:sp>
      <p:sp>
        <p:nvSpPr>
          <p:cNvPr id="183" name="Text 179"/>
          <p:cNvSpPr/>
          <p:nvPr/>
        </p:nvSpPr>
        <p:spPr>
          <a:xfrm>
            <a:off x="108458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50" dirty="0"/>
          </a:p>
        </p:txBody>
      </p:sp>
      <p:pic>
        <p:nvPicPr>
          <p:cNvPr id="184" name="Image 2" descr="/home/ahmed/Projects/ai_llm_slides/videos/deep-learning/001_introduction/recreated_pptx/build/assets/eq_044_s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08" y="1737362"/>
            <a:ext cx="809244" cy="204213"/>
          </a:xfrm>
          <a:prstGeom prst="rect">
            <a:avLst/>
          </a:prstGeom>
        </p:spPr>
      </p:pic>
      <p:pic>
        <p:nvPicPr>
          <p:cNvPr id="185" name="Image 3" descr="/home/ahmed/Projects/ai_llm_slides/videos/deep-learning/001_introduction/recreated_pptx/build/assets/eq_044_ht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008" y="1677925"/>
            <a:ext cx="1252728" cy="281937"/>
          </a:xfrm>
          <a:prstGeom prst="rect">
            <a:avLst/>
          </a:prstGeom>
        </p:spPr>
      </p:pic>
      <p:pic>
        <p:nvPicPr>
          <p:cNvPr id="186" name="Image 4" descr="/home/ahmed/Projects/ai_llm_slides/videos/deep-learning/001_introduction/recreated_pptx/build/assets/eq_044_wt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508" y="1667260"/>
            <a:ext cx="1368555" cy="295653"/>
          </a:xfrm>
          <a:prstGeom prst="rect">
            <a:avLst/>
          </a:prstGeom>
        </p:spPr>
      </p:pic>
      <p:sp>
        <p:nvSpPr>
          <p:cNvPr id="187" name="Shape 180"/>
          <p:cNvSpPr/>
          <p:nvPr/>
        </p:nvSpPr>
        <p:spPr>
          <a:xfrm>
            <a:off x="1409700" y="1790700"/>
            <a:ext cx="184150" cy="12065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39A6E"/>
            </a:solidFill>
            <a:prstDash val="solid"/>
          </a:ln>
        </p:spPr>
      </p:sp>
      <p:sp>
        <p:nvSpPr>
          <p:cNvPr id="188" name="Shape 181"/>
          <p:cNvSpPr/>
          <p:nvPr/>
        </p:nvSpPr>
        <p:spPr>
          <a:xfrm>
            <a:off x="977900" y="4991100"/>
            <a:ext cx="756285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3AB"/>
            </a:solidFill>
            <a:prstDash val="solid"/>
          </a:ln>
        </p:spPr>
      </p:sp>
      <p:sp>
        <p:nvSpPr>
          <p:cNvPr id="189" name="Text 182"/>
          <p:cNvSpPr/>
          <p:nvPr/>
        </p:nvSpPr>
        <p:spPr>
          <a:xfrm>
            <a:off x="1104900" y="49897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5x5</a:t>
            </a:r>
            <a:endParaRPr lang="en-US" sz="2100" dirty="0"/>
          </a:p>
        </p:txBody>
      </p:sp>
      <p:sp>
        <p:nvSpPr>
          <p:cNvPr id="190" name="Text 183"/>
          <p:cNvSpPr/>
          <p:nvPr/>
        </p:nvSpPr>
        <p:spPr>
          <a:xfrm>
            <a:off x="1117600" y="53326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padding ONE  pixel (surrounding the image) it will be 7x7</a:t>
            </a:r>
            <a:endParaRPr lang="en-US" sz="2100" dirty="0"/>
          </a:p>
        </p:txBody>
      </p:sp>
      <p:sp>
        <p:nvSpPr>
          <p:cNvPr id="191" name="Text 184"/>
          <p:cNvSpPr/>
          <p:nvPr/>
        </p:nvSpPr>
        <p:spPr>
          <a:xfrm>
            <a:off x="1130300" y="56755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 one filter  of size 3x3 , output will be 5x5 again</a:t>
            </a:r>
            <a:endParaRPr lang="en-US" sz="2100" dirty="0"/>
          </a:p>
        </p:txBody>
      </p:sp>
      <p:sp>
        <p:nvSpPr>
          <p:cNvPr id="192" name="Text 185"/>
          <p:cNvSpPr/>
          <p:nvPr/>
        </p:nvSpPr>
        <p:spPr>
          <a:xfrm>
            <a:off x="1104900" y="60184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the same for next applied filter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2026-10-12T06:13:35Z</dcterms:created>
  <dcterms:modified xsi:type="dcterms:W3CDTF">2026-10-12T06:13:35Z</dcterms:modified>
</cp:coreProperties>
</file>