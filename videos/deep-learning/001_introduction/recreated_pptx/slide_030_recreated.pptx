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2990850"/>
            <a:ext cx="4978400" cy="30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7800" y="3016250"/>
            <a:ext cx="447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300" spc="12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e.g. Sobel 2-D filter</a:t>
            </a:r>
            <a:endParaRPr lang="en-US" sz="3300" dirty="0"/>
          </a:p>
        </p:txBody>
      </p:sp>
      <p:pic>
        <p:nvPicPr>
          <p:cNvPr id="8" name="Image 0" descr="/home/ahmed/Projects/ai_llm_slides/videos/deep-learning/001_introduction/recreated_pptx/build/assets/meme030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606800"/>
            <a:ext cx="4292600" cy="2171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46800" y="4406900"/>
            <a:ext cx="647700" cy="2159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10" name="Image 1" descr="/home/ahmed/Projects/ai_llm_slides/videos/deep-learning/001_introduction/recreated_pptx/build/assets/sobel030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3429000"/>
            <a:ext cx="4457700" cy="222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4700" y="8407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7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filter on 2-D  gray image  (K=1 Channel)</a:t>
            </a:r>
            <a:endParaRPr lang="en-US" sz="3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2026-10-12T04:05:16Z</dcterms:created>
  <dcterms:modified xsi:type="dcterms:W3CDTF">2026-10-12T04:05:16Z</dcterms:modified>
</cp:coreProperties>
</file>