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3950" y="1695450"/>
            <a:ext cx="9575800" cy="4699000"/>
          </a:xfrm>
          <a:prstGeom prst="rect">
            <a:avLst/>
          </a:prstGeom>
          <a:solidFill>
            <a:srgbClr val="FFFFFF"/>
          </a:solidFill>
          <a:ln w="28575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850" y="848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5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in the real-world</a:t>
            </a:r>
            <a:endParaRPr lang="en-US" sz="4550" dirty="0"/>
          </a:p>
        </p:txBody>
      </p:sp>
      <p:sp>
        <p:nvSpPr>
          <p:cNvPr id="8" name="Text 6"/>
          <p:cNvSpPr/>
          <p:nvPr/>
        </p:nvSpPr>
        <p:spPr>
          <a:xfrm>
            <a:off x="1181100" y="163703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9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Broadly applicable in many domains</a:t>
            </a:r>
            <a:pPr algn="l" indent="0" marL="0">
              <a:lnSpc>
                <a:spcPts val="2800"/>
              </a:lnSpc>
              <a:buNone/>
            </a:pPr>
            <a:r>
              <a:rPr lang="en-US" sz="239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(e.g., finance, robotics,</a:t>
            </a:r>
            <a:endParaRPr lang="en-US" sz="2390" dirty="0"/>
          </a:p>
        </p:txBody>
      </p:sp>
      <p:sp>
        <p:nvSpPr>
          <p:cNvPr id="9" name="Text 7"/>
          <p:cNvSpPr/>
          <p:nvPr/>
        </p:nvSpPr>
        <p:spPr>
          <a:xfrm>
            <a:off x="1193800" y="197993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9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bioinformatics, vision, natural language, etc.). Some applications:</a:t>
            </a:r>
            <a:endParaRPr lang="en-US" sz="2390" dirty="0"/>
          </a:p>
        </p:txBody>
      </p:sp>
      <p:sp>
        <p:nvSpPr>
          <p:cNvPr id="10" name="Text 8"/>
          <p:cNvSpPr/>
          <p:nvPr/>
        </p:nvSpPr>
        <p:spPr>
          <a:xfrm>
            <a:off x="2603500" y="23550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2603500" y="2685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Translation (e.g.,  Google Translate)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603500" y="30154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Speech/handwriting recognition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2603500" y="33583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detection/recognition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2603500" y="36885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prediction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2603500" y="40187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DNA sequences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2603500" y="43489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market analysis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603500" y="46791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vehicle navigation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2603500" y="50093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 (e.g., Google)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2603500" y="53395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Credit-card fraud detection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2603500" y="56824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Webpage clustering (e.g., Google News)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2603500" y="60126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 and many more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2279650" y="25463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79650" y="28765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79650" y="32194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79650" y="35369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79650" y="38798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79650" y="42100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79650" y="45402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79650" y="48704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79650" y="52006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79650" y="55435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79650" y="58737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79650" y="62039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2026-10-12T03:38:46Z</dcterms:created>
  <dcterms:modified xsi:type="dcterms:W3CDTF">2026-10-12T03:38:46Z</dcterms:modified>
</cp:coreProperties>
</file>