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slideLayout" Target="../slideLayouts/slideLayout1.xml"/><Relationship Id="rId6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1123950"/>
            <a:ext cx="4267200" cy="200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11950" y="1123950"/>
            <a:ext cx="3352800" cy="199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5050" y="3244850"/>
            <a:ext cx="8699500" cy="1104900"/>
          </a:xfrm>
          <a:prstGeom prst="rect">
            <a:avLst/>
          </a:prstGeom>
          <a:solidFill>
            <a:srgbClr val="FAFEED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1950" y="4451350"/>
            <a:ext cx="4876800" cy="2000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26050" y="5105400"/>
            <a:ext cx="482600" cy="482600"/>
          </a:xfrm>
          <a:prstGeom prst="ellipse">
            <a:avLst/>
          </a:prstGeom>
          <a:solidFill>
            <a:srgbClr val="CC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5850" y="635381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 of Single Perceptron</a:t>
            </a:r>
            <a:endParaRPr lang="en-US" sz="3400" dirty="0"/>
          </a:p>
        </p:txBody>
      </p:sp>
      <p:pic>
        <p:nvPicPr>
          <p:cNvPr id="11" name="Image 0" descr="/home/ahmed/Projects/ai_llm_slides/videos/deep-learning/001_introduction/recreated_pptx/build/assets/eq_022_aug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408" y="2040890"/>
            <a:ext cx="371856" cy="193548"/>
          </a:xfrm>
          <a:prstGeom prst="rect">
            <a:avLst/>
          </a:prstGeom>
        </p:spPr>
      </p:pic>
      <p:pic>
        <p:nvPicPr>
          <p:cNvPr id="12" name="Image 1" descr="/home/ahmed/Projects/ai_llm_slides/videos/deep-learning/001_introduction/recreated_pptx/build/assets/eq_022_v1_x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96" y="1548892"/>
            <a:ext cx="178308" cy="144780"/>
          </a:xfrm>
          <a:prstGeom prst="rect">
            <a:avLst/>
          </a:prstGeom>
        </p:spPr>
      </p:pic>
      <p:pic>
        <p:nvPicPr>
          <p:cNvPr id="13" name="Image 2" descr="/home/ahmed/Projects/ai_llm_slides/videos/deep-learning/001_introduction/recreated_pptx/build/assets/eq_022_v1_x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1840992"/>
            <a:ext cx="190500" cy="144780"/>
          </a:xfrm>
          <a:prstGeom prst="rect">
            <a:avLst/>
          </a:prstGeom>
        </p:spPr>
      </p:pic>
      <p:pic>
        <p:nvPicPr>
          <p:cNvPr id="14" name="Image 3" descr="/home/ahmed/Projects/ai_llm_slides/videos/deep-learning/001_introduction/recreated_pptx/build/assets/eq_022_v1_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68" y="2159000"/>
            <a:ext cx="169164" cy="50292"/>
          </a:xfrm>
          <a:prstGeom prst="rect">
            <a:avLst/>
          </a:prstGeom>
        </p:spPr>
      </p:pic>
      <p:pic>
        <p:nvPicPr>
          <p:cNvPr id="15" name="Image 4" descr="/home/ahmed/Projects/ai_llm_slides/videos/deep-learning/001_introduction/recreated_pptx/build/assets/eq_022_v1_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068" y="2432050"/>
            <a:ext cx="169164" cy="50292"/>
          </a:xfrm>
          <a:prstGeom prst="rect">
            <a:avLst/>
          </a:prstGeom>
        </p:spPr>
      </p:pic>
      <p:pic>
        <p:nvPicPr>
          <p:cNvPr id="16" name="Image 5" descr="/home/ahmed/Projects/ai_llm_slides/videos/deep-learning/001_introduction/recreated_pptx/build/assets/eq_022_v1_x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162" y="2691892"/>
            <a:ext cx="188976" cy="146304"/>
          </a:xfrm>
          <a:prstGeom prst="rect">
            <a:avLst/>
          </a:prstGeom>
        </p:spPr>
      </p:pic>
      <p:pic>
        <p:nvPicPr>
          <p:cNvPr id="17" name="Image 6" descr="/home/ahmed/Projects/ai_llm_slides/videos/deep-learning/001_introduction/recreated_pptx/build/assets/eq_022_aug_ar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062" y="2016506"/>
            <a:ext cx="188976" cy="144780"/>
          </a:xfrm>
          <a:prstGeom prst="rect">
            <a:avLst/>
          </a:prstGeom>
        </p:spPr>
      </p:pic>
      <p:pic>
        <p:nvPicPr>
          <p:cNvPr id="18" name="Image 7" descr="/home/ahmed/Projects/ai_llm_slides/videos/deep-learning/001_introduction/recreated_pptx/build/assets/eq_022_augX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7208" y="2040890"/>
            <a:ext cx="371856" cy="193548"/>
          </a:xfrm>
          <a:prstGeom prst="rect">
            <a:avLst/>
          </a:prstGeom>
        </p:spPr>
      </p:pic>
      <p:pic>
        <p:nvPicPr>
          <p:cNvPr id="19" name="Image 8" descr="/home/ahmed/Projects/ai_llm_slides/videos/deep-learning/001_introduction/recreated_pptx/build/assets/eq_022_v2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1868" y="1325118"/>
            <a:ext cx="92964" cy="192024"/>
          </a:xfrm>
          <a:prstGeom prst="rect">
            <a:avLst/>
          </a:prstGeom>
        </p:spPr>
      </p:pic>
      <p:pic>
        <p:nvPicPr>
          <p:cNvPr id="20" name="Image 9" descr="/home/ahmed/Projects/ai_llm_slides/videos/deep-learning/001_introduction/recreated_pptx/build/assets/eq_022_v2_x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9196" y="1688592"/>
            <a:ext cx="178308" cy="144780"/>
          </a:xfrm>
          <a:prstGeom prst="rect">
            <a:avLst/>
          </a:prstGeom>
        </p:spPr>
      </p:pic>
      <p:pic>
        <p:nvPicPr>
          <p:cNvPr id="21" name="Image 10" descr="/home/ahmed/Projects/ai_llm_slides/videos/deep-learning/001_introduction/recreated_pptx/build/assets/eq_022_v2_x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100" y="1999742"/>
            <a:ext cx="190500" cy="144780"/>
          </a:xfrm>
          <a:prstGeom prst="rect">
            <a:avLst/>
          </a:prstGeom>
        </p:spPr>
      </p:pic>
      <p:pic>
        <p:nvPicPr>
          <p:cNvPr id="22" name="Image 11" descr="/home/ahmed/Projects/ai_llm_slides/videos/deep-learning/001_introduction/recreated_pptx/build/assets/eq_022_v2_d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3768" y="2305050"/>
            <a:ext cx="169164" cy="50292"/>
          </a:xfrm>
          <a:prstGeom prst="rect">
            <a:avLst/>
          </a:prstGeom>
        </p:spPr>
      </p:pic>
      <p:pic>
        <p:nvPicPr>
          <p:cNvPr id="23" name="Image 12" descr="/home/ahmed/Projects/ai_llm_slides/videos/deep-learning/001_introduction/recreated_pptx/build/assets/eq_022_v2_d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23768" y="2565400"/>
            <a:ext cx="169164" cy="50292"/>
          </a:xfrm>
          <a:prstGeom prst="rect">
            <a:avLst/>
          </a:prstGeom>
        </p:spPr>
      </p:pic>
      <p:pic>
        <p:nvPicPr>
          <p:cNvPr id="24" name="Image 13" descr="/home/ahmed/Projects/ai_llm_slides/videos/deep-learning/001_introduction/recreated_pptx/build/assets/eq_022_v2_x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3862" y="2812542"/>
            <a:ext cx="188976" cy="146304"/>
          </a:xfrm>
          <a:prstGeom prst="rect">
            <a:avLst/>
          </a:prstGeom>
        </p:spPr>
      </p:pic>
      <p:pic>
        <p:nvPicPr>
          <p:cNvPr id="25" name="Image 14" descr="/home/ahmed/Projects/ai_llm_slides/videos/deep-learning/001_introduction/recreated_pptx/build/assets/eq_022_wts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2508" y="2025650"/>
            <a:ext cx="227076" cy="217932"/>
          </a:xfrm>
          <a:prstGeom prst="rect">
            <a:avLst/>
          </a:prstGeom>
        </p:spPr>
      </p:pic>
      <p:pic>
        <p:nvPicPr>
          <p:cNvPr id="26" name="Image 15" descr="/home/ahmed/Projects/ai_llm_slides/videos/deep-learning/001_introduction/recreated_pptx/build/assets/eq_022_wtsEq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2764" y="2027682"/>
            <a:ext cx="195072" cy="102108"/>
          </a:xfrm>
          <a:prstGeom prst="rect">
            <a:avLst/>
          </a:prstGeom>
        </p:spPr>
      </p:pic>
      <p:pic>
        <p:nvPicPr>
          <p:cNvPr id="27" name="Image 16" descr="/home/ahmed/Projects/ai_llm_slides/videos/deep-learning/001_introduction/recreated_pptx/build/assets/eq_022_wv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7526" y="1281939"/>
            <a:ext cx="155448" cy="225552"/>
          </a:xfrm>
          <a:prstGeom prst="rect">
            <a:avLst/>
          </a:prstGeom>
        </p:spPr>
      </p:pic>
      <p:pic>
        <p:nvPicPr>
          <p:cNvPr id="28" name="Image 17" descr="/home/ahmed/Projects/ai_llm_slides/videos/deep-learning/001_introduction/recreated_pptx/build/assets/eq_022_wv_w1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7620" y="1700530"/>
            <a:ext cx="175260" cy="120396"/>
          </a:xfrm>
          <a:prstGeom prst="rect">
            <a:avLst/>
          </a:prstGeom>
        </p:spPr>
      </p:pic>
      <p:pic>
        <p:nvPicPr>
          <p:cNvPr id="29" name="Image 18" descr="/home/ahmed/Projects/ai_llm_slides/videos/deep-learning/001_introduction/recreated_pptx/build/assets/eq_022_wv_w2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3810" y="2018030"/>
            <a:ext cx="182880" cy="120396"/>
          </a:xfrm>
          <a:prstGeom prst="rect">
            <a:avLst/>
          </a:prstGeom>
        </p:spPr>
      </p:pic>
      <p:pic>
        <p:nvPicPr>
          <p:cNvPr id="30" name="Image 19" descr="/home/ahmed/Projects/ai_llm_slides/videos/deep-learning/001_introduction/recreated_pptx/build/assets/eq_022_wv_d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30668" y="2305050"/>
            <a:ext cx="169164" cy="50292"/>
          </a:xfrm>
          <a:prstGeom prst="rect">
            <a:avLst/>
          </a:prstGeom>
        </p:spPr>
      </p:pic>
      <p:pic>
        <p:nvPicPr>
          <p:cNvPr id="31" name="Image 20" descr="/home/ahmed/Projects/ai_llm_slides/videos/deep-learning/001_introduction/recreated_pptx/build/assets/eq_022_wv_d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30668" y="2565400"/>
            <a:ext cx="169164" cy="50292"/>
          </a:xfrm>
          <a:prstGeom prst="rect">
            <a:avLst/>
          </a:prstGeom>
        </p:spPr>
      </p:pic>
      <p:pic>
        <p:nvPicPr>
          <p:cNvPr id="32" name="Image 21" descr="/home/ahmed/Projects/ai_llm_slides/videos/deep-learning/001_introduction/recreated_pptx/build/assets/eq_022_wv_wn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3810" y="2830830"/>
            <a:ext cx="182880" cy="121920"/>
          </a:xfrm>
          <a:prstGeom prst="rect">
            <a:avLst/>
          </a:prstGeom>
        </p:spPr>
      </p:pic>
      <p:pic>
        <p:nvPicPr>
          <p:cNvPr id="33" name="Image 22" descr="/home/ahmed/Projects/ai_llm_slides/videos/deep-learning/001_introduction/recreated_pptx/build/assets/eq_022_dec_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2708" y="3628135"/>
            <a:ext cx="202692" cy="220980"/>
          </a:xfrm>
          <a:prstGeom prst="rect">
            <a:avLst/>
          </a:prstGeom>
        </p:spPr>
      </p:pic>
      <p:pic>
        <p:nvPicPr>
          <p:cNvPr id="34" name="Image 23" descr="/home/ahmed/Projects/ai_llm_slides/videos/deep-learning/001_introduction/recreated_pptx/build/assets/eq_022_dec_X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84808" y="3623818"/>
            <a:ext cx="192024" cy="192024"/>
          </a:xfrm>
          <a:prstGeom prst="rect">
            <a:avLst/>
          </a:prstGeom>
        </p:spPr>
      </p:pic>
      <p:pic>
        <p:nvPicPr>
          <p:cNvPr id="35" name="Image 24" descr="/home/ahmed/Projects/ai_llm_slides/videos/deep-learning/001_introduction/recreated_pptx/build/assets/eq_022_dec_rp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49908" y="3617468"/>
            <a:ext cx="86868" cy="236220"/>
          </a:xfrm>
          <a:prstGeom prst="rect">
            <a:avLst/>
          </a:prstGeom>
        </p:spPr>
      </p:pic>
      <p:pic>
        <p:nvPicPr>
          <p:cNvPr id="36" name="Image 25" descr="/home/ahmed/Projects/ai_llm_slides/videos/deep-learning/001_introduction/recreated_pptx/build/assets/eq_022_dec_e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40408" y="3722624"/>
            <a:ext cx="120396" cy="65532"/>
          </a:xfrm>
          <a:prstGeom prst="rect">
            <a:avLst/>
          </a:prstGeom>
        </p:spPr>
      </p:pic>
      <p:pic>
        <p:nvPicPr>
          <p:cNvPr id="37" name="Image 26" descr="/home/ahmed/Projects/ai_llm_slides/videos/deep-learning/001_introduction/recreated_pptx/build/assets/eq_022_dec_WT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69008" y="3606799"/>
            <a:ext cx="321564" cy="256032"/>
          </a:xfrm>
          <a:prstGeom prst="rect">
            <a:avLst/>
          </a:prstGeom>
        </p:spPr>
      </p:pic>
      <p:pic>
        <p:nvPicPr>
          <p:cNvPr id="38" name="Image 27" descr="/home/ahmed/Projects/ai_llm_slides/videos/deep-learning/001_introduction/recreated_pptx/build/assets/eq_022_dec_X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438908" y="3644900"/>
            <a:ext cx="169164" cy="214884"/>
          </a:xfrm>
          <a:prstGeom prst="rect">
            <a:avLst/>
          </a:prstGeom>
        </p:spPr>
      </p:pic>
      <p:pic>
        <p:nvPicPr>
          <p:cNvPr id="39" name="Image 28" descr="/home/ahmed/Projects/ai_llm_slides/videos/deep-learning/001_introduction/recreated_pptx/build/assets/eq_022_dec_e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31008" y="3722624"/>
            <a:ext cx="120396" cy="65532"/>
          </a:xfrm>
          <a:prstGeom prst="rect">
            <a:avLst/>
          </a:prstGeom>
        </p:spPr>
      </p:pic>
      <p:pic>
        <p:nvPicPr>
          <p:cNvPr id="40" name="Image 29" descr="/home/ahmed/Projects/ai_llm_slides/videos/deep-learning/001_introduction/recreated_pptx/build/assets/eq_022_dec_w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46908" y="3699764"/>
            <a:ext cx="367284" cy="138684"/>
          </a:xfrm>
          <a:prstGeom prst="rect">
            <a:avLst/>
          </a:prstGeom>
        </p:spPr>
      </p:pic>
      <p:pic>
        <p:nvPicPr>
          <p:cNvPr id="41" name="Image 30" descr="/home/ahmed/Projects/ai_llm_slides/videos/deep-learning/001_introduction/recreated_pptx/build/assets/eq_022_dec_p1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42208" y="3696716"/>
            <a:ext cx="118872" cy="120396"/>
          </a:xfrm>
          <a:prstGeom prst="rect">
            <a:avLst/>
          </a:prstGeom>
        </p:spPr>
      </p:pic>
      <p:pic>
        <p:nvPicPr>
          <p:cNvPr id="42" name="Image 31" descr="/home/ahmed/Projects/ai_llm_slides/videos/deep-learning/001_introduction/recreated_pptx/build/assets/eq_022_dec_w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07308" y="3704336"/>
            <a:ext cx="358140" cy="132588"/>
          </a:xfrm>
          <a:prstGeom prst="rect">
            <a:avLst/>
          </a:prstGeom>
        </p:spPr>
      </p:pic>
      <p:pic>
        <p:nvPicPr>
          <p:cNvPr id="43" name="Image 32" descr="/home/ahmed/Projects/ai_llm_slides/videos/deep-learning/001_introduction/recreated_pptx/build/assets/eq_022_dec_p2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02608" y="3696716"/>
            <a:ext cx="118872" cy="120396"/>
          </a:xfrm>
          <a:prstGeom prst="rect">
            <a:avLst/>
          </a:prstGeom>
        </p:spPr>
      </p:pic>
      <p:pic>
        <p:nvPicPr>
          <p:cNvPr id="44" name="Image 33" descr="/home/ahmed/Projects/ai_llm_slides/videos/deep-learning/001_introduction/recreated_pptx/build/assets/eq_022_dec_dots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67708" y="3777742"/>
            <a:ext cx="291084" cy="39624"/>
          </a:xfrm>
          <a:prstGeom prst="rect">
            <a:avLst/>
          </a:prstGeom>
        </p:spPr>
      </p:pic>
      <p:pic>
        <p:nvPicPr>
          <p:cNvPr id="45" name="Image 34" descr="/home/ahmed/Projects/ai_llm_slides/videos/deep-learning/001_introduction/recreated_pptx/build/assets/eq_022_dec_p3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85208" y="3696716"/>
            <a:ext cx="118872" cy="120396"/>
          </a:xfrm>
          <a:prstGeom prst="rect">
            <a:avLst/>
          </a:prstGeom>
        </p:spPr>
      </p:pic>
      <p:pic>
        <p:nvPicPr>
          <p:cNvPr id="46" name="Image 35" descr="/home/ahmed/Projects/ai_llm_slides/videos/deep-learning/001_introduction/recreated_pptx/build/assets/eq_022_dec_wn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50308" y="3704336"/>
            <a:ext cx="358140" cy="134112"/>
          </a:xfrm>
          <a:prstGeom prst="rect">
            <a:avLst/>
          </a:prstGeom>
        </p:spPr>
      </p:pic>
      <p:pic>
        <p:nvPicPr>
          <p:cNvPr id="47" name="Image 36" descr="/home/ahmed/Projects/ai_llm_slides/videos/deep-learning/001_introduction/recreated_pptx/build/assets/eq_022_dec_p4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245608" y="3696716"/>
            <a:ext cx="118872" cy="120396"/>
          </a:xfrm>
          <a:prstGeom prst="rect">
            <a:avLst/>
          </a:prstGeom>
        </p:spPr>
      </p:pic>
      <p:pic>
        <p:nvPicPr>
          <p:cNvPr id="48" name="Image 37" descr="/home/ahmed/Projects/ai_llm_slides/videos/deep-learning/001_introduction/recreated_pptx/build/assets/eq_022_dec_b1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10708" y="3652520"/>
            <a:ext cx="368808" cy="158496"/>
          </a:xfrm>
          <a:prstGeom prst="rect">
            <a:avLst/>
          </a:prstGeom>
        </p:spPr>
      </p:pic>
      <p:pic>
        <p:nvPicPr>
          <p:cNvPr id="49" name="Image 38" descr="/home/ahmed/Projects/ai_llm_slides/videos/deep-learning/001_introduction/recreated_pptx/build/assets/eq_022_dec_arr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37808" y="3671570"/>
            <a:ext cx="277368" cy="126492"/>
          </a:xfrm>
          <a:prstGeom prst="rect">
            <a:avLst/>
          </a:prstGeom>
        </p:spPr>
      </p:pic>
      <p:pic>
        <p:nvPicPr>
          <p:cNvPr id="50" name="Image 39" descr="/home/ahmed/Projects/ai_llm_slides/videos/deep-learning/001_introduction/recreated_pptx/build/assets/eq_022_case1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36308" y="3393441"/>
            <a:ext cx="1478280" cy="196596"/>
          </a:xfrm>
          <a:prstGeom prst="rect">
            <a:avLst/>
          </a:prstGeom>
        </p:spPr>
      </p:pic>
      <p:pic>
        <p:nvPicPr>
          <p:cNvPr id="51" name="Image 40" descr="/home/ahmed/Projects/ai_llm_slides/videos/deep-learning/001_introduction/recreated_pptx/build/assets/eq_022_case2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036308" y="3681984"/>
            <a:ext cx="1472184" cy="187452"/>
          </a:xfrm>
          <a:prstGeom prst="rect">
            <a:avLst/>
          </a:prstGeom>
        </p:spPr>
      </p:pic>
      <p:pic>
        <p:nvPicPr>
          <p:cNvPr id="52" name="Image 41" descr="/home/ahmed/Projects/ai_llm_slides/videos/deep-learning/001_introduction/recreated_pptx/build/assets/eq_022_case3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036308" y="3956812"/>
            <a:ext cx="2340864" cy="193548"/>
          </a:xfrm>
          <a:prstGeom prst="rect">
            <a:avLst/>
          </a:prstGeom>
        </p:spPr>
      </p:pic>
      <p:pic>
        <p:nvPicPr>
          <p:cNvPr id="53" name="Image 42" descr="/home/ahmed/Projects/ai_llm_slides/videos/deep-learning/001_introduction/recreated_pptx/build/assets/eq_022_sigma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347208" y="5227828"/>
            <a:ext cx="214884" cy="245364"/>
          </a:xfrm>
          <a:prstGeom prst="rect">
            <a:avLst/>
          </a:prstGeom>
        </p:spPr>
      </p:pic>
      <p:pic>
        <p:nvPicPr>
          <p:cNvPr id="54" name="Image 43" descr="/home/ahmed/Projects/ai_llm_slides/videos/deep-learning/001_introduction/recreated_pptx/build/assets/eq_022_d_x1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188208" y="4526280"/>
            <a:ext cx="146304" cy="120396"/>
          </a:xfrm>
          <a:prstGeom prst="rect">
            <a:avLst/>
          </a:prstGeom>
        </p:spPr>
      </p:pic>
      <p:pic>
        <p:nvPicPr>
          <p:cNvPr id="55" name="Image 44" descr="/home/ahmed/Projects/ai_llm_slides/videos/deep-learning/001_introduction/recreated_pptx/build/assets/eq_022_d_x2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188208" y="4805680"/>
            <a:ext cx="153924" cy="120396"/>
          </a:xfrm>
          <a:prstGeom prst="rect">
            <a:avLst/>
          </a:prstGeom>
        </p:spPr>
      </p:pic>
      <p:pic>
        <p:nvPicPr>
          <p:cNvPr id="56" name="Image 45" descr="/home/ahmed/Projects/ai_llm_slides/videos/deep-learning/001_introduction/recreated_pptx/build/assets/eq_022_d_x3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88208" y="5085080"/>
            <a:ext cx="149352" cy="121920"/>
          </a:xfrm>
          <a:prstGeom prst="rect">
            <a:avLst/>
          </a:prstGeom>
        </p:spPr>
      </p:pic>
      <p:pic>
        <p:nvPicPr>
          <p:cNvPr id="57" name="Image 46" descr="/home/ahmed/Projects/ai_llm_slides/videos/deep-learning/001_introduction/recreated_pptx/build/assets/eq_022_d_d1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199638" y="5403596"/>
            <a:ext cx="153924" cy="47244"/>
          </a:xfrm>
          <a:prstGeom prst="rect">
            <a:avLst/>
          </a:prstGeom>
        </p:spPr>
      </p:pic>
      <p:pic>
        <p:nvPicPr>
          <p:cNvPr id="58" name="Image 47" descr="/home/ahmed/Projects/ai_llm_slides/videos/deep-learning/001_introduction/recreated_pptx/build/assets/eq_022_d_d2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199638" y="5682996"/>
            <a:ext cx="153924" cy="47244"/>
          </a:xfrm>
          <a:prstGeom prst="rect">
            <a:avLst/>
          </a:prstGeom>
        </p:spPr>
      </p:pic>
      <p:pic>
        <p:nvPicPr>
          <p:cNvPr id="59" name="Image 48" descr="/home/ahmed/Projects/ai_llm_slides/videos/deep-learning/001_introduction/recreated_pptx/build/assets/eq_022_d_xn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188208" y="5961380"/>
            <a:ext cx="153924" cy="121920"/>
          </a:xfrm>
          <a:prstGeom prst="rect">
            <a:avLst/>
          </a:prstGeom>
        </p:spPr>
      </p:pic>
      <p:pic>
        <p:nvPicPr>
          <p:cNvPr id="60" name="Image 49" descr="/home/ahmed/Projects/ai_llm_slides/videos/deep-learning/001_introduction/recreated_pptx/build/assets/eq_022_d_1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26308" y="6138418"/>
            <a:ext cx="92964" cy="192024"/>
          </a:xfrm>
          <a:prstGeom prst="rect">
            <a:avLst/>
          </a:prstGeom>
        </p:spPr>
      </p:pic>
      <p:pic>
        <p:nvPicPr>
          <p:cNvPr id="61" name="Image 50" descr="/home/ahmed/Projects/ai_llm_slides/videos/deep-learning/001_introduction/recreated_pptx/build/assets/eq_022_d_w1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58108" y="4539742"/>
            <a:ext cx="214884" cy="144780"/>
          </a:xfrm>
          <a:prstGeom prst="rect">
            <a:avLst/>
          </a:prstGeom>
        </p:spPr>
      </p:pic>
      <p:pic>
        <p:nvPicPr>
          <p:cNvPr id="62" name="Image 51" descr="/home/ahmed/Projects/ai_llm_slides/videos/deep-learning/001_introduction/recreated_pptx/build/assets/eq_022_d_w2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8108" y="4761992"/>
            <a:ext cx="227076" cy="144780"/>
          </a:xfrm>
          <a:prstGeom prst="rect">
            <a:avLst/>
          </a:prstGeom>
        </p:spPr>
      </p:pic>
      <p:pic>
        <p:nvPicPr>
          <p:cNvPr id="63" name="Image 52" descr="/home/ahmed/Projects/ai_llm_slides/videos/deep-learning/001_introduction/recreated_pptx/build/assets/eq_022_d_w3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658108" y="5035042"/>
            <a:ext cx="220980" cy="146304"/>
          </a:xfrm>
          <a:prstGeom prst="rect">
            <a:avLst/>
          </a:prstGeom>
        </p:spPr>
      </p:pic>
      <p:pic>
        <p:nvPicPr>
          <p:cNvPr id="64" name="Image 53" descr="/home/ahmed/Projects/ai_llm_slides/videos/deep-learning/001_introduction/recreated_pptx/build/assets/eq_022_d_wn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658108" y="5695442"/>
            <a:ext cx="225552" cy="146304"/>
          </a:xfrm>
          <a:prstGeom prst="rect">
            <a:avLst/>
          </a:prstGeom>
        </p:spPr>
      </p:pic>
      <p:pic>
        <p:nvPicPr>
          <p:cNvPr id="65" name="Image 54" descr="/home/ahmed/Projects/ai_llm_slides/videos/deep-learning/001_introduction/recreated_pptx/build/assets/eq_022_d_b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696208" y="6111494"/>
            <a:ext cx="135636" cy="196596"/>
          </a:xfrm>
          <a:prstGeom prst="rect">
            <a:avLst/>
          </a:prstGeom>
        </p:spPr>
      </p:pic>
      <p:pic>
        <p:nvPicPr>
          <p:cNvPr id="66" name="Image 55" descr="/home/ahmed/Projects/ai_llm_slides/videos/deep-learning/001_introduction/recreated_pptx/build/assets/eq_022_par_v1L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485900" y="1422400"/>
            <a:ext cx="24384" cy="1459992"/>
          </a:xfrm>
          <a:prstGeom prst="rect">
            <a:avLst/>
          </a:prstGeom>
        </p:spPr>
      </p:pic>
      <p:pic>
        <p:nvPicPr>
          <p:cNvPr id="67" name="Image 56" descr="/home/ahmed/Projects/ai_llm_slides/videos/deep-learning/001_introduction/recreated_pptx/build/assets/eq_022_par_v1R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771650" y="1422400"/>
            <a:ext cx="24384" cy="1459992"/>
          </a:xfrm>
          <a:prstGeom prst="rect">
            <a:avLst/>
          </a:prstGeom>
        </p:spPr>
      </p:pic>
      <p:pic>
        <p:nvPicPr>
          <p:cNvPr id="68" name="Image 57" descr="/home/ahmed/Projects/ai_llm_slides/videos/deep-learning/001_introduction/recreated_pptx/build/assets/eq_022_par_v2L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155950" y="1295400"/>
            <a:ext cx="24384" cy="1726692"/>
          </a:xfrm>
          <a:prstGeom prst="rect">
            <a:avLst/>
          </a:prstGeom>
        </p:spPr>
      </p:pic>
      <p:pic>
        <p:nvPicPr>
          <p:cNvPr id="69" name="Image 58" descr="/home/ahmed/Projects/ai_llm_slides/videos/deep-learning/001_introduction/recreated_pptx/build/assets/eq_022_par_v2R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448050" y="1295400"/>
            <a:ext cx="24384" cy="1726692"/>
          </a:xfrm>
          <a:prstGeom prst="rect">
            <a:avLst/>
          </a:prstGeom>
        </p:spPr>
      </p:pic>
      <p:pic>
        <p:nvPicPr>
          <p:cNvPr id="70" name="Image 59" descr="/home/ahmed/Projects/ai_llm_slides/videos/deep-learning/001_introduction/recreated_pptx/build/assets/eq_022_par_wL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581900" y="1270000"/>
            <a:ext cx="24384" cy="1764792"/>
          </a:xfrm>
          <a:prstGeom prst="rect">
            <a:avLst/>
          </a:prstGeom>
        </p:spPr>
      </p:pic>
      <p:pic>
        <p:nvPicPr>
          <p:cNvPr id="71" name="Image 60" descr="/home/ahmed/Projects/ai_llm_slides/videos/deep-learning/001_introduction/recreated_pptx/build/assets/eq_022_par_wR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835900" y="1270000"/>
            <a:ext cx="24384" cy="1764792"/>
          </a:xfrm>
          <a:prstGeom prst="rect">
            <a:avLst/>
          </a:prstGeom>
        </p:spPr>
      </p:pic>
      <p:pic>
        <p:nvPicPr>
          <p:cNvPr id="72" name="Image 61" descr="/home/ahmed/Projects/ai_llm_slides/videos/deep-learning/001_introduction/recreated_pptx/build/assets/eq_022_par_caseL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893560" y="3314700"/>
            <a:ext cx="13716" cy="838200"/>
          </a:xfrm>
          <a:prstGeom prst="rect">
            <a:avLst/>
          </a:prstGeom>
        </p:spPr>
      </p:pic>
      <p:pic>
        <p:nvPicPr>
          <p:cNvPr id="73" name="Image 62" descr="/home/ahmed/Projects/ai_llm_slides/videos/deep-learning/001_introduction/recreated_pptx/build/assets/eq_022_par_caseR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497060" y="3314700"/>
            <a:ext cx="13716" cy="838200"/>
          </a:xfrm>
          <a:prstGeom prst="rect">
            <a:avLst/>
          </a:prstGeom>
        </p:spPr>
      </p:pic>
      <p:sp>
        <p:nvSpPr>
          <p:cNvPr id="74" name="Text 9"/>
          <p:cNvSpPr/>
          <p:nvPr/>
        </p:nvSpPr>
        <p:spPr>
          <a:xfrm>
            <a:off x="3801110" y="185699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4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Ugmented Vector</a:t>
            </a:r>
            <a:endParaRPr lang="en-US" sz="1540" dirty="0"/>
          </a:p>
        </p:txBody>
      </p:sp>
      <p:sp>
        <p:nvSpPr>
          <p:cNvPr id="75" name="Shape 10"/>
          <p:cNvSpPr/>
          <p:nvPr/>
        </p:nvSpPr>
        <p:spPr>
          <a:xfrm>
            <a:off x="3810000" y="2190750"/>
            <a:ext cx="133350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76" name="Text 11"/>
          <p:cNvSpPr/>
          <p:nvPr/>
        </p:nvSpPr>
        <p:spPr>
          <a:xfrm>
            <a:off x="8500110" y="185699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Weights</a:t>
            </a:r>
            <a:endParaRPr lang="en-US" sz="1600" dirty="0"/>
          </a:p>
        </p:txBody>
      </p:sp>
      <p:sp>
        <p:nvSpPr>
          <p:cNvPr id="77" name="Shape 12"/>
          <p:cNvSpPr/>
          <p:nvPr/>
        </p:nvSpPr>
        <p:spPr>
          <a:xfrm>
            <a:off x="8509000" y="2190750"/>
            <a:ext cx="116840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78" name="Shape 13"/>
          <p:cNvSpPr/>
          <p:nvPr/>
        </p:nvSpPr>
        <p:spPr>
          <a:xfrm>
            <a:off x="3454400" y="4578350"/>
            <a:ext cx="1600200" cy="7683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79" name="Shape 14"/>
          <p:cNvSpPr/>
          <p:nvPr/>
        </p:nvSpPr>
        <p:spPr>
          <a:xfrm>
            <a:off x="3454400" y="4864100"/>
            <a:ext cx="1600200" cy="48260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0" name="Shape 15"/>
          <p:cNvSpPr/>
          <p:nvPr/>
        </p:nvSpPr>
        <p:spPr>
          <a:xfrm>
            <a:off x="3454400" y="5143500"/>
            <a:ext cx="1600200" cy="20320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1" name="Shape 16"/>
          <p:cNvSpPr/>
          <p:nvPr/>
        </p:nvSpPr>
        <p:spPr>
          <a:xfrm flipV="1">
            <a:off x="3454400" y="5346700"/>
            <a:ext cx="1600200" cy="1206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2" name="Shape 17"/>
          <p:cNvSpPr/>
          <p:nvPr/>
        </p:nvSpPr>
        <p:spPr>
          <a:xfrm flipV="1">
            <a:off x="3454400" y="5346700"/>
            <a:ext cx="1600200" cy="40640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3" name="Shape 18"/>
          <p:cNvSpPr/>
          <p:nvPr/>
        </p:nvSpPr>
        <p:spPr>
          <a:xfrm flipV="1">
            <a:off x="3454400" y="5346700"/>
            <a:ext cx="1600200" cy="6667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4" name="Shape 19"/>
          <p:cNvSpPr/>
          <p:nvPr/>
        </p:nvSpPr>
        <p:spPr>
          <a:xfrm flipV="1">
            <a:off x="3454400" y="5346700"/>
            <a:ext cx="1600200" cy="9334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5" name="Shape 20"/>
          <p:cNvSpPr/>
          <p:nvPr/>
        </p:nvSpPr>
        <p:spPr>
          <a:xfrm rot="5400000">
            <a:off x="5029200" y="5270500"/>
            <a:ext cx="139700" cy="15240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21"/>
          <p:cNvSpPr/>
          <p:nvPr/>
        </p:nvSpPr>
        <p:spPr>
          <a:xfrm>
            <a:off x="5949950" y="5137150"/>
            <a:ext cx="533400" cy="425450"/>
          </a:xfrm>
          <a:prstGeom prst="rect">
            <a:avLst/>
          </a:prstGeom>
          <a:solidFill>
            <a:srgbClr val="E9B7D4"/>
          </a:solidFill>
          <a:ln w="19050">
            <a:solidFill>
              <a:srgbClr val="CC66CC"/>
            </a:solidFill>
            <a:prstDash val="solid"/>
          </a:ln>
        </p:spPr>
      </p:sp>
      <p:sp>
        <p:nvSpPr>
          <p:cNvPr id="87" name="Shape 22"/>
          <p:cNvSpPr/>
          <p:nvPr/>
        </p:nvSpPr>
        <p:spPr>
          <a:xfrm>
            <a:off x="5676900" y="5321300"/>
            <a:ext cx="1473200" cy="571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8" name="Shape 23"/>
          <p:cNvSpPr/>
          <p:nvPr/>
        </p:nvSpPr>
        <p:spPr>
          <a:xfrm rot="5400000">
            <a:off x="5861050" y="5276850"/>
            <a:ext cx="139700" cy="15240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9" name="Shape 24"/>
          <p:cNvSpPr/>
          <p:nvPr/>
        </p:nvSpPr>
        <p:spPr>
          <a:xfrm>
            <a:off x="6108700" y="5441950"/>
            <a:ext cx="177800" cy="3175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0" name="Shape 25"/>
          <p:cNvSpPr/>
          <p:nvPr/>
        </p:nvSpPr>
        <p:spPr>
          <a:xfrm>
            <a:off x="6248400" y="5232400"/>
            <a:ext cx="25400" cy="24130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1" name="Shape 26"/>
          <p:cNvSpPr/>
          <p:nvPr/>
        </p:nvSpPr>
        <p:spPr>
          <a:xfrm>
            <a:off x="6273800" y="5232400"/>
            <a:ext cx="177800" cy="3175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2" name="Shape 27"/>
          <p:cNvSpPr/>
          <p:nvPr/>
        </p:nvSpPr>
        <p:spPr>
          <a:xfrm rot="5400000">
            <a:off x="7150100" y="5276850"/>
            <a:ext cx="146050" cy="15240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3" name="Text 28"/>
          <p:cNvSpPr/>
          <p:nvPr/>
        </p:nvSpPr>
        <p:spPr>
          <a:xfrm>
            <a:off x="7293610" y="514985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O/P</a:t>
            </a:r>
            <a:endParaRPr lang="en-US" sz="2000" dirty="0"/>
          </a:p>
        </p:txBody>
      </p:sp>
      <p:sp>
        <p:nvSpPr>
          <p:cNvPr id="94" name="Shape 29"/>
          <p:cNvSpPr/>
          <p:nvPr/>
        </p:nvSpPr>
        <p:spPr>
          <a:xfrm>
            <a:off x="7956550" y="5022850"/>
            <a:ext cx="2438400" cy="622300"/>
          </a:xfrm>
          <a:prstGeom prst="rect">
            <a:avLst/>
          </a:prstGeom>
          <a:solidFill>
            <a:srgbClr val="E3E5C9"/>
          </a:solidFill>
          <a:ln w="19050">
            <a:solidFill>
              <a:srgbClr val="A79E88"/>
            </a:solidFill>
            <a:prstDash val="solid"/>
          </a:ln>
        </p:spPr>
      </p:sp>
      <p:sp>
        <p:nvSpPr>
          <p:cNvPr id="95" name="Text 30"/>
          <p:cNvSpPr/>
          <p:nvPr/>
        </p:nvSpPr>
        <p:spPr>
          <a:xfrm>
            <a:off x="7956550" y="5041913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80" b="1" i="1" dirty="0">
                <a:solidFill>
                  <a:srgbClr val="6048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Binary Classification</a:t>
            </a:r>
            <a:endParaRPr lang="en-US" sz="1780" dirty="0"/>
          </a:p>
        </p:txBody>
      </p:sp>
      <p:sp>
        <p:nvSpPr>
          <p:cNvPr id="96" name="Text 31"/>
          <p:cNvSpPr/>
          <p:nvPr/>
        </p:nvSpPr>
        <p:spPr>
          <a:xfrm>
            <a:off x="7956550" y="5251463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80" b="1" i="1" dirty="0">
                <a:solidFill>
                  <a:srgbClr val="6048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Classes)</a:t>
            </a:r>
            <a:endParaRPr lang="en-US" sz="1780" dirty="0"/>
          </a:p>
        </p:txBody>
      </p:sp>
      <p:sp>
        <p:nvSpPr>
          <p:cNvPr id="97" name="Shape 32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2026-10-12T06:30:45Z</dcterms:created>
  <dcterms:modified xsi:type="dcterms:W3CDTF">2026-10-12T06:30:45Z</dcterms:modified>
</cp:coreProperties>
</file>