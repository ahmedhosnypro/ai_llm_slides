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5500" y="3327400"/>
            <a:ext cx="105664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1350" y="8153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filter can we apply on the image</a:t>
            </a:r>
            <a:endParaRPr lang="en-US" sz="3500" dirty="0"/>
          </a:p>
        </p:txBody>
      </p:sp>
      <p:sp>
        <p:nvSpPr>
          <p:cNvPr id="7" name="Shape 5"/>
          <p:cNvSpPr/>
          <p:nvPr/>
        </p:nvSpPr>
        <p:spPr>
          <a:xfrm>
            <a:off x="812800" y="1727200"/>
            <a:ext cx="10680700" cy="1384300"/>
          </a:xfrm>
          <a:prstGeom prst="rect">
            <a:avLst/>
          </a:prstGeom>
          <a:solidFill>
            <a:srgbClr val="FFFFE1"/>
          </a:solidFill>
          <a:ln/>
        </p:spPr>
      </p:sp>
      <p:sp>
        <p:nvSpPr>
          <p:cNvPr id="8" name="Shape 6"/>
          <p:cNvSpPr/>
          <p:nvPr/>
        </p:nvSpPr>
        <p:spPr>
          <a:xfrm>
            <a:off x="812800" y="1727200"/>
            <a:ext cx="10680700" cy="25400"/>
          </a:xfrm>
          <a:prstGeom prst="rect">
            <a:avLst/>
          </a:prstGeom>
          <a:solidFill>
            <a:srgbClr val="B7BAAB"/>
          </a:solidFill>
          <a:ln w="3175">
            <a:solidFill>
              <a:srgbClr val="B7BA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800" y="3086100"/>
            <a:ext cx="10680700" cy="25400"/>
          </a:xfrm>
          <a:prstGeom prst="rect">
            <a:avLst/>
          </a:prstGeom>
          <a:solidFill>
            <a:srgbClr val="B7BAAB"/>
          </a:solidFill>
          <a:ln w="3175">
            <a:solidFill>
              <a:srgbClr val="B7BA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800" y="1727200"/>
            <a:ext cx="25400" cy="1384300"/>
          </a:xfrm>
          <a:prstGeom prst="rect">
            <a:avLst/>
          </a:prstGeom>
          <a:solidFill>
            <a:srgbClr val="B7BAAB"/>
          </a:solidFill>
          <a:ln w="3175">
            <a:solidFill>
              <a:srgbClr val="B7BA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1714500"/>
            <a:ext cx="10515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can Apply </a:t>
            </a:r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multiple filters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on the </a:t>
            </a:r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location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(e.g. 5 different filters on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location.  For Example: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one to </a:t>
            </a:r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 edges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one to </a:t>
            </a:r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 lines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one to </a:t>
            </a:r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 curves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...etc)</a:t>
            </a:r>
            <a:endParaRPr lang="en-US" sz="2600" dirty="0"/>
          </a:p>
        </p:txBody>
      </p:sp>
      <p:pic>
        <p:nvPicPr>
          <p:cNvPr id="12" name="Image 0" descr="/home/ahmed/Projects/ai_llm_slides/videos/deep-learning/001_introduction/recreated_pptx/build/assets/diagram0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600" y="3378200"/>
            <a:ext cx="10490200" cy="23495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-1320800" y="5527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How many weights for these 5 neurons?</a:t>
            </a:r>
            <a:endParaRPr lang="en-US" sz="2750" dirty="0"/>
          </a:p>
        </p:txBody>
      </p:sp>
      <p:pic>
        <p:nvPicPr>
          <p:cNvPr id="14" name="Image 1" descr="/home/ahmed/Projects/ai_llm_slides/videos/deep-learning/001_introduction/recreated_pptx/build/assets/eq_735_0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008" y="6172708"/>
            <a:ext cx="2825496" cy="2423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2026-10-12T07:32:43Z</dcterms:created>
  <dcterms:modified xsi:type="dcterms:W3CDTF">2026-10-12T07:32:43Z</dcterms:modified>
</cp:coreProperties>
</file>