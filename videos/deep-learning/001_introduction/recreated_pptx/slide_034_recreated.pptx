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5500" y="2146300"/>
            <a:ext cx="10541000" cy="410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6" name="Image 0" descr="/home/ahmed/Projects/ai_llm_slides/videos/deep-learning/001_introduction/recreated_pptx/build/assets/meme0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00" y="3187700"/>
            <a:ext cx="3149600" cy="2463800"/>
          </a:xfrm>
          <a:prstGeom prst="rect">
            <a:avLst/>
          </a:prstGeom>
        </p:spPr>
      </p:pic>
      <p:pic>
        <p:nvPicPr>
          <p:cNvPr id="7" name="Image 1" descr="/home/ahmed/Projects/ai_llm_slides/videos/deep-learning/001_introduction/recreated_pptx/build/assets/rgbstack03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100" y="2730500"/>
            <a:ext cx="3810000" cy="3060700"/>
          </a:xfrm>
          <a:prstGeom prst="rect">
            <a:avLst/>
          </a:prstGeom>
        </p:spPr>
      </p:pic>
      <p:pic>
        <p:nvPicPr>
          <p:cNvPr id="8" name="Image 2" descr="/home/ahmed/Projects/ai_llm_slides/videos/deep-learning/001_introduction/recreated_pptx/build/assets/cube03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0" y="3403600"/>
            <a:ext cx="2552700" cy="27051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8800" y="80645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a k-D filter looks like?</a:t>
            </a:r>
            <a:endParaRPr lang="en-US" sz="3500" dirty="0"/>
          </a:p>
        </p:txBody>
      </p:sp>
      <p:sp>
        <p:nvSpPr>
          <p:cNvPr id="10" name="Text 5"/>
          <p:cNvSpPr/>
          <p:nvPr/>
        </p:nvSpPr>
        <p:spPr>
          <a:xfrm>
            <a:off x="1073150" y="258445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e.g. Sobel 2-D filter</a:t>
            </a:r>
            <a:endParaRPr lang="en-US" sz="2650" dirty="0"/>
          </a:p>
        </p:txBody>
      </p:sp>
      <p:sp>
        <p:nvSpPr>
          <p:cNvPr id="11" name="Text 6"/>
          <p:cNvSpPr/>
          <p:nvPr/>
        </p:nvSpPr>
        <p:spPr>
          <a:xfrm>
            <a:off x="9499600" y="2870200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3-D Filter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2026-10-12T04:25:36Z</dcterms:created>
  <dcterms:modified xsi:type="dcterms:W3CDTF">2026-10-12T04:25:36Z</dcterms:modified>
</cp:coreProperties>
</file>