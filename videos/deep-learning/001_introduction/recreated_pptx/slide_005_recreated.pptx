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30300" y="1752600"/>
            <a:ext cx="9982200" cy="463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90805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Machine Learning?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1282700" y="1905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Learning: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790700" y="2393950"/>
            <a:ext cx="932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spc="2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algorithms that can </a:t>
            </a:r>
            <a:pPr algn="l" indent="0" marL="0">
              <a:lnSpc>
                <a:spcPts val="3000"/>
              </a:lnSpc>
              <a:buNone/>
            </a:pPr>
            <a:r>
              <a:rPr lang="en-US" sz="2500" spc="22" kern="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patterns from data</a:t>
            </a:r>
            <a:pPr algn="l" indent="0" marL="0">
              <a:lnSpc>
                <a:spcPts val="3000"/>
              </a:lnSpc>
              <a:buNone/>
            </a:pPr>
            <a:r>
              <a:rPr lang="en-US" sz="2500" spc="2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(and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790700" y="2749550"/>
            <a:ext cx="932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them)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790700" y="3257550"/>
            <a:ext cx="932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spc="42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</a:t>
            </a:r>
            <a:pPr algn="l" indent="0" marL="0">
              <a:lnSpc>
                <a:spcPts val="3000"/>
              </a:lnSpc>
              <a:buNone/>
            </a:pPr>
            <a:r>
              <a:rPr lang="en-US" sz="2500" spc="4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human supplies training examples, the machine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790700" y="3625850"/>
            <a:ext cx="932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790700" y="4121150"/>
            <a:ext cx="932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spc="38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lnSpc>
                <a:spcPts val="3000"/>
              </a:lnSpc>
              <a:buNone/>
            </a:pPr>
            <a:r>
              <a:rPr lang="en-US" sz="2500" spc="3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 the machine a bunch of spam and legitimate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790700" y="4489450"/>
            <a:ext cx="932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spc="2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 and </a:t>
            </a:r>
            <a:pPr algn="l" indent="0" marL="0">
              <a:lnSpc>
                <a:spcPts val="3000"/>
              </a:lnSpc>
              <a:buNone/>
            </a:pPr>
            <a:r>
              <a:rPr lang="en-US" sz="2500" spc="23" kern="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it learn to predict if a new email is spam or not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1397000" y="2578100"/>
            <a:ext cx="88900" cy="889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97000" y="3441700"/>
            <a:ext cx="88900" cy="889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97000" y="4318000"/>
            <a:ext cx="88900" cy="889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2026-10-12T02:06:20Z</dcterms:created>
  <dcterms:modified xsi:type="dcterms:W3CDTF">2026-10-12T02:06:20Z</dcterms:modified>
</cp:coreProperties>
</file>