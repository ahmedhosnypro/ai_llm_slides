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6500" y="1993900"/>
            <a:ext cx="9010650" cy="4343400"/>
          </a:xfrm>
          <a:prstGeom prst="rect">
            <a:avLst/>
          </a:prstGeom>
          <a:solidFill>
            <a:srgbClr val="FFFFFF"/>
          </a:solidFill>
          <a:ln w="38100">
            <a:solidFill>
              <a:srgbClr val="1304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1003300"/>
            <a:ext cx="3403600" cy="723900"/>
          </a:xfrm>
          <a:prstGeom prst="rect">
            <a:avLst/>
          </a:prstGeom>
          <a:solidFill>
            <a:srgbClr val="9F0000"/>
          </a:solidFill>
          <a:ln w="12700">
            <a:solidFill>
              <a:srgbClr val="9F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9200" y="1013460"/>
            <a:ext cx="3403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12900" y="203454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7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Commonly used classifiers:</a:t>
            </a:r>
            <a:endParaRPr lang="en-US" sz="2070" dirty="0"/>
          </a:p>
        </p:txBody>
      </p:sp>
      <p:sp>
        <p:nvSpPr>
          <p:cNvPr id="10" name="Text 8"/>
          <p:cNvSpPr/>
          <p:nvPr/>
        </p:nvSpPr>
        <p:spPr>
          <a:xfrm>
            <a:off x="2095500" y="260223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47850" y="27241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95500" y="315468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 Regression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847850" y="327660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5500" y="370713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847850" y="38290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95500" y="426593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847850" y="43878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95500" y="482473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Markov Model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847850" y="49466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95500" y="538353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847850" y="55054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2026-10-12T04:28:18Z</dcterms:created>
  <dcterms:modified xsi:type="dcterms:W3CDTF">2026-10-12T04:28:18Z</dcterms:modified>
</cp:coreProperties>
</file>