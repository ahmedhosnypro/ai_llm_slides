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image" Target="../media/image-1-1.png"/><Relationship Id="rId7" Type="http://schemas.openxmlformats.org/officeDocument/2006/relationships/image" Target="../media/image-1-1.png"/><Relationship Id="rId8" Type="http://schemas.openxmlformats.org/officeDocument/2006/relationships/image" Target="../media/image-1-1.png"/><Relationship Id="rId9" Type="http://schemas.openxmlformats.org/officeDocument/2006/relationships/image" Target="../media/image-1-1.png"/><Relationship Id="rId10" Type="http://schemas.openxmlformats.org/officeDocument/2006/relationships/image" Target="../media/image-1-1.png"/><Relationship Id="rId11" Type="http://schemas.openxmlformats.org/officeDocument/2006/relationships/image" Target="../media/image-1-1.png"/><Relationship Id="rId12" Type="http://schemas.openxmlformats.org/officeDocument/2006/relationships/image" Target="../media/image-1-1.png"/><Relationship Id="rId13" Type="http://schemas.openxmlformats.org/officeDocument/2006/relationships/image" Target="../media/image-1-1.png"/><Relationship Id="rId14" Type="http://schemas.openxmlformats.org/officeDocument/2006/relationships/image" Target="../media/image-1-1.png"/><Relationship Id="rId15" Type="http://schemas.openxmlformats.org/officeDocument/2006/relationships/image" Target="../media/image-1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2600" y="6692900"/>
            <a:ext cx="11214100" cy="1333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2095500"/>
            <a:ext cx="9169400" cy="3213100"/>
          </a:xfrm>
          <a:prstGeom prst="rect">
            <a:avLst/>
          </a:prstGeom>
          <a:solidFill>
            <a:srgbClr val="DAD0C4"/>
          </a:solidFill>
          <a:ln w="12700">
            <a:solidFill>
              <a:srgbClr val="DAD0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1850" y="723900"/>
            <a:ext cx="812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Model</a:t>
            </a:r>
            <a:endParaRPr lang="en-US" sz="3050" dirty="0"/>
          </a:p>
        </p:txBody>
      </p:sp>
      <p:sp>
        <p:nvSpPr>
          <p:cNvPr id="8" name="Shape 6"/>
          <p:cNvSpPr/>
          <p:nvPr/>
        </p:nvSpPr>
        <p:spPr>
          <a:xfrm>
            <a:off x="1778000" y="1790700"/>
            <a:ext cx="8636000" cy="0"/>
          </a:xfrm>
          <a:prstGeom prst="line">
            <a:avLst/>
          </a:prstGeom>
          <a:noFill/>
          <a:ln w="15875">
            <a:solidFill>
              <a:srgbClr val="99009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rot="16200000">
            <a:off x="1536700" y="1651000"/>
            <a:ext cx="203200" cy="279400"/>
          </a:xfrm>
          <a:prstGeom prst="triangle">
            <a:avLst/>
          </a:prstGeom>
          <a:solidFill>
            <a:srgbClr val="990099"/>
          </a:solidFill>
          <a:ln w="12700">
            <a:solidFill>
              <a:srgbClr val="9900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800" y="1612900"/>
            <a:ext cx="965200" cy="355600"/>
          </a:xfrm>
          <a:prstGeom prst="rect">
            <a:avLst/>
          </a:prstGeom>
          <a:solidFill>
            <a:srgbClr val="FF99FF"/>
          </a:solidFill>
          <a:ln w="9525">
            <a:solidFill>
              <a:srgbClr val="99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16129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414000" y="1587500"/>
            <a:ext cx="863600" cy="368300"/>
          </a:xfrm>
          <a:prstGeom prst="rect">
            <a:avLst/>
          </a:prstGeom>
          <a:solidFill>
            <a:srgbClr val="FF99FF"/>
          </a:solidFill>
          <a:ln w="9525">
            <a:solidFill>
              <a:srgbClr val="993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14000" y="1587500"/>
            <a:ext cx="8636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3450" y="316865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066800" y="2686050"/>
            <a:ext cx="685800" cy="5397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6800" y="3225800"/>
            <a:ext cx="685800" cy="4000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6800" y="3225800"/>
            <a:ext cx="685800" cy="142875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450" y="346710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066800" y="2686050"/>
            <a:ext cx="685800" cy="8382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6800" y="3524250"/>
            <a:ext cx="685800" cy="1016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6800" y="3524250"/>
            <a:ext cx="685800" cy="11303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3450" y="375920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066800" y="2686050"/>
            <a:ext cx="685800" cy="11303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66800" y="3625850"/>
            <a:ext cx="685800" cy="1905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6800" y="3816350"/>
            <a:ext cx="685800" cy="8382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3450" y="4051300"/>
            <a:ext cx="114300" cy="114300"/>
          </a:xfrm>
          <a:prstGeom prst="ellipse">
            <a:avLst/>
          </a:prstGeom>
          <a:solidFill>
            <a:srgbClr val="CC00CC"/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066800" y="2686050"/>
            <a:ext cx="685800" cy="14224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66800" y="3625850"/>
            <a:ext cx="685800" cy="4826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6800" y="4108450"/>
            <a:ext cx="685800" cy="546100"/>
          </a:xfrm>
          <a:prstGeom prst="line">
            <a:avLst/>
          </a:prstGeom>
          <a:noFill/>
          <a:ln w="9525">
            <a:solidFill>
              <a:srgbClr val="ACA29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2050" y="26289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22550" y="26289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13050" y="26289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91450" y="26289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81950" y="26289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72450" y="26289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32050" y="35687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22550" y="35687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13050" y="35687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91450" y="35687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81950" y="35687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72450" y="35687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32050" y="45974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22550" y="45974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813050" y="45974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6B68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91450" y="45974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81950" y="45974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72450" y="4597400"/>
            <a:ext cx="114300" cy="114300"/>
          </a:xfrm>
          <a:prstGeom prst="ellipse">
            <a:avLst/>
          </a:prstGeom>
          <a:solidFill>
            <a:srgbClr val="DAD0C4"/>
          </a:solidFill>
          <a:ln w="12700">
            <a:solidFill>
              <a:srgbClr val="2E2A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87750" y="2686050"/>
            <a:ext cx="15494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564397" y="2795188"/>
            <a:ext cx="1597218" cy="716328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515434" y="2868653"/>
            <a:ext cx="1697476" cy="1594599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3564397" y="2800385"/>
            <a:ext cx="1597218" cy="716328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587750" y="3625850"/>
            <a:ext cx="15494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560458" y="3743378"/>
            <a:ext cx="1605284" cy="788048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3515434" y="2877348"/>
            <a:ext cx="1697476" cy="1594599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3560458" y="3748974"/>
            <a:ext cx="1605284" cy="788048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587750" y="4654550"/>
            <a:ext cx="15494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543300" y="2635250"/>
            <a:ext cx="88900" cy="1016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43300" y="3575050"/>
            <a:ext cx="88900" cy="1016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43300" y="4603750"/>
            <a:ext cx="88900" cy="1016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83250" y="2686050"/>
            <a:ext cx="15303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659523" y="2796019"/>
            <a:ext cx="1578935" cy="714625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5610099" y="2869537"/>
            <a:ext cx="1680135" cy="1592788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V="1">
            <a:off x="5659523" y="2801256"/>
            <a:ext cx="1578935" cy="714625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5683250" y="3625850"/>
            <a:ext cx="15303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655531" y="3744244"/>
            <a:ext cx="1587109" cy="786274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 flipV="1">
            <a:off x="5610099" y="2878275"/>
            <a:ext cx="1680135" cy="1592788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 flipV="1">
            <a:off x="5655531" y="3749882"/>
            <a:ext cx="1587109" cy="786274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5683250" y="4654550"/>
            <a:ext cx="15303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5638800" y="2635250"/>
            <a:ext cx="88900" cy="1016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638800" y="3575050"/>
            <a:ext cx="88900" cy="1016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638800" y="4603750"/>
            <a:ext cx="88900" cy="1016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778000" y="243205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032000" y="24320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790700" y="2571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75" name="Image 0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050" y="2597658"/>
            <a:ext cx="138684" cy="176784"/>
          </a:xfrm>
          <a:prstGeom prst="rect">
            <a:avLst/>
          </a:prstGeom>
        </p:spPr>
      </p:pic>
      <p:sp>
        <p:nvSpPr>
          <p:cNvPr id="76" name="Shape 73"/>
          <p:cNvSpPr/>
          <p:nvPr/>
        </p:nvSpPr>
        <p:spPr>
          <a:xfrm>
            <a:off x="1778000" y="337185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032000" y="33718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1790700" y="3511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79" name="Image 1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0" y="3537458"/>
            <a:ext cx="138684" cy="176784"/>
          </a:xfrm>
          <a:prstGeom prst="rect">
            <a:avLst/>
          </a:prstGeom>
        </p:spPr>
      </p:pic>
      <p:sp>
        <p:nvSpPr>
          <p:cNvPr id="80" name="Shape 76"/>
          <p:cNvSpPr/>
          <p:nvPr/>
        </p:nvSpPr>
        <p:spPr>
          <a:xfrm>
            <a:off x="1778000" y="440055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2032000" y="44005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1790700" y="4540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83" name="Image 2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050" y="4566158"/>
            <a:ext cx="138684" cy="176784"/>
          </a:xfrm>
          <a:prstGeom prst="rect">
            <a:avLst/>
          </a:prstGeom>
        </p:spPr>
      </p:pic>
      <p:sp>
        <p:nvSpPr>
          <p:cNvPr id="84" name="Shape 79"/>
          <p:cNvSpPr/>
          <p:nvPr/>
        </p:nvSpPr>
        <p:spPr>
          <a:xfrm>
            <a:off x="3067050" y="2432050"/>
            <a:ext cx="508000" cy="50800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7780AA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3321050" y="24320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86" name="Text 81"/>
          <p:cNvSpPr/>
          <p:nvPr/>
        </p:nvSpPr>
        <p:spPr>
          <a:xfrm>
            <a:off x="3079750" y="2571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87" name="Image 3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100" y="2597658"/>
            <a:ext cx="138684" cy="176784"/>
          </a:xfrm>
          <a:prstGeom prst="rect">
            <a:avLst/>
          </a:prstGeom>
        </p:spPr>
      </p:pic>
      <p:sp>
        <p:nvSpPr>
          <p:cNvPr id="88" name="Shape 82"/>
          <p:cNvSpPr/>
          <p:nvPr/>
        </p:nvSpPr>
        <p:spPr>
          <a:xfrm>
            <a:off x="3067050" y="3371850"/>
            <a:ext cx="508000" cy="50800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7780AA"/>
            </a:solidFill>
            <a:prstDash val="solid"/>
          </a:ln>
        </p:spPr>
      </p:sp>
      <p:sp>
        <p:nvSpPr>
          <p:cNvPr id="89" name="Shape 83"/>
          <p:cNvSpPr/>
          <p:nvPr/>
        </p:nvSpPr>
        <p:spPr>
          <a:xfrm>
            <a:off x="3321050" y="33718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90" name="Text 84"/>
          <p:cNvSpPr/>
          <p:nvPr/>
        </p:nvSpPr>
        <p:spPr>
          <a:xfrm>
            <a:off x="3079750" y="3511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91" name="Image 4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0100" y="3537458"/>
            <a:ext cx="138684" cy="176784"/>
          </a:xfrm>
          <a:prstGeom prst="rect">
            <a:avLst/>
          </a:prstGeom>
        </p:spPr>
      </p:pic>
      <p:sp>
        <p:nvSpPr>
          <p:cNvPr id="92" name="Shape 85"/>
          <p:cNvSpPr/>
          <p:nvPr/>
        </p:nvSpPr>
        <p:spPr>
          <a:xfrm>
            <a:off x="3067050" y="4400550"/>
            <a:ext cx="508000" cy="508000"/>
          </a:xfrm>
          <a:prstGeom prst="ellipse">
            <a:avLst/>
          </a:prstGeom>
          <a:solidFill>
            <a:srgbClr val="DCE9F5"/>
          </a:solidFill>
          <a:ln w="12700">
            <a:solidFill>
              <a:srgbClr val="7780AA"/>
            </a:solidFill>
            <a:prstDash val="solid"/>
          </a:ln>
        </p:spPr>
      </p:sp>
      <p:sp>
        <p:nvSpPr>
          <p:cNvPr id="93" name="Shape 86"/>
          <p:cNvSpPr/>
          <p:nvPr/>
        </p:nvSpPr>
        <p:spPr>
          <a:xfrm>
            <a:off x="3321050" y="44005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94" name="Text 87"/>
          <p:cNvSpPr/>
          <p:nvPr/>
        </p:nvSpPr>
        <p:spPr>
          <a:xfrm>
            <a:off x="3079750" y="4540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95" name="Image 5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0100" y="4566158"/>
            <a:ext cx="138684" cy="176784"/>
          </a:xfrm>
          <a:prstGeom prst="rect">
            <a:avLst/>
          </a:prstGeom>
        </p:spPr>
      </p:pic>
      <p:sp>
        <p:nvSpPr>
          <p:cNvPr id="96" name="Shape 88"/>
          <p:cNvSpPr/>
          <p:nvPr/>
        </p:nvSpPr>
        <p:spPr>
          <a:xfrm>
            <a:off x="5162550" y="2432050"/>
            <a:ext cx="508000" cy="508000"/>
          </a:xfrm>
          <a:prstGeom prst="ellipse">
            <a:avLst/>
          </a:prstGeom>
          <a:solidFill>
            <a:srgbClr val="DCFFB5"/>
          </a:solidFill>
          <a:ln w="12700">
            <a:solidFill>
              <a:srgbClr val="6B9944"/>
            </a:solidFill>
            <a:prstDash val="solid"/>
          </a:ln>
        </p:spPr>
      </p:sp>
      <p:sp>
        <p:nvSpPr>
          <p:cNvPr id="97" name="Shape 89"/>
          <p:cNvSpPr/>
          <p:nvPr/>
        </p:nvSpPr>
        <p:spPr>
          <a:xfrm>
            <a:off x="5416550" y="24320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98" name="Text 90"/>
          <p:cNvSpPr/>
          <p:nvPr/>
        </p:nvSpPr>
        <p:spPr>
          <a:xfrm>
            <a:off x="5175250" y="2571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99" name="Image 6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5600" y="2597658"/>
            <a:ext cx="138684" cy="176784"/>
          </a:xfrm>
          <a:prstGeom prst="rect">
            <a:avLst/>
          </a:prstGeom>
        </p:spPr>
      </p:pic>
      <p:sp>
        <p:nvSpPr>
          <p:cNvPr id="100" name="Shape 91"/>
          <p:cNvSpPr/>
          <p:nvPr/>
        </p:nvSpPr>
        <p:spPr>
          <a:xfrm>
            <a:off x="5162550" y="3371850"/>
            <a:ext cx="508000" cy="508000"/>
          </a:xfrm>
          <a:prstGeom prst="ellipse">
            <a:avLst/>
          </a:prstGeom>
          <a:solidFill>
            <a:srgbClr val="DCFFB5"/>
          </a:solidFill>
          <a:ln w="12700">
            <a:solidFill>
              <a:srgbClr val="6B9944"/>
            </a:solidFill>
            <a:prstDash val="solid"/>
          </a:ln>
        </p:spPr>
      </p:sp>
      <p:sp>
        <p:nvSpPr>
          <p:cNvPr id="101" name="Shape 92"/>
          <p:cNvSpPr/>
          <p:nvPr/>
        </p:nvSpPr>
        <p:spPr>
          <a:xfrm>
            <a:off x="5416550" y="33718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02" name="Text 93"/>
          <p:cNvSpPr/>
          <p:nvPr/>
        </p:nvSpPr>
        <p:spPr>
          <a:xfrm>
            <a:off x="5175250" y="3511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03" name="Image 7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5600" y="3537458"/>
            <a:ext cx="138684" cy="176784"/>
          </a:xfrm>
          <a:prstGeom prst="rect">
            <a:avLst/>
          </a:prstGeom>
        </p:spPr>
      </p:pic>
      <p:sp>
        <p:nvSpPr>
          <p:cNvPr id="104" name="Shape 94"/>
          <p:cNvSpPr/>
          <p:nvPr/>
        </p:nvSpPr>
        <p:spPr>
          <a:xfrm>
            <a:off x="5162550" y="4400550"/>
            <a:ext cx="508000" cy="508000"/>
          </a:xfrm>
          <a:prstGeom prst="ellipse">
            <a:avLst/>
          </a:prstGeom>
          <a:solidFill>
            <a:srgbClr val="DCFFB5"/>
          </a:solidFill>
          <a:ln w="12700">
            <a:solidFill>
              <a:srgbClr val="6B9944"/>
            </a:solidFill>
            <a:prstDash val="solid"/>
          </a:ln>
        </p:spPr>
      </p:sp>
      <p:sp>
        <p:nvSpPr>
          <p:cNvPr id="105" name="Shape 95"/>
          <p:cNvSpPr/>
          <p:nvPr/>
        </p:nvSpPr>
        <p:spPr>
          <a:xfrm>
            <a:off x="5416550" y="44005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06" name="Text 96"/>
          <p:cNvSpPr/>
          <p:nvPr/>
        </p:nvSpPr>
        <p:spPr>
          <a:xfrm>
            <a:off x="5175250" y="4540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07" name="Image 8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5600" y="4566158"/>
            <a:ext cx="138684" cy="176784"/>
          </a:xfrm>
          <a:prstGeom prst="rect">
            <a:avLst/>
          </a:prstGeom>
        </p:spPr>
      </p:pic>
      <p:sp>
        <p:nvSpPr>
          <p:cNvPr id="108" name="Shape 97"/>
          <p:cNvSpPr/>
          <p:nvPr/>
        </p:nvSpPr>
        <p:spPr>
          <a:xfrm>
            <a:off x="7239000" y="2432050"/>
            <a:ext cx="508000" cy="508000"/>
          </a:xfrm>
          <a:prstGeom prst="ellipse">
            <a:avLst/>
          </a:prstGeom>
          <a:solidFill>
            <a:srgbClr val="F7C99B"/>
          </a:solidFill>
          <a:ln w="12700">
            <a:solidFill>
              <a:srgbClr val="C08850"/>
            </a:solidFill>
            <a:prstDash val="solid"/>
          </a:ln>
        </p:spPr>
      </p:sp>
      <p:sp>
        <p:nvSpPr>
          <p:cNvPr id="109" name="Shape 98"/>
          <p:cNvSpPr/>
          <p:nvPr/>
        </p:nvSpPr>
        <p:spPr>
          <a:xfrm>
            <a:off x="7493000" y="24320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10" name="Text 99"/>
          <p:cNvSpPr/>
          <p:nvPr/>
        </p:nvSpPr>
        <p:spPr>
          <a:xfrm>
            <a:off x="7251700" y="2571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11" name="Image 9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2050" y="2597658"/>
            <a:ext cx="138684" cy="176784"/>
          </a:xfrm>
          <a:prstGeom prst="rect">
            <a:avLst/>
          </a:prstGeom>
        </p:spPr>
      </p:pic>
      <p:sp>
        <p:nvSpPr>
          <p:cNvPr id="112" name="Shape 100"/>
          <p:cNvSpPr/>
          <p:nvPr/>
        </p:nvSpPr>
        <p:spPr>
          <a:xfrm>
            <a:off x="7239000" y="3371850"/>
            <a:ext cx="508000" cy="508000"/>
          </a:xfrm>
          <a:prstGeom prst="ellipse">
            <a:avLst/>
          </a:prstGeom>
          <a:solidFill>
            <a:srgbClr val="F7C99B"/>
          </a:solidFill>
          <a:ln w="12700">
            <a:solidFill>
              <a:srgbClr val="C08850"/>
            </a:solidFill>
            <a:prstDash val="solid"/>
          </a:ln>
        </p:spPr>
      </p:sp>
      <p:sp>
        <p:nvSpPr>
          <p:cNvPr id="113" name="Shape 101"/>
          <p:cNvSpPr/>
          <p:nvPr/>
        </p:nvSpPr>
        <p:spPr>
          <a:xfrm>
            <a:off x="7493000" y="33718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14" name="Text 102"/>
          <p:cNvSpPr/>
          <p:nvPr/>
        </p:nvSpPr>
        <p:spPr>
          <a:xfrm>
            <a:off x="7251700" y="3511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15" name="Image 10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2050" y="3537458"/>
            <a:ext cx="138684" cy="176784"/>
          </a:xfrm>
          <a:prstGeom prst="rect">
            <a:avLst/>
          </a:prstGeom>
        </p:spPr>
      </p:pic>
      <p:sp>
        <p:nvSpPr>
          <p:cNvPr id="116" name="Shape 103"/>
          <p:cNvSpPr/>
          <p:nvPr/>
        </p:nvSpPr>
        <p:spPr>
          <a:xfrm>
            <a:off x="7239000" y="4400550"/>
            <a:ext cx="508000" cy="508000"/>
          </a:xfrm>
          <a:prstGeom prst="ellipse">
            <a:avLst/>
          </a:prstGeom>
          <a:solidFill>
            <a:srgbClr val="F7C99B"/>
          </a:solidFill>
          <a:ln w="12700">
            <a:solidFill>
              <a:srgbClr val="C08850"/>
            </a:solidFill>
            <a:prstDash val="solid"/>
          </a:ln>
        </p:spPr>
      </p:sp>
      <p:sp>
        <p:nvSpPr>
          <p:cNvPr id="117" name="Shape 104"/>
          <p:cNvSpPr/>
          <p:nvPr/>
        </p:nvSpPr>
        <p:spPr>
          <a:xfrm>
            <a:off x="7493000" y="44005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18" name="Text 105"/>
          <p:cNvSpPr/>
          <p:nvPr/>
        </p:nvSpPr>
        <p:spPr>
          <a:xfrm>
            <a:off x="7251700" y="4540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19" name="Image 11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12050" y="4566158"/>
            <a:ext cx="138684" cy="176784"/>
          </a:xfrm>
          <a:prstGeom prst="rect">
            <a:avLst/>
          </a:prstGeom>
        </p:spPr>
      </p:pic>
      <p:sp>
        <p:nvSpPr>
          <p:cNvPr id="120" name="Shape 106"/>
          <p:cNvSpPr/>
          <p:nvPr/>
        </p:nvSpPr>
        <p:spPr>
          <a:xfrm>
            <a:off x="8337550" y="243205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121" name="Shape 107"/>
          <p:cNvSpPr/>
          <p:nvPr/>
        </p:nvSpPr>
        <p:spPr>
          <a:xfrm>
            <a:off x="8591550" y="24320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22" name="Text 108"/>
          <p:cNvSpPr/>
          <p:nvPr/>
        </p:nvSpPr>
        <p:spPr>
          <a:xfrm>
            <a:off x="8350250" y="25717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23" name="Image 12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10600" y="2597658"/>
            <a:ext cx="138684" cy="176784"/>
          </a:xfrm>
          <a:prstGeom prst="rect">
            <a:avLst/>
          </a:prstGeom>
        </p:spPr>
      </p:pic>
      <p:sp>
        <p:nvSpPr>
          <p:cNvPr id="124" name="Shape 109"/>
          <p:cNvSpPr/>
          <p:nvPr/>
        </p:nvSpPr>
        <p:spPr>
          <a:xfrm>
            <a:off x="8337550" y="337185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125" name="Shape 110"/>
          <p:cNvSpPr/>
          <p:nvPr/>
        </p:nvSpPr>
        <p:spPr>
          <a:xfrm>
            <a:off x="8591550" y="33718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26" name="Text 111"/>
          <p:cNvSpPr/>
          <p:nvPr/>
        </p:nvSpPr>
        <p:spPr>
          <a:xfrm>
            <a:off x="8350250" y="3511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27" name="Image 13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10600" y="3537458"/>
            <a:ext cx="138684" cy="176784"/>
          </a:xfrm>
          <a:prstGeom prst="rect">
            <a:avLst/>
          </a:prstGeom>
        </p:spPr>
      </p:pic>
      <p:sp>
        <p:nvSpPr>
          <p:cNvPr id="128" name="Shape 112"/>
          <p:cNvSpPr/>
          <p:nvPr/>
        </p:nvSpPr>
        <p:spPr>
          <a:xfrm>
            <a:off x="8337550" y="4400550"/>
            <a:ext cx="508000" cy="508000"/>
          </a:xfrm>
          <a:prstGeom prst="ellipse">
            <a:avLst/>
          </a:prstGeom>
          <a:solidFill>
            <a:srgbClr val="EDEDEB"/>
          </a:solidFill>
          <a:ln w="12700">
            <a:solidFill>
              <a:srgbClr val="A08C74"/>
            </a:solidFill>
            <a:prstDash val="solid"/>
          </a:ln>
        </p:spPr>
      </p:sp>
      <p:sp>
        <p:nvSpPr>
          <p:cNvPr id="129" name="Shape 113"/>
          <p:cNvSpPr/>
          <p:nvPr/>
        </p:nvSpPr>
        <p:spPr>
          <a:xfrm>
            <a:off x="8591550" y="4400550"/>
            <a:ext cx="0" cy="5080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30" name="Text 114"/>
          <p:cNvSpPr/>
          <p:nvPr/>
        </p:nvSpPr>
        <p:spPr>
          <a:xfrm>
            <a:off x="8350250" y="4540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pic>
        <p:nvPicPr>
          <p:cNvPr id="131" name="Image 14" descr="/home/ahmed/Projects/ai_llm_slides/videos/deep-learning/001_introduction/recreated_pptx/build/assets/sigmoid_curv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10600" y="4566158"/>
            <a:ext cx="138684" cy="176784"/>
          </a:xfrm>
          <a:prstGeom prst="rect">
            <a:avLst/>
          </a:prstGeom>
        </p:spPr>
      </p:pic>
      <p:sp>
        <p:nvSpPr>
          <p:cNvPr id="132" name="Shape 115"/>
          <p:cNvSpPr/>
          <p:nvPr/>
        </p:nvSpPr>
        <p:spPr>
          <a:xfrm>
            <a:off x="2971800" y="2374900"/>
            <a:ext cx="190500" cy="101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33" name="Text 116"/>
          <p:cNvSpPr/>
          <p:nvPr/>
        </p:nvSpPr>
        <p:spPr>
          <a:xfrm>
            <a:off x="2565400" y="215265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pPr algn="l" indent="0" marL="0">
              <a:lnSpc>
                <a:spcPts val="1400"/>
              </a:lnSpc>
              <a:buNone/>
            </a:pPr>
            <a:r>
              <a:rPr lang="en-US" sz="125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50" dirty="0"/>
          </a:p>
        </p:txBody>
      </p:sp>
      <p:sp>
        <p:nvSpPr>
          <p:cNvPr id="134" name="Shape 117"/>
          <p:cNvSpPr/>
          <p:nvPr/>
        </p:nvSpPr>
        <p:spPr>
          <a:xfrm>
            <a:off x="5080000" y="2374900"/>
            <a:ext cx="190500" cy="101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35" name="Text 118"/>
          <p:cNvSpPr/>
          <p:nvPr/>
        </p:nvSpPr>
        <p:spPr>
          <a:xfrm>
            <a:off x="4673600" y="215265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pPr algn="l" indent="0" marL="0">
              <a:lnSpc>
                <a:spcPts val="1400"/>
              </a:lnSpc>
              <a:buNone/>
            </a:pPr>
            <a:r>
              <a:rPr lang="en-US" sz="125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250" dirty="0"/>
          </a:p>
        </p:txBody>
      </p:sp>
      <p:sp>
        <p:nvSpPr>
          <p:cNvPr id="136" name="Shape 119"/>
          <p:cNvSpPr/>
          <p:nvPr/>
        </p:nvSpPr>
        <p:spPr>
          <a:xfrm>
            <a:off x="7150100" y="2374900"/>
            <a:ext cx="317500" cy="114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37" name="Text 120"/>
          <p:cNvSpPr/>
          <p:nvPr/>
        </p:nvSpPr>
        <p:spPr>
          <a:xfrm>
            <a:off x="6743700" y="2152650"/>
            <a:ext cx="43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pPr algn="l" indent="0" marL="0">
              <a:lnSpc>
                <a:spcPts val="1400"/>
              </a:lnSpc>
              <a:buNone/>
            </a:pPr>
            <a:r>
              <a:rPr lang="en-US" sz="125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250" dirty="0"/>
          </a:p>
        </p:txBody>
      </p:sp>
      <p:sp>
        <p:nvSpPr>
          <p:cNvPr id="138" name="Text 121"/>
          <p:cNvSpPr/>
          <p:nvPr/>
        </p:nvSpPr>
        <p:spPr>
          <a:xfrm>
            <a:off x="3543300" y="23368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700" dirty="0"/>
          </a:p>
        </p:txBody>
      </p:sp>
      <p:sp>
        <p:nvSpPr>
          <p:cNvPr id="139" name="Text 122"/>
          <p:cNvSpPr/>
          <p:nvPr/>
        </p:nvSpPr>
        <p:spPr>
          <a:xfrm>
            <a:off x="3517900" y="32131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700" dirty="0"/>
          </a:p>
        </p:txBody>
      </p:sp>
      <p:sp>
        <p:nvSpPr>
          <p:cNvPr id="140" name="Text 123"/>
          <p:cNvSpPr/>
          <p:nvPr/>
        </p:nvSpPr>
        <p:spPr>
          <a:xfrm>
            <a:off x="3479800" y="42418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700" dirty="0"/>
          </a:p>
        </p:txBody>
      </p:sp>
      <p:sp>
        <p:nvSpPr>
          <p:cNvPr id="141" name="Text 124"/>
          <p:cNvSpPr/>
          <p:nvPr/>
        </p:nvSpPr>
        <p:spPr>
          <a:xfrm>
            <a:off x="5651500" y="23368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700" dirty="0"/>
          </a:p>
        </p:txBody>
      </p:sp>
      <p:sp>
        <p:nvSpPr>
          <p:cNvPr id="142" name="Text 125"/>
          <p:cNvSpPr/>
          <p:nvPr/>
        </p:nvSpPr>
        <p:spPr>
          <a:xfrm>
            <a:off x="5626100" y="32131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700" dirty="0"/>
          </a:p>
        </p:txBody>
      </p:sp>
      <p:sp>
        <p:nvSpPr>
          <p:cNvPr id="143" name="Text 126"/>
          <p:cNvSpPr/>
          <p:nvPr/>
        </p:nvSpPr>
        <p:spPr>
          <a:xfrm>
            <a:off x="5626100" y="42418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700" dirty="0"/>
          </a:p>
        </p:txBody>
      </p:sp>
      <p:sp>
        <p:nvSpPr>
          <p:cNvPr id="144" name="Text 127"/>
          <p:cNvSpPr/>
          <p:nvPr/>
        </p:nvSpPr>
        <p:spPr>
          <a:xfrm>
            <a:off x="7734300" y="23368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700" dirty="0"/>
          </a:p>
        </p:txBody>
      </p:sp>
      <p:sp>
        <p:nvSpPr>
          <p:cNvPr id="145" name="Text 128"/>
          <p:cNvSpPr/>
          <p:nvPr/>
        </p:nvSpPr>
        <p:spPr>
          <a:xfrm>
            <a:off x="7696200" y="32131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700" dirty="0"/>
          </a:p>
        </p:txBody>
      </p:sp>
      <p:sp>
        <p:nvSpPr>
          <p:cNvPr id="146" name="Text 129"/>
          <p:cNvSpPr/>
          <p:nvPr/>
        </p:nvSpPr>
        <p:spPr>
          <a:xfrm>
            <a:off x="7696200" y="4241800"/>
            <a:ext cx="38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7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1900"/>
              </a:lnSpc>
              <a:buNone/>
            </a:pPr>
            <a:r>
              <a:rPr lang="en-US" sz="1700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700" dirty="0"/>
          </a:p>
        </p:txBody>
      </p:sp>
      <p:sp>
        <p:nvSpPr>
          <p:cNvPr id="147" name="Text 130"/>
          <p:cNvSpPr/>
          <p:nvPr/>
        </p:nvSpPr>
        <p:spPr>
          <a:xfrm>
            <a:off x="4140200" y="243840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</a:t>
            </a:r>
            <a:endParaRPr lang="en-US" sz="1200" dirty="0"/>
          </a:p>
        </p:txBody>
      </p:sp>
      <p:sp>
        <p:nvSpPr>
          <p:cNvPr id="148" name="Text 131"/>
          <p:cNvSpPr/>
          <p:nvPr/>
        </p:nvSpPr>
        <p:spPr>
          <a:xfrm rot="1800000">
            <a:off x="4064000" y="288290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</a:t>
            </a:r>
            <a:endParaRPr lang="en-US" sz="1200" dirty="0"/>
          </a:p>
        </p:txBody>
      </p:sp>
      <p:sp>
        <p:nvSpPr>
          <p:cNvPr id="149" name="Text 132"/>
          <p:cNvSpPr/>
          <p:nvPr/>
        </p:nvSpPr>
        <p:spPr>
          <a:xfrm rot="3060000">
            <a:off x="4165600" y="334010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</a:t>
            </a:r>
            <a:endParaRPr lang="en-US" sz="1200" dirty="0"/>
          </a:p>
        </p:txBody>
      </p:sp>
      <p:sp>
        <p:nvSpPr>
          <p:cNvPr id="150" name="Text 133"/>
          <p:cNvSpPr/>
          <p:nvPr/>
        </p:nvSpPr>
        <p:spPr>
          <a:xfrm>
            <a:off x="6184900" y="246380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</a:t>
            </a:r>
            <a:endParaRPr lang="en-US" sz="1200" dirty="0"/>
          </a:p>
        </p:txBody>
      </p:sp>
      <p:sp>
        <p:nvSpPr>
          <p:cNvPr id="151" name="Text 134"/>
          <p:cNvSpPr/>
          <p:nvPr/>
        </p:nvSpPr>
        <p:spPr>
          <a:xfrm rot="1800000">
            <a:off x="6197600" y="292100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</a:t>
            </a:r>
            <a:endParaRPr lang="en-US" sz="1200" dirty="0"/>
          </a:p>
        </p:txBody>
      </p:sp>
      <p:sp>
        <p:nvSpPr>
          <p:cNvPr id="152" name="Text 135"/>
          <p:cNvSpPr/>
          <p:nvPr/>
        </p:nvSpPr>
        <p:spPr>
          <a:xfrm rot="3060000">
            <a:off x="6210300" y="3340100"/>
            <a:ext cx="33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300"/>
              </a:lnSpc>
              <a:buNone/>
            </a:pPr>
            <a:r>
              <a:rPr lang="en-US" sz="1200" i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</a:t>
            </a:r>
            <a:endParaRPr lang="en-US" sz="1200" dirty="0"/>
          </a:p>
        </p:txBody>
      </p:sp>
      <p:sp>
        <p:nvSpPr>
          <p:cNvPr id="153" name="Shape 136"/>
          <p:cNvSpPr/>
          <p:nvPr/>
        </p:nvSpPr>
        <p:spPr>
          <a:xfrm>
            <a:off x="8858250" y="2686050"/>
            <a:ext cx="2857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4" name="Shape 137"/>
          <p:cNvSpPr/>
          <p:nvPr/>
        </p:nvSpPr>
        <p:spPr>
          <a:xfrm>
            <a:off x="9182100" y="2616200"/>
            <a:ext cx="736600" cy="16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80C8"/>
            </a:solidFill>
            <a:prstDash val="solid"/>
          </a:ln>
        </p:spPr>
      </p:sp>
      <p:sp>
        <p:nvSpPr>
          <p:cNvPr id="155" name="Text 138"/>
          <p:cNvSpPr/>
          <p:nvPr/>
        </p:nvSpPr>
        <p:spPr>
          <a:xfrm>
            <a:off x="9182100" y="2616200"/>
            <a:ext cx="73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1</a:t>
            </a:r>
            <a:endParaRPr lang="en-US" sz="1050" dirty="0"/>
          </a:p>
        </p:txBody>
      </p:sp>
      <p:sp>
        <p:nvSpPr>
          <p:cNvPr id="156" name="Shape 139"/>
          <p:cNvSpPr/>
          <p:nvPr/>
        </p:nvSpPr>
        <p:spPr>
          <a:xfrm>
            <a:off x="8858250" y="3625850"/>
            <a:ext cx="2857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7" name="Shape 140"/>
          <p:cNvSpPr/>
          <p:nvPr/>
        </p:nvSpPr>
        <p:spPr>
          <a:xfrm>
            <a:off x="9182100" y="3530600"/>
            <a:ext cx="736600" cy="16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80C8"/>
            </a:solidFill>
            <a:prstDash val="solid"/>
          </a:ln>
        </p:spPr>
      </p:sp>
      <p:sp>
        <p:nvSpPr>
          <p:cNvPr id="158" name="Text 141"/>
          <p:cNvSpPr/>
          <p:nvPr/>
        </p:nvSpPr>
        <p:spPr>
          <a:xfrm>
            <a:off x="9182100" y="3530600"/>
            <a:ext cx="73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2</a:t>
            </a:r>
            <a:endParaRPr lang="en-US" sz="1050" dirty="0"/>
          </a:p>
        </p:txBody>
      </p:sp>
      <p:sp>
        <p:nvSpPr>
          <p:cNvPr id="159" name="Shape 142"/>
          <p:cNvSpPr/>
          <p:nvPr/>
        </p:nvSpPr>
        <p:spPr>
          <a:xfrm>
            <a:off x="8858250" y="4654550"/>
            <a:ext cx="2857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0" name="Shape 143"/>
          <p:cNvSpPr/>
          <p:nvPr/>
        </p:nvSpPr>
        <p:spPr>
          <a:xfrm>
            <a:off x="9182100" y="4572000"/>
            <a:ext cx="736600" cy="16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80C8"/>
            </a:solidFill>
            <a:prstDash val="solid"/>
          </a:ln>
        </p:spPr>
      </p:sp>
      <p:sp>
        <p:nvSpPr>
          <p:cNvPr id="161" name="Text 144"/>
          <p:cNvSpPr/>
          <p:nvPr/>
        </p:nvSpPr>
        <p:spPr>
          <a:xfrm>
            <a:off x="9182100" y="4572000"/>
            <a:ext cx="736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m</a:t>
            </a:r>
            <a:endParaRPr lang="en-US" sz="1050" dirty="0"/>
          </a:p>
        </p:txBody>
      </p:sp>
      <p:sp>
        <p:nvSpPr>
          <p:cNvPr id="162" name="Shape 145"/>
          <p:cNvSpPr/>
          <p:nvPr/>
        </p:nvSpPr>
        <p:spPr>
          <a:xfrm>
            <a:off x="10121900" y="2286000"/>
            <a:ext cx="266700" cy="2705100"/>
          </a:xfrm>
          <a:prstGeom prst="rect">
            <a:avLst/>
          </a:prstGeom>
          <a:solidFill>
            <a:srgbClr val="9E0000"/>
          </a:solidFill>
          <a:ln w="12700">
            <a:solidFill>
              <a:srgbClr val="9E0000"/>
            </a:solidFill>
            <a:prstDash val="solid"/>
          </a:ln>
        </p:spPr>
      </p:sp>
      <p:sp>
        <p:nvSpPr>
          <p:cNvPr id="163" name="Text 146"/>
          <p:cNvSpPr/>
          <p:nvPr/>
        </p:nvSpPr>
        <p:spPr>
          <a:xfrm rot="16200000">
            <a:off x="9874250" y="258445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200" dirty="0"/>
          </a:p>
        </p:txBody>
      </p:sp>
      <p:sp>
        <p:nvSpPr>
          <p:cNvPr id="164" name="Text 147"/>
          <p:cNvSpPr/>
          <p:nvPr/>
        </p:nvSpPr>
        <p:spPr>
          <a:xfrm rot="16200000">
            <a:off x="9874250" y="352425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200" dirty="0"/>
          </a:p>
        </p:txBody>
      </p:sp>
      <p:sp>
        <p:nvSpPr>
          <p:cNvPr id="165" name="Text 148"/>
          <p:cNvSpPr/>
          <p:nvPr/>
        </p:nvSpPr>
        <p:spPr>
          <a:xfrm rot="16200000">
            <a:off x="9874250" y="4552950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200" dirty="0"/>
          </a:p>
        </p:txBody>
      </p:sp>
      <p:sp>
        <p:nvSpPr>
          <p:cNvPr id="166" name="Shape 149"/>
          <p:cNvSpPr/>
          <p:nvPr/>
        </p:nvSpPr>
        <p:spPr>
          <a:xfrm>
            <a:off x="10477500" y="2565400"/>
            <a:ext cx="838200" cy="241300"/>
          </a:xfrm>
          <a:prstGeom prst="rect">
            <a:avLst/>
          </a:prstGeom>
          <a:solidFill>
            <a:srgbClr val="E3FFCF"/>
          </a:solidFill>
          <a:ln w="12700">
            <a:solidFill>
              <a:srgbClr val="E3FFCF"/>
            </a:solidFill>
            <a:prstDash val="solid"/>
          </a:ln>
        </p:spPr>
      </p:sp>
      <p:sp>
        <p:nvSpPr>
          <p:cNvPr id="167" name="Text 150"/>
          <p:cNvSpPr/>
          <p:nvPr/>
        </p:nvSpPr>
        <p:spPr>
          <a:xfrm>
            <a:off x="10477500" y="2565400"/>
            <a:ext cx="8382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1</a:t>
            </a:r>
            <a:endParaRPr lang="en-US" sz="900" dirty="0"/>
          </a:p>
        </p:txBody>
      </p:sp>
      <p:sp>
        <p:nvSpPr>
          <p:cNvPr id="168" name="Shape 151"/>
          <p:cNvSpPr/>
          <p:nvPr/>
        </p:nvSpPr>
        <p:spPr>
          <a:xfrm>
            <a:off x="10477500" y="3492500"/>
            <a:ext cx="838200" cy="228600"/>
          </a:xfrm>
          <a:prstGeom prst="rect">
            <a:avLst/>
          </a:prstGeom>
          <a:solidFill>
            <a:srgbClr val="E3FFCF"/>
          </a:solidFill>
          <a:ln w="12700">
            <a:solidFill>
              <a:srgbClr val="E3FFCF"/>
            </a:solidFill>
            <a:prstDash val="solid"/>
          </a:ln>
        </p:spPr>
      </p:sp>
      <p:sp>
        <p:nvSpPr>
          <p:cNvPr id="169" name="Text 152"/>
          <p:cNvSpPr/>
          <p:nvPr/>
        </p:nvSpPr>
        <p:spPr>
          <a:xfrm>
            <a:off x="10477500" y="34925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2</a:t>
            </a:r>
            <a:endParaRPr lang="en-US" sz="900" dirty="0"/>
          </a:p>
        </p:txBody>
      </p:sp>
      <p:sp>
        <p:nvSpPr>
          <p:cNvPr id="170" name="Shape 153"/>
          <p:cNvSpPr/>
          <p:nvPr/>
        </p:nvSpPr>
        <p:spPr>
          <a:xfrm>
            <a:off x="10477500" y="4533900"/>
            <a:ext cx="838200" cy="215900"/>
          </a:xfrm>
          <a:prstGeom prst="rect">
            <a:avLst/>
          </a:prstGeom>
          <a:solidFill>
            <a:srgbClr val="E3FFCF"/>
          </a:solidFill>
          <a:ln w="12700">
            <a:solidFill>
              <a:srgbClr val="E3FFCF"/>
            </a:solidFill>
            <a:prstDash val="solid"/>
          </a:ln>
        </p:spPr>
      </p:sp>
      <p:sp>
        <p:nvSpPr>
          <p:cNvPr id="171" name="Text 154"/>
          <p:cNvSpPr/>
          <p:nvPr/>
        </p:nvSpPr>
        <p:spPr>
          <a:xfrm>
            <a:off x="10477500" y="4533900"/>
            <a:ext cx="838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m</a:t>
            </a:r>
            <a:endParaRPr lang="en-US" sz="900" dirty="0"/>
          </a:p>
        </p:txBody>
      </p:sp>
      <p:sp>
        <p:nvSpPr>
          <p:cNvPr id="172" name="Shape 155"/>
          <p:cNvSpPr/>
          <p:nvPr/>
        </p:nvSpPr>
        <p:spPr>
          <a:xfrm>
            <a:off x="3257550" y="5181600"/>
            <a:ext cx="203200" cy="254000"/>
          </a:xfrm>
          <a:prstGeom prst="rect">
            <a:avLst/>
          </a:prstGeom>
          <a:solidFill>
            <a:srgbClr val="D9E2F3"/>
          </a:solidFill>
          <a:ln w="12700">
            <a:solidFill>
              <a:srgbClr val="8FA3CF"/>
            </a:solidFill>
            <a:prstDash val="solid"/>
          </a:ln>
        </p:spPr>
      </p:sp>
      <p:sp>
        <p:nvSpPr>
          <p:cNvPr id="173" name="Shape 156"/>
          <p:cNvSpPr/>
          <p:nvPr/>
        </p:nvSpPr>
        <p:spPr>
          <a:xfrm>
            <a:off x="3048000" y="4876800"/>
            <a:ext cx="622300" cy="330200"/>
          </a:xfrm>
          <a:prstGeom prst="triangle">
            <a:avLst/>
          </a:prstGeom>
          <a:solidFill>
            <a:srgbClr val="D9E2F3"/>
          </a:solidFill>
          <a:ln w="12700">
            <a:solidFill>
              <a:srgbClr val="8FA3CF"/>
            </a:solidFill>
            <a:prstDash val="solid"/>
          </a:ln>
        </p:spPr>
      </p:sp>
      <p:sp>
        <p:nvSpPr>
          <p:cNvPr id="174" name="Text 157"/>
          <p:cNvSpPr/>
          <p:nvPr/>
        </p:nvSpPr>
        <p:spPr>
          <a:xfrm>
            <a:off x="3181350" y="5181600"/>
            <a:ext cx="35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000" dirty="0"/>
          </a:p>
        </p:txBody>
      </p:sp>
      <p:sp>
        <p:nvSpPr>
          <p:cNvPr id="175" name="Shape 158"/>
          <p:cNvSpPr/>
          <p:nvPr/>
        </p:nvSpPr>
        <p:spPr>
          <a:xfrm>
            <a:off x="5353050" y="5181600"/>
            <a:ext cx="203200" cy="254000"/>
          </a:xfrm>
          <a:prstGeom prst="rect">
            <a:avLst/>
          </a:prstGeom>
          <a:solidFill>
            <a:srgbClr val="C9E3A8"/>
          </a:solidFill>
          <a:ln w="12700">
            <a:solidFill>
              <a:srgbClr val="7FA85E"/>
            </a:solidFill>
            <a:prstDash val="solid"/>
          </a:ln>
        </p:spPr>
      </p:sp>
      <p:sp>
        <p:nvSpPr>
          <p:cNvPr id="176" name="Shape 159"/>
          <p:cNvSpPr/>
          <p:nvPr/>
        </p:nvSpPr>
        <p:spPr>
          <a:xfrm>
            <a:off x="5143500" y="4876800"/>
            <a:ext cx="622300" cy="330200"/>
          </a:xfrm>
          <a:prstGeom prst="triangle">
            <a:avLst/>
          </a:prstGeom>
          <a:solidFill>
            <a:srgbClr val="C9E3A8"/>
          </a:solidFill>
          <a:ln w="12700">
            <a:solidFill>
              <a:srgbClr val="7FA85E"/>
            </a:solidFill>
            <a:prstDash val="solid"/>
          </a:ln>
        </p:spPr>
      </p:sp>
      <p:sp>
        <p:nvSpPr>
          <p:cNvPr id="177" name="Text 160"/>
          <p:cNvSpPr/>
          <p:nvPr/>
        </p:nvSpPr>
        <p:spPr>
          <a:xfrm>
            <a:off x="5276850" y="5181600"/>
            <a:ext cx="35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000" dirty="0"/>
          </a:p>
        </p:txBody>
      </p:sp>
      <p:sp>
        <p:nvSpPr>
          <p:cNvPr id="178" name="Shape 161"/>
          <p:cNvSpPr/>
          <p:nvPr/>
        </p:nvSpPr>
        <p:spPr>
          <a:xfrm>
            <a:off x="7385050" y="5181600"/>
            <a:ext cx="203200" cy="254000"/>
          </a:xfrm>
          <a:prstGeom prst="rect">
            <a:avLst/>
          </a:prstGeom>
          <a:solidFill>
            <a:srgbClr val="F2CC9D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179" name="Shape 162"/>
          <p:cNvSpPr/>
          <p:nvPr/>
        </p:nvSpPr>
        <p:spPr>
          <a:xfrm>
            <a:off x="7175500" y="4876800"/>
            <a:ext cx="622300" cy="330200"/>
          </a:xfrm>
          <a:prstGeom prst="triangle">
            <a:avLst/>
          </a:prstGeom>
          <a:solidFill>
            <a:srgbClr val="F2CC9D"/>
          </a:solidFill>
          <a:ln w="12700">
            <a:solidFill>
              <a:srgbClr val="C08040"/>
            </a:solidFill>
            <a:prstDash val="solid"/>
          </a:ln>
        </p:spPr>
      </p:sp>
      <p:sp>
        <p:nvSpPr>
          <p:cNvPr id="180" name="Text 163"/>
          <p:cNvSpPr/>
          <p:nvPr/>
        </p:nvSpPr>
        <p:spPr>
          <a:xfrm>
            <a:off x="7308850" y="5181600"/>
            <a:ext cx="35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000" dirty="0"/>
          </a:p>
        </p:txBody>
      </p:sp>
      <p:sp>
        <p:nvSpPr>
          <p:cNvPr id="181" name="Shape 164"/>
          <p:cNvSpPr/>
          <p:nvPr/>
        </p:nvSpPr>
        <p:spPr>
          <a:xfrm>
            <a:off x="2794000" y="5435600"/>
            <a:ext cx="1104900" cy="419100"/>
          </a:xfrm>
          <a:prstGeom prst="rect">
            <a:avLst/>
          </a:prstGeom>
          <a:solidFill>
            <a:srgbClr val="DEEBF3"/>
          </a:solidFill>
          <a:ln w="9525">
            <a:solidFill>
              <a:srgbClr val="8E96BC"/>
            </a:solidFill>
            <a:prstDash val="solid"/>
          </a:ln>
        </p:spPr>
      </p:sp>
      <p:sp>
        <p:nvSpPr>
          <p:cNvPr id="182" name="Text 165"/>
          <p:cNvSpPr/>
          <p:nvPr/>
        </p:nvSpPr>
        <p:spPr>
          <a:xfrm>
            <a:off x="2794000" y="5435600"/>
            <a:ext cx="1104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Layer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(i)</a:t>
            </a:r>
            <a:endParaRPr lang="en-US" sz="850" dirty="0"/>
          </a:p>
        </p:txBody>
      </p:sp>
      <p:sp>
        <p:nvSpPr>
          <p:cNvPr id="183" name="Shape 166"/>
          <p:cNvSpPr/>
          <p:nvPr/>
        </p:nvSpPr>
        <p:spPr>
          <a:xfrm>
            <a:off x="4876800" y="5435600"/>
            <a:ext cx="1104900" cy="419100"/>
          </a:xfrm>
          <a:prstGeom prst="rect">
            <a:avLst/>
          </a:prstGeom>
          <a:solidFill>
            <a:srgbClr val="DDFFB8"/>
          </a:solidFill>
          <a:ln w="9525">
            <a:solidFill>
              <a:srgbClr val="7FA85E"/>
            </a:solidFill>
            <a:prstDash val="solid"/>
          </a:ln>
        </p:spPr>
      </p:sp>
      <p:sp>
        <p:nvSpPr>
          <p:cNvPr id="184" name="Text 167"/>
          <p:cNvSpPr/>
          <p:nvPr/>
        </p:nvSpPr>
        <p:spPr>
          <a:xfrm>
            <a:off x="4876800" y="5435600"/>
            <a:ext cx="1104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Layer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(You are here)</a:t>
            </a:r>
            <a:endParaRPr lang="en-US" sz="850" dirty="0"/>
          </a:p>
        </p:txBody>
      </p:sp>
      <p:sp>
        <p:nvSpPr>
          <p:cNvPr id="185" name="Shape 168"/>
          <p:cNvSpPr/>
          <p:nvPr/>
        </p:nvSpPr>
        <p:spPr>
          <a:xfrm>
            <a:off x="7086600" y="5461000"/>
            <a:ext cx="876300" cy="368300"/>
          </a:xfrm>
          <a:prstGeom prst="rect">
            <a:avLst/>
          </a:prstGeom>
          <a:solidFill>
            <a:srgbClr val="F2CC9D"/>
          </a:solidFill>
          <a:ln w="9525">
            <a:solidFill>
              <a:srgbClr val="C08040"/>
            </a:solidFill>
            <a:prstDash val="solid"/>
          </a:ln>
        </p:spPr>
      </p:sp>
      <p:sp>
        <p:nvSpPr>
          <p:cNvPr id="186" name="Text 169"/>
          <p:cNvSpPr/>
          <p:nvPr/>
        </p:nvSpPr>
        <p:spPr>
          <a:xfrm>
            <a:off x="7086600" y="5461000"/>
            <a:ext cx="876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Layer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(K)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2026-10-12T11:20:11Z</dcterms:created>
  <dcterms:modified xsi:type="dcterms:W3CDTF">2026-10-12T11:20:11Z</dcterms:modified>
</cp:coreProperties>
</file>