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4100" y="798957"/>
            <a:ext cx="1016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parameters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43000" y="1485900"/>
            <a:ext cx="10033000" cy="149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1740471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parameters for different filters applied to same location in the image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2184972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 size (2-D)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channels (K)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different filters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2623121"/>
            <a:ext cx="977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7*7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* </a:t>
            </a:r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pPr algn="l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=735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311400" y="3175000"/>
            <a:ext cx="7988300" cy="332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11" name="Image 0" descr="/home/ahmed/Projects/ai_llm_slides/videos/deep-learning/001_introduction/recreated_pptx/build/assets/slab038_b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1200" y="3683000"/>
            <a:ext cx="1269492" cy="1905000"/>
          </a:xfrm>
          <a:prstGeom prst="rect">
            <a:avLst/>
          </a:prstGeom>
        </p:spPr>
      </p:pic>
      <p:pic>
        <p:nvPicPr>
          <p:cNvPr id="12" name="Image 1" descr="/home/ahmed/Projects/ai_llm_slides/videos/deep-learning/001_introduction/recreated_pptx/build/assets/slab038_st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4241800"/>
            <a:ext cx="2107692" cy="8625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45000" y="45085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445000" y="46482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445000" y="47752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4445000" y="4914900"/>
            <a:ext cx="508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445000" y="4216400"/>
            <a:ext cx="30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X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7302500" y="4603750"/>
            <a:ext cx="215900" cy="50800"/>
          </a:xfrm>
          <a:prstGeom prst="rect">
            <a:avLst/>
          </a:prstGeom>
          <a:solidFill>
            <a:srgbClr val="6699FF"/>
          </a:solidFill>
          <a:ln w="12700">
            <a:solidFill>
              <a:srgbClr val="6699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64400" y="4686300"/>
            <a:ext cx="254000" cy="63500"/>
          </a:xfrm>
          <a:prstGeom prst="rect">
            <a:avLst/>
          </a:prstGeom>
          <a:solidFill>
            <a:srgbClr val="6699FF"/>
          </a:solidFill>
          <a:ln w="12700">
            <a:solidFill>
              <a:srgbClr val="6699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66050" y="4508500"/>
            <a:ext cx="355600" cy="355600"/>
          </a:xfrm>
          <a:prstGeom prst="ellipse">
            <a:avLst/>
          </a:prstGeom>
          <a:solidFill>
            <a:srgbClr val="0BBFE9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48650" y="4508500"/>
            <a:ext cx="355600" cy="355600"/>
          </a:xfrm>
          <a:prstGeom prst="ellipse">
            <a:avLst/>
          </a:prstGeom>
          <a:solidFill>
            <a:srgbClr val="0ABF50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731250" y="4508500"/>
            <a:ext cx="355600" cy="355600"/>
          </a:xfrm>
          <a:prstGeom prst="ellipse">
            <a:avLst/>
          </a:prstGeom>
          <a:solidFill>
            <a:srgbClr val="E90000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239250" y="4508500"/>
            <a:ext cx="355600" cy="355600"/>
          </a:xfrm>
          <a:prstGeom prst="ellipse">
            <a:avLst/>
          </a:prstGeom>
          <a:solidFill>
            <a:srgbClr val="FDFF0B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709150" y="4508500"/>
            <a:ext cx="355600" cy="355600"/>
          </a:xfrm>
          <a:prstGeom prst="ellipse">
            <a:avLst/>
          </a:prstGeom>
          <a:solidFill>
            <a:srgbClr val="6A239D"/>
          </a:solidFill>
          <a:ln w="25400">
            <a:solidFill>
              <a:srgbClr val="D5842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08400" y="3327400"/>
            <a:ext cx="86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70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RGB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3987800" y="36576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 dims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80000" y="4165600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4749800" y="4495800"/>
            <a:ext cx="304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2300" dirty="0"/>
          </a:p>
        </p:txBody>
      </p:sp>
      <p:sp>
        <p:nvSpPr>
          <p:cNvPr id="29" name="Text 25"/>
          <p:cNvSpPr/>
          <p:nvPr/>
        </p:nvSpPr>
        <p:spPr>
          <a:xfrm>
            <a:off x="4800600" y="47625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2300" dirty="0"/>
          </a:p>
        </p:txBody>
      </p:sp>
      <p:sp>
        <p:nvSpPr>
          <p:cNvPr id="30" name="Text 26"/>
          <p:cNvSpPr/>
          <p:nvPr/>
        </p:nvSpPr>
        <p:spPr>
          <a:xfrm>
            <a:off x="5588000" y="4470400"/>
            <a:ext cx="38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3400" dirty="0"/>
          </a:p>
        </p:txBody>
      </p:sp>
      <p:sp>
        <p:nvSpPr>
          <p:cNvPr id="31" name="Text 27"/>
          <p:cNvSpPr/>
          <p:nvPr/>
        </p:nvSpPr>
        <p:spPr>
          <a:xfrm>
            <a:off x="6629400" y="4241800"/>
            <a:ext cx="431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</a:t>
            </a:r>
            <a:endParaRPr lang="en-US" sz="4200" dirty="0"/>
          </a:p>
        </p:txBody>
      </p:sp>
      <p:sp>
        <p:nvSpPr>
          <p:cNvPr id="32" name="Text 28"/>
          <p:cNvSpPr/>
          <p:nvPr/>
        </p:nvSpPr>
        <p:spPr>
          <a:xfrm>
            <a:off x="4978400" y="50673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4724400" y="5918200"/>
            <a:ext cx="228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spc="250" kern="0" dirty="0">
                <a:solidFill>
                  <a:srgbClr val="0000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735 weights</a:t>
            </a:r>
            <a:endParaRPr lang="en-US" sz="2500" dirty="0"/>
          </a:p>
        </p:txBody>
      </p:sp>
      <p:sp>
        <p:nvSpPr>
          <p:cNvPr id="34" name="Shape 30"/>
          <p:cNvSpPr/>
          <p:nvPr/>
        </p:nvSpPr>
        <p:spPr>
          <a:xfrm flipH="1">
            <a:off x="3632200" y="3771900"/>
            <a:ext cx="546100" cy="4318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 flipH="1" flipV="1">
            <a:off x="5067300" y="5130800"/>
            <a:ext cx="7874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 flipH="1" flipV="1">
            <a:off x="5448300" y="5130800"/>
            <a:ext cx="4064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 flipH="1" flipV="1">
            <a:off x="5842000" y="5130800"/>
            <a:ext cx="127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 flipV="1">
            <a:off x="5854700" y="5130800"/>
            <a:ext cx="3810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 flipV="1">
            <a:off x="5854700" y="5130800"/>
            <a:ext cx="762000" cy="736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 flipV="1">
            <a:off x="5156200" y="5334000"/>
            <a:ext cx="431800" cy="29210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461000" y="5054600"/>
            <a:ext cx="101600" cy="2286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2026-10-12T06:41:15Z</dcterms:created>
  <dcterms:modified xsi:type="dcterms:W3CDTF">2026-10-12T06:41:15Z</dcterms:modified>
</cp:coreProperties>
</file>