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93800" y="1028700"/>
            <a:ext cx="3429000" cy="723900"/>
          </a:xfrm>
          <a:prstGeom prst="rect">
            <a:avLst/>
          </a:prstGeom>
          <a:solidFill>
            <a:srgbClr val="E4FEFB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2000250"/>
            <a:ext cx="9982200" cy="29527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700" y="1133795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Invariants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7981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Invariants are </a:t>
            </a:r>
            <a:pPr algn="l"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ts val="250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95120" y="28319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Invariant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95120" y="33907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Invariant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95120" y="39495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invariant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95120" y="45083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 Invariant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340485" y="30257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0485" y="35845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0485" y="41433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0485" y="47021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2026-10-12T04:33:42Z</dcterms:created>
  <dcterms:modified xsi:type="dcterms:W3CDTF">2026-10-12T04:33:42Z</dcterms:modified>
</cp:coreProperties>
</file>