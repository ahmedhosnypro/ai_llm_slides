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0250" y="1689100"/>
            <a:ext cx="10414000" cy="41084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89287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4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lang="en-US" sz="3490" dirty="0"/>
          </a:p>
        </p:txBody>
      </p:sp>
      <p:sp>
        <p:nvSpPr>
          <p:cNvPr id="7" name="Text 5"/>
          <p:cNvSpPr/>
          <p:nvPr/>
        </p:nvSpPr>
        <p:spPr>
          <a:xfrm>
            <a:off x="1727200" y="1739035"/>
            <a:ext cx="584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4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multiple values into a single value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1765300" y="2008503"/>
            <a:ext cx="406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9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Invariance to small transformations</a:t>
            </a:r>
            <a:endParaRPr lang="en-US" sz="1795" dirty="0"/>
          </a:p>
        </p:txBody>
      </p:sp>
      <p:sp>
        <p:nvSpPr>
          <p:cNvPr id="9" name="Text 7"/>
          <p:cNvSpPr/>
          <p:nvPr/>
        </p:nvSpPr>
        <p:spPr>
          <a:xfrm>
            <a:off x="1765300" y="2300603"/>
            <a:ext cx="838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9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the size of the layer output/input to next layer → Faster computations</a:t>
            </a:r>
            <a:endParaRPr lang="en-US" sz="1795" dirty="0"/>
          </a:p>
        </p:txBody>
      </p:sp>
      <p:sp>
        <p:nvSpPr>
          <p:cNvPr id="10" name="Text 8"/>
          <p:cNvSpPr/>
          <p:nvPr/>
        </p:nvSpPr>
        <p:spPr>
          <a:xfrm>
            <a:off x="1765300" y="2605403"/>
            <a:ext cx="584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9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most important information for the next layer</a:t>
            </a:r>
            <a:endParaRPr lang="en-US" sz="1795" dirty="0"/>
          </a:p>
        </p:txBody>
      </p:sp>
      <p:sp>
        <p:nvSpPr>
          <p:cNvPr id="11" name="Shape 9"/>
          <p:cNvSpPr/>
          <p:nvPr/>
        </p:nvSpPr>
        <p:spPr>
          <a:xfrm>
            <a:off x="1470025" y="1978025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31950" y="2266950"/>
            <a:ext cx="1016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31950" y="2559050"/>
            <a:ext cx="1016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31950" y="2863850"/>
            <a:ext cx="1016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58900" y="3175000"/>
            <a:ext cx="2362200" cy="33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8900" y="3606800"/>
            <a:ext cx="2362200" cy="3175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9900" y="3044835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pooling</a:t>
            </a:r>
            <a:endParaRPr lang="en-US" sz="2060" dirty="0"/>
          </a:p>
        </p:txBody>
      </p:sp>
      <p:sp>
        <p:nvSpPr>
          <p:cNvPr id="18" name="Text 16"/>
          <p:cNvSpPr/>
          <p:nvPr/>
        </p:nvSpPr>
        <p:spPr>
          <a:xfrm>
            <a:off x="1733550" y="3482985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pooling</a:t>
            </a:r>
            <a:endParaRPr lang="en-US" sz="2060" dirty="0"/>
          </a:p>
        </p:txBody>
      </p:sp>
      <p:sp>
        <p:nvSpPr>
          <p:cNvPr id="19" name="Shape 17"/>
          <p:cNvSpPr/>
          <p:nvPr/>
        </p:nvSpPr>
        <p:spPr>
          <a:xfrm>
            <a:off x="1470025" y="3292475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70025" y="3711575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84400" y="4267200"/>
            <a:ext cx="450850" cy="400050"/>
          </a:xfrm>
          <a:prstGeom prst="rect">
            <a:avLst/>
          </a:prstGeom>
          <a:solidFill>
            <a:srgbClr val="0CC8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84400" y="4267200"/>
            <a:ext cx="450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635250" y="4267200"/>
            <a:ext cx="444500" cy="400050"/>
          </a:xfrm>
          <a:prstGeom prst="rect">
            <a:avLst/>
          </a:prstGeom>
          <a:solidFill>
            <a:srgbClr val="0CC8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5250" y="4267200"/>
            <a:ext cx="444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184400" y="4667250"/>
            <a:ext cx="450850" cy="400050"/>
          </a:xfrm>
          <a:prstGeom prst="rect">
            <a:avLst/>
          </a:prstGeom>
          <a:solidFill>
            <a:srgbClr val="0CC8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84400" y="4667250"/>
            <a:ext cx="450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635250" y="4667250"/>
            <a:ext cx="444500" cy="400050"/>
          </a:xfrm>
          <a:prstGeom prst="rect">
            <a:avLst/>
          </a:prstGeom>
          <a:solidFill>
            <a:srgbClr val="0CC8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5250" y="4667250"/>
            <a:ext cx="444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987800" y="4470400"/>
            <a:ext cx="431800" cy="393700"/>
          </a:xfrm>
          <a:prstGeom prst="rect">
            <a:avLst/>
          </a:prstGeom>
          <a:solidFill>
            <a:srgbClr val="0CC8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87800" y="4470400"/>
            <a:ext cx="431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51200" y="4457700"/>
            <a:ext cx="825500" cy="40640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4395216"/>
            <a:ext cx="76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i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51450" y="4395216"/>
            <a:ext cx="25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i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000" dirty="0"/>
          </a:p>
        </p:txBody>
      </p:sp>
      <p:pic>
        <p:nvPicPr>
          <p:cNvPr id="34" name="Image 0" descr="/home/ahmed/Projects/ai_llm_slides/videos/deep-learning/001_introduction/recreated_pptx/build/assets/tiger_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800" y="4127500"/>
            <a:ext cx="2374900" cy="11303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753350" y="4395216"/>
            <a:ext cx="25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i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7937500" y="4419255"/>
            <a:ext cx="50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</a:t>
            </a:r>
            <a:endParaRPr lang="en-US" sz="2400" dirty="0"/>
          </a:p>
        </p:txBody>
      </p:sp>
      <p:pic>
        <p:nvPicPr>
          <p:cNvPr id="37" name="Image 1" descr="/home/ahmed/Projects/ai_llm_slides/videos/deep-learning/001_introduction/recreated_pptx/build/assets/tiger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0" y="4343400"/>
            <a:ext cx="1244600" cy="6096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931150" y="4829416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40" b="1" i="1" u="sng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is reduced</a:t>
            </a:r>
            <a:endParaRPr lang="en-US" sz="13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2026-10-12T04:51:58Z</dcterms:created>
  <dcterms:modified xsi:type="dcterms:W3CDTF">2026-10-12T04:51:58Z</dcterms:modified>
</cp:coreProperties>
</file>