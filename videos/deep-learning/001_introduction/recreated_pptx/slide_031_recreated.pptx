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44600" y="1689100"/>
            <a:ext cx="10033000" cy="29845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6900" y="88181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51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Get Filters for Recognition</a:t>
            </a:r>
            <a:endParaRPr lang="en-US" sz="3510" dirty="0"/>
          </a:p>
        </p:txBody>
      </p:sp>
      <p:sp>
        <p:nvSpPr>
          <p:cNvPr id="7" name="Text 5"/>
          <p:cNvSpPr/>
          <p:nvPr/>
        </p:nvSpPr>
        <p:spPr>
          <a:xfrm>
            <a:off x="1371600" y="1699082"/>
            <a:ext cx="812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Several, handcrafted filters in computer vision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1371600" y="2359482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example: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1358900" y="2689682"/>
            <a:ext cx="876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Canny, Sobel, Gaussian blur, smoothing, low- level segmentation,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1371600" y="3019882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morphological filters, Gabor filters,...</a:t>
            </a:r>
            <a:endParaRPr lang="en-US" sz="2350" dirty="0"/>
          </a:p>
        </p:txBody>
      </p:sp>
      <p:sp>
        <p:nvSpPr>
          <p:cNvPr id="11" name="Shape 9"/>
          <p:cNvSpPr/>
          <p:nvPr/>
        </p:nvSpPr>
        <p:spPr>
          <a:xfrm>
            <a:off x="1374775" y="3889375"/>
            <a:ext cx="82550" cy="825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5450" y="3712032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 they optimal for recognition?</a:t>
            </a:r>
            <a:endParaRPr lang="en-US" sz="2350" dirty="0"/>
          </a:p>
        </p:txBody>
      </p:sp>
      <p:sp>
        <p:nvSpPr>
          <p:cNvPr id="13" name="Shape 11"/>
          <p:cNvSpPr/>
          <p:nvPr/>
        </p:nvSpPr>
        <p:spPr>
          <a:xfrm>
            <a:off x="1374775" y="4384675"/>
            <a:ext cx="82550" cy="8255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5450" y="4207332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we learn them from our data?</a:t>
            </a:r>
            <a:endParaRPr lang="en-US" sz="2350" dirty="0"/>
          </a:p>
        </p:txBody>
      </p:sp>
      <p:sp>
        <p:nvSpPr>
          <p:cNvPr id="15" name="Shape 13"/>
          <p:cNvSpPr/>
          <p:nvPr/>
        </p:nvSpPr>
        <p:spPr>
          <a:xfrm>
            <a:off x="4787900" y="5524500"/>
            <a:ext cx="2946400" cy="546100"/>
          </a:xfrm>
          <a:prstGeom prst="rect">
            <a:avLst/>
          </a:prstGeom>
          <a:solidFill>
            <a:srgbClr val="FFFFFF"/>
          </a:solidFill>
          <a:ln w="25400">
            <a:solidFill>
              <a:srgbClr val="9999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4900" y="5534279"/>
            <a:ext cx="279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Parameters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912100" y="4902200"/>
            <a:ext cx="2806700" cy="151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1800" y="5041900"/>
            <a:ext cx="44450" cy="12382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1800" y="5041900"/>
            <a:ext cx="120650" cy="3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1800" y="6248400"/>
            <a:ext cx="120650" cy="3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41000" y="5041900"/>
            <a:ext cx="50800" cy="12382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64800" y="5041900"/>
            <a:ext cx="127000" cy="3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64800" y="6248400"/>
            <a:ext cx="127000" cy="3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4" name="Image 0" descr="/home/ahmed/Projects/ai_llm_slides/videos/deep-learning/001_introduction/recreated_pptx/build/assets/eq_031_thet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710" y="5058415"/>
            <a:ext cx="338328" cy="327657"/>
          </a:xfrm>
          <a:prstGeom prst="rect">
            <a:avLst/>
          </a:prstGeom>
        </p:spPr>
      </p:pic>
      <p:pic>
        <p:nvPicPr>
          <p:cNvPr id="25" name="Image 1" descr="/home/ahmed/Projects/ai_llm_slides/videos/deep-learning/001_introduction/recreated_pptx/build/assets/eq_031_thet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6409" y="5058415"/>
            <a:ext cx="336801" cy="327657"/>
          </a:xfrm>
          <a:prstGeom prst="rect">
            <a:avLst/>
          </a:prstGeom>
        </p:spPr>
      </p:pic>
      <p:pic>
        <p:nvPicPr>
          <p:cNvPr id="26" name="Image 2" descr="/home/ahmed/Projects/ai_llm_slides/videos/deep-learning/001_introduction/recreated_pptx/build/assets/eq_031_theta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8108" y="5058406"/>
            <a:ext cx="341373" cy="330711"/>
          </a:xfrm>
          <a:prstGeom prst="rect">
            <a:avLst/>
          </a:prstGeom>
        </p:spPr>
      </p:pic>
      <p:pic>
        <p:nvPicPr>
          <p:cNvPr id="27" name="Image 3" descr="/home/ahmed/Projects/ai_llm_slides/videos/deep-learning/001_introduction/recreated_pptx/build/assets/eq_031_theta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710" y="5477512"/>
            <a:ext cx="347472" cy="327657"/>
          </a:xfrm>
          <a:prstGeom prst="rect">
            <a:avLst/>
          </a:prstGeom>
        </p:spPr>
      </p:pic>
      <p:pic>
        <p:nvPicPr>
          <p:cNvPr id="28" name="Image 4" descr="/home/ahmed/Projects/ai_llm_slides/videos/deep-learning/001_introduction/recreated_pptx/build/assets/eq_031_theta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409" y="5477512"/>
            <a:ext cx="339855" cy="330711"/>
          </a:xfrm>
          <a:prstGeom prst="rect">
            <a:avLst/>
          </a:prstGeom>
        </p:spPr>
      </p:pic>
      <p:pic>
        <p:nvPicPr>
          <p:cNvPr id="29" name="Image 5" descr="/home/ahmed/Projects/ai_llm_slides/videos/deep-learning/001_introduction/recreated_pptx/build/assets/eq_031_theta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8108" y="5477512"/>
            <a:ext cx="345945" cy="330711"/>
          </a:xfrm>
          <a:prstGeom prst="rect">
            <a:avLst/>
          </a:prstGeom>
        </p:spPr>
      </p:pic>
      <p:pic>
        <p:nvPicPr>
          <p:cNvPr id="30" name="Image 6" descr="/home/ahmed/Projects/ai_llm_slides/videos/deep-learning/001_introduction/recreated_pptx/build/assets/eq_031_theta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4710" y="5896618"/>
            <a:ext cx="339855" cy="327657"/>
          </a:xfrm>
          <a:prstGeom prst="rect">
            <a:avLst/>
          </a:prstGeom>
        </p:spPr>
      </p:pic>
      <p:pic>
        <p:nvPicPr>
          <p:cNvPr id="31" name="Image 7" descr="/home/ahmed/Projects/ai_llm_slides/videos/deep-learning/001_introduction/recreated_pptx/build/assets/eq_031_theta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6409" y="5896609"/>
            <a:ext cx="344427" cy="330711"/>
          </a:xfrm>
          <a:prstGeom prst="rect">
            <a:avLst/>
          </a:prstGeom>
        </p:spPr>
      </p:pic>
      <p:pic>
        <p:nvPicPr>
          <p:cNvPr id="32" name="Image 8" descr="/home/ahmed/Projects/ai_llm_slides/videos/deep-learning/001_introduction/recreated_pptx/build/assets/eq_031_theta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8108" y="5896609"/>
            <a:ext cx="344427" cy="330711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2026-10-12T04:22:47Z</dcterms:created>
  <dcterms:modified xsi:type="dcterms:W3CDTF">2026-10-12T04:22:47Z</dcterms:modified>
</cp:coreProperties>
</file>