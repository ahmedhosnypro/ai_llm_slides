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7075" y="546100"/>
            <a:ext cx="19050" cy="6007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1700" y="1943100"/>
            <a:ext cx="4940300" cy="453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200" y="67183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200" b="1" spc="1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Languages, Platforms,</a:t>
            </a:r>
            <a:endParaRPr lang="en-US" sz="4200" dirty="0"/>
          </a:p>
          <a:p>
            <a:pPr algn="ctr" indent="0" marL="0">
              <a:lnSpc>
                <a:spcPts val="4700"/>
              </a:lnSpc>
              <a:buNone/>
            </a:pPr>
            <a:r>
              <a:rPr lang="en-US" sz="4200" b="1" spc="1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Libraries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19200" y="189865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Languages for ML/DL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219200" y="313055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Platforms for ML/DL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19200" y="404495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Libraries (for python)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2311400" y="22186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11400" y="25361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11400" y="28663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11400" y="34505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11400" y="37680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11400" y="43649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 Learn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11400" y="46824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11400" y="50126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11400" y="53428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11400" y="56603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Gensim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11400" y="59905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073275" y="24225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3275" y="27400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73275" y="30702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3275" y="36544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73275" y="39719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3275" y="45688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3275" y="48863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73275" y="52165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73275" y="55467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73275" y="58642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73275" y="61944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2026-10-12T03:23:00Z</dcterms:created>
  <dcterms:modified xsi:type="dcterms:W3CDTF">2026-10-12T03:23:00Z</dcterms:modified>
</cp:coreProperties>
</file>