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536700"/>
            <a:ext cx="4838700" cy="9398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700" y="3492500"/>
            <a:ext cx="3632200" cy="965200"/>
          </a:xfrm>
          <a:prstGeom prst="rect">
            <a:avLst/>
          </a:prstGeom>
          <a:solidFill>
            <a:srgbClr val="0200A7"/>
          </a:solidFill>
          <a:ln w="12700">
            <a:solidFill>
              <a:srgbClr val="0200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8400" y="3492500"/>
            <a:ext cx="3543300" cy="965200"/>
          </a:xfrm>
          <a:prstGeom prst="rect">
            <a:avLst/>
          </a:prstGeom>
          <a:solidFill>
            <a:srgbClr val="0A873B"/>
          </a:solidFill>
          <a:ln w="12700">
            <a:solidFill>
              <a:srgbClr val="0A87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842000" y="2470150"/>
                </a:moveTo>
                <a:cubicBezTo>
                  <a:pt x="5760339" y="3273806"/>
                  <a:pt x="3645916" y="2815844"/>
                  <a:pt x="3368675" y="3327400"/>
                </a:cubicBezTo>
              </a:path>
            </a:pathLst>
          </a:custGeom>
          <a:noFill/>
          <a:ln w="31750">
            <a:solidFill>
              <a:srgbClr val="7B2B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842000" y="2470150"/>
                </a:moveTo>
                <a:cubicBezTo>
                  <a:pt x="5903087" y="3290824"/>
                  <a:pt x="7721600" y="2805303"/>
                  <a:pt x="7997825" y="3327400"/>
                </a:cubicBezTo>
              </a:path>
            </a:pathLst>
          </a:custGeom>
          <a:noFill/>
          <a:ln w="31750">
            <a:solidFill>
              <a:srgbClr val="7B2B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308350" y="3321050"/>
            <a:ext cx="120650" cy="165100"/>
          </a:xfrm>
          <a:prstGeom prst="triangle">
            <a:avLst/>
          </a:prstGeom>
          <a:solidFill>
            <a:srgbClr val="7B2B34"/>
          </a:solidFill>
          <a:ln w="12700">
            <a:solidFill>
              <a:srgbClr val="7B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937500" y="3321050"/>
            <a:ext cx="114300" cy="165100"/>
          </a:xfrm>
          <a:prstGeom prst="triangle">
            <a:avLst/>
          </a:prstGeom>
          <a:solidFill>
            <a:srgbClr val="7B2B34"/>
          </a:solidFill>
          <a:ln w="12700">
            <a:solidFill>
              <a:srgbClr val="7B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2450" y="17145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spc="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4950" y="35476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Based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511300" y="39159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(Expert Systems)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178550" y="35476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Based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184900" y="39159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(Machine Learning)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2026-10-12T04:10:02Z</dcterms:created>
  <dcterms:modified xsi:type="dcterms:W3CDTF">2026-10-12T04:10:02Z</dcterms:modified>
</cp:coreProperties>
</file>