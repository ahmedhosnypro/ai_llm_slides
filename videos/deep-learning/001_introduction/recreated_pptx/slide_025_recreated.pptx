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1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714500"/>
            <a:ext cx="6426200" cy="3206750"/>
          </a:xfrm>
          <a:prstGeom prst="rect">
            <a:avLst/>
          </a:prstGeom>
          <a:solidFill>
            <a:srgbClr val="DAD0C4"/>
          </a:solidFill>
          <a:ln w="12700">
            <a:solidFill>
              <a:srgbClr val="DAD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1850" y="723900"/>
            <a:ext cx="812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Model</a:t>
            </a:r>
            <a:endParaRPr lang="en-US" sz="3050" dirty="0"/>
          </a:p>
        </p:txBody>
      </p:sp>
      <p:sp>
        <p:nvSpPr>
          <p:cNvPr id="8" name="Shape 6"/>
          <p:cNvSpPr/>
          <p:nvPr/>
        </p:nvSpPr>
        <p:spPr>
          <a:xfrm>
            <a:off x="812800" y="1206500"/>
            <a:ext cx="819150" cy="37465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1206500"/>
            <a:ext cx="81915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193800"/>
            <a:ext cx="793750" cy="38735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193800"/>
            <a:ext cx="79375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9900" y="1403350"/>
            <a:ext cx="5918200" cy="0"/>
          </a:xfrm>
          <a:prstGeom prst="line">
            <a:avLst/>
          </a:prstGeom>
          <a:noFill/>
          <a:ln w="15875">
            <a:solidFill>
              <a:srgbClr val="990099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rot="16200000">
            <a:off x="1593850" y="1327150"/>
            <a:ext cx="127000" cy="165100"/>
          </a:xfrm>
          <a:prstGeom prst="triangle">
            <a:avLst/>
          </a:prstGeom>
          <a:solidFill>
            <a:srgbClr val="990099"/>
          </a:solidFill>
          <a:ln w="12700">
            <a:solidFill>
              <a:srgbClr val="9900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7670800" y="1327150"/>
            <a:ext cx="127000" cy="165100"/>
          </a:xfrm>
          <a:prstGeom prst="triangle">
            <a:avLst/>
          </a:prstGeom>
          <a:solidFill>
            <a:srgbClr val="990099"/>
          </a:solidFill>
          <a:ln w="12700">
            <a:solidFill>
              <a:srgbClr val="9900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3450" y="27813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66800" y="2311400"/>
            <a:ext cx="762000" cy="5270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" y="2838450"/>
            <a:ext cx="762000" cy="3937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6800" y="2838450"/>
            <a:ext cx="762000" cy="1428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3450" y="30861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66800" y="2311400"/>
            <a:ext cx="762000" cy="8318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6800" y="3143250"/>
            <a:ext cx="762000" cy="889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6800" y="3143250"/>
            <a:ext cx="762000" cy="11239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450" y="33782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66800" y="2311400"/>
            <a:ext cx="762000" cy="11239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66800" y="3232150"/>
            <a:ext cx="762000" cy="2032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6800" y="3435350"/>
            <a:ext cx="762000" cy="8318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3450" y="36703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66800" y="2311400"/>
            <a:ext cx="762000" cy="14160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66800" y="3232150"/>
            <a:ext cx="762000" cy="4953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6800" y="3727450"/>
            <a:ext cx="762000" cy="539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8875" y="22574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5725" y="22574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6225" y="22574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8875" y="317817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25725" y="317817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16225" y="317817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8875" y="42132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25725" y="42132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16225" y="4213225"/>
            <a:ext cx="107950" cy="10795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94100" y="2311400"/>
            <a:ext cx="1562100" cy="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594100" y="2311400"/>
            <a:ext cx="1562100" cy="9207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594100" y="2311400"/>
            <a:ext cx="1562100" cy="195580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3594100" y="2311400"/>
            <a:ext cx="1562100" cy="9207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594100" y="3232150"/>
            <a:ext cx="1562100" cy="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594100" y="3232150"/>
            <a:ext cx="1562100" cy="10350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3594100" y="2311400"/>
            <a:ext cx="1562100" cy="195580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3594100" y="3232150"/>
            <a:ext cx="1562100" cy="103505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594100" y="4267200"/>
            <a:ext cx="1562100" cy="0"/>
          </a:xfrm>
          <a:prstGeom prst="line">
            <a:avLst/>
          </a:prstGeom>
          <a:noFill/>
          <a:ln w="7620">
            <a:solidFill>
              <a:srgbClr val="8B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43300" y="2260600"/>
            <a:ext cx="88900" cy="1016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43300" y="3181350"/>
            <a:ext cx="88900" cy="1016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43300" y="4216400"/>
            <a:ext cx="88900" cy="1016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41500" y="205740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95500" y="20574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4200" y="219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55" name="Image 0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223008"/>
            <a:ext cx="138684" cy="176784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1841500" y="29781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095500" y="29781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854200" y="311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59" name="Image 1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3143758"/>
            <a:ext cx="138684" cy="176784"/>
          </a:xfrm>
          <a:prstGeom prst="rect">
            <a:avLst/>
          </a:prstGeom>
        </p:spPr>
      </p:pic>
      <p:sp>
        <p:nvSpPr>
          <p:cNvPr id="60" name="Shape 56"/>
          <p:cNvSpPr/>
          <p:nvPr/>
        </p:nvSpPr>
        <p:spPr>
          <a:xfrm>
            <a:off x="1841500" y="401320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095500" y="40132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1854200" y="4152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63" name="Image 2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4178808"/>
            <a:ext cx="138684" cy="176784"/>
          </a:xfrm>
          <a:prstGeom prst="rect">
            <a:avLst/>
          </a:prstGeom>
        </p:spPr>
      </p:pic>
      <p:sp>
        <p:nvSpPr>
          <p:cNvPr id="64" name="Shape 59"/>
          <p:cNvSpPr/>
          <p:nvPr/>
        </p:nvSpPr>
        <p:spPr>
          <a:xfrm>
            <a:off x="3067050" y="205740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3321050" y="20574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3079750" y="219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67" name="Image 3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0" y="2223008"/>
            <a:ext cx="138684" cy="176784"/>
          </a:xfrm>
          <a:prstGeom prst="rect">
            <a:avLst/>
          </a:prstGeom>
        </p:spPr>
      </p:pic>
      <p:sp>
        <p:nvSpPr>
          <p:cNvPr id="68" name="Shape 62"/>
          <p:cNvSpPr/>
          <p:nvPr/>
        </p:nvSpPr>
        <p:spPr>
          <a:xfrm>
            <a:off x="3067050" y="29781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3321050" y="29781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3079750" y="311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1" name="Image 4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100" y="3143758"/>
            <a:ext cx="138684" cy="176784"/>
          </a:xfrm>
          <a:prstGeom prst="rect">
            <a:avLst/>
          </a:prstGeom>
        </p:spPr>
      </p:pic>
      <p:sp>
        <p:nvSpPr>
          <p:cNvPr id="72" name="Shape 65"/>
          <p:cNvSpPr/>
          <p:nvPr/>
        </p:nvSpPr>
        <p:spPr>
          <a:xfrm>
            <a:off x="3067050" y="401320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3321050" y="40132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3079750" y="4152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5" name="Image 5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100" y="4178808"/>
            <a:ext cx="138684" cy="176784"/>
          </a:xfrm>
          <a:prstGeom prst="rect">
            <a:avLst/>
          </a:prstGeom>
        </p:spPr>
      </p:pic>
      <p:sp>
        <p:nvSpPr>
          <p:cNvPr id="76" name="Shape 68"/>
          <p:cNvSpPr/>
          <p:nvPr/>
        </p:nvSpPr>
        <p:spPr>
          <a:xfrm>
            <a:off x="5168900" y="205740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5422900" y="20574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5181600" y="21971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9" name="Image 6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1950" y="2223008"/>
            <a:ext cx="138684" cy="176784"/>
          </a:xfrm>
          <a:prstGeom prst="rect">
            <a:avLst/>
          </a:prstGeom>
        </p:spPr>
      </p:pic>
      <p:sp>
        <p:nvSpPr>
          <p:cNvPr id="80" name="Shape 71"/>
          <p:cNvSpPr/>
          <p:nvPr/>
        </p:nvSpPr>
        <p:spPr>
          <a:xfrm>
            <a:off x="5168900" y="29781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5422900" y="29781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2" name="Text 73"/>
          <p:cNvSpPr/>
          <p:nvPr/>
        </p:nvSpPr>
        <p:spPr>
          <a:xfrm>
            <a:off x="5181600" y="31178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3" name="Image 7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1950" y="3143758"/>
            <a:ext cx="138684" cy="176784"/>
          </a:xfrm>
          <a:prstGeom prst="rect">
            <a:avLst/>
          </a:prstGeom>
        </p:spPr>
      </p:pic>
      <p:sp>
        <p:nvSpPr>
          <p:cNvPr id="84" name="Shape 74"/>
          <p:cNvSpPr/>
          <p:nvPr/>
        </p:nvSpPr>
        <p:spPr>
          <a:xfrm>
            <a:off x="5168900" y="401320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5422900" y="401320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6" name="Text 76"/>
          <p:cNvSpPr/>
          <p:nvPr/>
        </p:nvSpPr>
        <p:spPr>
          <a:xfrm>
            <a:off x="5181600" y="41529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7" name="Image 8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1950" y="4178808"/>
            <a:ext cx="138684" cy="176784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2578100" y="176784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700"/>
              </a:lnSpc>
              <a:buNone/>
            </a:pPr>
            <a:r>
              <a:rPr lang="en-US" sz="15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550" dirty="0"/>
          </a:p>
        </p:txBody>
      </p:sp>
      <p:sp>
        <p:nvSpPr>
          <p:cNvPr id="89" name="Shape 78"/>
          <p:cNvSpPr/>
          <p:nvPr/>
        </p:nvSpPr>
        <p:spPr>
          <a:xfrm>
            <a:off x="3117850" y="2082800"/>
            <a:ext cx="120650" cy="3238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0" name="Text 79"/>
          <p:cNvSpPr/>
          <p:nvPr/>
        </p:nvSpPr>
        <p:spPr>
          <a:xfrm>
            <a:off x="4686300" y="1767840"/>
            <a:ext cx="50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700"/>
              </a:lnSpc>
              <a:buNone/>
            </a:pPr>
            <a:r>
              <a:rPr lang="en-US" sz="15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550" dirty="0"/>
          </a:p>
        </p:txBody>
      </p:sp>
      <p:sp>
        <p:nvSpPr>
          <p:cNvPr id="91" name="Shape 80"/>
          <p:cNvSpPr/>
          <p:nvPr/>
        </p:nvSpPr>
        <p:spPr>
          <a:xfrm>
            <a:off x="5219700" y="2082800"/>
            <a:ext cx="107950" cy="45085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Text 81"/>
          <p:cNvSpPr/>
          <p:nvPr/>
        </p:nvSpPr>
        <p:spPr>
          <a:xfrm>
            <a:off x="3536950" y="196977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93" name="Text 82"/>
          <p:cNvSpPr/>
          <p:nvPr/>
        </p:nvSpPr>
        <p:spPr>
          <a:xfrm>
            <a:off x="3511550" y="284988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94" name="Text 83"/>
          <p:cNvSpPr/>
          <p:nvPr/>
        </p:nvSpPr>
        <p:spPr>
          <a:xfrm>
            <a:off x="3473450" y="385572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95" name="Text 84"/>
          <p:cNvSpPr/>
          <p:nvPr/>
        </p:nvSpPr>
        <p:spPr>
          <a:xfrm>
            <a:off x="5657850" y="203073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96" name="Text 85"/>
          <p:cNvSpPr/>
          <p:nvPr/>
        </p:nvSpPr>
        <p:spPr>
          <a:xfrm>
            <a:off x="5619750" y="291338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97" name="Text 86"/>
          <p:cNvSpPr/>
          <p:nvPr/>
        </p:nvSpPr>
        <p:spPr>
          <a:xfrm>
            <a:off x="5619750" y="394208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98" name="Text 87"/>
          <p:cNvSpPr/>
          <p:nvPr/>
        </p:nvSpPr>
        <p:spPr>
          <a:xfrm>
            <a:off x="4140200" y="206883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99" name="Text 88"/>
          <p:cNvSpPr/>
          <p:nvPr/>
        </p:nvSpPr>
        <p:spPr>
          <a:xfrm rot="1800000">
            <a:off x="4044950" y="246253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00" name="Text 89"/>
          <p:cNvSpPr/>
          <p:nvPr/>
        </p:nvSpPr>
        <p:spPr>
          <a:xfrm rot="3060000">
            <a:off x="4102100" y="295783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01" name="Shape 90"/>
          <p:cNvSpPr/>
          <p:nvPr/>
        </p:nvSpPr>
        <p:spPr>
          <a:xfrm>
            <a:off x="5689600" y="2311400"/>
            <a:ext cx="622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2" name="Shape 91"/>
          <p:cNvSpPr/>
          <p:nvPr/>
        </p:nvSpPr>
        <p:spPr>
          <a:xfrm>
            <a:off x="6350000" y="2197100"/>
            <a:ext cx="800100" cy="22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03" name="Text 92"/>
          <p:cNvSpPr/>
          <p:nvPr/>
        </p:nvSpPr>
        <p:spPr>
          <a:xfrm>
            <a:off x="6350000" y="2197100"/>
            <a:ext cx="800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</a:t>
            </a:r>
            <a:endParaRPr lang="en-US" sz="1050" dirty="0"/>
          </a:p>
        </p:txBody>
      </p:sp>
      <p:sp>
        <p:nvSpPr>
          <p:cNvPr id="104" name="Shape 93"/>
          <p:cNvSpPr/>
          <p:nvPr/>
        </p:nvSpPr>
        <p:spPr>
          <a:xfrm>
            <a:off x="5689600" y="3232150"/>
            <a:ext cx="622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4"/>
          <p:cNvSpPr/>
          <p:nvPr/>
        </p:nvSpPr>
        <p:spPr>
          <a:xfrm>
            <a:off x="6350000" y="3117850"/>
            <a:ext cx="800100" cy="22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06" name="Text 95"/>
          <p:cNvSpPr/>
          <p:nvPr/>
        </p:nvSpPr>
        <p:spPr>
          <a:xfrm>
            <a:off x="6350000" y="3117850"/>
            <a:ext cx="800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</a:t>
            </a:r>
            <a:endParaRPr lang="en-US" sz="1050" dirty="0"/>
          </a:p>
        </p:txBody>
      </p:sp>
      <p:sp>
        <p:nvSpPr>
          <p:cNvPr id="107" name="Shape 96"/>
          <p:cNvSpPr/>
          <p:nvPr/>
        </p:nvSpPr>
        <p:spPr>
          <a:xfrm>
            <a:off x="5689600" y="4267200"/>
            <a:ext cx="622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97"/>
          <p:cNvSpPr/>
          <p:nvPr/>
        </p:nvSpPr>
        <p:spPr>
          <a:xfrm>
            <a:off x="6350000" y="4146550"/>
            <a:ext cx="800100" cy="22225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09" name="Text 98"/>
          <p:cNvSpPr/>
          <p:nvPr/>
        </p:nvSpPr>
        <p:spPr>
          <a:xfrm>
            <a:off x="6350000" y="4146550"/>
            <a:ext cx="8001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</a:t>
            </a:r>
            <a:endParaRPr lang="en-US" sz="1050" dirty="0"/>
          </a:p>
        </p:txBody>
      </p:sp>
      <p:sp>
        <p:nvSpPr>
          <p:cNvPr id="110" name="Shape 99"/>
          <p:cNvSpPr/>
          <p:nvPr/>
        </p:nvSpPr>
        <p:spPr>
          <a:xfrm>
            <a:off x="7391400" y="1905000"/>
            <a:ext cx="279400" cy="2711450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11" name="Text 100"/>
          <p:cNvSpPr/>
          <p:nvPr/>
        </p:nvSpPr>
        <p:spPr>
          <a:xfrm rot="16200000">
            <a:off x="7150100" y="22098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12" name="Text 101"/>
          <p:cNvSpPr/>
          <p:nvPr/>
        </p:nvSpPr>
        <p:spPr>
          <a:xfrm rot="16200000">
            <a:off x="7150100" y="31305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13" name="Text 102"/>
          <p:cNvSpPr/>
          <p:nvPr/>
        </p:nvSpPr>
        <p:spPr>
          <a:xfrm rot="16200000">
            <a:off x="7150100" y="416560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14" name="Shape 103"/>
          <p:cNvSpPr/>
          <p:nvPr/>
        </p:nvSpPr>
        <p:spPr>
          <a:xfrm>
            <a:off x="7759700" y="2190750"/>
            <a:ext cx="812800" cy="228600"/>
          </a:xfrm>
          <a:prstGeom prst="rect">
            <a:avLst/>
          </a:prstGeom>
          <a:solidFill>
            <a:srgbClr val="DBFFCB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15" name="Text 104"/>
          <p:cNvSpPr/>
          <p:nvPr/>
        </p:nvSpPr>
        <p:spPr>
          <a:xfrm>
            <a:off x="7759700" y="2190750"/>
            <a:ext cx="81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1</a:t>
            </a:r>
            <a:endParaRPr lang="en-US" sz="900" dirty="0"/>
          </a:p>
        </p:txBody>
      </p:sp>
      <p:sp>
        <p:nvSpPr>
          <p:cNvPr id="116" name="Shape 105"/>
          <p:cNvSpPr/>
          <p:nvPr/>
        </p:nvSpPr>
        <p:spPr>
          <a:xfrm>
            <a:off x="7759700" y="3111500"/>
            <a:ext cx="812800" cy="228600"/>
          </a:xfrm>
          <a:prstGeom prst="rect">
            <a:avLst/>
          </a:prstGeom>
          <a:solidFill>
            <a:srgbClr val="DBFFCB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17" name="Text 106"/>
          <p:cNvSpPr/>
          <p:nvPr/>
        </p:nvSpPr>
        <p:spPr>
          <a:xfrm>
            <a:off x="7759700" y="3111500"/>
            <a:ext cx="81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</a:t>
            </a:r>
            <a:endParaRPr lang="en-US" sz="900" dirty="0"/>
          </a:p>
        </p:txBody>
      </p:sp>
      <p:sp>
        <p:nvSpPr>
          <p:cNvPr id="118" name="Shape 107"/>
          <p:cNvSpPr/>
          <p:nvPr/>
        </p:nvSpPr>
        <p:spPr>
          <a:xfrm>
            <a:off x="7759700" y="4146550"/>
            <a:ext cx="812800" cy="228600"/>
          </a:xfrm>
          <a:prstGeom prst="rect">
            <a:avLst/>
          </a:prstGeom>
          <a:solidFill>
            <a:srgbClr val="DBFFCB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19" name="Text 108"/>
          <p:cNvSpPr/>
          <p:nvPr/>
        </p:nvSpPr>
        <p:spPr>
          <a:xfrm>
            <a:off x="7759700" y="4146550"/>
            <a:ext cx="81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</a:t>
            </a:r>
            <a:endParaRPr lang="en-US" sz="900" dirty="0"/>
          </a:p>
        </p:txBody>
      </p:sp>
      <p:sp>
        <p:nvSpPr>
          <p:cNvPr id="120" name="Shape 109"/>
          <p:cNvSpPr/>
          <p:nvPr/>
        </p:nvSpPr>
        <p:spPr>
          <a:xfrm>
            <a:off x="3276600" y="4800600"/>
            <a:ext cx="114300" cy="247650"/>
          </a:xfrm>
          <a:prstGeom prst="rect">
            <a:avLst/>
          </a:prstGeom>
          <a:solidFill>
            <a:srgbClr val="E4EAFF"/>
          </a:solidFill>
          <a:ln w="12700">
            <a:solidFill>
              <a:srgbClr val="615175"/>
            </a:solidFill>
            <a:prstDash val="solid"/>
          </a:ln>
        </p:spPr>
      </p:sp>
      <p:sp>
        <p:nvSpPr>
          <p:cNvPr id="121" name="Shape 110"/>
          <p:cNvSpPr/>
          <p:nvPr/>
        </p:nvSpPr>
        <p:spPr>
          <a:xfrm>
            <a:off x="3232150" y="4673600"/>
            <a:ext cx="203200" cy="133350"/>
          </a:xfrm>
          <a:prstGeom prst="triangle">
            <a:avLst/>
          </a:prstGeom>
          <a:solidFill>
            <a:srgbClr val="E4EAFF"/>
          </a:solidFill>
          <a:ln w="12700">
            <a:solidFill>
              <a:srgbClr val="615175"/>
            </a:solidFill>
            <a:prstDash val="solid"/>
          </a:ln>
        </p:spPr>
      </p:sp>
      <p:sp>
        <p:nvSpPr>
          <p:cNvPr id="122" name="Text 111"/>
          <p:cNvSpPr/>
          <p:nvPr/>
        </p:nvSpPr>
        <p:spPr>
          <a:xfrm>
            <a:off x="3219450" y="4752340"/>
            <a:ext cx="20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123" name="Shape 112"/>
          <p:cNvSpPr/>
          <p:nvPr/>
        </p:nvSpPr>
        <p:spPr>
          <a:xfrm>
            <a:off x="5378450" y="4800600"/>
            <a:ext cx="114300" cy="247650"/>
          </a:xfrm>
          <a:prstGeom prst="rect">
            <a:avLst/>
          </a:prstGeom>
          <a:solidFill>
            <a:srgbClr val="D6FFB2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24" name="Shape 113"/>
          <p:cNvSpPr/>
          <p:nvPr/>
        </p:nvSpPr>
        <p:spPr>
          <a:xfrm>
            <a:off x="5334000" y="4679950"/>
            <a:ext cx="190500" cy="127000"/>
          </a:xfrm>
          <a:prstGeom prst="triangle">
            <a:avLst/>
          </a:prstGeom>
          <a:solidFill>
            <a:srgbClr val="D6FFB2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25" name="Text 114"/>
          <p:cNvSpPr/>
          <p:nvPr/>
        </p:nvSpPr>
        <p:spPr>
          <a:xfrm>
            <a:off x="5321300" y="4777740"/>
            <a:ext cx="20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600" dirty="0"/>
          </a:p>
        </p:txBody>
      </p:sp>
      <p:sp>
        <p:nvSpPr>
          <p:cNvPr id="126" name="Shape 115"/>
          <p:cNvSpPr/>
          <p:nvPr/>
        </p:nvSpPr>
        <p:spPr>
          <a:xfrm>
            <a:off x="2787650" y="5048250"/>
            <a:ext cx="1111250" cy="431800"/>
          </a:xfrm>
          <a:prstGeom prst="rect">
            <a:avLst/>
          </a:prstGeom>
          <a:solidFill>
            <a:srgbClr val="DEEBF3"/>
          </a:solidFill>
          <a:ln w="9525">
            <a:solidFill>
              <a:srgbClr val="8E96BC"/>
            </a:solidFill>
            <a:prstDash val="solid"/>
          </a:ln>
        </p:spPr>
      </p:sp>
      <p:sp>
        <p:nvSpPr>
          <p:cNvPr id="127" name="Text 116"/>
          <p:cNvSpPr/>
          <p:nvPr/>
        </p:nvSpPr>
        <p:spPr>
          <a:xfrm>
            <a:off x="2787650" y="5048250"/>
            <a:ext cx="111125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Layer</a:t>
            </a:r>
            <a:endParaRPr lang="en-US" sz="10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(i)</a:t>
            </a:r>
            <a:endParaRPr lang="en-US" sz="1050" dirty="0"/>
          </a:p>
        </p:txBody>
      </p:sp>
      <p:sp>
        <p:nvSpPr>
          <p:cNvPr id="128" name="Shape 117"/>
          <p:cNvSpPr/>
          <p:nvPr/>
        </p:nvSpPr>
        <p:spPr>
          <a:xfrm>
            <a:off x="4857750" y="5048250"/>
            <a:ext cx="1136650" cy="425450"/>
          </a:xfrm>
          <a:prstGeom prst="rect">
            <a:avLst/>
          </a:prstGeom>
          <a:solidFill>
            <a:srgbClr val="D6FFB2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29" name="Text 118"/>
          <p:cNvSpPr/>
          <p:nvPr/>
        </p:nvSpPr>
        <p:spPr>
          <a:xfrm>
            <a:off x="4857750" y="5048250"/>
            <a:ext cx="11366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Layer</a:t>
            </a:r>
            <a:endParaRPr lang="en-US" sz="10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 are here)</a:t>
            </a:r>
            <a:endParaRPr lang="en-US" sz="1050" dirty="0"/>
          </a:p>
        </p:txBody>
      </p:sp>
      <p:sp>
        <p:nvSpPr>
          <p:cNvPr id="130" name="Shape 119"/>
          <p:cNvSpPr/>
          <p:nvPr/>
        </p:nvSpPr>
        <p:spPr>
          <a:xfrm>
            <a:off x="920750" y="5854700"/>
            <a:ext cx="2216150" cy="514350"/>
          </a:xfrm>
          <a:prstGeom prst="rect">
            <a:avLst/>
          </a:prstGeom>
          <a:solidFill>
            <a:srgbClr val="FBFCEA"/>
          </a:solidFill>
          <a:ln w="9525">
            <a:solidFill>
              <a:srgbClr val="B2AFA0"/>
            </a:solidFill>
            <a:prstDash val="solid"/>
          </a:ln>
        </p:spPr>
      </p:sp>
      <p:sp>
        <p:nvSpPr>
          <p:cNvPr id="131" name="Shape 120"/>
          <p:cNvSpPr/>
          <p:nvPr/>
        </p:nvSpPr>
        <p:spPr>
          <a:xfrm>
            <a:off x="3714750" y="5791200"/>
            <a:ext cx="2654300" cy="577850"/>
          </a:xfrm>
          <a:prstGeom prst="rect">
            <a:avLst/>
          </a:prstGeom>
          <a:solidFill>
            <a:srgbClr val="FBFCEA"/>
          </a:solidFill>
          <a:ln w="9525">
            <a:solidFill>
              <a:srgbClr val="B2AFA0"/>
            </a:solidFill>
            <a:prstDash val="solid"/>
          </a:ln>
        </p:spPr>
      </p:sp>
      <p:sp>
        <p:nvSpPr>
          <p:cNvPr id="132" name="Shape 121"/>
          <p:cNvSpPr/>
          <p:nvPr/>
        </p:nvSpPr>
        <p:spPr>
          <a:xfrm>
            <a:off x="6851650" y="5702300"/>
            <a:ext cx="2667000" cy="666750"/>
          </a:xfrm>
          <a:prstGeom prst="rect">
            <a:avLst/>
          </a:prstGeom>
          <a:solidFill>
            <a:srgbClr val="FBFCEA"/>
          </a:solidFill>
          <a:ln w="9525">
            <a:solidFill>
              <a:srgbClr val="B2AFA0"/>
            </a:solidFill>
            <a:prstDash val="solid"/>
          </a:ln>
        </p:spPr>
      </p:sp>
      <p:pic>
        <p:nvPicPr>
          <p:cNvPr id="133" name="Image 9" descr="/home/ahmed/Projects/ai_llm_slides/videos/deep-learning/001_introduction/recreated_pptx/build/assets/eq25_eq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808" y="5969508"/>
            <a:ext cx="1571244" cy="376428"/>
          </a:xfrm>
          <a:prstGeom prst="rect">
            <a:avLst/>
          </a:prstGeom>
        </p:spPr>
      </p:pic>
      <p:pic>
        <p:nvPicPr>
          <p:cNvPr id="134" name="Image 10" descr="/home/ahmed/Projects/ai_llm_slides/videos/deep-learning/001_introduction/recreated_pptx/build/assets/eq25_eq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9708" y="5829808"/>
            <a:ext cx="2340864" cy="492252"/>
          </a:xfrm>
          <a:prstGeom prst="rect">
            <a:avLst/>
          </a:prstGeom>
        </p:spPr>
      </p:pic>
      <p:pic>
        <p:nvPicPr>
          <p:cNvPr id="135" name="Image 11" descr="/home/ahmed/Projects/ai_llm_slides/videos/deep-learning/001_introduction/recreated_pptx/build/assets/eq25_eq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2008" y="5804408"/>
            <a:ext cx="1792224" cy="525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2026-10-12T20:04:28Z</dcterms:created>
  <dcterms:modified xsi:type="dcterms:W3CDTF">2026-10-12T20:04:28Z</dcterms:modified>
</cp:coreProperties>
</file>