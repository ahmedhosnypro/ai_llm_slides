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305" y="1474013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0"/>
              </a:lnSpc>
              <a:buNone/>
            </a:pPr>
            <a:r>
              <a:rPr lang="en-US" sz="6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 Learning</a:t>
            </a:r>
            <a:endParaRPr lang="en-US" sz="6300" dirty="0"/>
          </a:p>
          <a:p>
            <a:pPr algn="ctr" indent="0" marL="0">
              <a:lnSpc>
                <a:spcPts val="7000"/>
              </a:lnSpc>
              <a:buNone/>
            </a:pPr>
            <a:r>
              <a:rPr lang="en-US" sz="6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DSAI 308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4242816" y="3639861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42816" y="394536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141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242816" y="43139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1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41832" y="496976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i="1" spc="11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Instructors: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88643" y="533461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141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88643" y="56855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F1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88643" y="5931713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141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Maher Ata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88643" y="6257239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1F1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momaher@zewailcity.edu.eg</a:t>
            </a:r>
            <a:endParaRPr lang="en-US" sz="1650" dirty="0"/>
          </a:p>
        </p:txBody>
      </p:sp>
      <p:pic>
        <p:nvPicPr>
          <p:cNvPr id="14" name="Image 0" descr="/home/ahmed/Projects/ai_llm_slides/videos/deep-learning/001_introduction/recreated_pptx/build/assets/zewail_logo_001int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8190" y="5435559"/>
            <a:ext cx="4279941" cy="10921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2026-10-12T01:36:52Z</dcterms:created>
  <dcterms:modified xsi:type="dcterms:W3CDTF">2026-10-12T01:36:52Z</dcterms:modified>
</cp:coreProperties>
</file>