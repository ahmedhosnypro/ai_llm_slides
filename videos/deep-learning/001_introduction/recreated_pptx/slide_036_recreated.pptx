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97000" y="1981200"/>
            <a:ext cx="9271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216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Parameters are  in the  RGB</a:t>
            </a:r>
            <a:endParaRPr lang="en-US" sz="3500" dirty="0"/>
          </a:p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filter  ( K=3 )</a:t>
            </a:r>
            <a:endParaRPr lang="en-US" sz="3500" dirty="0"/>
          </a:p>
        </p:txBody>
      </p:sp>
      <p:pic>
        <p:nvPicPr>
          <p:cNvPr id="7" name="Image 0" descr="/home/ahmed/Projects/ai_llm_slides/videos/deep-learning/001_introduction/recreated_pptx/build/assets/slabtop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0" y="2032000"/>
            <a:ext cx="3111500" cy="774700"/>
          </a:xfrm>
          <a:prstGeom prst="rect">
            <a:avLst/>
          </a:prstGeom>
        </p:spPr>
      </p:pic>
      <p:pic>
        <p:nvPicPr>
          <p:cNvPr id="8" name="Image 1" descr="/home/ahmed/Projects/ai_llm_slides/videos/deep-learning/001_introduction/recreated_pptx/build/assets/slabbody0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2781300"/>
            <a:ext cx="2832100" cy="2235200"/>
          </a:xfrm>
          <a:prstGeom prst="rect">
            <a:avLst/>
          </a:prstGeom>
        </p:spPr>
      </p:pic>
      <p:pic>
        <p:nvPicPr>
          <p:cNvPr id="9" name="Image 2" descr="/home/ahmed/Projects/ai_llm_slides/videos/deep-learning/001_introduction/recreated_pptx/build/assets/filterunit0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48000"/>
            <a:ext cx="1549400" cy="2159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26200" y="36830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26200" y="37846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086600" y="3962400"/>
            <a:ext cx="25400" cy="1016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035800" y="4000500"/>
            <a:ext cx="127000" cy="254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277100" y="3581400"/>
            <a:ext cx="495300" cy="368300"/>
          </a:xfrm>
          <a:prstGeom prst="ellipse">
            <a:avLst/>
          </a:prstGeom>
          <a:solidFill>
            <a:srgbClr val="E8862E"/>
          </a:solidFill>
          <a:ln w="6350">
            <a:solidFill>
              <a:srgbClr val="E8862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66000" y="3644900"/>
            <a:ext cx="330200" cy="228600"/>
          </a:xfrm>
          <a:prstGeom prst="ellipse">
            <a:avLst/>
          </a:prstGeom>
          <a:solidFill>
            <a:srgbClr val="11BDEB"/>
          </a:solidFill>
          <a:ln w="6350">
            <a:solidFill>
              <a:srgbClr val="11BD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66050" y="4127500"/>
            <a:ext cx="622300" cy="105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7" name="Text 12"/>
          <p:cNvSpPr/>
          <p:nvPr/>
        </p:nvSpPr>
        <p:spPr>
          <a:xfrm>
            <a:off x="552450" y="51269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weights for this neuron?</a:t>
            </a:r>
            <a:endParaRPr lang="en-US" sz="3900" dirty="0"/>
          </a:p>
        </p:txBody>
      </p:sp>
      <p:pic>
        <p:nvPicPr>
          <p:cNvPr id="18" name="Image 3" descr="/home/ahmed/Projects/ai_llm_slides/videos/deep-learning/001_introduction/recreated_pptx/build/assets/eq_147_0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5804408"/>
            <a:ext cx="3243075" cy="3322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2026-10-12T06:07:15Z</dcterms:created>
  <dcterms:modified xsi:type="dcterms:W3CDTF">2026-10-12T06:07:15Z</dcterms:modified>
</cp:coreProperties>
</file>