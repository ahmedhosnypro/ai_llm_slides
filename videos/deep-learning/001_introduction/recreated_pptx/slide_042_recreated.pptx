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77900" y="1714500"/>
            <a:ext cx="10337800" cy="472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slide042_slab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2438400"/>
            <a:ext cx="1981200" cy="2209800"/>
          </a:xfrm>
          <a:prstGeom prst="rect">
            <a:avLst/>
          </a:prstGeom>
        </p:spPr>
      </p:pic>
      <p:pic>
        <p:nvPicPr>
          <p:cNvPr id="7" name="Image 1" descr="/home/ahmed/Projects/ai_llm_slides/videos/deep-learning/001_introduction/recreated_pptx/build/assets/slide042_slice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0" y="2667000"/>
            <a:ext cx="2641600" cy="1460500"/>
          </a:xfrm>
          <a:prstGeom prst="rect">
            <a:avLst/>
          </a:prstGeom>
        </p:spPr>
      </p:pic>
      <p:pic>
        <p:nvPicPr>
          <p:cNvPr id="8" name="Image 2" descr="/home/ahmed/Projects/ai_llm_slides/videos/deep-learning/001_introduction/recreated_pptx/build/assets/slide042_output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2006600"/>
            <a:ext cx="4254500" cy="2641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350000" y="3376930"/>
            <a:ext cx="292100" cy="35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5"/>
          <p:cNvSpPr/>
          <p:nvPr/>
        </p:nvSpPr>
        <p:spPr>
          <a:xfrm>
            <a:off x="6350000" y="3454400"/>
            <a:ext cx="292100" cy="33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6"/>
          <p:cNvSpPr/>
          <p:nvPr/>
        </p:nvSpPr>
        <p:spPr>
          <a:xfrm>
            <a:off x="4025900" y="4241800"/>
            <a:ext cx="25908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3" descr="/home/ahmed/Projects/ai_llm_slides/videos/deep-learning/001_introduction/recreated_pptx/build/assets/eq42tok/e1_h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100" y="4457700"/>
            <a:ext cx="85341" cy="137160"/>
          </a:xfrm>
          <a:prstGeom prst="rect">
            <a:avLst/>
          </a:prstGeom>
        </p:spPr>
      </p:pic>
      <p:pic>
        <p:nvPicPr>
          <p:cNvPr id="13" name="Image 4" descr="/home/ahmed/Projects/ai_llm_slides/videos/deep-learning/001_introduction/recreated_pptx/build/assets/eq42tok/e1_o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100" y="4559300"/>
            <a:ext cx="268221" cy="70107"/>
          </a:xfrm>
          <a:prstGeom prst="rect">
            <a:avLst/>
          </a:prstGeom>
        </p:spPr>
      </p:pic>
      <p:pic>
        <p:nvPicPr>
          <p:cNvPr id="14" name="Image 5" descr="/home/ahmed/Projects/ai_llm_slides/videos/deep-learning/001_introduction/recreated_pptx/build/assets/eq42tok/e1_e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100" y="4508500"/>
            <a:ext cx="144777" cy="79251"/>
          </a:xfrm>
          <a:prstGeom prst="rect">
            <a:avLst/>
          </a:prstGeom>
        </p:spPr>
      </p:pic>
      <p:pic>
        <p:nvPicPr>
          <p:cNvPr id="15" name="Image 6" descr="/home/ahmed/Projects/ai_llm_slides/videos/deep-learning/001_introduction/recreated_pptx/build/assets/eq42tok/e1_h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4330700"/>
            <a:ext cx="92967" cy="152403"/>
          </a:xfrm>
          <a:prstGeom prst="rect">
            <a:avLst/>
          </a:prstGeom>
        </p:spPr>
      </p:pic>
      <p:pic>
        <p:nvPicPr>
          <p:cNvPr id="16" name="Image 7" descr="/home/ahmed/Projects/ai_llm_slides/videos/deep-learning/001_introduction/recreated_pptx/build/assets/eq42tok/e1_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100" y="4368800"/>
            <a:ext cx="140205" cy="114300"/>
          </a:xfrm>
          <a:prstGeom prst="rect">
            <a:avLst/>
          </a:prstGeom>
        </p:spPr>
      </p:pic>
      <p:pic>
        <p:nvPicPr>
          <p:cNvPr id="17" name="Image 8" descr="/home/ahmed/Projects/ai_llm_slides/videos/deep-learning/001_introduction/recreated_pptx/build/assets/eq42tok/e1_h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2300" y="4330700"/>
            <a:ext cx="92967" cy="152403"/>
          </a:xfrm>
          <a:prstGeom prst="rect">
            <a:avLst/>
          </a:prstGeom>
        </p:spPr>
      </p:pic>
      <p:pic>
        <p:nvPicPr>
          <p:cNvPr id="18" name="Image 9" descr="/home/ahmed/Projects/ai_llm_slides/videos/deep-learning/001_introduction/recreated_pptx/build/assets/eq42tok/e1_f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2988" y="4394200"/>
            <a:ext cx="39621" cy="89913"/>
          </a:xfrm>
          <a:prstGeom prst="rect">
            <a:avLst/>
          </a:prstGeom>
        </p:spPr>
      </p:pic>
      <p:pic>
        <p:nvPicPr>
          <p:cNvPr id="19" name="Image 10" descr="/home/ahmed/Projects/ai_llm_slides/videos/deep-learning/001_introduction/recreated_pptx/build/assets/eq42tok/e1_s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1000" y="4620260"/>
            <a:ext cx="77724" cy="103629"/>
          </a:xfrm>
          <a:prstGeom prst="rect">
            <a:avLst/>
          </a:prstGeom>
        </p:spPr>
      </p:pic>
      <p:pic>
        <p:nvPicPr>
          <p:cNvPr id="20" name="Image 11" descr="/home/ahmed/Projects/ai_llm_slides/videos/deep-learning/001_introduction/recreated_pptx/build/assets/eq42tok/e1_p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7100" y="4483100"/>
            <a:ext cx="129543" cy="129543"/>
          </a:xfrm>
          <a:prstGeom prst="rect">
            <a:avLst/>
          </a:prstGeom>
        </p:spPr>
      </p:pic>
      <p:pic>
        <p:nvPicPr>
          <p:cNvPr id="21" name="Image 12" descr="/home/ahmed/Projects/ai_llm_slides/videos/deep-learning/001_introduction/recreated_pptx/build/assets/eq42tok/e1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4470400"/>
            <a:ext cx="68580" cy="123444"/>
          </a:xfrm>
          <a:prstGeom prst="rect">
            <a:avLst/>
          </a:prstGeom>
        </p:spPr>
      </p:pic>
      <p:pic>
        <p:nvPicPr>
          <p:cNvPr id="22" name="Image 13" descr="/home/ahmed/Projects/ai_llm_slides/videos/deep-learning/001_introduction/recreated_pptx/build/assets/eq42tok/e2_w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0" y="4940300"/>
            <a:ext cx="150876" cy="111255"/>
          </a:xfrm>
          <a:prstGeom prst="rect">
            <a:avLst/>
          </a:prstGeom>
        </p:spPr>
      </p:pic>
      <p:pic>
        <p:nvPicPr>
          <p:cNvPr id="23" name="Image 14" descr="/home/ahmed/Projects/ai_llm_slides/videos/deep-learning/001_introduction/recreated_pptx/build/assets/eq42tok/e2_ou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100" y="4991100"/>
            <a:ext cx="268221" cy="76197"/>
          </a:xfrm>
          <a:prstGeom prst="rect">
            <a:avLst/>
          </a:prstGeom>
        </p:spPr>
      </p:pic>
      <p:pic>
        <p:nvPicPr>
          <p:cNvPr id="24" name="Image 15" descr="/home/ahmed/Projects/ai_llm_slides/videos/deep-learning/001_introduction/recreated_pptx/build/assets/eq42tok/e2_eq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6800" y="4953000"/>
            <a:ext cx="135633" cy="73152"/>
          </a:xfrm>
          <a:prstGeom prst="rect">
            <a:avLst/>
          </a:prstGeom>
        </p:spPr>
      </p:pic>
      <p:pic>
        <p:nvPicPr>
          <p:cNvPr id="25" name="Image 16" descr="/home/ahmed/Projects/ai_llm_slides/videos/deep-learning/001_introduction/recreated_pptx/build/assets/eq42tok/e2_w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05400" y="4800600"/>
            <a:ext cx="143259" cy="103629"/>
          </a:xfrm>
          <a:prstGeom prst="rect">
            <a:avLst/>
          </a:prstGeom>
        </p:spPr>
      </p:pic>
      <p:pic>
        <p:nvPicPr>
          <p:cNvPr id="26" name="Image 17" descr="/home/ahmed/Projects/ai_llm_slides/videos/deep-learning/001_introduction/recreated_pptx/build/assets/eq42tok/e2_in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3200" y="4851400"/>
            <a:ext cx="141732" cy="89913"/>
          </a:xfrm>
          <a:prstGeom prst="rect">
            <a:avLst/>
          </a:prstGeom>
        </p:spPr>
      </p:pic>
      <p:pic>
        <p:nvPicPr>
          <p:cNvPr id="27" name="Image 18" descr="/home/ahmed/Projects/ai_llm_slides/videos/deep-learning/001_introduction/recreated_pptx/build/assets/eq42tok/e2_w3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40400" y="4800600"/>
            <a:ext cx="143259" cy="103629"/>
          </a:xfrm>
          <a:prstGeom prst="rect">
            <a:avLst/>
          </a:prstGeom>
        </p:spPr>
      </p:pic>
      <p:pic>
        <p:nvPicPr>
          <p:cNvPr id="28" name="Image 19" descr="/home/ahmed/Projects/ai_llm_slides/videos/deep-learning/001_introduction/recreated_pptx/build/assets/eq42tok/e2_f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8802" y="4838700"/>
            <a:ext cx="44193" cy="103629"/>
          </a:xfrm>
          <a:prstGeom prst="rect">
            <a:avLst/>
          </a:prstGeom>
        </p:spPr>
      </p:pic>
      <p:pic>
        <p:nvPicPr>
          <p:cNvPr id="29" name="Image 20" descr="/home/ahmed/Projects/ai_llm_slides/videos/deep-learning/001_introduction/recreated_pptx/build/assets/eq42tok/e2_s1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99100" y="5067300"/>
            <a:ext cx="64008" cy="85341"/>
          </a:xfrm>
          <a:prstGeom prst="rect">
            <a:avLst/>
          </a:prstGeom>
        </p:spPr>
      </p:pic>
      <p:pic>
        <p:nvPicPr>
          <p:cNvPr id="30" name="Image 21" descr="/home/ahmed/Projects/ai_llm_slides/videos/deep-learning/001_introduction/recreated_pptx/build/assets/eq42tok/e2_p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3300" y="4914900"/>
            <a:ext cx="129543" cy="129543"/>
          </a:xfrm>
          <a:prstGeom prst="rect">
            <a:avLst/>
          </a:prstGeom>
        </p:spPr>
      </p:pic>
      <p:pic>
        <p:nvPicPr>
          <p:cNvPr id="31" name="Image 22" descr="/home/ahmed/Projects/ai_llm_slides/videos/deep-learning/001_introduction/recreated_pptx/build/assets/eq42tok/e2_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1900" y="4927600"/>
            <a:ext cx="62481" cy="114300"/>
          </a:xfrm>
          <a:prstGeom prst="rect">
            <a:avLst/>
          </a:prstGeom>
        </p:spPr>
      </p:pic>
      <p:pic>
        <p:nvPicPr>
          <p:cNvPr id="32" name="Image 23" descr="/home/ahmed/Projects/ai_llm_slides/videos/deep-learning/001_introduction/recreated_pptx/build/assets/eq42tok/e3_d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56100" y="5257800"/>
            <a:ext cx="96012" cy="140205"/>
          </a:xfrm>
          <a:prstGeom prst="rect">
            <a:avLst/>
          </a:prstGeom>
        </p:spPr>
      </p:pic>
      <p:pic>
        <p:nvPicPr>
          <p:cNvPr id="33" name="Image 24" descr="/home/ahmed/Projects/ai_llm_slides/videos/deep-learning/001_introduction/recreated_pptx/build/assets/eq42tok/e3_out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95800" y="5346700"/>
            <a:ext cx="268221" cy="76197"/>
          </a:xfrm>
          <a:prstGeom prst="rect">
            <a:avLst/>
          </a:prstGeom>
        </p:spPr>
      </p:pic>
      <p:pic>
        <p:nvPicPr>
          <p:cNvPr id="34" name="Image 25" descr="/home/ahmed/Projects/ai_llm_slides/videos/deep-learning/001_introduction/recreated_pptx/build/assets/eq42tok/e3_eq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76800" y="5308600"/>
            <a:ext cx="129543" cy="70107"/>
          </a:xfrm>
          <a:prstGeom prst="rect">
            <a:avLst/>
          </a:prstGeom>
        </p:spPr>
      </p:pic>
      <p:pic>
        <p:nvPicPr>
          <p:cNvPr id="35" name="Image 26" descr="/home/ahmed/Projects/ai_llm_slides/videos/deep-learning/001_introduction/recreated_pptx/build/assets/eq42tok/e3_n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18100" y="5295900"/>
            <a:ext cx="91440" cy="100584"/>
          </a:xfrm>
          <a:prstGeom prst="rect">
            <a:avLst/>
          </a:prstGeom>
        </p:spPr>
      </p:pic>
      <p:pic>
        <p:nvPicPr>
          <p:cNvPr id="36" name="Image 27" descr="/home/ahmed/Projects/ai_llm_slides/videos/deep-learning/001_introduction/recreated_pptx/build/assets/eq42tok/e3_f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45354" y="5334000"/>
            <a:ext cx="50292" cy="114300"/>
          </a:xfrm>
          <a:prstGeom prst="rect">
            <a:avLst/>
          </a:prstGeom>
        </p:spPr>
      </p:pic>
      <p:pic>
        <p:nvPicPr>
          <p:cNvPr id="37" name="Image 28" descr="/home/ahmed/Projects/ai_llm_slides/videos/deep-learning/001_introduction/recreated_pptx/build/assets/eq42tok/e4_d1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59300" y="5588000"/>
            <a:ext cx="96012" cy="140205"/>
          </a:xfrm>
          <a:prstGeom prst="rect">
            <a:avLst/>
          </a:prstGeom>
        </p:spPr>
      </p:pic>
      <p:pic>
        <p:nvPicPr>
          <p:cNvPr id="38" name="Image 29" descr="/home/ahmed/Projects/ai_llm_slides/videos/deep-learning/001_introduction/recreated_pptx/build/assets/eq42tok/e4_f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94682" y="5626100"/>
            <a:ext cx="59436" cy="138687"/>
          </a:xfrm>
          <a:prstGeom prst="rect">
            <a:avLst/>
          </a:prstGeom>
        </p:spPr>
      </p:pic>
      <p:pic>
        <p:nvPicPr>
          <p:cNvPr id="39" name="Image 30" descr="/home/ahmed/Projects/ai_llm_slides/videos/deep-learning/001_introduction/recreated_pptx/build/assets/eq42tok/e4_eq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76800" y="5638800"/>
            <a:ext cx="144777" cy="79251"/>
          </a:xfrm>
          <a:prstGeom prst="rect">
            <a:avLst/>
          </a:prstGeom>
        </p:spPr>
      </p:pic>
      <p:pic>
        <p:nvPicPr>
          <p:cNvPr id="40" name="Image 31" descr="/home/ahmed/Projects/ai_llm_slides/videos/deep-learning/001_introduction/recreated_pptx/build/assets/eq42tok/e4_d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05400" y="5588000"/>
            <a:ext cx="99057" cy="144777"/>
          </a:xfrm>
          <a:prstGeom prst="rect">
            <a:avLst/>
          </a:prstGeom>
        </p:spPr>
      </p:pic>
      <p:pic>
        <p:nvPicPr>
          <p:cNvPr id="41" name="Image 32" descr="/home/ahmed/Projects/ai_llm_slides/videos/deep-learning/001_introduction/recreated_pptx/build/assets/eq42tok/e4_in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45100" y="5676900"/>
            <a:ext cx="153921" cy="89913"/>
          </a:xfrm>
          <a:prstGeom prst="rect">
            <a:avLst/>
          </a:prstGeom>
        </p:spPr>
      </p:pic>
      <p:sp>
        <p:nvSpPr>
          <p:cNvPr id="42" name="Shape 7"/>
          <p:cNvSpPr/>
          <p:nvPr/>
        </p:nvSpPr>
        <p:spPr>
          <a:xfrm>
            <a:off x="5092700" y="4535170"/>
            <a:ext cx="8509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Shape 8"/>
          <p:cNvSpPr/>
          <p:nvPr/>
        </p:nvSpPr>
        <p:spPr>
          <a:xfrm>
            <a:off x="5105400" y="4979670"/>
            <a:ext cx="9017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Shape 9"/>
          <p:cNvSpPr/>
          <p:nvPr/>
        </p:nvSpPr>
        <p:spPr>
          <a:xfrm>
            <a:off x="5486400" y="4389120"/>
            <a:ext cx="165100" cy="177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5" name="Shape 10"/>
          <p:cNvSpPr/>
          <p:nvPr/>
        </p:nvSpPr>
        <p:spPr>
          <a:xfrm>
            <a:off x="5524500" y="4833620"/>
            <a:ext cx="127000" cy="16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Text 11"/>
          <p:cNvSpPr/>
          <p:nvPr/>
        </p:nvSpPr>
        <p:spPr>
          <a:xfrm>
            <a:off x="647700" y="903239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2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Output dimensions of Convolution?</a:t>
            </a:r>
            <a:endParaRPr lang="en-US" sz="3020" dirty="0"/>
          </a:p>
        </p:txBody>
      </p:sp>
      <p:sp>
        <p:nvSpPr>
          <p:cNvPr id="47" name="Text 12"/>
          <p:cNvSpPr/>
          <p:nvPr/>
        </p:nvSpPr>
        <p:spPr>
          <a:xfrm>
            <a:off x="1346200" y="45446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900" dirty="0"/>
          </a:p>
        </p:txBody>
      </p:sp>
      <p:sp>
        <p:nvSpPr>
          <p:cNvPr id="48" name="Text 13"/>
          <p:cNvSpPr/>
          <p:nvPr/>
        </p:nvSpPr>
        <p:spPr>
          <a:xfrm>
            <a:off x="1771650" y="4544619"/>
            <a:ext cx="22923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hight</a:t>
            </a:r>
            <a:endParaRPr lang="en-US" sz="1900" dirty="0"/>
          </a:p>
        </p:txBody>
      </p:sp>
      <p:sp>
        <p:nvSpPr>
          <p:cNvPr id="49" name="Text 14"/>
          <p:cNvSpPr/>
          <p:nvPr/>
        </p:nvSpPr>
        <p:spPr>
          <a:xfrm>
            <a:off x="1346200" y="48113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900" dirty="0"/>
          </a:p>
        </p:txBody>
      </p:sp>
      <p:sp>
        <p:nvSpPr>
          <p:cNvPr id="50" name="Text 15"/>
          <p:cNvSpPr/>
          <p:nvPr/>
        </p:nvSpPr>
        <p:spPr>
          <a:xfrm>
            <a:off x="1758950" y="4811319"/>
            <a:ext cx="2305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Width</a:t>
            </a:r>
            <a:endParaRPr lang="en-US" sz="1900" dirty="0"/>
          </a:p>
        </p:txBody>
      </p:sp>
      <p:sp>
        <p:nvSpPr>
          <p:cNvPr id="51" name="Text 16"/>
          <p:cNvSpPr/>
          <p:nvPr/>
        </p:nvSpPr>
        <p:spPr>
          <a:xfrm>
            <a:off x="1346200" y="50780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900" dirty="0"/>
          </a:p>
        </p:txBody>
      </p:sp>
      <p:sp>
        <p:nvSpPr>
          <p:cNvPr id="52" name="Text 17"/>
          <p:cNvSpPr/>
          <p:nvPr/>
        </p:nvSpPr>
        <p:spPr>
          <a:xfrm>
            <a:off x="1758950" y="5078019"/>
            <a:ext cx="2305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Depth</a:t>
            </a:r>
            <a:endParaRPr lang="en-US" sz="1900" dirty="0"/>
          </a:p>
        </p:txBody>
      </p:sp>
      <p:sp>
        <p:nvSpPr>
          <p:cNvPr id="53" name="Text 18"/>
          <p:cNvSpPr/>
          <p:nvPr/>
        </p:nvSpPr>
        <p:spPr>
          <a:xfrm>
            <a:off x="1346200" y="53447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900" dirty="0"/>
          </a:p>
        </p:txBody>
      </p:sp>
      <p:sp>
        <p:nvSpPr>
          <p:cNvPr id="54" name="Text 19"/>
          <p:cNvSpPr/>
          <p:nvPr/>
        </p:nvSpPr>
        <p:spPr>
          <a:xfrm>
            <a:off x="1784350" y="5344719"/>
            <a:ext cx="2279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</a:t>
            </a:r>
            <a:endParaRPr lang="en-US" sz="1900" dirty="0"/>
          </a:p>
        </p:txBody>
      </p:sp>
      <p:sp>
        <p:nvSpPr>
          <p:cNvPr id="55" name="Text 20"/>
          <p:cNvSpPr/>
          <p:nvPr/>
        </p:nvSpPr>
        <p:spPr>
          <a:xfrm>
            <a:off x="1346200" y="56114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n-US" sz="1900" dirty="0"/>
          </a:p>
        </p:txBody>
      </p:sp>
      <p:sp>
        <p:nvSpPr>
          <p:cNvPr id="56" name="Text 21"/>
          <p:cNvSpPr/>
          <p:nvPr/>
        </p:nvSpPr>
        <p:spPr>
          <a:xfrm>
            <a:off x="1720850" y="5611419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Count</a:t>
            </a:r>
            <a:endParaRPr lang="en-US" sz="1900" dirty="0"/>
          </a:p>
        </p:txBody>
      </p:sp>
      <p:sp>
        <p:nvSpPr>
          <p:cNvPr id="57" name="Text 22"/>
          <p:cNvSpPr/>
          <p:nvPr/>
        </p:nvSpPr>
        <p:spPr>
          <a:xfrm>
            <a:off x="1346200" y="58781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900" dirty="0"/>
          </a:p>
        </p:txBody>
      </p:sp>
      <p:sp>
        <p:nvSpPr>
          <p:cNvPr id="58" name="Text 23"/>
          <p:cNvSpPr/>
          <p:nvPr/>
        </p:nvSpPr>
        <p:spPr>
          <a:xfrm>
            <a:off x="1720850" y="5878119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Stride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2026-10-12T06:18:28Z</dcterms:created>
  <dcterms:modified xsi:type="dcterms:W3CDTF">2026-10-12T06:18:28Z</dcterms:modified>
</cp:coreProperties>
</file>