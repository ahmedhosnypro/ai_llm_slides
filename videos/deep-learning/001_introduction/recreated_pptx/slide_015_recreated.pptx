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4050" y="2253374"/>
            <a:ext cx="11125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5900" b="1" dirty="0">
                <a:solidFill>
                  <a:srgbClr val="B300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Machine Learning</a:t>
            </a:r>
            <a:endParaRPr lang="en-US" sz="5900" dirty="0"/>
          </a:p>
        </p:txBody>
      </p:sp>
      <p:sp>
        <p:nvSpPr>
          <p:cNvPr id="6" name="Text 4"/>
          <p:cNvSpPr/>
          <p:nvPr/>
        </p:nvSpPr>
        <p:spPr>
          <a:xfrm>
            <a:off x="654050" y="3190767"/>
            <a:ext cx="111252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4350" b="1" dirty="0">
                <a:solidFill>
                  <a:srgbClr val="B300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54050" y="3904374"/>
            <a:ext cx="11125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5900" b="1" dirty="0">
                <a:solidFill>
                  <a:srgbClr val="B300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</a:t>
            </a:r>
            <a:endParaRPr lang="en-US" sz="5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2026-10-12T04:14:31Z</dcterms:created>
  <dcterms:modified xsi:type="dcterms:W3CDTF">2026-10-12T04:14:31Z</dcterms:modified>
</cp:coreProperties>
</file>