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1360" y="539750"/>
            <a:ext cx="30480" cy="6032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3800" y="774700"/>
            <a:ext cx="3441700" cy="749300"/>
          </a:xfrm>
          <a:prstGeom prst="rect">
            <a:avLst/>
          </a:prstGeom>
          <a:solidFill>
            <a:srgbClr val="E0FFFF"/>
          </a:solidFill>
          <a:ln w="19050">
            <a:solidFill>
              <a:srgbClr val="000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6500" y="1625600"/>
            <a:ext cx="9982200" cy="47117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250" y="898845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400" b="1" spc="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04010" y="161475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spc="25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Types are </a:t>
            </a:r>
            <a:pPr algn="l" indent="0" marL="0">
              <a:lnSpc>
                <a:spcPts val="2500"/>
              </a:lnSpc>
              <a:buNone/>
            </a:pPr>
            <a:r>
              <a:rPr lang="en-US" sz="2000" spc="2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</a:t>
            </a:r>
            <a:pPr algn="l" indent="0" marL="0">
              <a:lnSpc>
                <a:spcPts val="2500"/>
              </a:lnSpc>
              <a:buNone/>
            </a:pPr>
            <a:r>
              <a:rPr lang="en-US" sz="2000" b="1" i="1" u="sng" spc="2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dependent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91310" y="219952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may include: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847850" y="261862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spc="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of Gravity location,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847850" y="302502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spc="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 Ratio,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847850" y="343142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spc="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and Width,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847850" y="384290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spc="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intersections,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847850" y="424930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spc="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Moments,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847850" y="466205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spc="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Geometrical Features ,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847850" y="506845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spc="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Colors,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847850" y="547231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spc="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860550" y="5891479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………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606550" y="28130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6550" y="32194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6550" y="36258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6550" y="403860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6550" y="444500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06550" y="48577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06550" y="52641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06550" y="56705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06550" y="60769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2026-10-12T04:09:05Z</dcterms:created>
  <dcterms:modified xsi:type="dcterms:W3CDTF">2026-10-12T04:09:05Z</dcterms:modified>
</cp:coreProperties>
</file>