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introduction/recreated_pptx/build/assets/container_v3_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0" y="2451100"/>
            <a:ext cx="5613400" cy="1054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3400" y="1257300"/>
            <a:ext cx="2006600" cy="762000"/>
          </a:xfrm>
          <a:prstGeom prst="ellipse">
            <a:avLst/>
          </a:prstGeom>
          <a:solidFill>
            <a:srgbClr val="F6DEC2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11700" y="14732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6000" y="2692400"/>
            <a:ext cx="977900" cy="584200"/>
          </a:xfrm>
          <a:prstGeom prst="rect">
            <a:avLst/>
          </a:prstGeom>
          <a:solidFill>
            <a:srgbClr val="D9C0A1"/>
          </a:solidFill>
          <a:ln w="25400">
            <a:solidFill>
              <a:srgbClr val="7652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6000" y="2806700"/>
            <a:ext cx="97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236200" y="2692400"/>
            <a:ext cx="990600" cy="584200"/>
          </a:xfrm>
          <a:prstGeom prst="rect">
            <a:avLst/>
          </a:prstGeom>
          <a:solidFill>
            <a:srgbClr val="D9C0A1"/>
          </a:solidFill>
          <a:ln w="25400">
            <a:solidFill>
              <a:srgbClr val="765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36200" y="2806700"/>
            <a:ext cx="99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90800" y="2603500"/>
            <a:ext cx="965200" cy="8763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90800" y="2794000"/>
            <a:ext cx="96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76700" y="2603500"/>
            <a:ext cx="1054100" cy="8763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6700" y="2794000"/>
            <a:ext cx="105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10200" y="2603500"/>
            <a:ext cx="1117600" cy="8763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10200" y="2794000"/>
            <a:ext cx="111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756400" y="2603500"/>
            <a:ext cx="1244600" cy="8763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56400" y="285750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56600" y="2692400"/>
            <a:ext cx="1003300" cy="596900"/>
          </a:xfrm>
          <a:prstGeom prst="rect">
            <a:avLst/>
          </a:prstGeom>
          <a:solidFill>
            <a:srgbClr val="FFCCFF"/>
          </a:solidFill>
          <a:ln w="25400">
            <a:solidFill>
              <a:srgbClr val="711E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56600" y="2806700"/>
            <a:ext cx="100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032000" y="2984500"/>
            <a:ext cx="419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594100" y="2984500"/>
            <a:ext cx="4445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181600" y="2984500"/>
            <a:ext cx="215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565900" y="2984500"/>
            <a:ext cx="1778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026400" y="2984500"/>
            <a:ext cx="292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398000" y="2984500"/>
            <a:ext cx="1397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033000" y="2984500"/>
            <a:ext cx="165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pic>
        <p:nvPicPr>
          <p:cNvPr id="31" name="Image 1" descr="/home/ahmed/Projects/ai_llm_slides/videos/deep-learning/001_introduction/recreated_pptx/build/assets/bluefan_0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1600200"/>
            <a:ext cx="9588500" cy="1130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9550400" y="2171700"/>
            <a:ext cx="469900" cy="1612900"/>
          </a:xfrm>
          <a:prstGeom prst="roundRect">
            <a:avLst>
              <a:gd name="adj" fmla="val 15568"/>
            </a:avLst>
          </a:prstGeom>
          <a:solidFill>
            <a:srgbClr val="F5B4B8"/>
          </a:solidFill>
          <a:ln w="12700">
            <a:solidFill>
              <a:srgbClr val="F5B4B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 rot="16200000">
            <a:off x="8870950" y="287655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9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Error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 rot="16200000">
            <a:off x="9080500" y="287655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9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 Function)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4603750" y="1657350"/>
            <a:ext cx="114300" cy="114300"/>
          </a:xfrm>
          <a:prstGeom prst="ellipse">
            <a:avLst/>
          </a:prstGeom>
          <a:solidFill>
            <a:srgbClr val="1A1078"/>
          </a:solidFill>
          <a:ln w="12700">
            <a:solidFill>
              <a:srgbClr val="1A107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30900" y="1651000"/>
            <a:ext cx="114300" cy="114300"/>
          </a:xfrm>
          <a:prstGeom prst="ellipse">
            <a:avLst/>
          </a:prstGeom>
          <a:solidFill>
            <a:srgbClr val="1A1078"/>
          </a:solidFill>
          <a:ln w="12700">
            <a:solidFill>
              <a:srgbClr val="1A1078"/>
            </a:solidFill>
            <a:prstDash val="solid"/>
          </a:ln>
        </p:spPr>
      </p:sp>
      <p:pic>
        <p:nvPicPr>
          <p:cNvPr id="37" name="Image 2" descr="/home/ahmed/Projects/ai_llm_slides/videos/deep-learning/001_introduction/recreated_pptx/build/assets/greenfan_0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3213100"/>
            <a:ext cx="7429500" cy="977900"/>
          </a:xfrm>
          <a:prstGeom prst="rect">
            <a:avLst/>
          </a:prstGeom>
        </p:spPr>
      </p:pic>
      <p:pic>
        <p:nvPicPr>
          <p:cNvPr id="38" name="Image 3" descr="/home/ahmed/Projects/ai_llm_slides/videos/deep-learning/001_introduction/recreated_pptx/build/assets/pencil_crop2_0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2692400"/>
            <a:ext cx="254000" cy="2794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111250" y="7620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Deep Learning Model</a:t>
            </a:r>
            <a:endParaRPr lang="en-US" sz="2550" dirty="0"/>
          </a:p>
        </p:txBody>
      </p:sp>
      <p:sp>
        <p:nvSpPr>
          <p:cNvPr id="40" name="Shape 34"/>
          <p:cNvSpPr/>
          <p:nvPr/>
        </p:nvSpPr>
        <p:spPr>
          <a:xfrm>
            <a:off x="3327400" y="4318000"/>
            <a:ext cx="6083300" cy="469900"/>
          </a:xfrm>
          <a:prstGeom prst="roundRect">
            <a:avLst>
              <a:gd name="adj" fmla="val 13622"/>
            </a:avLst>
          </a:prstGeom>
          <a:solidFill>
            <a:srgbClr val="ECFBDE"/>
          </a:solidFill>
          <a:ln w="9525">
            <a:solidFill>
              <a:srgbClr val="B8C8B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378200" y="4343400"/>
            <a:ext cx="5981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Model Parameters in order to </a:t>
            </a:r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</a:t>
            </a:r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(difference between model prediction and Actual labels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2026-10-12T08:31:47Z</dcterms:created>
  <dcterms:modified xsi:type="dcterms:W3CDTF">2026-10-12T08:31:47Z</dcterms:modified>
</cp:coreProperties>
</file>