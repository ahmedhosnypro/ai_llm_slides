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050" y="45847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of Single </a:t>
            </a:r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Perceptron</a:t>
            </a:r>
            <a:endParaRPr lang="en-US" sz="3030" dirty="0"/>
          </a:p>
        </p:txBody>
      </p:sp>
      <p:sp>
        <p:nvSpPr>
          <p:cNvPr id="7" name="Shape 5"/>
          <p:cNvSpPr/>
          <p:nvPr/>
        </p:nvSpPr>
        <p:spPr>
          <a:xfrm>
            <a:off x="1739900" y="4572000"/>
            <a:ext cx="2413000" cy="558800"/>
          </a:xfrm>
          <a:prstGeom prst="rect">
            <a:avLst/>
          </a:prstGeom>
          <a:solidFill>
            <a:srgbClr val="E0E0C8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8050" y="4592193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78050" y="4833493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72100" y="1930400"/>
            <a:ext cx="6019800" cy="441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715000" y="2374900"/>
            <a:ext cx="2705100" cy="126365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715000" y="2374900"/>
            <a:ext cx="2705100" cy="15367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715000" y="2374900"/>
            <a:ext cx="2705100" cy="18161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715000" y="2374900"/>
            <a:ext cx="2705100" cy="21463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5715000" y="2374900"/>
            <a:ext cx="2705100" cy="24257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715000" y="2374900"/>
            <a:ext cx="2705100" cy="268605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715000" y="2374900"/>
            <a:ext cx="2705100" cy="29591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3638550"/>
            <a:ext cx="2705100" cy="42545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3911600"/>
            <a:ext cx="2705100" cy="1524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715000" y="4064000"/>
            <a:ext cx="2705100" cy="127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715000" y="4064000"/>
            <a:ext cx="2705100" cy="4572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715000" y="4064000"/>
            <a:ext cx="2705100" cy="7366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5715000" y="4064000"/>
            <a:ext cx="2705100" cy="99695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715000" y="4064000"/>
            <a:ext cx="2705100" cy="1270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15000" y="3638550"/>
            <a:ext cx="2705100" cy="21463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3911600"/>
            <a:ext cx="2705100" cy="18732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4191000"/>
            <a:ext cx="2705100" cy="15938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15000" y="4521200"/>
            <a:ext cx="2705100" cy="12636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15000" y="4800600"/>
            <a:ext cx="2705100" cy="9842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15000" y="5060950"/>
            <a:ext cx="2705100" cy="7239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15000" y="5334000"/>
            <a:ext cx="2705100" cy="4508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26450" y="215265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26450" y="21526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4" name="Shape 32"/>
          <p:cNvSpPr/>
          <p:nvPr/>
        </p:nvSpPr>
        <p:spPr>
          <a:xfrm>
            <a:off x="8426450" y="384175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6450" y="3841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6" name="Shape 34"/>
          <p:cNvSpPr/>
          <p:nvPr/>
        </p:nvSpPr>
        <p:spPr>
          <a:xfrm>
            <a:off x="8426450" y="556260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6450" y="55626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8" name="Shape 36"/>
          <p:cNvSpPr/>
          <p:nvPr/>
        </p:nvSpPr>
        <p:spPr>
          <a:xfrm>
            <a:off x="8556625" y="444182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6625" y="479107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6625" y="514032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1400" y="31502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6000" y="33915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08700" y="36455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1400" y="43059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08700" y="48266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6300" y="36709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6900" y="38106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35800" y="40900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5800" y="4331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0600" y="44837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40600" y="47758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88200" y="4966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88200" y="51568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99300" y="5347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51700" y="55632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0050" y="34802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0050" y="37596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480050" y="40390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0050" y="43438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480050" y="46232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0050" y="49026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0050" y="5171785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877300" y="237490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156700" y="217805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48800" y="232410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48800" y="226695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96400" y="247015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53600" y="238760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0210800" y="22306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I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877300" y="406400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156700" y="386715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48800" y="401320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48800" y="395605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96400" y="415925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53600" y="407670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10210800" y="38816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II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77300" y="578485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156700" y="558800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48800" y="573405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48800" y="567690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96400" y="588010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753600" y="579755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10210800" y="56215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m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60400" y="1257300"/>
            <a:ext cx="5346700" cy="1765300"/>
          </a:xfrm>
          <a:prstGeom prst="rect">
            <a:avLst/>
          </a:prstGeom>
          <a:solidFill>
            <a:srgbClr val="FFF8EC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85" name="Image 0" descr="/home/ahmed/Projects/ai_llm_slides/videos/deep-learning/001_introduction/recreated_pptx/build/assets/eq_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425196"/>
            <a:ext cx="277365" cy="181353"/>
          </a:xfrm>
          <a:prstGeom prst="rect">
            <a:avLst/>
          </a:prstGeom>
        </p:spPr>
      </p:pic>
      <p:pic>
        <p:nvPicPr>
          <p:cNvPr id="86" name="Image 1" descr="/home/ahmed/Projects/ai_llm_slides/videos/deep-learning/001_introduction/recreated_pptx/build/assets/eq_F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065" y="1431292"/>
            <a:ext cx="172209" cy="149349"/>
          </a:xfrm>
          <a:prstGeom prst="rect">
            <a:avLst/>
          </a:prstGeom>
        </p:spPr>
      </p:pic>
      <p:pic>
        <p:nvPicPr>
          <p:cNvPr id="87" name="Image 2" descr="/home/ahmed/Projects/ai_llm_slides/videos/deep-learning/001_introduction/recreated_pptx/build/assets/eq_F3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74" y="1388618"/>
            <a:ext cx="3566160" cy="260604"/>
          </a:xfrm>
          <a:prstGeom prst="rect">
            <a:avLst/>
          </a:prstGeom>
        </p:spPr>
      </p:pic>
      <p:pic>
        <p:nvPicPr>
          <p:cNvPr id="88" name="Image 3" descr="/home/ahmed/Projects/ai_llm_slides/videos/deep-learning/001_introduction/recreated_pptx/build/assets/eq_F4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34" y="1425196"/>
            <a:ext cx="457200" cy="181353"/>
          </a:xfrm>
          <a:prstGeom prst="rect">
            <a:avLst/>
          </a:prstGeom>
        </p:spPr>
      </p:pic>
      <p:pic>
        <p:nvPicPr>
          <p:cNvPr id="89" name="Image 4" descr="/home/ahmed/Projects/ai_llm_slides/videos/deep-learning/001_introduction/recreated_pptx/build/assets/eq_F1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34796"/>
            <a:ext cx="277365" cy="181353"/>
          </a:xfrm>
          <a:prstGeom prst="rect">
            <a:avLst/>
          </a:prstGeom>
        </p:spPr>
      </p:pic>
      <p:pic>
        <p:nvPicPr>
          <p:cNvPr id="90" name="Image 5" descr="/home/ahmed/Projects/ai_llm_slides/videos/deep-learning/001_introduction/recreated_pptx/build/assets/eq_F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065" y="2040892"/>
            <a:ext cx="172209" cy="149349"/>
          </a:xfrm>
          <a:prstGeom prst="rect">
            <a:avLst/>
          </a:prstGeom>
        </p:spPr>
      </p:pic>
      <p:pic>
        <p:nvPicPr>
          <p:cNvPr id="91" name="Image 6" descr="/home/ahmed/Projects/ai_llm_slides/videos/deep-learning/001_introduction/recreated_pptx/build/assets/eq_F3_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374" y="1998218"/>
            <a:ext cx="3566160" cy="260604"/>
          </a:xfrm>
          <a:prstGeom prst="rect">
            <a:avLst/>
          </a:prstGeom>
        </p:spPr>
      </p:pic>
      <p:pic>
        <p:nvPicPr>
          <p:cNvPr id="92" name="Image 7" descr="/home/ahmed/Projects/ai_llm_slides/videos/deep-learning/001_introduction/recreated_pptx/build/assets/eq_F4_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34" y="2034796"/>
            <a:ext cx="457200" cy="181353"/>
          </a:xfrm>
          <a:prstGeom prst="rect">
            <a:avLst/>
          </a:prstGeom>
        </p:spPr>
      </p:pic>
      <p:pic>
        <p:nvPicPr>
          <p:cNvPr id="93" name="Image 8" descr="/home/ahmed/Projects/ai_llm_slides/videos/deep-learning/001_introduction/recreated_pptx/build/assets/eq_F1_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644396"/>
            <a:ext cx="318513" cy="181353"/>
          </a:xfrm>
          <a:prstGeom prst="rect">
            <a:avLst/>
          </a:prstGeom>
        </p:spPr>
      </p:pic>
      <p:pic>
        <p:nvPicPr>
          <p:cNvPr id="94" name="Image 9" descr="/home/ahmed/Projects/ai_llm_slides/videos/deep-learning/001_introduction/recreated_pptx/build/assets/eq_F2_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7213" y="2650492"/>
            <a:ext cx="172209" cy="149349"/>
          </a:xfrm>
          <a:prstGeom prst="rect">
            <a:avLst/>
          </a:prstGeom>
        </p:spPr>
      </p:pic>
      <p:pic>
        <p:nvPicPr>
          <p:cNvPr id="95" name="Image 10" descr="/home/ahmed/Projects/ai_llm_slides/videos/deep-learning/001_introduction/recreated_pptx/build/assets/eq_F3_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7522" y="2607818"/>
            <a:ext cx="3730752" cy="260604"/>
          </a:xfrm>
          <a:prstGeom prst="rect">
            <a:avLst/>
          </a:prstGeom>
        </p:spPr>
      </p:pic>
      <p:pic>
        <p:nvPicPr>
          <p:cNvPr id="96" name="Image 11" descr="/home/ahmed/Projects/ai_llm_slides/videos/deep-learning/001_introduction/recreated_pptx/build/assets/eq_F4_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6374" y="2644396"/>
            <a:ext cx="496821" cy="181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2026-10-12T06:06:18Z</dcterms:created>
  <dcterms:modified xsi:type="dcterms:W3CDTF">2026-10-12T06:06:18Z</dcterms:modified>
</cp:coreProperties>
</file>