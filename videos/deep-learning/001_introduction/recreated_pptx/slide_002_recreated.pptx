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6200" y="1752600"/>
            <a:ext cx="9512300" cy="414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3700" y="85471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501775" y="2428875"/>
            <a:ext cx="95250" cy="952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1775" y="3292475"/>
            <a:ext cx="95250" cy="952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1775" y="4156075"/>
            <a:ext cx="95250" cy="952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1775" y="5019675"/>
            <a:ext cx="95250" cy="952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1925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6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revision of Machine Learning</a:t>
            </a:r>
            <a:endParaRPr lang="en-US" sz="3060" dirty="0"/>
          </a:p>
        </p:txBody>
      </p:sp>
      <p:sp>
        <p:nvSpPr>
          <p:cNvPr id="13" name="Text 11"/>
          <p:cNvSpPr/>
          <p:nvPr/>
        </p:nvSpPr>
        <p:spPr>
          <a:xfrm>
            <a:off x="1737360" y="3056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6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vs Machine Learning</a:t>
            </a:r>
            <a:endParaRPr lang="en-US" sz="3060" dirty="0"/>
          </a:p>
        </p:txBody>
      </p:sp>
      <p:sp>
        <p:nvSpPr>
          <p:cNvPr id="14" name="Text 12"/>
          <p:cNvSpPr/>
          <p:nvPr/>
        </p:nvSpPr>
        <p:spPr>
          <a:xfrm>
            <a:off x="1737360" y="39324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6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revision of Neural Network</a:t>
            </a:r>
            <a:endParaRPr lang="en-US" sz="3060" dirty="0"/>
          </a:p>
        </p:txBody>
      </p:sp>
      <p:sp>
        <p:nvSpPr>
          <p:cNvPr id="15" name="Text 13"/>
          <p:cNvSpPr/>
          <p:nvPr/>
        </p:nvSpPr>
        <p:spPr>
          <a:xfrm>
            <a:off x="1737360" y="47960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6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Convolutional Neural Network</a:t>
            </a:r>
            <a:endParaRPr lang="en-US" sz="3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2026-10-12T01:11:55Z</dcterms:created>
  <dcterms:modified xsi:type="dcterms:W3CDTF">2026-10-12T01:11:55Z</dcterms:modified>
</cp:coreProperties>
</file>