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28700" y="1409700"/>
            <a:ext cx="9702800" cy="341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63373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29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Problem: Image will vanish  if applying more filters in cascade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866900" y="1399540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70" dirty="0">
                <a:solidFill>
                  <a:srgbClr val="3F3F3F"/>
                </a:solidFill>
                <a:latin typeface="URW Gothic" pitchFamily="34" charset="0"/>
                <a:ea typeface="URW Gothic" pitchFamily="34" charset="-122"/>
                <a:cs typeface="URW Gothic" pitchFamily="34" charset="-120"/>
              </a:rPr>
              <a:t>Our images get smaller and smaller</a:t>
            </a:r>
            <a:endParaRPr lang="en-US" sz="2070" dirty="0"/>
          </a:p>
        </p:txBody>
      </p:sp>
      <p:sp>
        <p:nvSpPr>
          <p:cNvPr id="8" name="Shape 6"/>
          <p:cNvSpPr/>
          <p:nvPr/>
        </p:nvSpPr>
        <p:spPr>
          <a:xfrm>
            <a:off x="1584325" y="1628775"/>
            <a:ext cx="120650" cy="120650"/>
          </a:xfrm>
          <a:prstGeom prst="ellipse">
            <a:avLst/>
          </a:prstGeom>
          <a:ln w="12700">
            <a:solidFill>
              <a:srgbClr val="D8A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66900" y="1779270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70" dirty="0">
                <a:solidFill>
                  <a:srgbClr val="3F3F3F"/>
                </a:solidFill>
                <a:latin typeface="URW Gothic" pitchFamily="34" charset="0"/>
                <a:ea typeface="URW Gothic" pitchFamily="34" charset="-122"/>
                <a:cs typeface="URW Gothic" pitchFamily="34" charset="-120"/>
              </a:rPr>
              <a:t>Not too deep architectures</a:t>
            </a:r>
            <a:endParaRPr lang="en-US" sz="2070" dirty="0"/>
          </a:p>
        </p:txBody>
      </p:sp>
      <p:sp>
        <p:nvSpPr>
          <p:cNvPr id="10" name="Shape 8"/>
          <p:cNvSpPr/>
          <p:nvPr/>
        </p:nvSpPr>
        <p:spPr>
          <a:xfrm>
            <a:off x="1584325" y="2003425"/>
            <a:ext cx="120650" cy="120650"/>
          </a:xfrm>
          <a:prstGeom prst="ellipse">
            <a:avLst/>
          </a:prstGeom>
          <a:ln w="12700">
            <a:solidFill>
              <a:srgbClr val="D8A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66900" y="2156460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70" dirty="0">
                <a:solidFill>
                  <a:srgbClr val="3F3F3F"/>
                </a:solidFill>
                <a:latin typeface="URW Gothic" pitchFamily="34" charset="0"/>
                <a:ea typeface="URW Gothic" pitchFamily="34" charset="-122"/>
                <a:cs typeface="URW Gothic" pitchFamily="34" charset="-120"/>
              </a:rPr>
              <a:t>Details are lost</a:t>
            </a:r>
            <a:endParaRPr lang="en-US" sz="2070" dirty="0"/>
          </a:p>
        </p:txBody>
      </p:sp>
      <p:sp>
        <p:nvSpPr>
          <p:cNvPr id="12" name="Shape 10"/>
          <p:cNvSpPr/>
          <p:nvPr/>
        </p:nvSpPr>
        <p:spPr>
          <a:xfrm>
            <a:off x="1584325" y="2384425"/>
            <a:ext cx="120650" cy="120650"/>
          </a:xfrm>
          <a:prstGeom prst="ellipse">
            <a:avLst/>
          </a:prstGeom>
          <a:ln w="12700">
            <a:solidFill>
              <a:srgbClr val="D8A8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98800" y="289560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4100" y="289560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89400" y="289560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84700" y="289560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0000" y="289560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98800" y="327152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4100" y="327152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89400" y="327152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4700" y="327152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0000" y="327152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98800" y="364744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94100" y="364744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89400" y="364744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4700" y="364744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80000" y="364744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98800" y="402336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94100" y="402336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89400" y="402336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84700" y="402336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80000" y="402336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98800" y="439928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94100" y="439928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89400" y="439928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84700" y="439928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80000" y="439928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03550" y="276987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498850" y="276987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994150" y="276987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89450" y="276987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984750" y="276987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003550" y="314579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498850" y="314579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994150" y="314579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89450" y="314579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984750" y="314579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003550" y="352171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498850" y="352171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994150" y="352171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489450" y="352171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984750" y="352171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003550" y="389763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498850" y="389763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994150" y="389763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489450" y="389763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984750" y="389763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003550" y="427355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498850" y="427355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994150" y="427355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489450" y="427355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984750" y="427355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3276600" y="283210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x1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771900" y="283210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x0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267200" y="283210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x1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276600" y="320802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x0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771900" y="320802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x1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267200" y="320802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x0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276600" y="358394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771900" y="358394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x0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267200" y="358394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x1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425700" y="2399665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Image</a:t>
            </a:r>
            <a:endParaRPr lang="en-US" sz="2600" dirty="0"/>
          </a:p>
        </p:txBody>
      </p:sp>
      <p:sp>
        <p:nvSpPr>
          <p:cNvPr id="73" name="Text 71"/>
          <p:cNvSpPr/>
          <p:nvPr/>
        </p:nvSpPr>
        <p:spPr>
          <a:xfrm>
            <a:off x="5518150" y="2435225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After conv 1</a:t>
            </a:r>
            <a:endParaRPr lang="en-US" sz="2600" dirty="0"/>
          </a:p>
        </p:txBody>
      </p:sp>
      <p:sp>
        <p:nvSpPr>
          <p:cNvPr id="74" name="Text 72"/>
          <p:cNvSpPr/>
          <p:nvPr/>
        </p:nvSpPr>
        <p:spPr>
          <a:xfrm>
            <a:off x="7677150" y="2424430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After conv 2</a:t>
            </a:r>
            <a:endParaRPr lang="en-US" sz="2600" dirty="0"/>
          </a:p>
        </p:txBody>
      </p:sp>
      <p:sp>
        <p:nvSpPr>
          <p:cNvPr id="75" name="Shape 73"/>
          <p:cNvSpPr/>
          <p:nvPr/>
        </p:nvSpPr>
        <p:spPr>
          <a:xfrm>
            <a:off x="5727700" y="3759200"/>
            <a:ext cx="635000" cy="2540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85200" y="3765550"/>
            <a:ext cx="635000" cy="2540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7000" y="31496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38900" y="30708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7137400" y="31496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099300" y="30708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7797800" y="31496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759700" y="30708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477000" y="36449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38900" y="35661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7137400" y="36449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099300" y="35661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7797800" y="36449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759700" y="35661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6477000" y="41402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38900" y="40614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7137400" y="41402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099300" y="40614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7797800" y="41402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759700" y="40614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9372600" y="3644900"/>
            <a:ext cx="622300" cy="4572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302750" y="3559810"/>
            <a:ext cx="76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977900" y="4991100"/>
            <a:ext cx="9931400" cy="147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117600" y="493649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Original 5x5</a:t>
            </a:r>
            <a:endParaRPr lang="en-US" sz="2100" dirty="0"/>
          </a:p>
        </p:txBody>
      </p:sp>
      <p:sp>
        <p:nvSpPr>
          <p:cNvPr id="99" name="Text 97"/>
          <p:cNvSpPr/>
          <p:nvPr/>
        </p:nvSpPr>
        <p:spPr>
          <a:xfrm>
            <a:off x="1117600" y="527939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20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apply one filter  of size 3x3, output will be3x3</a:t>
            </a:r>
            <a:endParaRPr lang="en-US" sz="2120" dirty="0"/>
          </a:p>
        </p:txBody>
      </p:sp>
      <p:sp>
        <p:nvSpPr>
          <p:cNvPr id="100" name="Text 98"/>
          <p:cNvSpPr/>
          <p:nvPr/>
        </p:nvSpPr>
        <p:spPr>
          <a:xfrm>
            <a:off x="1117600" y="562229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20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applying second filter on the output (cascaded filters)</a:t>
            </a:r>
            <a:endParaRPr lang="en-US" sz="2120" dirty="0"/>
          </a:p>
        </p:txBody>
      </p:sp>
      <p:sp>
        <p:nvSpPr>
          <p:cNvPr id="101" name="Text 99"/>
          <p:cNvSpPr/>
          <p:nvPr/>
        </p:nvSpPr>
        <p:spPr>
          <a:xfrm>
            <a:off x="1117600" y="596900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20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will be 1x1</a:t>
            </a:r>
            <a:endParaRPr lang="en-US" sz="2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2026-10-12T04:07:54Z</dcterms:created>
  <dcterms:modified xsi:type="dcterms:W3CDTF">2026-10-12T04:07:54Z</dcterms:modified>
</cp:coreProperties>
</file>