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7100" y="1577785"/>
            <a:ext cx="10160000" cy="709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586"/>
              </a:lnSpc>
              <a:buNone/>
            </a:pPr>
            <a:r>
              <a:rPr lang="en-US" sz="5000" b="1" dirty="0">
                <a:solidFill>
                  <a:srgbClr val="B4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Introduction to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09650" y="2751188"/>
            <a:ext cx="10160000" cy="9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20"/>
              </a:lnSpc>
              <a:buNone/>
            </a:pPr>
            <a:r>
              <a:rPr lang="en-US" sz="7000" b="1" dirty="0">
                <a:solidFill>
                  <a:srgbClr val="B4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996950" y="3848679"/>
            <a:ext cx="10160000" cy="681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363"/>
              </a:lnSpc>
              <a:buNone/>
            </a:pPr>
            <a:r>
              <a:rPr lang="en-US" sz="4800" b="1" dirty="0">
                <a:solidFill>
                  <a:srgbClr val="B4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96950" y="4549441"/>
            <a:ext cx="10160000" cy="100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932"/>
              </a:lnSpc>
              <a:buNone/>
            </a:pPr>
            <a:r>
              <a:rPr lang="en-US" sz="7100" b="1" dirty="0">
                <a:solidFill>
                  <a:srgbClr val="B4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7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2026-10-12T04:34:10Z</dcterms:created>
  <dcterms:modified xsi:type="dcterms:W3CDTF">2026-10-12T04:34:10Z</dcterms:modified>
</cp:coreProperties>
</file>