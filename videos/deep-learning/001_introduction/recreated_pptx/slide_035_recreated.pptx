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19650" y="2139950"/>
            <a:ext cx="6426200" cy="334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leftgrid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00" y="2628900"/>
            <a:ext cx="2120900" cy="166370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2781300"/>
          <a:ext cx="1193800" cy="914400"/>
        </p:xfrm>
        <a:graphic>
          <a:graphicData uri="http://schemas.openxmlformats.org/drawingml/2006/table">
            <a:tbl>
              <a:tblPr/>
              <a:tblGrid>
                <a:gridCol w="397891"/>
                <a:gridCol w="397891"/>
                <a:gridCol w="398018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/home/ahmed/Projects/ai_llm_slides/videos/deep-learning/001_introduction/recreated_pptx/build/assets/panelcontent0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2349500"/>
            <a:ext cx="6070600" cy="299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08100" y="218440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750" dirty="0"/>
          </a:p>
        </p:txBody>
      </p:sp>
      <p:sp>
        <p:nvSpPr>
          <p:cNvPr id="10" name="Text 5"/>
          <p:cNvSpPr/>
          <p:nvPr/>
        </p:nvSpPr>
        <p:spPr>
          <a:xfrm>
            <a:off x="3467100" y="220345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750" dirty="0"/>
          </a:p>
        </p:txBody>
      </p:sp>
      <p:sp>
        <p:nvSpPr>
          <p:cNvPr id="11" name="Text 6"/>
          <p:cNvSpPr/>
          <p:nvPr/>
        </p:nvSpPr>
        <p:spPr>
          <a:xfrm>
            <a:off x="730250" y="6565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Filter on image</a:t>
            </a:r>
            <a:endParaRPr lang="en-US" sz="3300" dirty="0"/>
          </a:p>
        </p:txBody>
      </p:sp>
      <p:sp>
        <p:nvSpPr>
          <p:cNvPr id="12" name="Shape 7"/>
          <p:cNvSpPr/>
          <p:nvPr/>
        </p:nvSpPr>
        <p:spPr>
          <a:xfrm>
            <a:off x="857250" y="5664200"/>
            <a:ext cx="10452100" cy="774700"/>
          </a:xfrm>
          <a:prstGeom prst="rect">
            <a:avLst/>
          </a:prstGeom>
          <a:solidFill>
            <a:srgbClr val="FCFEE9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96950" y="56451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Filter on Image is a Dot product between image values and filter values</a:t>
            </a:r>
            <a:endParaRPr lang="en-US" sz="2350" dirty="0"/>
          </a:p>
        </p:txBody>
      </p:sp>
      <p:sp>
        <p:nvSpPr>
          <p:cNvPr id="14" name="Text 9"/>
          <p:cNvSpPr/>
          <p:nvPr/>
        </p:nvSpPr>
        <p:spPr>
          <a:xfrm>
            <a:off x="1060450" y="596265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2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modeled  by </a:t>
            </a:r>
            <a:pPr algn="l" indent="0" marL="0">
              <a:buNone/>
            </a:pPr>
            <a:r>
              <a:rPr lang="en-US" sz="235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PERCEPTRON</a:t>
            </a:r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2026-10-12T07:08:33Z</dcterms:created>
  <dcterms:modified xsi:type="dcterms:W3CDTF">2026-10-12T07:08:33Z</dcterms:modified>
</cp:coreProperties>
</file>