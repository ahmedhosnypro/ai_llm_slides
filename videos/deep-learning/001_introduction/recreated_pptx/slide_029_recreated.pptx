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565400"/>
            <a:ext cx="10464800" cy="355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pic>
        <p:nvPicPr>
          <p:cNvPr id="6" name="Image 0" descr="/home/ahmed/Projects/ai_llm_slides/videos/deep-learning/001_introduction/recreated_pptx/build/assets/meme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0" y="2654300"/>
            <a:ext cx="2946400" cy="1562100"/>
          </a:xfrm>
          <a:prstGeom prst="rect">
            <a:avLst/>
          </a:prstGeom>
        </p:spPr>
      </p:pic>
      <p:pic>
        <p:nvPicPr>
          <p:cNvPr id="7" name="Image 1" descr="/home/ahmed/Projects/ai_llm_slides/videos/deep-learning/001_introduction/recreated_pptx/build/assets/cards0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4216400"/>
            <a:ext cx="3505200" cy="1803400"/>
          </a:xfrm>
          <a:prstGeom prst="rect">
            <a:avLst/>
          </a:prstGeom>
        </p:spPr>
      </p:pic>
      <p:pic>
        <p:nvPicPr>
          <p:cNvPr id="8" name="Image 2" descr="/home/ahmed/Projects/ai_llm_slides/videos/deep-learning/001_introduction/recreated_pptx/build/assets/closeup0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4940300"/>
            <a:ext cx="3606800" cy="1143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616075" y="2974975"/>
            <a:ext cx="158750" cy="15875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97025" y="4270375"/>
            <a:ext cx="158750" cy="15875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771650" y="32575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765300" y="35242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765300" y="4552950"/>
            <a:ext cx="88900" cy="88900"/>
          </a:xfrm>
          <a:prstGeom prst="ellipse">
            <a:avLst/>
          </a:prstGeom>
          <a:ln w="12700">
            <a:solidFill>
              <a:srgbClr val="E1A76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917700" y="2768600"/>
            <a:ext cx="519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50" spc="285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2-D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1943100" y="30632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10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 if you also count the extra channels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943100" y="33426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18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RGB, hyperspectral, etc.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917700" y="4083050"/>
            <a:ext cx="5194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50" spc="242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2-D input really mean?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943100" y="4371340"/>
            <a:ext cx="5168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50" spc="207" kern="0" dirty="0">
                <a:solidFill>
                  <a:srgbClr val="5E60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variables are locally correlated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44500" y="9220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500"/>
              </a:lnSpc>
              <a:buNone/>
            </a:pPr>
            <a:r>
              <a:rPr lang="en-US" sz="46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Structure of Image</a:t>
            </a:r>
            <a:endParaRPr lang="en-US" sz="4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2026-10-12T03:36:42Z</dcterms:created>
  <dcterms:modified xsi:type="dcterms:W3CDTF">2026-10-12T03:36:42Z</dcterms:modified>
</cp:coreProperties>
</file>