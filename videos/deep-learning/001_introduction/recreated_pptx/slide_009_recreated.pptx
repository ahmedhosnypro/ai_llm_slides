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Classification Process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0600" y="17399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600" y="18630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478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8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EABEF4"/>
          </a:solidFill>
          <a:ln w="25400">
            <a:solidFill>
              <a:srgbClr val="711E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175000" y="3003550"/>
            <a:ext cx="5461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4" name="Image 0" descr="/home/ahmed/Projects/ai_llm_slides/videos/deep-learning/001_introduction/recreated_pptx/build/assets/curve1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24100"/>
            <a:ext cx="736600" cy="812800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curve2_0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800" y="2921000"/>
            <a:ext cx="838200" cy="10414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0607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0734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9022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149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8199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326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813800" y="3695700"/>
            <a:ext cx="11176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826500" y="3743960"/>
            <a:ext cx="109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9982200" y="3937000"/>
            <a:ext cx="1206500" cy="508000"/>
          </a:xfrm>
          <a:prstGeom prst="ellipse">
            <a:avLst/>
          </a:prstGeom>
          <a:solidFill>
            <a:srgbClr val="D8E80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077450" y="3967480"/>
            <a:ext cx="101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2026-10-12T03:52:01Z</dcterms:created>
  <dcterms:modified xsi:type="dcterms:W3CDTF">2026-10-12T03:52:01Z</dcterms:modified>
</cp:coreProperties>
</file>