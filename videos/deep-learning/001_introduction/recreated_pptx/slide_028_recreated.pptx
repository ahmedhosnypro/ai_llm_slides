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82600" y="6591300"/>
            <a:ext cx="11226800" cy="2349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5450" y="1290094"/>
            <a:ext cx="11338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</a:t>
            </a:r>
            <a:endParaRPr lang="en-US" sz="5150" dirty="0"/>
          </a:p>
        </p:txBody>
      </p:sp>
      <p:sp>
        <p:nvSpPr>
          <p:cNvPr id="7" name="Text 5"/>
          <p:cNvSpPr/>
          <p:nvPr/>
        </p:nvSpPr>
        <p:spPr>
          <a:xfrm>
            <a:off x="425450" y="2763294"/>
            <a:ext cx="11338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Convolutional Neural Network</a:t>
            </a:r>
            <a:endParaRPr lang="en-US" sz="5150" dirty="0"/>
          </a:p>
        </p:txBody>
      </p:sp>
      <p:sp>
        <p:nvSpPr>
          <p:cNvPr id="8" name="Text 6"/>
          <p:cNvSpPr/>
          <p:nvPr/>
        </p:nvSpPr>
        <p:spPr>
          <a:xfrm>
            <a:off x="425450" y="3493544"/>
            <a:ext cx="11338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(CNN)</a:t>
            </a:r>
            <a:endParaRPr lang="en-US" sz="5150" dirty="0"/>
          </a:p>
        </p:txBody>
      </p:sp>
      <p:sp>
        <p:nvSpPr>
          <p:cNvPr id="9" name="Text 7"/>
          <p:cNvSpPr/>
          <p:nvPr/>
        </p:nvSpPr>
        <p:spPr>
          <a:xfrm>
            <a:off x="1257300" y="5822025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of Slides are picked from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68400" y="6050625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UVA Deep Learning Course   EFSTRATIOS GAVVES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2026-10-12T04:44:31Z</dcterms:created>
  <dcterms:modified xsi:type="dcterms:W3CDTF">2026-10-12T04:44:31Z</dcterms:modified>
</cp:coreProperties>
</file>