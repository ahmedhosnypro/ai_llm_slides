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7239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63800" y="2476500"/>
            <a:ext cx="5626100" cy="990600"/>
          </a:xfrm>
          <a:prstGeom prst="roundRect">
            <a:avLst>
              <a:gd name="adj" fmla="val 12000"/>
            </a:avLst>
          </a:prstGeom>
          <a:solidFill>
            <a:srgbClr val="FDE9D9"/>
          </a:solidFill>
          <a:ln w="22225">
            <a:solidFill>
              <a:srgbClr val="C000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9650" y="2692400"/>
            <a:ext cx="1003300" cy="584200"/>
          </a:xfrm>
          <a:prstGeom prst="rect">
            <a:avLst/>
          </a:prstGeom>
          <a:solidFill>
            <a:srgbClr val="DBBFA1"/>
          </a:solidFill>
          <a:ln w="22225">
            <a:solidFill>
              <a:srgbClr val="7354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650" y="2819400"/>
            <a:ext cx="100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590800" y="2616200"/>
            <a:ext cx="977900" cy="736600"/>
          </a:xfrm>
          <a:prstGeom prst="rect">
            <a:avLst/>
          </a:prstGeom>
          <a:solidFill>
            <a:srgbClr val="FAFED8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0800" y="2819400"/>
            <a:ext cx="97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91000" y="2616200"/>
            <a:ext cx="939800" cy="736600"/>
          </a:xfrm>
          <a:prstGeom prst="rect">
            <a:avLst/>
          </a:prstGeom>
          <a:solidFill>
            <a:srgbClr val="E2FEFC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0" y="2819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900" y="2616200"/>
            <a:ext cx="1104900" cy="736600"/>
          </a:xfrm>
          <a:prstGeom prst="rect">
            <a:avLst/>
          </a:prstGeom>
          <a:solidFill>
            <a:srgbClr val="F2FEEA"/>
          </a:solidFill>
          <a:ln w="22225">
            <a:solidFill>
              <a:srgbClr val="397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900" y="2819400"/>
            <a:ext cx="110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75450" y="2635250"/>
            <a:ext cx="122555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450" y="2870200"/>
            <a:ext cx="1225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37550" y="2686050"/>
            <a:ext cx="1079500" cy="628650"/>
          </a:xfrm>
          <a:prstGeom prst="rect">
            <a:avLst/>
          </a:prstGeom>
          <a:solidFill>
            <a:srgbClr val="F5DBF5"/>
          </a:solidFill>
          <a:ln w="22225">
            <a:solidFill>
              <a:srgbClr val="8E2F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7550" y="28194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248900" y="2692400"/>
            <a:ext cx="1022350" cy="584200"/>
          </a:xfrm>
          <a:prstGeom prst="rect">
            <a:avLst/>
          </a:prstGeom>
          <a:solidFill>
            <a:srgbClr val="DBBFA1"/>
          </a:solidFill>
          <a:ln w="22225">
            <a:solidFill>
              <a:srgbClr val="7354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8900" y="2819400"/>
            <a:ext cx="1022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49800" y="1397000"/>
            <a:ext cx="1155700" cy="6223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9800" y="1520825"/>
            <a:ext cx="1155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7400" y="1644650"/>
            <a:ext cx="139700" cy="139700"/>
          </a:xfrm>
          <a:prstGeom prst="ellipse">
            <a:avLst/>
          </a:prstGeom>
          <a:solidFill>
            <a:srgbClr val="0C05A8"/>
          </a:solidFill>
          <a:ln w="6350">
            <a:solidFill>
              <a:srgbClr val="0C0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56300" y="1644650"/>
            <a:ext cx="139700" cy="139700"/>
          </a:xfrm>
          <a:prstGeom prst="ellipse">
            <a:avLst/>
          </a:prstGeom>
          <a:solidFill>
            <a:srgbClr val="0C05A8"/>
          </a:solidFill>
          <a:ln w="6350">
            <a:solidFill>
              <a:srgbClr val="0C05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0400" y="2159000"/>
            <a:ext cx="495300" cy="1625600"/>
          </a:xfrm>
          <a:prstGeom prst="rect">
            <a:avLst/>
          </a:prstGeom>
          <a:solidFill>
            <a:srgbClr val="F6B3B8"/>
          </a:solidFill>
          <a:ln w="12700">
            <a:solidFill>
              <a:srgbClr val="C0A4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0400" y="2159000"/>
            <a:ext cx="4953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 Function)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019300" y="2984500"/>
            <a:ext cx="4318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581400" y="2984500"/>
            <a:ext cx="4826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56200" y="2984500"/>
            <a:ext cx="2921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27800" y="2984500"/>
            <a:ext cx="2032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64500" y="2984500"/>
            <a:ext cx="2794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000" y="2984500"/>
            <a:ext cx="127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2984500"/>
            <a:ext cx="1778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headEnd type="triangle"/>
          </a:ln>
        </p:spPr>
      </p:sp>
      <p:pic>
        <p:nvPicPr>
          <p:cNvPr id="36" name="Image 0" descr="/home/ahmed/Projects/ai_llm_slides/videos/deep-learning/001_introduction/recreated_pptx/build/assets/arc_left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25600"/>
            <a:ext cx="3378159" cy="1117580"/>
          </a:xfrm>
          <a:prstGeom prst="rect">
            <a:avLst/>
          </a:prstGeom>
        </p:spPr>
      </p:pic>
      <p:pic>
        <p:nvPicPr>
          <p:cNvPr id="37" name="Image 1" descr="/home/ahmed/Projects/ai_llm_slides/videos/deep-learning/001_introduction/recreated_pptx/build/assets/arc_right_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25600"/>
            <a:ext cx="4927610" cy="1117580"/>
          </a:xfrm>
          <a:prstGeom prst="rect">
            <a:avLst/>
          </a:prstGeom>
        </p:spPr>
      </p:pic>
      <p:pic>
        <p:nvPicPr>
          <p:cNvPr id="38" name="Image 2" descr="/home/ahmed/Projects/ai_llm_slides/videos/deep-learning/001_introduction/recreated_pptx/build/assets/green_fan_0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3251200"/>
            <a:ext cx="6985010" cy="93982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7531100" y="4889500"/>
            <a:ext cx="279400" cy="520700"/>
          </a:xfrm>
          <a:prstGeom prst="upArrow">
            <a:avLst/>
          </a:prstGeom>
          <a:solidFill>
            <a:srgbClr val="BD3F4B"/>
          </a:solidFill>
          <a:ln w="6350">
            <a:solidFill>
              <a:srgbClr val="BD3F4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753600" y="3924300"/>
            <a:ext cx="279400" cy="520700"/>
          </a:xfrm>
          <a:prstGeom prst="upArrow">
            <a:avLst/>
          </a:prstGeom>
          <a:solidFill>
            <a:srgbClr val="BD3F4B"/>
          </a:solidFill>
          <a:ln w="6350">
            <a:solidFill>
              <a:srgbClr val="BD3F4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314700" y="4292600"/>
            <a:ext cx="6121400" cy="520700"/>
          </a:xfrm>
          <a:prstGeom prst="roundRect">
            <a:avLst>
              <a:gd name="adj" fmla="val 10537"/>
            </a:avLst>
          </a:prstGeom>
          <a:solidFill>
            <a:srgbClr val="EEFADA"/>
          </a:solidFill>
          <a:ln w="12700">
            <a:solidFill>
              <a:srgbClr val="C9C9B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40100" y="4324350"/>
            <a:ext cx="607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Parameters in order to </a:t>
            </a:r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</a:t>
            </a:r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</a:t>
            </a:r>
            <a:endParaRPr lang="en-US" sz="16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(difference between model prediction and Actual labels</a:t>
            </a:r>
            <a:endParaRPr lang="en-US" sz="1650" dirty="0"/>
          </a:p>
        </p:txBody>
      </p:sp>
      <p:sp>
        <p:nvSpPr>
          <p:cNvPr id="43" name="Shape 38"/>
          <p:cNvSpPr/>
          <p:nvPr/>
        </p:nvSpPr>
        <p:spPr>
          <a:xfrm>
            <a:off x="9004300" y="4800600"/>
            <a:ext cx="2184400" cy="736600"/>
          </a:xfrm>
          <a:prstGeom prst="star16">
            <a:avLst/>
          </a:prstGeom>
          <a:solidFill>
            <a:srgbClr val="FFFF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340850" y="50165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</a:t>
            </a:r>
            <a:endParaRPr lang="en-US" sz="12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2026-10-12T04:51:20Z</dcterms:created>
  <dcterms:modified xsi:type="dcterms:W3CDTF">2026-10-12T04:51:20Z</dcterms:modified>
</cp:coreProperties>
</file>