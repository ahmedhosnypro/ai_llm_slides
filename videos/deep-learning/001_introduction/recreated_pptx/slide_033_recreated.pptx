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880" y="8191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Filters for Recognition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996950" y="1778000"/>
            <a:ext cx="101473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1100" y="17538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Similarly, if images are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k-D,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parameters should also be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04900" y="23507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K=3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(RGB), use  K-D filter (third dim &gt;&gt; K=3)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04900" y="26428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K=9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(Satellite  images)  use 9-D filter (3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28410" y="26428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 = 9)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04900" y="29349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...etc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603500" y="2082800"/>
            <a:ext cx="774700" cy="22860"/>
          </a:xfrm>
          <a:prstGeom prst="rect">
            <a:avLst/>
          </a:prstGeom>
          <a:solidFill>
            <a:srgbClr val="8888CC"/>
          </a:solidFill>
          <a:ln w="12700">
            <a:solidFill>
              <a:srgbClr val="888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7700" y="2082800"/>
            <a:ext cx="1308100" cy="22860"/>
          </a:xfrm>
          <a:prstGeom prst="rect">
            <a:avLst/>
          </a:prstGeom>
          <a:solidFill>
            <a:srgbClr val="8888CC"/>
          </a:solidFill>
          <a:ln w="12700">
            <a:solidFill>
              <a:srgbClr val="8888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900" y="3892550"/>
            <a:ext cx="981075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16" name="Image 0" descr="/home/ahmed/Projects/ai_llm_slides/videos/deep-learning/001_introduction/recreated_pptx/build/assets/s033_plane_u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4381500"/>
            <a:ext cx="1384300" cy="11176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1_introduction/recreated_pptx/build/assets/s033_plane_l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5499100"/>
            <a:ext cx="1117600" cy="6858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1_introduction/recreated_pptx/build/assets/s033_rgb_sl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038600"/>
            <a:ext cx="2095500" cy="2209800"/>
          </a:xfrm>
          <a:prstGeom prst="rect">
            <a:avLst/>
          </a:prstGeom>
        </p:spPr>
      </p:pic>
      <p:pic>
        <p:nvPicPr>
          <p:cNvPr id="19" name="Image 3" descr="/home/ahmed/Projects/ai_llm_slides/videos/deep-learning/001_introduction/recreated_pptx/build/assets/s033_mc_sla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4356100"/>
            <a:ext cx="2476500" cy="1892300"/>
          </a:xfrm>
          <a:prstGeom prst="rect">
            <a:avLst/>
          </a:prstGeom>
        </p:spPr>
      </p:pic>
      <p:pic>
        <p:nvPicPr>
          <p:cNvPr id="20" name="Image 4" descr="/home/ahmed/Projects/ai_llm_slides/videos/deep-learning/001_introduction/recreated_pptx/build/assets/s033_line_we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300" y="5537200"/>
            <a:ext cx="787400" cy="1905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711450" y="5327650"/>
            <a:ext cx="228600" cy="2603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 flipV="1">
            <a:off x="6280150" y="5353050"/>
            <a:ext cx="952500" cy="889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23" name="Image 5" descr="/home/ahmed/Projects/ai_llm_slides/videos/deep-learning/001_introduction/recreated_pptx/build/assets/s033_crop_word_graysca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300" y="4051300"/>
            <a:ext cx="1714500" cy="317500"/>
          </a:xfrm>
          <a:prstGeom prst="rect">
            <a:avLst/>
          </a:prstGeom>
        </p:spPr>
      </p:pic>
      <p:pic>
        <p:nvPicPr>
          <p:cNvPr id="24" name="Image 6" descr="/home/ahmed/Projects/ai_llm_slides/videos/deep-learning/001_introduction/recreated_pptx/build/assets/s033_crop_word_multichannel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0" y="4038600"/>
            <a:ext cx="3048000" cy="304800"/>
          </a:xfrm>
          <a:prstGeom prst="rect">
            <a:avLst/>
          </a:prstGeom>
        </p:spPr>
      </p:pic>
      <p:pic>
        <p:nvPicPr>
          <p:cNvPr id="25" name="Image 7" descr="/home/ahmed/Projects/ai_llm_slides/videos/deep-learning/001_introduction/recreated_pptx/build/assets/s033_crop_word_filt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9200" y="5613400"/>
            <a:ext cx="927100" cy="177800"/>
          </a:xfrm>
          <a:prstGeom prst="rect">
            <a:avLst/>
          </a:prstGeom>
        </p:spPr>
      </p:pic>
      <p:pic>
        <p:nvPicPr>
          <p:cNvPr id="26" name="Image 8" descr="/home/ahmed/Projects/ai_llm_slides/videos/deep-learning/001_introduction/recreated_pptx/build/assets/s033_rd_s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700" y="2755900"/>
            <a:ext cx="165100" cy="13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2026-10-12T06:32:28Z</dcterms:created>
  <dcterms:modified xsi:type="dcterms:W3CDTF">2026-10-12T06:32:28Z</dcterms:modified>
</cp:coreProperties>
</file>