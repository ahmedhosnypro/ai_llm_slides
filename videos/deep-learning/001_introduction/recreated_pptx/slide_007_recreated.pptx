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546100"/>
            <a:ext cx="1075055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600" y="539750"/>
            <a:ext cx="0" cy="602615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1511300"/>
            <a:ext cx="10471150" cy="462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600" y="6591300"/>
            <a:ext cx="1122045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9200" y="1727200"/>
            <a:ext cx="4845050" cy="144145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Domains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Machine/Deep  Learning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143000" y="4191000"/>
            <a:ext cx="2286000" cy="1422400"/>
          </a:xfrm>
          <a:prstGeom prst="rect">
            <a:avLst/>
          </a:prstGeom>
          <a:solidFill>
            <a:srgbClr val="0200A7"/>
          </a:solidFill>
          <a:ln>
            <a:solidFill>
              <a:srgbClr val="0200A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797300" y="4191000"/>
            <a:ext cx="2222500" cy="1422400"/>
          </a:xfrm>
          <a:prstGeom prst="rect">
            <a:avLst/>
          </a:prstGeom>
          <a:solidFill>
            <a:srgbClr val="0A873B"/>
          </a:solidFill>
          <a:ln>
            <a:solidFill>
              <a:srgbClr val="0A87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400800" y="4191000"/>
            <a:ext cx="2222500" cy="1422400"/>
          </a:xfrm>
          <a:prstGeom prst="rect">
            <a:avLst/>
          </a:prstGeom>
          <a:solidFill>
            <a:srgbClr val="6F3B02"/>
          </a:solidFill>
          <a:ln>
            <a:solidFill>
              <a:srgbClr val="6F3B0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004300" y="4191000"/>
            <a:ext cx="2209800" cy="1422400"/>
          </a:xfrm>
          <a:prstGeom prst="rect">
            <a:avLst/>
          </a:prstGeom>
          <a:solidFill>
            <a:srgbClr val="9F0000"/>
          </a:solidFill>
          <a:ln>
            <a:solidFill>
              <a:srgbClr val="9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2500" dirty="0"/>
          </a:p>
        </p:txBody>
      </p:sp>
      <p:pic>
        <p:nvPicPr>
          <p:cNvPr id="14" name="Image 0" descr="/home/ahmed/Projects/ai_llm_slides/videos/deep-learning/001_introduction/recreated_pptx/build/assets/arrows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0" y="3111500"/>
            <a:ext cx="7937504" cy="1079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2026-10-12T03:16:14Z</dcterms:created>
  <dcterms:modified xsi:type="dcterms:W3CDTF">2026-10-12T03:16:14Z</dcterms:modified>
</cp:coreProperties>
</file>