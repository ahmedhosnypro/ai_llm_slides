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82600" y="6591300"/>
            <a:ext cx="11226800" cy="2349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2000" y="1701800"/>
            <a:ext cx="1066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600"/>
              </a:lnSpc>
              <a:buNone/>
            </a:pPr>
            <a:r>
              <a:rPr lang="en-US" sz="6350" b="1" dirty="0">
                <a:solidFill>
                  <a:srgbClr val="BA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Revision of</a:t>
            </a:r>
            <a:endParaRPr lang="en-US" sz="6350" dirty="0"/>
          </a:p>
        </p:txBody>
      </p:sp>
      <p:sp>
        <p:nvSpPr>
          <p:cNvPr id="7" name="Text 5"/>
          <p:cNvSpPr/>
          <p:nvPr/>
        </p:nvSpPr>
        <p:spPr>
          <a:xfrm>
            <a:off x="762000" y="3048000"/>
            <a:ext cx="1066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600"/>
              </a:lnSpc>
              <a:buNone/>
            </a:pPr>
            <a:r>
              <a:rPr lang="en-US" sz="6350" b="1" dirty="0">
                <a:solidFill>
                  <a:srgbClr val="BA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6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2026-10-12T03:58:49Z</dcterms:created>
  <dcterms:modified xsi:type="dcterms:W3CDTF">2026-10-12T03:58:49Z</dcterms:modified>
</cp:coreProperties>
</file>