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5150" y="8191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Filters for Recognition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977900" y="1765300"/>
            <a:ext cx="6527800" cy="359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8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4900" y="17746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images are 2-D,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104900" y="21048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should also be organized in 2-D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104900" y="29049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way they can learn the local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1104900" y="32351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correlations between input variables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1104900" y="40352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way they can “exploit” the spatial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1104900" y="43654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of images</a:t>
            </a:r>
            <a:endParaRPr lang="en-US" sz="2350" dirty="0"/>
          </a:p>
        </p:txBody>
      </p:sp>
      <p:sp>
        <p:nvSpPr>
          <p:cNvPr id="14" name="Shape 12"/>
          <p:cNvSpPr/>
          <p:nvPr/>
        </p:nvSpPr>
        <p:spPr>
          <a:xfrm>
            <a:off x="7772400" y="3441700"/>
            <a:ext cx="35433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2560" y="27813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 Image</a:t>
            </a:r>
            <a:endParaRPr lang="en-US" sz="2400" dirty="0"/>
          </a:p>
        </p:txBody>
      </p:sp>
      <p:pic>
        <p:nvPicPr>
          <p:cNvPr id="16" name="Image 0" descr="/home/ahmed/Projects/ai_llm_slides/videos/deep-learning/001_introduction/recreated_pptx/build/assets/slide_032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873500"/>
            <a:ext cx="2159000" cy="25400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1_introduction/recreated_pptx/build/assets/slide_032_word_gray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505200"/>
            <a:ext cx="2286000" cy="4191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1_introduction/recreated_pptx/build/assets/slide_032_word_filt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900" y="5600700"/>
            <a:ext cx="838200" cy="20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2026-10-12T04:04:33Z</dcterms:created>
  <dcterms:modified xsi:type="dcterms:W3CDTF">2026-10-12T04:04:33Z</dcterms:modified>
</cp:coreProperties>
</file>