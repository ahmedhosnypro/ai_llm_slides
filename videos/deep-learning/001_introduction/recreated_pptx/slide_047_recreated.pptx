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2950" y="558800"/>
            <a:ext cx="0" cy="5956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552450"/>
            <a:ext cx="107061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1400" y="2781300"/>
            <a:ext cx="10083800" cy="340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350" y="676339"/>
            <a:ext cx="10972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POOLING</a:t>
            </a:r>
            <a:pPr algn="ctr" indent="0" marL="0">
              <a:lnSpc>
                <a:spcPts val="4400"/>
              </a:lnSpc>
              <a:buNone/>
            </a:pPr>
            <a:r>
              <a:rPr lang="en-US" sz="39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Layer</a:t>
            </a:r>
            <a:pPr algn="ctr" indent="0" marL="0">
              <a:lnSpc>
                <a:spcPts val="44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(Take Average Value)</a:t>
            </a:r>
            <a:endParaRPr lang="en-US" sz="3050" dirty="0"/>
          </a:p>
        </p:txBody>
      </p:sp>
      <p:sp>
        <p:nvSpPr>
          <p:cNvPr id="10" name="Text 8"/>
          <p:cNvSpPr/>
          <p:nvPr/>
        </p:nvSpPr>
        <p:spPr>
          <a:xfrm>
            <a:off x="1028700" y="1556321"/>
            <a:ext cx="939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new Module (Average-POOLING module)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8700" y="1892871"/>
            <a:ext cx="939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= 1/r c * Summation (each_input_pixel * 1)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2235771"/>
            <a:ext cx="939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 to define its input, its output, and Gradient of Output w.r.t input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55700" y="290195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5700" y="328930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700" y="373380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5700" y="423545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73200" y="2818194"/>
            <a:ext cx="533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sliding window of size [h</a:t>
            </a:r>
            <a:pPr algn="l" indent="0" marL="0">
              <a:lnSpc>
                <a:spcPts val="2000"/>
              </a:lnSpc>
              <a:buNone/>
            </a:pPr>
            <a:r>
              <a:rPr lang="en-US" sz="1900" baseline="-400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ts val="2000"/>
              </a:lnSpc>
              <a:buNone/>
            </a:pPr>
            <a:r>
              <a:rPr lang="en-US" sz="19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w</a:t>
            </a:r>
            <a:pPr algn="l" indent="0" marL="0">
              <a:lnSpc>
                <a:spcPts val="2000"/>
              </a:lnSpc>
              <a:buNone/>
            </a:pPr>
            <a:r>
              <a:rPr lang="en-US" sz="1900" baseline="-400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ts val="2000"/>
              </a:lnSpc>
              <a:buNone/>
            </a:pPr>
            <a:r>
              <a:rPr lang="en-US" sz="19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]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73200" y="3186493"/>
            <a:ext cx="584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spc="19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location keep the </a:t>
            </a:r>
            <a:pPr algn="l" indent="0" marL="0">
              <a:lnSpc>
                <a:spcPts val="2000"/>
              </a:lnSpc>
              <a:buNone/>
            </a:pPr>
            <a:r>
              <a:rPr lang="en-US" sz="1900" b="1" u="sng" spc="19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pPr algn="l" indent="0" marL="0">
              <a:lnSpc>
                <a:spcPts val="2000"/>
              </a:lnSpc>
              <a:buNone/>
            </a:pPr>
            <a:r>
              <a:rPr lang="en-US" sz="1900" spc="19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384300" y="3644900"/>
            <a:ext cx="25781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4300" y="3606800"/>
            <a:ext cx="257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function:</a:t>
            </a:r>
            <a:endParaRPr lang="en-US" sz="1850" dirty="0"/>
          </a:p>
        </p:txBody>
      </p:sp>
      <p:pic>
        <p:nvPicPr>
          <p:cNvPr id="21" name="Image 0" descr="/home/ahmed/Projects/ai_llm_slides/videos/deep-learning/001_introduction/recreated_pptx/build/assets/eq_047_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704" y="3485894"/>
            <a:ext cx="2542032" cy="53644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384300" y="4102100"/>
            <a:ext cx="2578100" cy="368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84300" y="4064000"/>
            <a:ext cx="2578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w.r.t. input</a:t>
            </a:r>
            <a:endParaRPr lang="en-US" sz="1850" dirty="0"/>
          </a:p>
        </p:txBody>
      </p:sp>
      <p:pic>
        <p:nvPicPr>
          <p:cNvPr id="24" name="Image 1" descr="/home/ahmed/Projects/ai_llm_slides/videos/deep-learning/001_introduction/recreated_pptx/build/assets/eq_047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807" y="4020818"/>
            <a:ext cx="1147572" cy="53644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778500" y="4419600"/>
            <a:ext cx="1422400" cy="1625600"/>
          </a:xfrm>
          <a:prstGeom prst="rect">
            <a:avLst/>
          </a:prstGeom>
          <a:solidFill>
            <a:srgbClr val="E4FAFF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05500" y="444173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Where: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5905500" y="469573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650" dirty="0"/>
          </a:p>
        </p:txBody>
      </p:sp>
      <p:sp>
        <p:nvSpPr>
          <p:cNvPr id="28" name="Text 24"/>
          <p:cNvSpPr/>
          <p:nvPr/>
        </p:nvSpPr>
        <p:spPr>
          <a:xfrm>
            <a:off x="6273800" y="469573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</a:t>
            </a:r>
            <a:endParaRPr lang="en-US" sz="1650" dirty="0"/>
          </a:p>
        </p:txBody>
      </p:sp>
      <p:sp>
        <p:nvSpPr>
          <p:cNvPr id="29" name="Text 25"/>
          <p:cNvSpPr/>
          <p:nvPr/>
        </p:nvSpPr>
        <p:spPr>
          <a:xfrm>
            <a:off x="5905500" y="494084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6273800" y="494084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</a:t>
            </a:r>
            <a:endParaRPr lang="en-US" sz="1650" dirty="0"/>
          </a:p>
        </p:txBody>
      </p:sp>
      <p:sp>
        <p:nvSpPr>
          <p:cNvPr id="31" name="Text 27"/>
          <p:cNvSpPr/>
          <p:nvPr/>
        </p:nvSpPr>
        <p:spPr>
          <a:xfrm>
            <a:off x="5905500" y="518595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650" dirty="0"/>
          </a:p>
        </p:txBody>
      </p:sp>
      <p:sp>
        <p:nvSpPr>
          <p:cNvPr id="32" name="Text 28"/>
          <p:cNvSpPr/>
          <p:nvPr/>
        </p:nvSpPr>
        <p:spPr>
          <a:xfrm>
            <a:off x="6273800" y="518595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5905500" y="543106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650" dirty="0"/>
          </a:p>
        </p:txBody>
      </p:sp>
      <p:sp>
        <p:nvSpPr>
          <p:cNvPr id="34" name="Text 30"/>
          <p:cNvSpPr/>
          <p:nvPr/>
        </p:nvSpPr>
        <p:spPr>
          <a:xfrm>
            <a:off x="6273800" y="543106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Height</a:t>
            </a:r>
            <a:endParaRPr lang="en-US" sz="1650" dirty="0"/>
          </a:p>
        </p:txBody>
      </p:sp>
      <p:sp>
        <p:nvSpPr>
          <p:cNvPr id="35" name="Text 31"/>
          <p:cNvSpPr/>
          <p:nvPr/>
        </p:nvSpPr>
        <p:spPr>
          <a:xfrm>
            <a:off x="5905500" y="567617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650" dirty="0"/>
          </a:p>
        </p:txBody>
      </p:sp>
      <p:sp>
        <p:nvSpPr>
          <p:cNvPr id="36" name="Text 32"/>
          <p:cNvSpPr/>
          <p:nvPr/>
        </p:nvSpPr>
        <p:spPr>
          <a:xfrm>
            <a:off x="6273800" y="567617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width</a:t>
            </a:r>
            <a:endParaRPr lang="en-US" sz="1650" dirty="0"/>
          </a:p>
        </p:txBody>
      </p:sp>
      <p:sp>
        <p:nvSpPr>
          <p:cNvPr id="37" name="Shape 33"/>
          <p:cNvSpPr/>
          <p:nvPr/>
        </p:nvSpPr>
        <p:spPr>
          <a:xfrm>
            <a:off x="7251700" y="4635500"/>
            <a:ext cx="488950" cy="36830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51700" y="4635500"/>
            <a:ext cx="4889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7740650" y="4635500"/>
            <a:ext cx="501650" cy="36830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40650" y="4635500"/>
            <a:ext cx="5016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Shape 37"/>
          <p:cNvSpPr/>
          <p:nvPr/>
        </p:nvSpPr>
        <p:spPr>
          <a:xfrm>
            <a:off x="8242300" y="4635500"/>
            <a:ext cx="501650" cy="36830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242300" y="4635500"/>
            <a:ext cx="5016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Shape 39"/>
          <p:cNvSpPr/>
          <p:nvPr/>
        </p:nvSpPr>
        <p:spPr>
          <a:xfrm>
            <a:off x="8743950" y="4635500"/>
            <a:ext cx="488950" cy="36830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743950" y="4635500"/>
            <a:ext cx="4889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000" dirty="0"/>
          </a:p>
        </p:txBody>
      </p:sp>
      <p:sp>
        <p:nvSpPr>
          <p:cNvPr id="45" name="Shape 41"/>
          <p:cNvSpPr/>
          <p:nvPr/>
        </p:nvSpPr>
        <p:spPr>
          <a:xfrm>
            <a:off x="7251700" y="5003800"/>
            <a:ext cx="488950" cy="38735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51700" y="5003800"/>
            <a:ext cx="4889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47" name="Shape 43"/>
          <p:cNvSpPr/>
          <p:nvPr/>
        </p:nvSpPr>
        <p:spPr>
          <a:xfrm>
            <a:off x="7740650" y="5003800"/>
            <a:ext cx="501650" cy="38735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740650" y="5003800"/>
            <a:ext cx="5016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49" name="Shape 45"/>
          <p:cNvSpPr/>
          <p:nvPr/>
        </p:nvSpPr>
        <p:spPr>
          <a:xfrm>
            <a:off x="8242300" y="5003800"/>
            <a:ext cx="501650" cy="38735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242300" y="5003800"/>
            <a:ext cx="5016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000" dirty="0"/>
          </a:p>
        </p:txBody>
      </p:sp>
      <p:sp>
        <p:nvSpPr>
          <p:cNvPr id="51" name="Shape 47"/>
          <p:cNvSpPr/>
          <p:nvPr/>
        </p:nvSpPr>
        <p:spPr>
          <a:xfrm>
            <a:off x="8743950" y="5003800"/>
            <a:ext cx="488950" cy="38735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743950" y="5003800"/>
            <a:ext cx="4889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>
            <a:off x="7251700" y="5391150"/>
            <a:ext cx="4889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251700" y="539115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55" name="Shape 51"/>
          <p:cNvSpPr/>
          <p:nvPr/>
        </p:nvSpPr>
        <p:spPr>
          <a:xfrm>
            <a:off x="7740650" y="5391150"/>
            <a:ext cx="5016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740650" y="539115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57" name="Shape 53"/>
          <p:cNvSpPr/>
          <p:nvPr/>
        </p:nvSpPr>
        <p:spPr>
          <a:xfrm>
            <a:off x="8242300" y="5391150"/>
            <a:ext cx="5016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242300" y="539115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000" dirty="0"/>
          </a:p>
        </p:txBody>
      </p:sp>
      <p:sp>
        <p:nvSpPr>
          <p:cNvPr id="59" name="Shape 55"/>
          <p:cNvSpPr/>
          <p:nvPr/>
        </p:nvSpPr>
        <p:spPr>
          <a:xfrm>
            <a:off x="8743950" y="5391150"/>
            <a:ext cx="4889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743950" y="539115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1" name="Shape 57"/>
          <p:cNvSpPr/>
          <p:nvPr/>
        </p:nvSpPr>
        <p:spPr>
          <a:xfrm>
            <a:off x="7251700" y="5765800"/>
            <a:ext cx="4889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251700" y="576580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63" name="Shape 59"/>
          <p:cNvSpPr/>
          <p:nvPr/>
        </p:nvSpPr>
        <p:spPr>
          <a:xfrm>
            <a:off x="7740650" y="5765800"/>
            <a:ext cx="5016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740650" y="576580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5" name="Shape 61"/>
          <p:cNvSpPr/>
          <p:nvPr/>
        </p:nvSpPr>
        <p:spPr>
          <a:xfrm>
            <a:off x="8242300" y="5765800"/>
            <a:ext cx="5016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8242300" y="576580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000" dirty="0"/>
          </a:p>
        </p:txBody>
      </p:sp>
      <p:sp>
        <p:nvSpPr>
          <p:cNvPr id="67" name="Shape 63"/>
          <p:cNvSpPr/>
          <p:nvPr/>
        </p:nvSpPr>
        <p:spPr>
          <a:xfrm>
            <a:off x="8743950" y="5765800"/>
            <a:ext cx="4889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8743950" y="576580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69" name="Text 65"/>
          <p:cNvSpPr/>
          <p:nvPr/>
        </p:nvSpPr>
        <p:spPr>
          <a:xfrm>
            <a:off x="9309100" y="5264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</a:t>
            </a:r>
            <a:endParaRPr lang="en-US" sz="2500" dirty="0"/>
          </a:p>
        </p:txBody>
      </p:sp>
      <p:pic>
        <p:nvPicPr>
          <p:cNvPr id="70" name="Image 2" descr="/home/ahmed/Projects/ai_llm_slides/videos/deep-learning/001_introduction/recreated_pptx/build/assets/eq_047_hal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312" y="5113526"/>
            <a:ext cx="181356" cy="577596"/>
          </a:xfrm>
          <a:prstGeom prst="rect">
            <a:avLst/>
          </a:prstGeom>
        </p:spPr>
      </p:pic>
      <p:sp>
        <p:nvSpPr>
          <p:cNvPr id="71" name="Shape 66"/>
          <p:cNvSpPr/>
          <p:nvPr/>
        </p:nvSpPr>
        <p:spPr>
          <a:xfrm>
            <a:off x="10109200" y="5029200"/>
            <a:ext cx="469900" cy="36195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10109200" y="5029200"/>
            <a:ext cx="469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73" name="Shape 68"/>
          <p:cNvSpPr/>
          <p:nvPr/>
        </p:nvSpPr>
        <p:spPr>
          <a:xfrm>
            <a:off x="10579100" y="5029200"/>
            <a:ext cx="495300" cy="36195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10579100" y="5029200"/>
            <a:ext cx="495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000" dirty="0"/>
          </a:p>
        </p:txBody>
      </p:sp>
      <p:sp>
        <p:nvSpPr>
          <p:cNvPr id="75" name="Shape 70"/>
          <p:cNvSpPr/>
          <p:nvPr/>
        </p:nvSpPr>
        <p:spPr>
          <a:xfrm>
            <a:off x="10109200" y="5391150"/>
            <a:ext cx="469900" cy="36830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10109200" y="5391150"/>
            <a:ext cx="469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77" name="Shape 72"/>
          <p:cNvSpPr/>
          <p:nvPr/>
        </p:nvSpPr>
        <p:spPr>
          <a:xfrm>
            <a:off x="10579100" y="5391150"/>
            <a:ext cx="495300" cy="36830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10579100" y="5391150"/>
            <a:ext cx="495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2026-10-12T06:04:31Z</dcterms:created>
  <dcterms:modified xsi:type="dcterms:W3CDTF">2026-10-12T06:04:31Z</dcterms:modified>
</cp:coreProperties>
</file>