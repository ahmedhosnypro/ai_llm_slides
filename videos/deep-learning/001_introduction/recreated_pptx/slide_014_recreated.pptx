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546100"/>
            <a:ext cx="1069340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539750"/>
            <a:ext cx="0" cy="60261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141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800" y="1701800"/>
            <a:ext cx="10325100" cy="303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2838450"/>
            <a:ext cx="2082800" cy="736600"/>
          </a:xfrm>
          <a:prstGeom prst="rect">
            <a:avLst/>
          </a:prstGeom>
          <a:solidFill>
            <a:srgbClr val="09863A"/>
          </a:solidFill>
          <a:ln>
            <a:solidFill>
              <a:srgbClr val="0986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Sample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60800" y="2482850"/>
            <a:ext cx="2762250" cy="1435100"/>
          </a:xfrm>
          <a:prstGeom prst="rect">
            <a:avLst/>
          </a:prstGeom>
          <a:solidFill>
            <a:srgbClr val="9F0000"/>
          </a:solidFill>
          <a:ln w="12700">
            <a:solidFill>
              <a:srgbClr val="9F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0800" y="2514600"/>
            <a:ext cx="2762250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05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05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7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 Model Parameters)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105650" y="2724150"/>
            <a:ext cx="1231900" cy="990600"/>
          </a:xfrm>
          <a:prstGeom prst="rect">
            <a:avLst/>
          </a:prstGeom>
          <a:solidFill>
            <a:srgbClr val="E2FFFB"/>
          </a:solidFill>
          <a:ln w="1587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6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6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(Label)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5700" y="2019300"/>
            <a:ext cx="450850" cy="2393950"/>
          </a:xfrm>
          <a:prstGeom prst="rect">
            <a:avLst/>
          </a:prstGeom>
          <a:solidFill>
            <a:srgbClr val="F6DEC2"/>
          </a:solidFill>
          <a:ln w="15875">
            <a:solidFill>
              <a:srgbClr val="A69C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16200000">
            <a:off x="8553450" y="3073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613900" y="2857500"/>
            <a:ext cx="1333500" cy="723900"/>
          </a:xfrm>
          <a:prstGeom prst="rect">
            <a:avLst/>
          </a:prstGeom>
          <a:solidFill>
            <a:srgbClr val="FAFED9"/>
          </a:solidFill>
          <a:ln w="1587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Label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03600" y="3203575"/>
            <a:ext cx="2921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70840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3203575"/>
            <a:ext cx="3175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95960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3203575"/>
            <a:ext cx="1397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860425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23400" y="3203575"/>
            <a:ext cx="1397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6200000">
            <a:off x="928370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933450"/>
            <a:ext cx="1069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Training Takes Place to learn the model ?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750" y="5454650"/>
            <a:ext cx="1066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update model parameters (Iteratively) to minimize error  (Loss Function)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2026-10-12T04:43:48Z</dcterms:created>
  <dcterms:modified xsi:type="dcterms:W3CDTF">2026-10-12T04:43:48Z</dcterms:modified>
</cp:coreProperties>
</file>