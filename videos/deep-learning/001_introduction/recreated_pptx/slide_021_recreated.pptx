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4000" y="2268934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800"/>
              </a:lnSpc>
              <a:buNone/>
            </a:pPr>
            <a:r>
              <a:rPr lang="en-US" sz="5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Quick revision of</a:t>
            </a:r>
            <a:endParaRPr lang="en-US" sz="5650" dirty="0"/>
          </a:p>
        </p:txBody>
      </p:sp>
      <p:sp>
        <p:nvSpPr>
          <p:cNvPr id="7" name="Text 5"/>
          <p:cNvSpPr/>
          <p:nvPr/>
        </p:nvSpPr>
        <p:spPr>
          <a:xfrm>
            <a:off x="1524000" y="3879294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800"/>
              </a:lnSpc>
              <a:buNone/>
            </a:pPr>
            <a:r>
              <a:rPr lang="en-US" sz="5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Netwok (NN)</a:t>
            </a:r>
            <a:endParaRPr lang="en-US" sz="5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2026-10-12T04:07:17Z</dcterms:created>
  <dcterms:modified xsi:type="dcterms:W3CDTF">2026-10-12T04:07:17Z</dcterms:modified>
</cp:coreProperties>
</file>