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46200" y="774700"/>
            <a:ext cx="2781300" cy="723900"/>
          </a:xfrm>
          <a:prstGeom prst="rect">
            <a:avLst/>
          </a:prstGeom>
          <a:solidFill>
            <a:srgbClr val="FAFED9"/>
          </a:solidFill>
          <a:ln w="19050">
            <a:solidFill>
              <a:srgbClr val="000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6500" y="1612900"/>
            <a:ext cx="9994900" cy="4902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600" y="6591300"/>
            <a:ext cx="11226800" cy="2349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5250" y="89242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500" b="1" spc="3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processing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591310" y="1598813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pPr algn="l" indent="0" marL="0">
              <a:lnSpc>
                <a:spcPts val="25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pPr algn="l" indent="0" marL="0">
              <a:lnSpc>
                <a:spcPts val="2500"/>
              </a:lnSpc>
              <a:buNone/>
            </a:pPr>
            <a:r>
              <a:rPr lang="en-US" sz="21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dependent and data dependent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91310" y="2189363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may include: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50390" y="249295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filling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50390" y="290062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Thinning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50390" y="330956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50390" y="371850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Binarization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50390" y="412617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Removal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50390" y="453511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to Gray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50390" y="494405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touched points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50390" y="535172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50390" y="576066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50390" y="6048959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spc="4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.......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606550" y="26860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6550" y="30924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6550" y="350520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6550" y="3917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6550" y="43243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6550" y="47307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6550" y="51371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6550" y="55435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06550" y="59499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6550" y="6254750"/>
            <a:ext cx="63500" cy="635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2026-10-12T03:39:54Z</dcterms:created>
  <dcterms:modified xsi:type="dcterms:W3CDTF">2026-10-12T03:39:54Z</dcterms:modified>
</cp:coreProperties>
</file>