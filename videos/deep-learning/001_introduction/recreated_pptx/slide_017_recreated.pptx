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1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</a:t>
            </a:r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Classification Process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1079500" y="4508500"/>
            <a:ext cx="2463800" cy="495300"/>
          </a:xfrm>
          <a:prstGeom prst="roundRect">
            <a:avLst>
              <a:gd name="adj" fmla="val 1292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" y="455676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inspection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select the techniques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568700" y="5080000"/>
            <a:ext cx="1930400" cy="736600"/>
          </a:xfrm>
          <a:prstGeom prst="roundRect">
            <a:avLst>
              <a:gd name="adj" fmla="val 869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81400" y="52451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You)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524500" y="4394200"/>
            <a:ext cx="1778000" cy="736600"/>
          </a:xfrm>
          <a:prstGeom prst="roundRect">
            <a:avLst>
              <a:gd name="adj" fmla="val 869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7200" y="44704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using which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785100" y="3594100"/>
            <a:ext cx="1092200" cy="495300"/>
          </a:xfrm>
          <a:prstGeom prst="roundRect">
            <a:avLst>
              <a:gd name="adj" fmla="val 1292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97800" y="36449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Model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004300" y="3365500"/>
            <a:ext cx="2108200" cy="939800"/>
          </a:xfrm>
          <a:prstGeom prst="star16">
            <a:avLst/>
          </a:prstGeom>
          <a:solidFill>
            <a:srgbClr val="FAFEDB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36100" y="36449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Model!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924800" y="4546600"/>
            <a:ext cx="2540000" cy="723900"/>
          </a:xfrm>
          <a:prstGeom prst="star16">
            <a:avLst/>
          </a:prstGeom>
          <a:solidFill>
            <a:srgbClr val="FFFFFF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80400" y="4724400"/>
            <a:ext cx="157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2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Experience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77900" y="4241800"/>
            <a:ext cx="99187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2026-10-12T06:12:04Z</dcterms:created>
  <dcterms:modified xsi:type="dcterms:W3CDTF">2026-10-12T06:12:04Z</dcterms:modified>
</cp:coreProperties>
</file>