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0477500" cy="464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8400" y="2641600"/>
            <a:ext cx="1485900" cy="723900"/>
          </a:xfrm>
          <a:prstGeom prst="rect">
            <a:avLst/>
          </a:prstGeom>
          <a:solidFill>
            <a:srgbClr val="E2FEFC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8400" y="2763520"/>
            <a:ext cx="1485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00700" y="2641600"/>
            <a:ext cx="1511300" cy="723900"/>
          </a:xfrm>
          <a:prstGeom prst="rect">
            <a:avLst/>
          </a:prstGeom>
          <a:solidFill>
            <a:srgbClr val="F2FEEA"/>
          </a:solidFill>
          <a:ln w="25400">
            <a:solidFill>
              <a:srgbClr val="4478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00700" y="2763520"/>
            <a:ext cx="151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67600" y="2654300"/>
            <a:ext cx="1701800" cy="711200"/>
          </a:xfrm>
          <a:prstGeom prst="rect">
            <a:avLst/>
          </a:prstGeom>
          <a:solidFill>
            <a:srgbClr val="A00000"/>
          </a:solidFill>
          <a:ln w="25400">
            <a:solidFill>
              <a:srgbClr val="7204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7600" y="2865120"/>
            <a:ext cx="170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23950" y="74295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Deep Learning Model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990600" y="1625600"/>
            <a:ext cx="1663700" cy="1016000"/>
          </a:xfrm>
          <a:prstGeom prst="ellipse">
            <a:avLst/>
          </a:prstGeom>
          <a:solidFill>
            <a:srgbClr val="F6DEC2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7600" y="174879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85900" y="2495550"/>
            <a:ext cx="7727950" cy="914400"/>
          </a:xfrm>
          <a:prstGeom prst="roundRect">
            <a:avLst>
              <a:gd name="adj" fmla="val 8000"/>
            </a:avLst>
          </a:prstGeom>
          <a:ln w="19050">
            <a:solidFill>
              <a:srgbClr val="C0000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651000" y="2641600"/>
            <a:ext cx="1358900" cy="723900"/>
          </a:xfrm>
          <a:prstGeom prst="rect">
            <a:avLst/>
          </a:prstGeom>
          <a:solidFill>
            <a:srgbClr val="FAFED8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51000" y="2763520"/>
            <a:ext cx="1358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499600" y="2641600"/>
            <a:ext cx="1460500" cy="723900"/>
          </a:xfrm>
          <a:prstGeom prst="rect">
            <a:avLst/>
          </a:prstGeom>
          <a:solidFill>
            <a:srgbClr val="DABFA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48800" y="2865120"/>
            <a:ext cx="177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Output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035300" y="3003550"/>
            <a:ext cx="6604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32400" y="3003550"/>
            <a:ext cx="3683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37400" y="3003550"/>
            <a:ext cx="2921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69400" y="3003550"/>
            <a:ext cx="3048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56100" y="1689100"/>
            <a:ext cx="2717800" cy="342900"/>
          </a:xfrm>
          <a:prstGeom prst="roundRect">
            <a:avLst>
              <a:gd name="adj" fmla="val 18667"/>
            </a:avLst>
          </a:prstGeom>
          <a:solidFill>
            <a:srgbClr val="E2FEFC"/>
          </a:solidFill>
          <a:ln w="12700">
            <a:solidFill>
              <a:srgbClr val="70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6100" y="1727200"/>
            <a:ext cx="271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model</a:t>
            </a:r>
            <a:endParaRPr lang="en-US" sz="1600" dirty="0"/>
          </a:p>
        </p:txBody>
      </p:sp>
      <p:pic>
        <p:nvPicPr>
          <p:cNvPr id="27" name="Image 0" descr="/home/ahmed/Projects/ai_llm_slides/videos/deep-learning/001_introduction/recreated_pptx/build/assets/arc_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600" y="1892300"/>
            <a:ext cx="7607259" cy="800100"/>
          </a:xfrm>
          <a:prstGeom prst="rect">
            <a:avLst/>
          </a:prstGeom>
        </p:spPr>
      </p:pic>
      <p:pic>
        <p:nvPicPr>
          <p:cNvPr id="28" name="Image 1" descr="/home/ahmed/Projects/ai_llm_slides/videos/deep-learning/001_introduction/recreated_pptx/build/assets/curve1_0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324100"/>
            <a:ext cx="558790" cy="81281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1498600" y="3454400"/>
            <a:ext cx="76962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headEnd type="triangle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3860800" y="3568700"/>
            <a:ext cx="2705100" cy="254000"/>
          </a:xfrm>
          <a:prstGeom prst="roundRect">
            <a:avLst>
              <a:gd name="adj" fmla="val 18000"/>
            </a:avLst>
          </a:prstGeom>
          <a:solidFill>
            <a:srgbClr val="ECFBDE"/>
          </a:solidFill>
          <a:ln w="12700">
            <a:solidFill>
              <a:srgbClr val="CDCDB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860800" y="3587750"/>
            <a:ext cx="27051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Deeeeeeep Model</a:t>
            </a:r>
            <a:endParaRPr lang="en-US" sz="1550" dirty="0"/>
          </a:p>
        </p:txBody>
      </p:sp>
      <p:sp>
        <p:nvSpPr>
          <p:cNvPr id="32" name="Shape 28"/>
          <p:cNvSpPr/>
          <p:nvPr/>
        </p:nvSpPr>
        <p:spPr>
          <a:xfrm>
            <a:off x="1092200" y="3962400"/>
            <a:ext cx="2311400" cy="508000"/>
          </a:xfrm>
          <a:prstGeom prst="rect">
            <a:avLst/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104900" y="3975100"/>
            <a:ext cx="228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Training Data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(Model Choice)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3632200" y="3911600"/>
            <a:ext cx="1930400" cy="736600"/>
          </a:xfrm>
          <a:prstGeom prst="rect">
            <a:avLst/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644900" y="3924300"/>
            <a:ext cx="1905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choose Best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for given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5753100" y="3911600"/>
            <a:ext cx="1536700" cy="736600"/>
          </a:xfrm>
          <a:prstGeom prst="rect">
            <a:avLst/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765800" y="3924300"/>
            <a:ext cx="15113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Reduces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(if required)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7632700" y="4051300"/>
            <a:ext cx="1460500" cy="406400"/>
          </a:xfrm>
          <a:prstGeom prst="rect">
            <a:avLst/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645400" y="4064000"/>
            <a:ext cx="1435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using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Model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9334500" y="3746500"/>
            <a:ext cx="1765300" cy="609600"/>
          </a:xfrm>
          <a:prstGeom prst="star16">
            <a:avLst/>
          </a:prstGeom>
          <a:solidFill>
            <a:srgbClr val="F9FFD9"/>
          </a:solidFill>
          <a:ln/>
        </p:spPr>
      </p:sp>
      <p:sp>
        <p:nvSpPr>
          <p:cNvPr id="41" name="Text 37"/>
          <p:cNvSpPr/>
          <p:nvPr/>
        </p:nvSpPr>
        <p:spPr>
          <a:xfrm>
            <a:off x="9652000" y="3873500"/>
            <a:ext cx="121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Model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3556000" y="4965700"/>
            <a:ext cx="3644900" cy="685800"/>
          </a:xfrm>
          <a:prstGeom prst="rect">
            <a:avLst/>
          </a:prstGeom>
          <a:solidFill>
            <a:srgbClr val="FFFFE6"/>
          </a:solidFill>
          <a:ln w="12700">
            <a:solidFill>
              <a:srgbClr val="0C05A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581400" y="4991100"/>
            <a:ext cx="3594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Interaction from Human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Based on Training Data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2026-10-12T05:28:09Z</dcterms:created>
  <dcterms:modified xsi:type="dcterms:W3CDTF">2026-10-12T05:28:09Z</dcterms:modified>
</cp:coreProperties>
</file>