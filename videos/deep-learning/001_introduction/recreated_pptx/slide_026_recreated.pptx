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27100" y="1485900"/>
            <a:ext cx="10337800" cy="4978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3300" y="1600200"/>
            <a:ext cx="7239000" cy="2209800"/>
          </a:xfrm>
          <a:prstGeom prst="rect">
            <a:avLst/>
          </a:prstGeom>
          <a:solidFill>
            <a:srgbClr val="DCD4C9"/>
          </a:solidFill>
          <a:ln w="12700">
            <a:solidFill>
              <a:srgbClr val="DCD4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1400" y="3886200"/>
            <a:ext cx="8648700" cy="812800"/>
          </a:xfrm>
          <a:prstGeom prst="rect">
            <a:avLst/>
          </a:prstGeom>
          <a:solidFill>
            <a:srgbClr val="FBFFD8"/>
          </a:solidFill>
          <a:ln w="12700">
            <a:solidFill>
              <a:srgbClr val="FBFF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3300" y="4762500"/>
            <a:ext cx="9702800" cy="1612900"/>
          </a:xfrm>
          <a:prstGeom prst="rect">
            <a:avLst/>
          </a:prstGeom>
          <a:solidFill>
            <a:srgbClr val="DCD4C9"/>
          </a:solidFill>
          <a:ln w="12700">
            <a:solidFill>
              <a:srgbClr val="DCD4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500" y="57378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the weights by moving in the negative direction of the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84200" y="97528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15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of the Loss function with respect  to model weights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4064000" y="1752600"/>
            <a:ext cx="355600" cy="133350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3454400" y="5613400"/>
            <a:ext cx="215900" cy="2413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41900" y="2547874"/>
            <a:ext cx="279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Sigmoid Function)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56100" y="3310477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(Error at Output layer </a:t>
            </a:r>
            <a:pPr algn="l" indent="0" marL="0">
              <a:lnSpc>
                <a:spcPts val="2100"/>
              </a:lnSpc>
              <a:buNone/>
            </a:pPr>
            <a:r>
              <a:rPr lang="en-US" sz="1650" b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867400" y="4996485"/>
            <a:ext cx="76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829300" y="5778500"/>
            <a:ext cx="88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then</a:t>
            </a:r>
            <a:endParaRPr lang="en-US" sz="2500" dirty="0"/>
          </a:p>
        </p:txBody>
      </p:sp>
      <p:pic>
        <p:nvPicPr>
          <p:cNvPr id="17" name="Image 0" descr="/home/ahmed/Projects/ai_llm_slides/videos/deep-learning/001_introduction/recreated_pptx/build/assets/eq026_c1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188" y="1655796"/>
            <a:ext cx="1199391" cy="531879"/>
          </a:xfrm>
          <a:prstGeom prst="rect">
            <a:avLst/>
          </a:prstGeom>
        </p:spPr>
      </p:pic>
      <p:pic>
        <p:nvPicPr>
          <p:cNvPr id="18" name="Image 1" descr="/home/ahmed/Projects/ai_llm_slides/videos/deep-learning/001_introduction/recreated_pptx/build/assets/eq026_c1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788" y="1725930"/>
            <a:ext cx="824487" cy="281937"/>
          </a:xfrm>
          <a:prstGeom prst="rect">
            <a:avLst/>
          </a:prstGeom>
        </p:spPr>
      </p:pic>
      <p:pic>
        <p:nvPicPr>
          <p:cNvPr id="19" name="Image 2" descr="/home/ahmed/Projects/ai_llm_slides/videos/deep-learning/001_introduction/recreated_pptx/build/assets/eq026_c1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878" y="1657899"/>
            <a:ext cx="629409" cy="582171"/>
          </a:xfrm>
          <a:prstGeom prst="rect">
            <a:avLst/>
          </a:prstGeom>
        </p:spPr>
      </p:pic>
      <p:pic>
        <p:nvPicPr>
          <p:cNvPr id="20" name="Image 3" descr="/home/ahmed/Projects/ai_llm_slides/videos/deep-learning/001_introduction/recreated_pptx/build/assets/eq026_c1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98" y="1819382"/>
            <a:ext cx="554739" cy="242316"/>
          </a:xfrm>
          <a:prstGeom prst="rect">
            <a:avLst/>
          </a:prstGeom>
        </p:spPr>
      </p:pic>
      <p:pic>
        <p:nvPicPr>
          <p:cNvPr id="21" name="Image 4" descr="/home/ahmed/Projects/ai_llm_slides/videos/deep-learning/001_introduction/recreated_pptx/build/assets/eq026_c2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138" y="2411730"/>
            <a:ext cx="3122676" cy="629409"/>
          </a:xfrm>
          <a:prstGeom prst="rect">
            <a:avLst/>
          </a:prstGeom>
        </p:spPr>
      </p:pic>
      <p:pic>
        <p:nvPicPr>
          <p:cNvPr id="22" name="Image 5" descr="/home/ahmed/Projects/ai_llm_slides/videos/deep-learning/001_introduction/recreated_pptx/build/assets/eq026_c30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178" y="3311408"/>
            <a:ext cx="169164" cy="199641"/>
          </a:xfrm>
          <a:prstGeom prst="rect">
            <a:avLst/>
          </a:prstGeom>
        </p:spPr>
      </p:pic>
      <p:pic>
        <p:nvPicPr>
          <p:cNvPr id="23" name="Image 6" descr="/home/ahmed/Projects/ai_llm_slides/videos/deep-learning/001_introduction/recreated_pptx/build/assets/eq026_c30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1028" y="3376971"/>
            <a:ext cx="173736" cy="92967"/>
          </a:xfrm>
          <a:prstGeom prst="rect">
            <a:avLst/>
          </a:prstGeom>
        </p:spPr>
      </p:pic>
      <p:pic>
        <p:nvPicPr>
          <p:cNvPr id="24" name="Image 7" descr="/home/ahmed/Projects/ai_llm_slides/videos/deep-learning/001_introduction/recreated_pptx/build/assets/eq026_c30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9349" y="3150382"/>
            <a:ext cx="167637" cy="531879"/>
          </a:xfrm>
          <a:prstGeom prst="rect">
            <a:avLst/>
          </a:prstGeom>
        </p:spPr>
      </p:pic>
      <p:pic>
        <p:nvPicPr>
          <p:cNvPr id="25" name="Image 8" descr="/home/ahmed/Projects/ai_llm_slides/videos/deep-learning/001_introduction/recreated_pptx/build/assets/eq026_c3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5238" y="3241274"/>
            <a:ext cx="243843" cy="545595"/>
          </a:xfrm>
          <a:prstGeom prst="rect">
            <a:avLst/>
          </a:prstGeom>
        </p:spPr>
      </p:pic>
      <p:pic>
        <p:nvPicPr>
          <p:cNvPr id="26" name="Image 9" descr="/home/ahmed/Projects/ai_llm_slides/videos/deep-learning/001_introduction/recreated_pptx/build/assets/eq026_c3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7767" y="3261116"/>
            <a:ext cx="1232913" cy="321567"/>
          </a:xfrm>
          <a:prstGeom prst="rect">
            <a:avLst/>
          </a:prstGeom>
        </p:spPr>
      </p:pic>
      <p:pic>
        <p:nvPicPr>
          <p:cNvPr id="27" name="Image 10" descr="/home/ahmed/Projects/ai_llm_slides/videos/deep-learning/001_introduction/recreated_pptx/build/assets/eq026_c40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2149" y="4119646"/>
            <a:ext cx="1377699" cy="278892"/>
          </a:xfrm>
          <a:prstGeom prst="rect">
            <a:avLst/>
          </a:prstGeom>
        </p:spPr>
      </p:pic>
      <p:pic>
        <p:nvPicPr>
          <p:cNvPr id="28" name="Image 11" descr="/home/ahmed/Projects/ai_llm_slides/videos/deep-learning/001_introduction/recreated_pptx/build/assets/eq026_c40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3288" y="3892509"/>
            <a:ext cx="582171" cy="722376"/>
          </a:xfrm>
          <a:prstGeom prst="rect">
            <a:avLst/>
          </a:prstGeom>
        </p:spPr>
      </p:pic>
      <p:pic>
        <p:nvPicPr>
          <p:cNvPr id="29" name="Image 12" descr="/home/ahmed/Projects/ai_llm_slides/videos/deep-learning/001_introduction/recreated_pptx/build/assets/eq026_c40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518" y="4160794"/>
            <a:ext cx="938787" cy="214884"/>
          </a:xfrm>
          <a:prstGeom prst="rect">
            <a:avLst/>
          </a:prstGeom>
        </p:spPr>
      </p:pic>
      <p:pic>
        <p:nvPicPr>
          <p:cNvPr id="30" name="Image 13" descr="/home/ahmed/Projects/ai_llm_slides/videos/deep-learning/001_introduction/recreated_pptx/build/assets/eq026_c40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2088" y="3892509"/>
            <a:ext cx="786384" cy="722376"/>
          </a:xfrm>
          <a:prstGeom prst="rect">
            <a:avLst/>
          </a:prstGeom>
        </p:spPr>
      </p:pic>
      <p:pic>
        <p:nvPicPr>
          <p:cNvPr id="31" name="Image 14" descr="/home/ahmed/Projects/ai_llm_slides/videos/deep-learning/001_introduction/recreated_pptx/build/assets/eq026_c40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0228" y="3891046"/>
            <a:ext cx="781812" cy="722376"/>
          </a:xfrm>
          <a:prstGeom prst="rect">
            <a:avLst/>
          </a:prstGeom>
        </p:spPr>
      </p:pic>
      <p:pic>
        <p:nvPicPr>
          <p:cNvPr id="32" name="Image 15" descr="/home/ahmed/Projects/ai_llm_slides/videos/deep-learning/001_introduction/recreated_pptx/build/assets/eq026_c501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5888" y="5092934"/>
            <a:ext cx="498348" cy="283464"/>
          </a:xfrm>
          <a:prstGeom prst="rect">
            <a:avLst/>
          </a:prstGeom>
        </p:spPr>
      </p:pic>
      <p:pic>
        <p:nvPicPr>
          <p:cNvPr id="33" name="Image 16" descr="/home/ahmed/Projects/ai_llm_slides/videos/deep-learning/001_introduction/recreated_pptx/build/assets/eq026_c50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11878" y="5135636"/>
            <a:ext cx="963165" cy="219456"/>
          </a:xfrm>
          <a:prstGeom prst="rect">
            <a:avLst/>
          </a:prstGeom>
        </p:spPr>
      </p:pic>
      <p:pic>
        <p:nvPicPr>
          <p:cNvPr id="34" name="Image 17" descr="/home/ahmed/Projects/ai_llm_slides/videos/deep-learning/001_introduction/recreated_pptx/build/assets/eq026_c503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89828" y="4868631"/>
            <a:ext cx="772668" cy="711705"/>
          </a:xfrm>
          <a:prstGeom prst="rect">
            <a:avLst/>
          </a:prstGeom>
        </p:spPr>
      </p:pic>
      <p:pic>
        <p:nvPicPr>
          <p:cNvPr id="35" name="Image 18" descr="/home/ahmed/Projects/ai_llm_slides/videos/deep-learning/001_introduction/recreated_pptx/build/assets/eq026_c504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10588" y="5089916"/>
            <a:ext cx="260604" cy="248415"/>
          </a:xfrm>
          <a:prstGeom prst="rect">
            <a:avLst/>
          </a:prstGeom>
        </p:spPr>
      </p:pic>
      <p:pic>
        <p:nvPicPr>
          <p:cNvPr id="36" name="Image 19" descr="/home/ahmed/Projects/ai_llm_slides/videos/deep-learning/001_introduction/recreated_pptx/build/assets/eq026_c60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58649" y="5088362"/>
            <a:ext cx="219456" cy="286509"/>
          </a:xfrm>
          <a:prstGeom prst="rect">
            <a:avLst/>
          </a:prstGeom>
        </p:spPr>
      </p:pic>
      <p:pic>
        <p:nvPicPr>
          <p:cNvPr id="37" name="Image 20" descr="/home/ahmed/Projects/ai_llm_slides/videos/deep-learning/001_introduction/recreated_pptx/build/assets/eq026_c602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17438" y="5163068"/>
            <a:ext cx="629409" cy="96012"/>
          </a:xfrm>
          <a:prstGeom prst="rect">
            <a:avLst/>
          </a:prstGeom>
        </p:spPr>
      </p:pic>
      <p:pic>
        <p:nvPicPr>
          <p:cNvPr id="38" name="Image 21" descr="/home/ahmed/Projects/ai_llm_slides/videos/deep-learning/001_introduction/recreated_pptx/build/assets/eq026_c603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30249" y="4868631"/>
            <a:ext cx="772668" cy="711705"/>
          </a:xfrm>
          <a:prstGeom prst="rect">
            <a:avLst/>
          </a:prstGeom>
        </p:spPr>
      </p:pic>
      <p:pic>
        <p:nvPicPr>
          <p:cNvPr id="39" name="Image 22" descr="/home/ahmed/Projects/ai_llm_slides/videos/deep-learning/001_introduction/recreated_pptx/build/assets/eq026_c701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75328" y="5904189"/>
            <a:ext cx="505965" cy="286509"/>
          </a:xfrm>
          <a:prstGeom prst="rect">
            <a:avLst/>
          </a:prstGeom>
        </p:spPr>
      </p:pic>
      <p:pic>
        <p:nvPicPr>
          <p:cNvPr id="40" name="Image 23" descr="/home/ahmed/Projects/ai_llm_slides/videos/deep-learning/001_introduction/recreated_pptx/build/assets/eq026_c702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50008" y="5946892"/>
            <a:ext cx="481587" cy="220983"/>
          </a:xfrm>
          <a:prstGeom prst="rect">
            <a:avLst/>
          </a:prstGeom>
        </p:spPr>
      </p:pic>
      <p:pic>
        <p:nvPicPr>
          <p:cNvPr id="41" name="Image 24" descr="/home/ahmed/Projects/ai_llm_slides/videos/deep-learning/001_introduction/recreated_pptx/build/assets/eq026_c703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96088" y="5901172"/>
            <a:ext cx="222501" cy="291081"/>
          </a:xfrm>
          <a:prstGeom prst="rect">
            <a:avLst/>
          </a:prstGeom>
        </p:spPr>
      </p:pic>
      <p:pic>
        <p:nvPicPr>
          <p:cNvPr id="42" name="Image 25" descr="/home/ahmed/Projects/ai_llm_slides/videos/deep-learning/001_introduction/recreated_pptx/build/assets/eq026_c704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35908" y="5901172"/>
            <a:ext cx="265176" cy="252987"/>
          </a:xfrm>
          <a:prstGeom prst="rect">
            <a:avLst/>
          </a:prstGeom>
        </p:spPr>
      </p:pic>
      <p:pic>
        <p:nvPicPr>
          <p:cNvPr id="43" name="Image 26" descr="/home/ahmed/Projects/ai_llm_slides/videos/deep-learning/001_introduction/recreated_pptx/build/assets/eq026_c801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25188" y="5876757"/>
            <a:ext cx="589788" cy="362715"/>
          </a:xfrm>
          <a:prstGeom prst="rect">
            <a:avLst/>
          </a:prstGeom>
        </p:spPr>
      </p:pic>
      <p:pic>
        <p:nvPicPr>
          <p:cNvPr id="44" name="Image 27" descr="/home/ahmed/Projects/ai_llm_slides/videos/deep-learning/001_introduction/recreated_pptx/build/assets/eq026_c80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65008" y="5972769"/>
            <a:ext cx="184407" cy="97539"/>
          </a:xfrm>
          <a:prstGeom prst="rect">
            <a:avLst/>
          </a:prstGeom>
        </p:spPr>
      </p:pic>
      <p:pic>
        <p:nvPicPr>
          <p:cNvPr id="45" name="Image 28" descr="/home/ahmed/Projects/ai_llm_slides/videos/deep-learning/001_introduction/recreated_pptx/build/assets/eq026_c803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44449" y="5840181"/>
            <a:ext cx="493776" cy="397764"/>
          </a:xfrm>
          <a:prstGeom prst="rect">
            <a:avLst/>
          </a:prstGeom>
        </p:spPr>
      </p:pic>
      <p:pic>
        <p:nvPicPr>
          <p:cNvPr id="46" name="Image 29" descr="/home/ahmed/Projects/ai_llm_slides/videos/deep-learning/001_introduction/recreated_pptx/build/assets/eq026_c804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246138" y="5904189"/>
            <a:ext cx="757425" cy="284991"/>
          </a:xfrm>
          <a:prstGeom prst="rect">
            <a:avLst/>
          </a:prstGeom>
        </p:spPr>
      </p:pic>
      <p:sp>
        <p:nvSpPr>
          <p:cNvPr id="47" name="Shape 15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2026-10-12T05:47:13Z</dcterms:created>
  <dcterms:modified xsi:type="dcterms:W3CDTF">2026-10-12T05:47:13Z</dcterms:modified>
</cp:coreProperties>
</file>