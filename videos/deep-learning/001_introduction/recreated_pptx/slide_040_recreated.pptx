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3450" y="4603750"/>
            <a:ext cx="7797800" cy="1625600"/>
          </a:xfrm>
          <a:prstGeom prst="rect">
            <a:avLst/>
          </a:prstGeom>
          <a:solidFill>
            <a:srgbClr val="FAFCE7"/>
          </a:solidFill>
          <a:ln w="25400">
            <a:solidFill>
              <a:srgbClr val="A59F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1400" y="4544518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30 different filters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41400" y="4873568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6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filter can detect different information from the image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1041400" y="5406487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those 30 filters on the image  (each one should be</a:t>
            </a:r>
            <a:endParaRPr lang="en-US" sz="2120" dirty="0"/>
          </a:p>
        </p:txBody>
      </p:sp>
      <p:sp>
        <p:nvSpPr>
          <p:cNvPr id="9" name="Text 7"/>
          <p:cNvSpPr/>
          <p:nvPr/>
        </p:nvSpPr>
        <p:spPr>
          <a:xfrm>
            <a:off x="1041400" y="5748237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3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 the whole locations on the image)</a:t>
            </a:r>
            <a:endParaRPr lang="en-US" sz="2130" dirty="0"/>
          </a:p>
        </p:txBody>
      </p:sp>
      <p:pic>
        <p:nvPicPr>
          <p:cNvPr id="10" name="Image 0" descr="/home/ahmed/Projects/ai_llm_slides/videos/deep-learning/001_introduction/recreated_pptx/build/assets/cat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0" y="1968500"/>
            <a:ext cx="3898900" cy="2095500"/>
          </a:xfrm>
          <a:prstGeom prst="rect">
            <a:avLst/>
          </a:prstGeom>
        </p:spPr>
      </p:pic>
      <p:pic>
        <p:nvPicPr>
          <p:cNvPr id="11" name="Image 1" descr="/home/ahmed/Projects/ai_llm_slides/videos/deep-learning/001_introduction/recreated_pptx/build/assets/dog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06600"/>
            <a:ext cx="3810000" cy="2057400"/>
          </a:xfrm>
          <a:prstGeom prst="rect">
            <a:avLst/>
          </a:prstGeom>
        </p:spPr>
      </p:pic>
      <p:pic>
        <p:nvPicPr>
          <p:cNvPr id="12" name="Image 2" descr="/home/ahmed/Projects/ai_llm_slides/videos/deep-learning/001_introduction/recreated_pptx/build/assets/filter_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4457700"/>
            <a:ext cx="2082800" cy="18669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59800" y="5372100"/>
            <a:ext cx="546100" cy="2286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7700" y="89027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filters we should apply</a:t>
            </a:r>
            <a:endParaRPr lang="en-US" sz="3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2026-10-12T03:15:20Z</dcterms:created>
  <dcterms:modified xsi:type="dcterms:W3CDTF">2026-10-12T03:15:20Z</dcterms:modified>
</cp:coreProperties>
</file>