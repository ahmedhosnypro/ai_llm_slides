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63650" y="1949450"/>
            <a:ext cx="9664700" cy="429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638" y="20907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638" y="25987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638" y="34623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638" y="39703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78088" y="442118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78088" y="48720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8088" y="53165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3250" y="1862390"/>
            <a:ext cx="8953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1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convolutional layers ( 5 or more)</a:t>
            </a:r>
            <a:endParaRPr lang="en-US" sz="2610" dirty="0"/>
          </a:p>
        </p:txBody>
      </p:sp>
      <p:sp>
        <p:nvSpPr>
          <p:cNvPr id="14" name="Text 12"/>
          <p:cNvSpPr/>
          <p:nvPr/>
        </p:nvSpPr>
        <p:spPr>
          <a:xfrm>
            <a:off x="1873250" y="2373785"/>
            <a:ext cx="901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the convolutional layers </a:t>
            </a:r>
            <a:pPr algn="l" indent="0" marL="0">
              <a:lnSpc>
                <a:spcPts val="3000"/>
              </a:lnSpc>
              <a:buNone/>
            </a:pPr>
            <a:r>
              <a:rPr lang="en-US" sz="2580" b="1" u="sng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non-linearities</a:t>
            </a:r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are added (The most</a:t>
            </a:r>
            <a:endParaRPr lang="en-US" sz="2580" dirty="0"/>
          </a:p>
        </p:txBody>
      </p:sp>
      <p:sp>
        <p:nvSpPr>
          <p:cNvPr id="15" name="Text 13"/>
          <p:cNvSpPr/>
          <p:nvPr/>
        </p:nvSpPr>
        <p:spPr>
          <a:xfrm>
            <a:off x="1786890" y="2742085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popular one is the </a:t>
            </a:r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ReLU</a:t>
            </a:r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580" dirty="0"/>
          </a:p>
        </p:txBody>
      </p:sp>
      <p:sp>
        <p:nvSpPr>
          <p:cNvPr id="16" name="Text 14"/>
          <p:cNvSpPr/>
          <p:nvPr/>
        </p:nvSpPr>
        <p:spPr>
          <a:xfrm>
            <a:off x="1873250" y="3237385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the ReLU usually some pooling ( Most often </a:t>
            </a:r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 pooling</a:t>
            </a:r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580" dirty="0"/>
          </a:p>
        </p:txBody>
      </p:sp>
      <p:sp>
        <p:nvSpPr>
          <p:cNvPr id="17" name="Text 15"/>
          <p:cNvSpPr/>
          <p:nvPr/>
        </p:nvSpPr>
        <p:spPr>
          <a:xfrm>
            <a:off x="1873250" y="3754413"/>
            <a:ext cx="431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90" b="1" u="sng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5 rounds of cascading:</a:t>
            </a:r>
            <a:endParaRPr lang="en-US" sz="2590" dirty="0"/>
          </a:p>
        </p:txBody>
      </p:sp>
      <p:sp>
        <p:nvSpPr>
          <p:cNvPr id="18" name="Text 16"/>
          <p:cNvSpPr/>
          <p:nvPr/>
        </p:nvSpPr>
        <p:spPr>
          <a:xfrm>
            <a:off x="2800350" y="4202585"/>
            <a:ext cx="812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Vectorize the last convolutional layer (Flatten)</a:t>
            </a:r>
            <a:endParaRPr lang="en-US" sz="2580" dirty="0"/>
          </a:p>
        </p:txBody>
      </p:sp>
      <p:sp>
        <p:nvSpPr>
          <p:cNvPr id="19" name="Text 17"/>
          <p:cNvSpPr/>
          <p:nvPr/>
        </p:nvSpPr>
        <p:spPr>
          <a:xfrm>
            <a:off x="2800350" y="4647085"/>
            <a:ext cx="812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as Input to the first fully connected layer (FC)</a:t>
            </a:r>
            <a:endParaRPr lang="en-US" sz="2580" dirty="0"/>
          </a:p>
        </p:txBody>
      </p:sp>
      <p:sp>
        <p:nvSpPr>
          <p:cNvPr id="20" name="Text 18"/>
          <p:cNvSpPr/>
          <p:nvPr/>
        </p:nvSpPr>
        <p:spPr>
          <a:xfrm>
            <a:off x="2800350" y="5095106"/>
            <a:ext cx="812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5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Proceed as in a traditional classification neural network</a:t>
            </a:r>
            <a:endParaRPr lang="en-US" sz="2605" dirty="0"/>
          </a:p>
        </p:txBody>
      </p:sp>
      <p:sp>
        <p:nvSpPr>
          <p:cNvPr id="21" name="Text 19"/>
          <p:cNvSpPr/>
          <p:nvPr/>
        </p:nvSpPr>
        <p:spPr>
          <a:xfrm>
            <a:off x="603250" y="909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Convnets in practice</a:t>
            </a:r>
            <a:endParaRPr lang="en-US" sz="4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2026-10-12T04:30:18Z</dcterms:created>
  <dcterms:modified xsi:type="dcterms:W3CDTF">2026-10-12T04:30:18Z</dcterms:modified>
</cp:coreProperties>
</file>