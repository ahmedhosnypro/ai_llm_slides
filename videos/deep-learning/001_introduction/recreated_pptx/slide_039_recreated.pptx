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8850" y="1276350"/>
            <a:ext cx="10223500" cy="247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8C8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8000" y="3352800"/>
            <a:ext cx="6089650" cy="3365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2377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Hypothesis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1066800" y="15679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images are stationary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066800" y="18981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features are common for different parts of one or multiple image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1066800" y="25966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350" dirty="0"/>
          </a:p>
        </p:txBody>
      </p:sp>
      <p:sp>
        <p:nvSpPr>
          <p:cNvPr id="11" name="Text 9"/>
          <p:cNvSpPr/>
          <p:nvPr/>
        </p:nvSpPr>
        <p:spPr>
          <a:xfrm>
            <a:off x="1066800" y="29141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not required to use different filters for different spatial locations  in the image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066800" y="3244361"/>
            <a:ext cx="1003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(in other words, </a:t>
            </a:r>
            <a:pPr algn="l" indent="0" marL="0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same filter for ALL positions in the image</a:t>
            </a:r>
            <a:pPr algn="l" indent="0" marL="0">
              <a:lnSpc>
                <a:spcPts val="28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350" dirty="0"/>
          </a:p>
        </p:txBody>
      </p:sp>
      <p:pic>
        <p:nvPicPr>
          <p:cNvPr id="13" name="Image 0" descr="/home/ahmed/Projects/ai_llm_slides/videos/deep-learning/001_introduction/recreated_pptx/build/assets/slide039_cat_ph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0" y="3911600"/>
            <a:ext cx="3378200" cy="1727200"/>
          </a:xfrm>
          <a:prstGeom prst="rect">
            <a:avLst/>
          </a:prstGeom>
        </p:spPr>
      </p:pic>
      <p:pic>
        <p:nvPicPr>
          <p:cNvPr id="14" name="Image 1" descr="/home/ahmed/Projects/ai_llm_slides/videos/deep-learning/001_introduction/recreated_pptx/build/assets/slide039_dog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0" y="3873500"/>
            <a:ext cx="3302000" cy="17653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5746750"/>
            <a:ext cx="10521950" cy="781050"/>
          </a:xfrm>
          <a:prstGeom prst="rect">
            <a:avLst/>
          </a:prstGeom>
          <a:solidFill>
            <a:srgbClr val="FAFDEA"/>
          </a:solidFill>
          <a:ln w="19050">
            <a:solidFill>
              <a:srgbClr val="A6A3B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30350" y="6007100"/>
            <a:ext cx="546100" cy="2095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7" name="Text 13"/>
          <p:cNvSpPr/>
          <p:nvPr/>
        </p:nvSpPr>
        <p:spPr>
          <a:xfrm>
            <a:off x="1016000" y="5724819"/>
            <a:ext cx="101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to detect ears in the whole image (not necessarily in the middle of the image)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1016000" y="5928019"/>
            <a:ext cx="101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to detect nose in the whole image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028700" y="6131219"/>
            <a:ext cx="1016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lnSpc>
                <a:spcPts val="1700"/>
              </a:lnSpc>
              <a:buNone/>
            </a:pPr>
            <a:r>
              <a:rPr lang="en-US" sz="145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to detect edges in the whole image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47700" y="6426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87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filters we should apply</a:t>
            </a:r>
            <a:endParaRPr lang="en-US" sz="3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2026-10-12T04:57:37Z</dcterms:created>
  <dcterms:modified xsi:type="dcterms:W3CDTF">2026-10-12T04:57:37Z</dcterms:modified>
</cp:coreProperties>
</file>