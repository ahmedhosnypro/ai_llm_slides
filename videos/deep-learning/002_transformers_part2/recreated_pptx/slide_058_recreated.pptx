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1663" y="2889568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536702" y="3593910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Classifier</a:t>
            </a:r>
            <a:endParaRPr lang="en-US" sz="4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2026-10-11T23:06:16Z</dcterms:created>
  <dcterms:modified xsi:type="dcterms:W3CDTF">2026-10-11T23:06:16Z</dcterms:modified>
</cp:coreProperties>
</file>