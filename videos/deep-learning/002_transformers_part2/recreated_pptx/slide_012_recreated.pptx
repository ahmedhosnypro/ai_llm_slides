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044" y="679420"/>
            <a:ext cx="942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Vector by a </a:t>
            </a:r>
            <a:pPr algn="ctr" indent="0" marL="0">
              <a:buNone/>
            </a:pPr>
            <a:r>
              <a:rPr lang="en-US" sz="221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Matrices</a:t>
            </a:r>
            <a:endParaRPr lang="en-US" sz="2210" dirty="0"/>
          </a:p>
        </p:txBody>
      </p:sp>
      <p:sp>
        <p:nvSpPr>
          <p:cNvPr id="6" name="Text 4"/>
          <p:cNvSpPr/>
          <p:nvPr/>
        </p:nvSpPr>
        <p:spPr>
          <a:xfrm>
            <a:off x="515834" y="985106"/>
            <a:ext cx="1092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Vector of Current Word by Multiple  (different) W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</a:t>
            </a:r>
            <a:pPr algn="ctr" indent="0" marL="0">
              <a:buNone/>
            </a:pPr>
            <a:r>
              <a:rPr lang="en-US" sz="1850" b="1" i="1" u="sng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of Multiple Heads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95831" y="1608174"/>
            <a:ext cx="8685338" cy="4432300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91716" y="1682749"/>
            <a:ext cx="152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 of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11534" y="1823188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Word </a:t>
            </a:r>
            <a:pPr algn="ctr" indent="0" marL="0">
              <a:buNone/>
            </a:pPr>
            <a:r>
              <a:rPr lang="en-US" sz="200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14741" y="2113220"/>
            <a:ext cx="1464864" cy="412750"/>
          </a:xfrm>
          <a:prstGeom prst="roundRect">
            <a:avLst>
              <a:gd name="adj" fmla="val 17723"/>
            </a:avLst>
          </a:prstGeom>
          <a:solidFill>
            <a:srgbClr val="FEE4F7"/>
          </a:solidFill>
          <a:ln/>
        </p:spPr>
      </p:sp>
      <p:sp>
        <p:nvSpPr>
          <p:cNvPr id="11" name="Shape 9"/>
          <p:cNvSpPr/>
          <p:nvPr/>
        </p:nvSpPr>
        <p:spPr>
          <a:xfrm>
            <a:off x="1227044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7044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10199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0199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7292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7292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4021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4021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30511" y="2086639"/>
            <a:ext cx="1682866" cy="2222500"/>
          </a:xfrm>
          <a:prstGeom prst="roundRect">
            <a:avLst>
              <a:gd name="adj" fmla="val 4347"/>
            </a:avLst>
          </a:prstGeom>
          <a:solidFill>
            <a:srgbClr val="D4FCE6"/>
          </a:solidFill>
          <a:ln/>
        </p:spPr>
      </p:sp>
      <p:sp>
        <p:nvSpPr>
          <p:cNvPr id="20" name="Text 18"/>
          <p:cNvSpPr/>
          <p:nvPr/>
        </p:nvSpPr>
        <p:spPr>
          <a:xfrm>
            <a:off x="3285852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36209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209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49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49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3913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3913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4991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991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36209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209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49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49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3913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3913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4991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991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36209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209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11849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49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3913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3913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4991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4991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36209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209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11849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49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13913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3913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4991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4991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23738" y="2086639"/>
            <a:ext cx="1682866" cy="2222500"/>
          </a:xfrm>
          <a:prstGeom prst="roundRect">
            <a:avLst>
              <a:gd name="adj" fmla="val 4347"/>
            </a:avLst>
          </a:prstGeom>
          <a:solidFill>
            <a:srgbClr val="F8E6D0"/>
          </a:solidFill>
          <a:ln/>
        </p:spPr>
      </p:sp>
      <p:sp>
        <p:nvSpPr>
          <p:cNvPr id="54" name="Text 52"/>
          <p:cNvSpPr/>
          <p:nvPr/>
        </p:nvSpPr>
        <p:spPr>
          <a:xfrm>
            <a:off x="5393199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32943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943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0507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507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07140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7140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43143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3143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2943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2943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80507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507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07140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7140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43143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43143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2943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943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0507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507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7140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7140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743143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43143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32943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2943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80507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507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7140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07140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43143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43143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324480" y="2086639"/>
            <a:ext cx="1709290" cy="2222500"/>
          </a:xfrm>
          <a:prstGeom prst="roundRect">
            <a:avLst>
              <a:gd name="adj" fmla="val 4280"/>
            </a:avLst>
          </a:prstGeom>
          <a:solidFill>
            <a:srgbClr val="D5D5FB"/>
          </a:solidFill>
          <a:ln/>
        </p:spPr>
      </p:sp>
      <p:sp>
        <p:nvSpPr>
          <p:cNvPr id="88" name="Text 86"/>
          <p:cNvSpPr/>
          <p:nvPr/>
        </p:nvSpPr>
        <p:spPr>
          <a:xfrm>
            <a:off x="7546790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3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430178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30178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905817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05817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407881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07881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843884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43884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430178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30178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905817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05817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407881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07881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843884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843884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430178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30178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905817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05817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407881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07881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843884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843884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430178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30178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905817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05817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8407881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407881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8843884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843884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2416708" y="4772983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22" name="Shape 120"/>
          <p:cNvSpPr/>
          <p:nvPr/>
        </p:nvSpPr>
        <p:spPr>
          <a:xfrm>
            <a:off x="3109785" y="4744777"/>
            <a:ext cx="1603592" cy="342900"/>
          </a:xfrm>
          <a:prstGeom prst="roundRect">
            <a:avLst>
              <a:gd name="adj" fmla="val 16000"/>
            </a:avLst>
          </a:prstGeom>
          <a:solidFill>
            <a:srgbClr val="D4FCE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16263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6263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63827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63827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11391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11391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4589552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89552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5250163" y="4744777"/>
            <a:ext cx="1643229" cy="342900"/>
          </a:xfrm>
          <a:prstGeom prst="roundRect">
            <a:avLst>
              <a:gd name="adj" fmla="val 16000"/>
            </a:avLst>
          </a:prstGeom>
          <a:solidFill>
            <a:srgbClr val="F8E6D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316224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316224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579186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9186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6254291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254291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674314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74314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364116" y="4744777"/>
            <a:ext cx="1735715" cy="342900"/>
          </a:xfrm>
          <a:prstGeom prst="roundRect">
            <a:avLst>
              <a:gd name="adj" fmla="val 16000"/>
            </a:avLst>
          </a:prstGeom>
          <a:solidFill>
            <a:srgbClr val="D5D5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456602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456602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945454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945454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842109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42109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89673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9673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3133911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1</a:t>
            </a:r>
            <a:endParaRPr lang="en-US" sz="1130" dirty="0"/>
          </a:p>
        </p:txBody>
      </p:sp>
      <p:sp>
        <p:nvSpPr>
          <p:cNvPr id="150" name="Text 148"/>
          <p:cNvSpPr/>
          <p:nvPr/>
        </p:nvSpPr>
        <p:spPr>
          <a:xfrm>
            <a:off x="5449351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2</a:t>
            </a:r>
            <a:endParaRPr lang="en-US" sz="1130" dirty="0"/>
          </a:p>
        </p:txBody>
      </p:sp>
      <p:sp>
        <p:nvSpPr>
          <p:cNvPr id="151" name="Text 149"/>
          <p:cNvSpPr/>
          <p:nvPr/>
        </p:nvSpPr>
        <p:spPr>
          <a:xfrm>
            <a:off x="7678912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3</a:t>
            </a:r>
            <a:endParaRPr lang="en-US" sz="1130" dirty="0"/>
          </a:p>
        </p:txBody>
      </p:sp>
      <p:sp>
        <p:nvSpPr>
          <p:cNvPr id="152" name="Text 150"/>
          <p:cNvSpPr/>
          <p:nvPr/>
        </p:nvSpPr>
        <p:spPr>
          <a:xfrm>
            <a:off x="3683032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3" name="Text 151"/>
          <p:cNvSpPr/>
          <p:nvPr/>
        </p:nvSpPr>
        <p:spPr>
          <a:xfrm>
            <a:off x="3853254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4" name="Text 152"/>
          <p:cNvSpPr/>
          <p:nvPr/>
        </p:nvSpPr>
        <p:spPr>
          <a:xfrm>
            <a:off x="3934576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6008381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6" name="Text 154"/>
          <p:cNvSpPr/>
          <p:nvPr/>
        </p:nvSpPr>
        <p:spPr>
          <a:xfrm>
            <a:off x="6165391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7" name="Text 155"/>
          <p:cNvSpPr/>
          <p:nvPr/>
        </p:nvSpPr>
        <p:spPr>
          <a:xfrm>
            <a:off x="6240107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100" dirty="0"/>
          </a:p>
        </p:txBody>
      </p:sp>
      <p:sp>
        <p:nvSpPr>
          <p:cNvPr id="158" name="Text 156"/>
          <p:cNvSpPr/>
          <p:nvPr/>
        </p:nvSpPr>
        <p:spPr>
          <a:xfrm>
            <a:off x="8228032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9" name="Text 157"/>
          <p:cNvSpPr/>
          <p:nvPr/>
        </p:nvSpPr>
        <p:spPr>
          <a:xfrm>
            <a:off x="8391648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0" name="Text 158"/>
          <p:cNvSpPr/>
          <p:nvPr/>
        </p:nvSpPr>
        <p:spPr>
          <a:xfrm>
            <a:off x="8479577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6710112" y="3615068"/>
            <a:ext cx="0" cy="86389"/>
          </a:xfrm>
          <a:prstGeom prst="line">
            <a:avLst/>
          </a:prstGeom>
          <a:noFill/>
          <a:ln w="9525">
            <a:solidFill>
              <a:srgbClr val="CC00CC"/>
            </a:solidFill>
            <a:prstDash val="solid"/>
            <a:headEnd type="triangle"/>
          </a:ln>
        </p:spPr>
      </p:sp>
      <p:sp>
        <p:nvSpPr>
          <p:cNvPr id="162" name="Text 160"/>
          <p:cNvSpPr/>
          <p:nvPr/>
        </p:nvSpPr>
        <p:spPr>
          <a:xfrm>
            <a:off x="6582088" y="369112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pic>
        <p:nvPicPr>
          <p:cNvPr id="163" name="Image 0" descr="/home/ahmed/Projects/ai_llm_slides/videos/deep-learning/002_transformers_part2/recreated_pptx/build/assets/s012_brace_tall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1238" y="2020185"/>
            <a:ext cx="152430" cy="2360706"/>
          </a:xfrm>
          <a:prstGeom prst="rect">
            <a:avLst/>
          </a:prstGeom>
        </p:spPr>
      </p:pic>
      <p:pic>
        <p:nvPicPr>
          <p:cNvPr id="164" name="Image 1" descr="/home/ahmed/Projects/ai_llm_slides/videos/deep-learning/002_transformers_part2/recreated_pptx/build/assets/s012_brace_tall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14" y="2020185"/>
            <a:ext cx="176754" cy="2354580"/>
          </a:xfrm>
          <a:prstGeom prst="rect">
            <a:avLst/>
          </a:prstGeom>
        </p:spPr>
      </p:pic>
      <p:pic>
        <p:nvPicPr>
          <p:cNvPr id="165" name="Image 2" descr="/home/ahmed/Projects/ai_llm_slides/videos/deep-learning/002_transformers_part2/recreated_pptx/build/assets/s012_brace_short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450" y="4665033"/>
            <a:ext cx="99670" cy="485821"/>
          </a:xfrm>
          <a:prstGeom prst="rect">
            <a:avLst/>
          </a:prstGeom>
        </p:spPr>
      </p:pic>
      <p:pic>
        <p:nvPicPr>
          <p:cNvPr id="166" name="Image 3" descr="/home/ahmed/Projects/ai_llm_slides/videos/deep-learning/002_transformers_part2/recreated_pptx/build/assets/s012_brace_short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311" y="4665033"/>
            <a:ext cx="87417" cy="4858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ai_llm_slides</dc:creator>
  <cp:lastModifiedBy>ai_llm_slides</cp:lastModifiedBy>
  <cp:revision>1</cp:revision>
  <dcterms:created xsi:type="dcterms:W3CDTF">2026-10-12T19:38:52Z</dcterms:created>
  <dcterms:modified xsi:type="dcterms:W3CDTF">2026-10-12T19:38:52Z</dcterms:modified>
</cp:coreProperties>
</file>