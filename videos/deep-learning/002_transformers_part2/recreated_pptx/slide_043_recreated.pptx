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6998" y="609587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478064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7" name="Shape 5"/>
          <p:cNvSpPr/>
          <p:nvPr/>
        </p:nvSpPr>
        <p:spPr>
          <a:xfrm>
            <a:off x="9883679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8" name="Shape 6"/>
          <p:cNvSpPr/>
          <p:nvPr/>
        </p:nvSpPr>
        <p:spPr>
          <a:xfrm>
            <a:off x="10289295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" name="Shape 7"/>
          <p:cNvSpPr/>
          <p:nvPr/>
        </p:nvSpPr>
        <p:spPr>
          <a:xfrm>
            <a:off x="10694911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0" name="Shape 8"/>
          <p:cNvSpPr/>
          <p:nvPr/>
        </p:nvSpPr>
        <p:spPr>
          <a:xfrm>
            <a:off x="9478064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1" name="Shape 9"/>
          <p:cNvSpPr/>
          <p:nvPr/>
        </p:nvSpPr>
        <p:spPr>
          <a:xfrm>
            <a:off x="9883679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9295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4911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8064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5" name="Shape 13"/>
          <p:cNvSpPr/>
          <p:nvPr/>
        </p:nvSpPr>
        <p:spPr>
          <a:xfrm>
            <a:off x="9883679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9295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4911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78064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9883679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9295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94911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478064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9883679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9295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4911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8188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33804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39419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45035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8188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33804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39419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45035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4" name="Shape 32"/>
          <p:cNvSpPr/>
          <p:nvPr/>
        </p:nvSpPr>
        <p:spPr>
          <a:xfrm>
            <a:off x="9828188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33804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39419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45035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9828188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33804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39419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45035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9828188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33804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39419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45035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9478064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83679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89295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94911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78064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83679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9295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94911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78064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83679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89295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94911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78064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83679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9295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94911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78064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83679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89295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94911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79880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7" name="Shape 65"/>
          <p:cNvSpPr/>
          <p:nvPr/>
        </p:nvSpPr>
        <p:spPr>
          <a:xfrm>
            <a:off x="9685496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91111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96727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0" name="Shape 68"/>
          <p:cNvSpPr/>
          <p:nvPr/>
        </p:nvSpPr>
        <p:spPr>
          <a:xfrm>
            <a:off x="9279880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1" name="Shape 69"/>
          <p:cNvSpPr/>
          <p:nvPr/>
        </p:nvSpPr>
        <p:spPr>
          <a:xfrm>
            <a:off x="9685496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091111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96727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4" name="Shape 72"/>
          <p:cNvSpPr/>
          <p:nvPr/>
        </p:nvSpPr>
        <p:spPr>
          <a:xfrm>
            <a:off x="9279880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5" name="Shape 73"/>
          <p:cNvSpPr/>
          <p:nvPr/>
        </p:nvSpPr>
        <p:spPr>
          <a:xfrm>
            <a:off x="9685496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91111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7" name="Shape 75"/>
          <p:cNvSpPr/>
          <p:nvPr/>
        </p:nvSpPr>
        <p:spPr>
          <a:xfrm>
            <a:off x="10496727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279880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685496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91111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6727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279880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685496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091111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10496727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630004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35620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8" name="Shape 86"/>
          <p:cNvSpPr/>
          <p:nvPr/>
        </p:nvSpPr>
        <p:spPr>
          <a:xfrm>
            <a:off x="10441236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46851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0" name="Shape 88"/>
          <p:cNvSpPr/>
          <p:nvPr/>
        </p:nvSpPr>
        <p:spPr>
          <a:xfrm>
            <a:off x="9630004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35620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41236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846851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4" name="Shape 92"/>
          <p:cNvSpPr/>
          <p:nvPr/>
        </p:nvSpPr>
        <p:spPr>
          <a:xfrm>
            <a:off x="9630004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035620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6" name="Shape 94"/>
          <p:cNvSpPr/>
          <p:nvPr/>
        </p:nvSpPr>
        <p:spPr>
          <a:xfrm>
            <a:off x="10441236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46851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630004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035620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441236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846851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630004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35620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41236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846851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79880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85496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1111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496727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279880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85496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091111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96727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79880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85496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91111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496727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79880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85496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91111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96727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79880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685496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1111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96727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8847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434463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840079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45695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028847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434463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840079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245695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028847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434463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840079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245695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028847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434463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840079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245695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028847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434463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840079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245695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378972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784587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190203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595819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378972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784587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0190203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595819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378972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784587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190203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595819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378972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784587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190203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595819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378972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784587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190203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595819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028847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34463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840079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45695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028847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34463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40079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45695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028847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434463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840079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45695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28847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434463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840079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45695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028847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434463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40079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245695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817452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223067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628683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34299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8817452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223067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628683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034299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8817452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223067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628683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034299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817452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223067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628683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034299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817452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223067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628683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034299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167576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573192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978807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384423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9167576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573192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978807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0384423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67576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573192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978807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0384423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167576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573192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9978807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0384423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167576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573192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978807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384423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8817452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223067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628683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034299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817452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23067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628683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034299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17452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223067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628683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34299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817452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223067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28683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034299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817452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223067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628683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034299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553207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958823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364438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9" name="Shape 247"/>
          <p:cNvSpPr/>
          <p:nvPr/>
        </p:nvSpPr>
        <p:spPr>
          <a:xfrm>
            <a:off x="9770054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0" name="Shape 248"/>
          <p:cNvSpPr/>
          <p:nvPr/>
        </p:nvSpPr>
        <p:spPr>
          <a:xfrm>
            <a:off x="8553207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1" name="Shape 249"/>
          <p:cNvSpPr/>
          <p:nvPr/>
        </p:nvSpPr>
        <p:spPr>
          <a:xfrm>
            <a:off x="8958823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364438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770054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4" name="Shape 252"/>
          <p:cNvSpPr/>
          <p:nvPr/>
        </p:nvSpPr>
        <p:spPr>
          <a:xfrm>
            <a:off x="8553207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5" name="Shape 253"/>
          <p:cNvSpPr/>
          <p:nvPr/>
        </p:nvSpPr>
        <p:spPr>
          <a:xfrm>
            <a:off x="8958823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364438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7" name="Shape 255"/>
          <p:cNvSpPr/>
          <p:nvPr/>
        </p:nvSpPr>
        <p:spPr>
          <a:xfrm>
            <a:off x="9770054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553207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958823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364438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9770054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553207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8958823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364438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9770054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903331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308947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714563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120178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903331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308947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714563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0120178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903331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308947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714563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7" name="Shape 275"/>
          <p:cNvSpPr/>
          <p:nvPr/>
        </p:nvSpPr>
        <p:spPr>
          <a:xfrm>
            <a:off x="10120178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8903331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308947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9714563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10120178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8903331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308947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9714563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10120178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8553207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58823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364438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770054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553207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958823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364438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770054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553207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958823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4438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770054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553207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958823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364438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70054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553207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958823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364438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70054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14527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7" name="Shape 305"/>
          <p:cNvSpPr/>
          <p:nvPr/>
        </p:nvSpPr>
        <p:spPr>
          <a:xfrm flipV="1">
            <a:off x="249539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55485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9" name="Shape 307"/>
          <p:cNvSpPr/>
          <p:nvPr/>
        </p:nvSpPr>
        <p:spPr>
          <a:xfrm flipV="1">
            <a:off x="290497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964430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1" name="Shape 309"/>
          <p:cNvSpPr/>
          <p:nvPr/>
        </p:nvSpPr>
        <p:spPr>
          <a:xfrm flipV="1">
            <a:off x="3314554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14527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3" name="Shape 311"/>
          <p:cNvSpPr/>
          <p:nvPr/>
        </p:nvSpPr>
        <p:spPr>
          <a:xfrm flipV="1">
            <a:off x="249539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55485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5" name="Shape 313"/>
          <p:cNvSpPr/>
          <p:nvPr/>
        </p:nvSpPr>
        <p:spPr>
          <a:xfrm flipV="1">
            <a:off x="290497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964430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7" name="Shape 315"/>
          <p:cNvSpPr/>
          <p:nvPr/>
        </p:nvSpPr>
        <p:spPr>
          <a:xfrm flipV="1">
            <a:off x="3314554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214527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9" name="Shape 317"/>
          <p:cNvSpPr/>
          <p:nvPr/>
        </p:nvSpPr>
        <p:spPr>
          <a:xfrm flipV="1">
            <a:off x="249539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55485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1" name="Shape 319"/>
          <p:cNvSpPr/>
          <p:nvPr/>
        </p:nvSpPr>
        <p:spPr>
          <a:xfrm flipV="1">
            <a:off x="290497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2964430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3" name="Shape 321"/>
          <p:cNvSpPr/>
          <p:nvPr/>
        </p:nvSpPr>
        <p:spPr>
          <a:xfrm flipV="1">
            <a:off x="3314554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14527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5" name="Shape 323"/>
          <p:cNvSpPr/>
          <p:nvPr/>
        </p:nvSpPr>
        <p:spPr>
          <a:xfrm flipV="1">
            <a:off x="249539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55485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7" name="Shape 325"/>
          <p:cNvSpPr/>
          <p:nvPr/>
        </p:nvSpPr>
        <p:spPr>
          <a:xfrm flipV="1">
            <a:off x="290497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964430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9" name="Shape 327"/>
          <p:cNvSpPr/>
          <p:nvPr/>
        </p:nvSpPr>
        <p:spPr>
          <a:xfrm flipV="1">
            <a:off x="3314554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14527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1" name="Shape 329"/>
          <p:cNvSpPr/>
          <p:nvPr/>
        </p:nvSpPr>
        <p:spPr>
          <a:xfrm flipV="1">
            <a:off x="249539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55485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3" name="Shape 331"/>
          <p:cNvSpPr/>
          <p:nvPr/>
        </p:nvSpPr>
        <p:spPr>
          <a:xfrm flipV="1">
            <a:off x="290497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964430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5" name="Shape 333"/>
          <p:cNvSpPr/>
          <p:nvPr/>
        </p:nvSpPr>
        <p:spPr>
          <a:xfrm flipV="1">
            <a:off x="3314554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14527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55485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964430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14527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55485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964430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14527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55485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964430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14527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55485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964430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14527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55485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964430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3360797" y="1368935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CA8537"/>
          </a:solidFill>
          <a:ln/>
        </p:spPr>
      </p:sp>
      <p:sp>
        <p:nvSpPr>
          <p:cNvPr id="352" name="Shape 350"/>
          <p:cNvSpPr/>
          <p:nvPr/>
        </p:nvSpPr>
        <p:spPr>
          <a:xfrm>
            <a:off x="3360797" y="172778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3" name="Shape 351"/>
          <p:cNvSpPr/>
          <p:nvPr/>
        </p:nvSpPr>
        <p:spPr>
          <a:xfrm>
            <a:off x="3360797" y="2141121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4" name="Shape 352"/>
          <p:cNvSpPr/>
          <p:nvPr/>
        </p:nvSpPr>
        <p:spPr>
          <a:xfrm>
            <a:off x="3360797" y="255446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5" name="Shape 353"/>
          <p:cNvSpPr/>
          <p:nvPr/>
        </p:nvSpPr>
        <p:spPr>
          <a:xfrm>
            <a:off x="3360797" y="2967799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6" name="Shape 354"/>
          <p:cNvSpPr/>
          <p:nvPr/>
        </p:nvSpPr>
        <p:spPr>
          <a:xfrm>
            <a:off x="1907451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7" name="Shape 355"/>
          <p:cNvSpPr/>
          <p:nvPr/>
        </p:nvSpPr>
        <p:spPr>
          <a:xfrm flipV="1">
            <a:off x="225757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31703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9" name="Shape 357"/>
          <p:cNvSpPr/>
          <p:nvPr/>
        </p:nvSpPr>
        <p:spPr>
          <a:xfrm flipV="1">
            <a:off x="266715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72661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1" name="Shape 359"/>
          <p:cNvSpPr/>
          <p:nvPr/>
        </p:nvSpPr>
        <p:spPr>
          <a:xfrm flipV="1">
            <a:off x="3076734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907451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3" name="Shape 361"/>
          <p:cNvSpPr/>
          <p:nvPr/>
        </p:nvSpPr>
        <p:spPr>
          <a:xfrm flipV="1">
            <a:off x="225757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31703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5" name="Shape 363"/>
          <p:cNvSpPr/>
          <p:nvPr/>
        </p:nvSpPr>
        <p:spPr>
          <a:xfrm flipV="1">
            <a:off x="266715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272661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7" name="Shape 365"/>
          <p:cNvSpPr/>
          <p:nvPr/>
        </p:nvSpPr>
        <p:spPr>
          <a:xfrm flipV="1">
            <a:off x="3076734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907451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9" name="Shape 367"/>
          <p:cNvSpPr/>
          <p:nvPr/>
        </p:nvSpPr>
        <p:spPr>
          <a:xfrm flipV="1">
            <a:off x="225757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231703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1" name="Shape 369"/>
          <p:cNvSpPr/>
          <p:nvPr/>
        </p:nvSpPr>
        <p:spPr>
          <a:xfrm flipV="1">
            <a:off x="266715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272661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3" name="Shape 371"/>
          <p:cNvSpPr/>
          <p:nvPr/>
        </p:nvSpPr>
        <p:spPr>
          <a:xfrm flipV="1">
            <a:off x="3076734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907451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5" name="Shape 373"/>
          <p:cNvSpPr/>
          <p:nvPr/>
        </p:nvSpPr>
        <p:spPr>
          <a:xfrm flipV="1">
            <a:off x="225757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231703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7" name="Shape 375"/>
          <p:cNvSpPr/>
          <p:nvPr/>
        </p:nvSpPr>
        <p:spPr>
          <a:xfrm flipV="1">
            <a:off x="266715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72661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9" name="Shape 377"/>
          <p:cNvSpPr/>
          <p:nvPr/>
        </p:nvSpPr>
        <p:spPr>
          <a:xfrm flipV="1">
            <a:off x="3076734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907451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1" name="Shape 379"/>
          <p:cNvSpPr/>
          <p:nvPr/>
        </p:nvSpPr>
        <p:spPr>
          <a:xfrm flipV="1">
            <a:off x="225757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31703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3" name="Shape 381"/>
          <p:cNvSpPr/>
          <p:nvPr/>
        </p:nvSpPr>
        <p:spPr>
          <a:xfrm flipV="1">
            <a:off x="266715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272661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5" name="Shape 383"/>
          <p:cNvSpPr/>
          <p:nvPr/>
        </p:nvSpPr>
        <p:spPr>
          <a:xfrm flipV="1">
            <a:off x="3076734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1907451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31703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272661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907451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231703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72661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907451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231703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272661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907451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231703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272661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907451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31703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2661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122977" y="1608167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F2A614"/>
          </a:solidFill>
          <a:ln/>
        </p:spPr>
      </p:sp>
      <p:sp>
        <p:nvSpPr>
          <p:cNvPr id="402" name="Shape 400"/>
          <p:cNvSpPr/>
          <p:nvPr/>
        </p:nvSpPr>
        <p:spPr>
          <a:xfrm>
            <a:off x="3122977" y="196701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3" name="Shape 401"/>
          <p:cNvSpPr/>
          <p:nvPr/>
        </p:nvSpPr>
        <p:spPr>
          <a:xfrm>
            <a:off x="3122977" y="238035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4" name="Shape 402"/>
          <p:cNvSpPr/>
          <p:nvPr/>
        </p:nvSpPr>
        <p:spPr>
          <a:xfrm>
            <a:off x="3122977" y="279369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5" name="Shape 403"/>
          <p:cNvSpPr/>
          <p:nvPr/>
        </p:nvSpPr>
        <p:spPr>
          <a:xfrm>
            <a:off x="3122977" y="320703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6" name="Shape 404"/>
          <p:cNvSpPr/>
          <p:nvPr/>
        </p:nvSpPr>
        <p:spPr>
          <a:xfrm>
            <a:off x="170926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7" name="Shape 405"/>
          <p:cNvSpPr/>
          <p:nvPr/>
        </p:nvSpPr>
        <p:spPr>
          <a:xfrm flipV="1">
            <a:off x="2059392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11884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9" name="Shape 407"/>
          <p:cNvSpPr/>
          <p:nvPr/>
        </p:nvSpPr>
        <p:spPr>
          <a:xfrm flipV="1">
            <a:off x="2468971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528426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1" name="Shape 409"/>
          <p:cNvSpPr/>
          <p:nvPr/>
        </p:nvSpPr>
        <p:spPr>
          <a:xfrm flipV="1">
            <a:off x="2878550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170926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3" name="Shape 411"/>
          <p:cNvSpPr/>
          <p:nvPr/>
        </p:nvSpPr>
        <p:spPr>
          <a:xfrm flipV="1">
            <a:off x="2059392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11884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5" name="Shape 413"/>
          <p:cNvSpPr/>
          <p:nvPr/>
        </p:nvSpPr>
        <p:spPr>
          <a:xfrm flipV="1">
            <a:off x="2468971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2528426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7" name="Shape 415"/>
          <p:cNvSpPr/>
          <p:nvPr/>
        </p:nvSpPr>
        <p:spPr>
          <a:xfrm flipV="1">
            <a:off x="2878550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70926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9" name="Shape 417"/>
          <p:cNvSpPr/>
          <p:nvPr/>
        </p:nvSpPr>
        <p:spPr>
          <a:xfrm flipV="1">
            <a:off x="2059392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211884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1" name="Shape 419"/>
          <p:cNvSpPr/>
          <p:nvPr/>
        </p:nvSpPr>
        <p:spPr>
          <a:xfrm flipV="1">
            <a:off x="2468971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528426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3" name="Shape 421"/>
          <p:cNvSpPr/>
          <p:nvPr/>
        </p:nvSpPr>
        <p:spPr>
          <a:xfrm flipV="1">
            <a:off x="2878550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70926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5" name="Shape 423"/>
          <p:cNvSpPr/>
          <p:nvPr/>
        </p:nvSpPr>
        <p:spPr>
          <a:xfrm flipV="1">
            <a:off x="2059392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11884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7" name="Shape 425"/>
          <p:cNvSpPr/>
          <p:nvPr/>
        </p:nvSpPr>
        <p:spPr>
          <a:xfrm flipV="1">
            <a:off x="2468971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2528426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9" name="Shape 427"/>
          <p:cNvSpPr/>
          <p:nvPr/>
        </p:nvSpPr>
        <p:spPr>
          <a:xfrm flipV="1">
            <a:off x="2878550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70926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1" name="Shape 429"/>
          <p:cNvSpPr/>
          <p:nvPr/>
        </p:nvSpPr>
        <p:spPr>
          <a:xfrm flipV="1">
            <a:off x="2059392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211884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3" name="Shape 431"/>
          <p:cNvSpPr/>
          <p:nvPr/>
        </p:nvSpPr>
        <p:spPr>
          <a:xfrm flipV="1">
            <a:off x="2468971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2528426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5" name="Shape 433"/>
          <p:cNvSpPr/>
          <p:nvPr/>
        </p:nvSpPr>
        <p:spPr>
          <a:xfrm flipV="1">
            <a:off x="2878550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70926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211884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2528426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70926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211884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2528426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70926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211884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528426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70926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11884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528426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70926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11884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528426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2924793" y="1847398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E47C09"/>
          </a:solidFill>
          <a:ln/>
        </p:spPr>
      </p:sp>
      <p:sp>
        <p:nvSpPr>
          <p:cNvPr id="452" name="Shape 450"/>
          <p:cNvSpPr/>
          <p:nvPr/>
        </p:nvSpPr>
        <p:spPr>
          <a:xfrm>
            <a:off x="2924793" y="220624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3" name="Shape 451"/>
          <p:cNvSpPr/>
          <p:nvPr/>
        </p:nvSpPr>
        <p:spPr>
          <a:xfrm>
            <a:off x="2924793" y="261958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4" name="Shape 452"/>
          <p:cNvSpPr/>
          <p:nvPr/>
        </p:nvSpPr>
        <p:spPr>
          <a:xfrm>
            <a:off x="2924793" y="303292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5" name="Shape 453"/>
          <p:cNvSpPr/>
          <p:nvPr/>
        </p:nvSpPr>
        <p:spPr>
          <a:xfrm>
            <a:off x="2924793" y="344626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6" name="Shape 454"/>
          <p:cNvSpPr/>
          <p:nvPr/>
        </p:nvSpPr>
        <p:spPr>
          <a:xfrm>
            <a:off x="149787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7" name="Shape 455"/>
          <p:cNvSpPr/>
          <p:nvPr/>
        </p:nvSpPr>
        <p:spPr>
          <a:xfrm flipV="1">
            <a:off x="1847996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90745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9" name="Shape 457"/>
          <p:cNvSpPr/>
          <p:nvPr/>
        </p:nvSpPr>
        <p:spPr>
          <a:xfrm flipV="1">
            <a:off x="225757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317030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1" name="Shape 459"/>
          <p:cNvSpPr/>
          <p:nvPr/>
        </p:nvSpPr>
        <p:spPr>
          <a:xfrm flipV="1">
            <a:off x="266715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149787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3" name="Shape 461"/>
          <p:cNvSpPr/>
          <p:nvPr/>
        </p:nvSpPr>
        <p:spPr>
          <a:xfrm flipV="1">
            <a:off x="1847996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190745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5" name="Shape 463"/>
          <p:cNvSpPr/>
          <p:nvPr/>
        </p:nvSpPr>
        <p:spPr>
          <a:xfrm flipV="1">
            <a:off x="225757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2317030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7" name="Shape 465"/>
          <p:cNvSpPr/>
          <p:nvPr/>
        </p:nvSpPr>
        <p:spPr>
          <a:xfrm flipV="1">
            <a:off x="266715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49787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9" name="Shape 467"/>
          <p:cNvSpPr/>
          <p:nvPr/>
        </p:nvSpPr>
        <p:spPr>
          <a:xfrm flipV="1">
            <a:off x="1847996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190745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1" name="Shape 469"/>
          <p:cNvSpPr/>
          <p:nvPr/>
        </p:nvSpPr>
        <p:spPr>
          <a:xfrm flipV="1">
            <a:off x="225757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317030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3" name="Shape 471"/>
          <p:cNvSpPr/>
          <p:nvPr/>
        </p:nvSpPr>
        <p:spPr>
          <a:xfrm flipV="1">
            <a:off x="266715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149787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5" name="Shape 473"/>
          <p:cNvSpPr/>
          <p:nvPr/>
        </p:nvSpPr>
        <p:spPr>
          <a:xfrm flipV="1">
            <a:off x="1847996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190745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7" name="Shape 475"/>
          <p:cNvSpPr/>
          <p:nvPr/>
        </p:nvSpPr>
        <p:spPr>
          <a:xfrm flipV="1">
            <a:off x="225757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317030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9" name="Shape 477"/>
          <p:cNvSpPr/>
          <p:nvPr/>
        </p:nvSpPr>
        <p:spPr>
          <a:xfrm flipV="1">
            <a:off x="266715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49787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1" name="Shape 479"/>
          <p:cNvSpPr/>
          <p:nvPr/>
        </p:nvSpPr>
        <p:spPr>
          <a:xfrm flipV="1">
            <a:off x="1847996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90745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3" name="Shape 481"/>
          <p:cNvSpPr/>
          <p:nvPr/>
        </p:nvSpPr>
        <p:spPr>
          <a:xfrm flipV="1">
            <a:off x="225757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317030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5" name="Shape 483"/>
          <p:cNvSpPr/>
          <p:nvPr/>
        </p:nvSpPr>
        <p:spPr>
          <a:xfrm flipV="1">
            <a:off x="266715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49787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90745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2317030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49787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90745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2317030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49787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90745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2317030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49787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90745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317030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49787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90745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317030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2713397" y="2086630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4A108"/>
          </a:solidFill>
          <a:ln/>
        </p:spPr>
      </p:sp>
      <p:sp>
        <p:nvSpPr>
          <p:cNvPr id="502" name="Shape 500"/>
          <p:cNvSpPr/>
          <p:nvPr/>
        </p:nvSpPr>
        <p:spPr>
          <a:xfrm>
            <a:off x="2713397" y="244547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3" name="Shape 501"/>
          <p:cNvSpPr/>
          <p:nvPr/>
        </p:nvSpPr>
        <p:spPr>
          <a:xfrm>
            <a:off x="2713397" y="285881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4" name="Shape 502"/>
          <p:cNvSpPr/>
          <p:nvPr/>
        </p:nvSpPr>
        <p:spPr>
          <a:xfrm>
            <a:off x="2713397" y="327215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5" name="Shape 503"/>
          <p:cNvSpPr/>
          <p:nvPr/>
        </p:nvSpPr>
        <p:spPr>
          <a:xfrm>
            <a:off x="2713397" y="368549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6" name="Shape 504"/>
          <p:cNvSpPr/>
          <p:nvPr/>
        </p:nvSpPr>
        <p:spPr>
          <a:xfrm>
            <a:off x="1233627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7" name="Shape 505"/>
          <p:cNvSpPr/>
          <p:nvPr/>
        </p:nvSpPr>
        <p:spPr>
          <a:xfrm flipV="1">
            <a:off x="1583751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643206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9" name="Shape 507"/>
          <p:cNvSpPr/>
          <p:nvPr/>
        </p:nvSpPr>
        <p:spPr>
          <a:xfrm flipV="1">
            <a:off x="199333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2052785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1" name="Shape 509"/>
          <p:cNvSpPr/>
          <p:nvPr/>
        </p:nvSpPr>
        <p:spPr>
          <a:xfrm flipV="1">
            <a:off x="240291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233627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3" name="Shape 511"/>
          <p:cNvSpPr/>
          <p:nvPr/>
        </p:nvSpPr>
        <p:spPr>
          <a:xfrm flipV="1">
            <a:off x="1583751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643206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5" name="Shape 513"/>
          <p:cNvSpPr/>
          <p:nvPr/>
        </p:nvSpPr>
        <p:spPr>
          <a:xfrm flipV="1">
            <a:off x="199333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2052785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7" name="Shape 515"/>
          <p:cNvSpPr/>
          <p:nvPr/>
        </p:nvSpPr>
        <p:spPr>
          <a:xfrm flipV="1">
            <a:off x="240291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1233627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9" name="Shape 517"/>
          <p:cNvSpPr/>
          <p:nvPr/>
        </p:nvSpPr>
        <p:spPr>
          <a:xfrm flipV="1">
            <a:off x="1583751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643206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1" name="Shape 519"/>
          <p:cNvSpPr/>
          <p:nvPr/>
        </p:nvSpPr>
        <p:spPr>
          <a:xfrm flipV="1">
            <a:off x="199333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2052785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3" name="Shape 521"/>
          <p:cNvSpPr/>
          <p:nvPr/>
        </p:nvSpPr>
        <p:spPr>
          <a:xfrm flipV="1">
            <a:off x="240291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233627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5" name="Shape 523"/>
          <p:cNvSpPr/>
          <p:nvPr/>
        </p:nvSpPr>
        <p:spPr>
          <a:xfrm flipV="1">
            <a:off x="1583751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643206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7" name="Shape 525"/>
          <p:cNvSpPr/>
          <p:nvPr/>
        </p:nvSpPr>
        <p:spPr>
          <a:xfrm flipV="1">
            <a:off x="199333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052785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9" name="Shape 527"/>
          <p:cNvSpPr/>
          <p:nvPr/>
        </p:nvSpPr>
        <p:spPr>
          <a:xfrm flipV="1">
            <a:off x="240291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233627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1" name="Shape 529"/>
          <p:cNvSpPr/>
          <p:nvPr/>
        </p:nvSpPr>
        <p:spPr>
          <a:xfrm flipV="1">
            <a:off x="1583751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643206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3" name="Shape 531"/>
          <p:cNvSpPr/>
          <p:nvPr/>
        </p:nvSpPr>
        <p:spPr>
          <a:xfrm flipV="1">
            <a:off x="199333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2052785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5" name="Shape 533"/>
          <p:cNvSpPr/>
          <p:nvPr/>
        </p:nvSpPr>
        <p:spPr>
          <a:xfrm flipV="1">
            <a:off x="240291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233627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643206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2052785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33627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643206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2052785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33627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643206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2052785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33627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643206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2052785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233627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643206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2052785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2449153" y="2325861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05127"/>
          </a:solidFill>
          <a:ln/>
        </p:spPr>
      </p:sp>
      <p:sp>
        <p:nvSpPr>
          <p:cNvPr id="552" name="Shape 550"/>
          <p:cNvSpPr/>
          <p:nvPr/>
        </p:nvSpPr>
        <p:spPr>
          <a:xfrm>
            <a:off x="2449153" y="2684708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3" name="Shape 551"/>
          <p:cNvSpPr/>
          <p:nvPr/>
        </p:nvSpPr>
        <p:spPr>
          <a:xfrm>
            <a:off x="2449153" y="309804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4" name="Shape 552"/>
          <p:cNvSpPr/>
          <p:nvPr/>
        </p:nvSpPr>
        <p:spPr>
          <a:xfrm>
            <a:off x="2449153" y="351138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5" name="Shape 553"/>
          <p:cNvSpPr/>
          <p:nvPr/>
        </p:nvSpPr>
        <p:spPr>
          <a:xfrm>
            <a:off x="2449153" y="392472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6" name="Shape 554"/>
          <p:cNvSpPr/>
          <p:nvPr/>
        </p:nvSpPr>
        <p:spPr>
          <a:xfrm>
            <a:off x="2812489" y="2325861"/>
            <a:ext cx="177044" cy="2064230"/>
          </a:xfrm>
          <a:custGeom>
            <a:avLst/>
            <a:gdLst/>
            <a:ahLst/>
            <a:cxnLst/>
            <a:rect l="l" t="t" r="r" b="b"/>
            <a:pathLst>
              <a:path w="177044" h="2064230">
                <a:moveTo>
                  <a:pt x="0" y="52028"/>
                </a:moveTo>
                <a:lnTo>
                  <a:pt x="177044" y="0"/>
                </a:lnTo>
                <a:lnTo>
                  <a:pt x="177044" y="2012202"/>
                </a:lnTo>
                <a:lnTo>
                  <a:pt x="0" y="2064230"/>
                </a:lnTo>
                <a:close/>
              </a:path>
            </a:pathLst>
          </a:custGeom>
          <a:solidFill>
            <a:srgbClr val="EB4D42"/>
          </a:solidFill>
          <a:ln/>
        </p:spPr>
      </p:sp>
      <p:sp>
        <p:nvSpPr>
          <p:cNvPr id="557" name="Shape 555"/>
          <p:cNvSpPr/>
          <p:nvPr/>
        </p:nvSpPr>
        <p:spPr>
          <a:xfrm>
            <a:off x="2812489" y="2684708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8" name="Shape 556"/>
          <p:cNvSpPr/>
          <p:nvPr/>
        </p:nvSpPr>
        <p:spPr>
          <a:xfrm>
            <a:off x="2812489" y="3098047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9" name="Shape 557"/>
          <p:cNvSpPr/>
          <p:nvPr/>
        </p:nvSpPr>
        <p:spPr>
          <a:xfrm>
            <a:off x="2812489" y="3511386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0" name="Shape 558"/>
          <p:cNvSpPr/>
          <p:nvPr/>
        </p:nvSpPr>
        <p:spPr>
          <a:xfrm>
            <a:off x="2812489" y="3924725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1" name="Shape 559"/>
          <p:cNvSpPr/>
          <p:nvPr/>
        </p:nvSpPr>
        <p:spPr>
          <a:xfrm>
            <a:off x="158639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2" name="Shape 560"/>
          <p:cNvSpPr/>
          <p:nvPr/>
        </p:nvSpPr>
        <p:spPr>
          <a:xfrm>
            <a:off x="199597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3" name="Shape 561"/>
          <p:cNvSpPr/>
          <p:nvPr/>
        </p:nvSpPr>
        <p:spPr>
          <a:xfrm>
            <a:off x="2405552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4" name="Shape 562"/>
          <p:cNvSpPr/>
          <p:nvPr/>
        </p:nvSpPr>
        <p:spPr>
          <a:xfrm>
            <a:off x="4127107" y="2272699"/>
            <a:ext cx="4142037" cy="1255965"/>
          </a:xfrm>
          <a:prstGeom prst="rect">
            <a:avLst/>
          </a:prstGeom>
          <a:solidFill>
            <a:srgbClr val="FFFDE0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565" name="Text 563"/>
          <p:cNvSpPr/>
          <p:nvPr/>
        </p:nvSpPr>
        <p:spPr>
          <a:xfrm>
            <a:off x="4233829" y="2302095"/>
            <a:ext cx="355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2000" dirty="0"/>
          </a:p>
        </p:txBody>
      </p:sp>
      <p:sp>
        <p:nvSpPr>
          <p:cNvPr id="566" name="Text 564"/>
          <p:cNvSpPr/>
          <p:nvPr/>
        </p:nvSpPr>
        <p:spPr>
          <a:xfrm>
            <a:off x="4233829" y="2586233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endParaRPr lang="en-US" sz="1800" dirty="0"/>
          </a:p>
        </p:txBody>
      </p:sp>
      <p:sp>
        <p:nvSpPr>
          <p:cNvPr id="567" name="Text 565"/>
          <p:cNvSpPr/>
          <p:nvPr/>
        </p:nvSpPr>
        <p:spPr>
          <a:xfrm>
            <a:off x="4319709" y="2885272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Samples</a:t>
            </a:r>
            <a:pPr algn="l" indent="0" marL="0">
              <a:buNone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batch</a:t>
            </a:r>
            <a:endParaRPr lang="en-US" sz="1800" dirty="0"/>
          </a:p>
        </p:txBody>
      </p:sp>
      <p:sp>
        <p:nvSpPr>
          <p:cNvPr id="568" name="Text 566"/>
          <p:cNvSpPr/>
          <p:nvPr/>
        </p:nvSpPr>
        <p:spPr>
          <a:xfrm>
            <a:off x="4986927" y="3184311"/>
            <a:ext cx="254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each channel)</a:t>
            </a:r>
            <a:endParaRPr lang="en-US" sz="1800" dirty="0"/>
          </a:p>
        </p:txBody>
      </p:sp>
      <p:sp>
        <p:nvSpPr>
          <p:cNvPr id="569" name="Shape 567"/>
          <p:cNvSpPr/>
          <p:nvPr/>
        </p:nvSpPr>
        <p:spPr>
          <a:xfrm rot="2400000">
            <a:off x="4457413" y="3282787"/>
            <a:ext cx="132122" cy="66453"/>
          </a:xfrm>
          <a:prstGeom prst="rect">
            <a:avLst/>
          </a:prstGeom>
          <a:solidFill>
            <a:srgbClr val="BFBFB0"/>
          </a:solidFill>
          <a:ln w="6350">
            <a:solidFill>
              <a:srgbClr val="70706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2400000">
            <a:off x="4549899" y="3375822"/>
            <a:ext cx="52849" cy="53163"/>
          </a:xfrm>
          <a:prstGeom prst="rect">
            <a:avLst/>
          </a:prstGeom>
          <a:solidFill>
            <a:srgbClr val="5A5A4C"/>
          </a:solidFill>
          <a:ln/>
        </p:spPr>
      </p:sp>
      <p:sp>
        <p:nvSpPr>
          <p:cNvPr id="571" name="Shape 569"/>
          <p:cNvSpPr/>
          <p:nvPr/>
        </p:nvSpPr>
        <p:spPr>
          <a:xfrm>
            <a:off x="705137" y="4744757"/>
            <a:ext cx="10668883" cy="18806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00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930257" y="480987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Calculate Mean and Variance of Each Mini-Batch instead of</a:t>
            </a:r>
            <a:endParaRPr lang="en-US" sz="1980" dirty="0"/>
          </a:p>
        </p:txBody>
      </p:sp>
      <p:sp>
        <p:nvSpPr>
          <p:cNvPr id="573" name="Text 571"/>
          <p:cNvSpPr/>
          <p:nvPr/>
        </p:nvSpPr>
        <p:spPr>
          <a:xfrm>
            <a:off x="930257" y="5069044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Mean and Variance of the Whole Data.</a:t>
            </a:r>
            <a:endParaRPr lang="en-US" sz="1980" dirty="0"/>
          </a:p>
        </p:txBody>
      </p:sp>
      <p:sp>
        <p:nvSpPr>
          <p:cNvPr id="574" name="Text 572"/>
          <p:cNvSpPr/>
          <p:nvPr/>
        </p:nvSpPr>
        <p:spPr>
          <a:xfrm>
            <a:off x="930257" y="564718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and variance will differ from mini-batch to another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 of Error).</a:t>
            </a:r>
            <a:endParaRPr lang="en-US" sz="1980" dirty="0"/>
          </a:p>
        </p:txBody>
      </p:sp>
      <p:sp>
        <p:nvSpPr>
          <p:cNvPr id="575" name="Text 573"/>
          <p:cNvSpPr/>
          <p:nvPr/>
        </p:nvSpPr>
        <p:spPr>
          <a:xfrm>
            <a:off x="930257" y="6231975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Batch Size should be large enough to minimize “batching” effect.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(Constrain)</a:t>
            </a:r>
            <a:endParaRPr lang="en-US" sz="1980" dirty="0"/>
          </a:p>
        </p:txBody>
      </p:sp>
      <p:sp>
        <p:nvSpPr>
          <p:cNvPr id="576" name="Shape 574"/>
          <p:cNvSpPr/>
          <p:nvPr/>
        </p:nvSpPr>
        <p:spPr>
          <a:xfrm rot="5400000">
            <a:off x="7538835" y="3194153"/>
            <a:ext cx="1764500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77" name="Shape 575"/>
          <p:cNvSpPr/>
          <p:nvPr/>
        </p:nvSpPr>
        <p:spPr>
          <a:xfrm>
            <a:off x="8367744" y="2246117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8" name="Shape 576"/>
          <p:cNvSpPr/>
          <p:nvPr/>
        </p:nvSpPr>
        <p:spPr>
          <a:xfrm rot="10800000">
            <a:off x="8367744" y="405328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9" name="Shape 577"/>
          <p:cNvSpPr/>
          <p:nvPr/>
        </p:nvSpPr>
        <p:spPr>
          <a:xfrm>
            <a:off x="8627883" y="4410246"/>
            <a:ext cx="1475753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0" name="Shape 578"/>
          <p:cNvSpPr/>
          <p:nvPr/>
        </p:nvSpPr>
        <p:spPr>
          <a:xfrm rot="16200000">
            <a:off x="8553207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1" name="Shape 579"/>
          <p:cNvSpPr/>
          <p:nvPr/>
        </p:nvSpPr>
        <p:spPr>
          <a:xfrm rot="5400000">
            <a:off x="10071632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2" name="Shape 580"/>
          <p:cNvSpPr/>
          <p:nvPr/>
        </p:nvSpPr>
        <p:spPr>
          <a:xfrm rot="-2738058">
            <a:off x="10300261" y="3732424"/>
            <a:ext cx="120944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3" name="Shape 581"/>
          <p:cNvSpPr/>
          <p:nvPr/>
        </p:nvSpPr>
        <p:spPr>
          <a:xfrm rot="13560000">
            <a:off x="10414374" y="413602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4" name="Shape 582"/>
          <p:cNvSpPr/>
          <p:nvPr/>
        </p:nvSpPr>
        <p:spPr>
          <a:xfrm rot="2760000">
            <a:off x="11288916" y="323991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5" name="Text 583"/>
          <p:cNvSpPr/>
          <p:nvPr/>
        </p:nvSpPr>
        <p:spPr>
          <a:xfrm rot="16200000">
            <a:off x="7310038" y="297754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00" dirty="0"/>
          </a:p>
        </p:txBody>
      </p:sp>
      <p:sp>
        <p:nvSpPr>
          <p:cNvPr id="586" name="Text 584"/>
          <p:cNvSpPr/>
          <p:nvPr/>
        </p:nvSpPr>
        <p:spPr>
          <a:xfrm>
            <a:off x="8504668" y="4183728"/>
            <a:ext cx="1524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00" dirty="0"/>
          </a:p>
        </p:txBody>
      </p:sp>
      <p:sp>
        <p:nvSpPr>
          <p:cNvPr id="587" name="Text 585"/>
          <p:cNvSpPr/>
          <p:nvPr/>
        </p:nvSpPr>
        <p:spPr>
          <a:xfrm rot="18840000">
            <a:off x="10075440" y="3390736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2026-10-12T06:32:29Z</dcterms:created>
  <dcterms:modified xsi:type="dcterms:W3CDTF">2026-10-12T06:32:29Z</dcterms:modified>
</cp:coreProperties>
</file>