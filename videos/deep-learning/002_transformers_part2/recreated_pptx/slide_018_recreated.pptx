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977388" y="3744849"/>
            <a:ext cx="5325237" cy="189928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81660" y="2545501"/>
            <a:ext cx="10972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Position Information</a:t>
            </a:r>
            <a:endParaRPr lang="en-US" sz="3960" dirty="0"/>
          </a:p>
        </p:txBody>
      </p:sp>
      <p:sp>
        <p:nvSpPr>
          <p:cNvPr id="7" name="Text 5"/>
          <p:cNvSpPr/>
          <p:nvPr/>
        </p:nvSpPr>
        <p:spPr>
          <a:xfrm>
            <a:off x="3342513" y="3942316"/>
            <a:ext cx="5334000" cy="63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10" b="1" spc="15" kern="0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Position </a:t>
            </a:r>
            <a:pPr algn="l" indent="0" marL="0">
              <a:buNone/>
            </a:pPr>
            <a:r>
              <a:rPr lang="en-US" sz="311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3110" dirty="0"/>
          </a:p>
        </p:txBody>
      </p:sp>
      <p:sp>
        <p:nvSpPr>
          <p:cNvPr id="8" name="Text 6"/>
          <p:cNvSpPr/>
          <p:nvPr/>
        </p:nvSpPr>
        <p:spPr>
          <a:xfrm>
            <a:off x="3342513" y="4818870"/>
            <a:ext cx="5334000" cy="63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10" b="1" spc="15" kern="0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Position </a:t>
            </a:r>
            <a:pPr algn="l" indent="0" marL="0">
              <a:buNone/>
            </a:pPr>
            <a:r>
              <a:rPr lang="en-US" sz="311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31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2026-10-11T22:07:43Z</dcterms:created>
  <dcterms:modified xsi:type="dcterms:W3CDTF">2026-10-11T22:07:43Z</dcterms:modified>
</cp:coreProperties>
</file>