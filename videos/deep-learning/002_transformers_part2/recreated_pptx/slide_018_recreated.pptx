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977388" y="3744849"/>
            <a:ext cx="5325237" cy="189928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2450" y="2540508"/>
            <a:ext cx="10972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Position Information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347085" y="3943858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Position </a:t>
            </a:r>
            <a:pPr algn="l" indent="0" marL="0">
              <a:buNone/>
            </a:pPr>
            <a:r>
              <a:rPr lang="en-US" sz="30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Encoding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347085" y="4820412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0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Position </a:t>
            </a:r>
            <a:pPr algn="l" indent="0" marL="0">
              <a:buNone/>
            </a:pPr>
            <a:r>
              <a:rPr lang="en-US" sz="3000" b="1" dirty="0">
                <a:solidFill>
                  <a:srgbClr val="CC00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2026-10-11T22:00:09Z</dcterms:created>
  <dcterms:modified xsi:type="dcterms:W3CDTF">2026-10-11T22:00:09Z</dcterms:modified>
</cp:coreProperties>
</file>