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g001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g004_image-1-1.png"/><Relationship Id="rId2" Type="http://schemas.openxmlformats.org/officeDocument/2006/relationships/image" Target="../media/img004_image-1-2.png"/><Relationship Id="rId3" Type="http://schemas.openxmlformats.org/officeDocument/2006/relationships/image" Target="../media/img004_image-1-3.png"/><Relationship Id="rId4" Type="http://schemas.openxmlformats.org/officeDocument/2006/relationships/image" Target="../media/img004_image-1-4.png"/><Relationship Id="rId5" Type="http://schemas.openxmlformats.org/officeDocument/2006/relationships/image" Target="../media/img004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g010_image-1-1.png"/><Relationship Id="rId2" Type="http://schemas.openxmlformats.org/officeDocument/2006/relationships/image" Target="../media/img010_image-1-2.png"/><Relationship Id="rId3" Type="http://schemas.openxmlformats.org/officeDocument/2006/relationships/image" Target="../media/img010_image-1-1.png"/><Relationship Id="rId4" Type="http://schemas.openxmlformats.org/officeDocument/2006/relationships/image" Target="../media/img010_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g011_image-1-1.png"/><Relationship Id="rId2" Type="http://schemas.openxmlformats.org/officeDocument/2006/relationships/image" Target="../media/img011_image-1-2.png"/><Relationship Id="rId3" Type="http://schemas.openxmlformats.org/officeDocument/2006/relationships/image" Target="../media/img011_image-1-3.png"/><Relationship Id="rId4" Type="http://schemas.openxmlformats.org/officeDocument/2006/relationships/image" Target="../media/img011_image-1-4.png"/><Relationship Id="rId5" Type="http://schemas.openxmlformats.org/officeDocument/2006/relationships/image" Target="../media/img011_image-1-5.png"/><Relationship Id="rId6" Type="http://schemas.openxmlformats.org/officeDocument/2006/relationships/image" Target="../media/img011_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g012_image-1-1.png"/><Relationship Id="rId2" Type="http://schemas.openxmlformats.org/officeDocument/2006/relationships/image" Target="../media/img012_image-1-2.png"/><Relationship Id="rId3" Type="http://schemas.openxmlformats.org/officeDocument/2006/relationships/image" Target="../media/img012_image-1-3.png"/><Relationship Id="rId4" Type="http://schemas.openxmlformats.org/officeDocument/2006/relationships/image" Target="../media/img012_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g014_image-1-1.png"/><Relationship Id="rId2" Type="http://schemas.openxmlformats.org/officeDocument/2006/relationships/image" Target="../media/img014_image-1-1.png"/><Relationship Id="rId3" Type="http://schemas.openxmlformats.org/officeDocument/2006/relationships/image" Target="../media/img014_image-1-1.png"/><Relationship Id="rId4" Type="http://schemas.openxmlformats.org/officeDocument/2006/relationships/image" Target="../media/img014_image-1-1.png"/><Relationship Id="rId5" Type="http://schemas.openxmlformats.org/officeDocument/2006/relationships/image" Target="../media/img014_image-1-5.png"/><Relationship Id="rId6" Type="http://schemas.openxmlformats.org/officeDocument/2006/relationships/image" Target="../media/img014_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g015_image-1-1.png"/><Relationship Id="rId2" Type="http://schemas.openxmlformats.org/officeDocument/2006/relationships/image" Target="../media/img015_image-1-2.png"/><Relationship Id="rId3" Type="http://schemas.openxmlformats.org/officeDocument/2006/relationships/image" Target="../media/img015_image-1-3.png"/><Relationship Id="rId4" Type="http://schemas.openxmlformats.org/officeDocument/2006/relationships/image" Target="../media/img015_image-1-4.png"/><Relationship Id="rId5" Type="http://schemas.openxmlformats.org/officeDocument/2006/relationships/image" Target="../media/img015_image-1-5.png"/><Relationship Id="rId6" Type="http://schemas.openxmlformats.org/officeDocument/2006/relationships/image" Target="../media/img015_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g016_image-1-1.png"/><Relationship Id="rId2" Type="http://schemas.openxmlformats.org/officeDocument/2006/relationships/image" Target="../media/img016_image-1-2.png"/><Relationship Id="rId3" Type="http://schemas.openxmlformats.org/officeDocument/2006/relationships/image" Target="../media/img016_image-1-3.png"/><Relationship Id="rId4" Type="http://schemas.openxmlformats.org/officeDocument/2006/relationships/image" Target="../media/img016_image-1-4.png"/><Relationship Id="rId5" Type="http://schemas.openxmlformats.org/officeDocument/2006/relationships/image" Target="../media/img016_image-1-5.png"/><Relationship Id="rId6" Type="http://schemas.openxmlformats.org/officeDocument/2006/relationships/image" Target="../media/img016_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g017_image-1-1.png"/><Relationship Id="rId2" Type="http://schemas.openxmlformats.org/officeDocument/2006/relationships/image" Target="../media/img017_image-1-2.png"/><Relationship Id="rId3" Type="http://schemas.openxmlformats.org/officeDocument/2006/relationships/image" Target="../media/img017_image-1-3.png"/><Relationship Id="rId4" Type="http://schemas.openxmlformats.org/officeDocument/2006/relationships/image" Target="../media/img017_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g020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g021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g025_image-1-1.png"/><Relationship Id="rId2" Type="http://schemas.openxmlformats.org/officeDocument/2006/relationships/image" Target="../media/img025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g026_image-1-1.png"/><Relationship Id="rId2" Type="http://schemas.openxmlformats.org/officeDocument/2006/relationships/image" Target="../media/img026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g030_image-1-1.png"/><Relationship Id="rId2" Type="http://schemas.openxmlformats.org/officeDocument/2006/relationships/image" Target="../media/img030_image-1-2.png"/><Relationship Id="rId3" Type="http://schemas.openxmlformats.org/officeDocument/2006/relationships/image" Target="../media/img030_image-1-3.png"/><Relationship Id="rId4" Type="http://schemas.openxmlformats.org/officeDocument/2006/relationships/image" Target="../media/img030_image-1-4.png"/><Relationship Id="rId5" Type="http://schemas.openxmlformats.org/officeDocument/2006/relationships/image" Target="../media/img030_image-1-5.png"/><Relationship Id="rId6" Type="http://schemas.openxmlformats.org/officeDocument/2006/relationships/image" Target="../media/img030_image-1-6.png"/><Relationship Id="rId7" Type="http://schemas.openxmlformats.org/officeDocument/2006/relationships/image" Target="../media/img030_image-1-7.png"/><Relationship Id="rId8" Type="http://schemas.openxmlformats.org/officeDocument/2006/relationships/image" Target="../media/img030_image-1-8.png"/><Relationship Id="rId9" Type="http://schemas.openxmlformats.org/officeDocument/2006/relationships/image" Target="../media/img030_image-1-9.png"/><Relationship Id="rId10" Type="http://schemas.openxmlformats.org/officeDocument/2006/relationships/image" Target="../media/img030_image-1-10.png"/><Relationship Id="rId11" Type="http://schemas.openxmlformats.org/officeDocument/2006/relationships/image" Target="../media/img030_image-1-11.png"/><Relationship Id="rId12" Type="http://schemas.openxmlformats.org/officeDocument/2006/relationships/image" Target="../media/img030_image-1-12.png"/><Relationship Id="rId13" Type="http://schemas.openxmlformats.org/officeDocument/2006/relationships/image" Target="../media/img030_image-1-13.png"/><Relationship Id="rId14" Type="http://schemas.openxmlformats.org/officeDocument/2006/relationships/image" Target="../media/img030_image-1-14.png"/><Relationship Id="rId15" Type="http://schemas.openxmlformats.org/officeDocument/2006/relationships/image" Target="../media/img030_image-1-15.png"/><Relationship Id="rId16" Type="http://schemas.openxmlformats.org/officeDocument/2006/relationships/image" Target="../media/img030_image-1-16.png"/><Relationship Id="rId17" Type="http://schemas.openxmlformats.org/officeDocument/2006/relationships/image" Target="../media/img030_image-1-17.png"/><Relationship Id="rId18" Type="http://schemas.openxmlformats.org/officeDocument/2006/relationships/image" Target="../media/img030_image-1-18.png"/><Relationship Id="rId19" Type="http://schemas.openxmlformats.org/officeDocument/2006/relationships/image" Target="../media/img030_image-1-19.png"/><Relationship Id="rId20" Type="http://schemas.openxmlformats.org/officeDocument/2006/relationships/image" Target="../media/img030_image-1-20.png"/><Relationship Id="rId21" Type="http://schemas.openxmlformats.org/officeDocument/2006/relationships/image" Target="../media/img030_image-1-21.png"/><Relationship Id="rId22" Type="http://schemas.openxmlformats.org/officeDocument/2006/relationships/image" Target="../media/img030_image-1-22.png"/><Relationship Id="rId23" Type="http://schemas.openxmlformats.org/officeDocument/2006/relationships/image" Target="../media/img030_image-1-23.png"/><Relationship Id="rId24" Type="http://schemas.openxmlformats.org/officeDocument/2006/relationships/image" Target="../media/img030_image-1-24.png"/><Relationship Id="rId25" Type="http://schemas.openxmlformats.org/officeDocument/2006/relationships/image" Target="../media/img030_image-1-25.png"/><Relationship Id="rId26" Type="http://schemas.openxmlformats.org/officeDocument/2006/relationships/image" Target="../media/img030_image-1-26.png"/><Relationship Id="rId27" Type="http://schemas.openxmlformats.org/officeDocument/2006/relationships/image" Target="../media/img030_image-1-27.png"/><Relationship Id="rId28" Type="http://schemas.openxmlformats.org/officeDocument/2006/relationships/image" Target="../media/img030_image-1-28.png"/><Relationship Id="rId29" Type="http://schemas.openxmlformats.org/officeDocument/2006/relationships/image" Target="../media/img030_image-1-29.png"/><Relationship Id="rId30" Type="http://schemas.openxmlformats.org/officeDocument/2006/relationships/image" Target="../media/img030_image-1-30.png"/><Relationship Id="rId31" Type="http://schemas.openxmlformats.org/officeDocument/2006/relationships/image" Target="../media/img030_image-1-31.png"/><Relationship Id="rId32" Type="http://schemas.openxmlformats.org/officeDocument/2006/relationships/image" Target="../media/img030_image-1-32.png"/><Relationship Id="rId33" Type="http://schemas.openxmlformats.org/officeDocument/2006/relationships/image" Target="../media/img030_image-1-33.png"/><Relationship Id="rId34" Type="http://schemas.openxmlformats.org/officeDocument/2006/relationships/image" Target="../media/img030_image-1-34.png"/><Relationship Id="rId35" Type="http://schemas.openxmlformats.org/officeDocument/2006/relationships/image" Target="../media/img030_image-1-35.png"/><Relationship Id="rId36" Type="http://schemas.openxmlformats.org/officeDocument/2006/relationships/image" Target="../media/img030_image-1-36.png"/><Relationship Id="rId37" Type="http://schemas.openxmlformats.org/officeDocument/2006/relationships/image" Target="../media/img030_image-1-37.png"/><Relationship Id="rId38" Type="http://schemas.openxmlformats.org/officeDocument/2006/relationships/image" Target="../media/img030_image-1-38.png"/><Relationship Id="rId39" Type="http://schemas.openxmlformats.org/officeDocument/2006/relationships/image" Target="../media/img030_image-1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g031_image-1-1.png"/><Relationship Id="rId2" Type="http://schemas.openxmlformats.org/officeDocument/2006/relationships/image" Target="../media/img031_image-1-2.png"/><Relationship Id="rId3" Type="http://schemas.openxmlformats.org/officeDocument/2006/relationships/image" Target="../media/img031_image-1-3.png"/><Relationship Id="rId4" Type="http://schemas.openxmlformats.org/officeDocument/2006/relationships/image" Target="../media/img031_image-1-4.png"/><Relationship Id="rId5" Type="http://schemas.openxmlformats.org/officeDocument/2006/relationships/image" Target="../media/img031_image-1-5.png"/><Relationship Id="rId6" Type="http://schemas.openxmlformats.org/officeDocument/2006/relationships/image" Target="../media/img031_image-1-6.png"/><Relationship Id="rId7" Type="http://schemas.openxmlformats.org/officeDocument/2006/relationships/image" Target="../media/img031_image-1-7.png"/><Relationship Id="rId8" Type="http://schemas.openxmlformats.org/officeDocument/2006/relationships/image" Target="../media/img031_image-1-8.png"/><Relationship Id="rId9" Type="http://schemas.openxmlformats.org/officeDocument/2006/relationships/image" Target="../media/img031_image-1-9.png"/><Relationship Id="rId10" Type="http://schemas.openxmlformats.org/officeDocument/2006/relationships/image" Target="../media/img031_image-1-10.png"/><Relationship Id="rId11" Type="http://schemas.openxmlformats.org/officeDocument/2006/relationships/image" Target="../media/img031_image-1-11.png"/><Relationship Id="rId12" Type="http://schemas.openxmlformats.org/officeDocument/2006/relationships/image" Target="../media/img031_image-1-12.png"/><Relationship Id="rId13" Type="http://schemas.openxmlformats.org/officeDocument/2006/relationships/image" Target="../media/img031_image-1-13.png"/><Relationship Id="rId14" Type="http://schemas.openxmlformats.org/officeDocument/2006/relationships/image" Target="../media/img031_image-1-14.png"/><Relationship Id="rId15" Type="http://schemas.openxmlformats.org/officeDocument/2006/relationships/image" Target="../media/img031_image-1-15.png"/><Relationship Id="rId16" Type="http://schemas.openxmlformats.org/officeDocument/2006/relationships/image" Target="../media/img031_image-1-16.png"/><Relationship Id="rId17" Type="http://schemas.openxmlformats.org/officeDocument/2006/relationships/image" Target="../media/img031_image-1-17.png"/><Relationship Id="rId18" Type="http://schemas.openxmlformats.org/officeDocument/2006/relationships/image" Target="../media/img031_image-1-18.png"/><Relationship Id="rId19" Type="http://schemas.openxmlformats.org/officeDocument/2006/relationships/image" Target="../media/img031_image-1-19.png"/><Relationship Id="rId20" Type="http://schemas.openxmlformats.org/officeDocument/2006/relationships/image" Target="../media/img031_image-1-20.png"/><Relationship Id="rId21" Type="http://schemas.openxmlformats.org/officeDocument/2006/relationships/image" Target="../media/img031_image-1-21.png"/><Relationship Id="rId22" Type="http://schemas.openxmlformats.org/officeDocument/2006/relationships/image" Target="../media/img031_image-1-22.png"/><Relationship Id="rId23" Type="http://schemas.openxmlformats.org/officeDocument/2006/relationships/image" Target="../media/img031_image-1-23.png"/><Relationship Id="rId24" Type="http://schemas.openxmlformats.org/officeDocument/2006/relationships/image" Target="../media/img031_image-1-24.png"/><Relationship Id="rId25" Type="http://schemas.openxmlformats.org/officeDocument/2006/relationships/image" Target="../media/img031_image-1-25.png"/><Relationship Id="rId26" Type="http://schemas.openxmlformats.org/officeDocument/2006/relationships/image" Target="../media/img031_image-1-26.png"/><Relationship Id="rId27" Type="http://schemas.openxmlformats.org/officeDocument/2006/relationships/image" Target="../media/img031_image-1-27.png"/><Relationship Id="rId28" Type="http://schemas.openxmlformats.org/officeDocument/2006/relationships/image" Target="../media/img031_image-1-28.png"/><Relationship Id="rId29" Type="http://schemas.openxmlformats.org/officeDocument/2006/relationships/image" Target="../media/img031_image-1-29.png"/><Relationship Id="rId30" Type="http://schemas.openxmlformats.org/officeDocument/2006/relationships/image" Target="../media/img031_image-1-30.png"/><Relationship Id="rId31" Type="http://schemas.openxmlformats.org/officeDocument/2006/relationships/image" Target="../media/img031_image-1-31.png"/><Relationship Id="rId32" Type="http://schemas.openxmlformats.org/officeDocument/2006/relationships/image" Target="../media/img031_image-1-32.png"/><Relationship Id="rId33" Type="http://schemas.openxmlformats.org/officeDocument/2006/relationships/image" Target="../media/img031_image-1-33.png"/><Relationship Id="rId34" Type="http://schemas.openxmlformats.org/officeDocument/2006/relationships/image" Target="../media/img031_image-1-34.png"/><Relationship Id="rId35" Type="http://schemas.openxmlformats.org/officeDocument/2006/relationships/image" Target="../media/img031_image-1-35.png"/><Relationship Id="rId36" Type="http://schemas.openxmlformats.org/officeDocument/2006/relationships/image" Target="../media/img031_image-1-36.png"/><Relationship Id="rId37" Type="http://schemas.openxmlformats.org/officeDocument/2006/relationships/image" Target="../media/img031_image-1-37.png"/><Relationship Id="rId38" Type="http://schemas.openxmlformats.org/officeDocument/2006/relationships/image" Target="../media/img031_image-1-38.png"/><Relationship Id="rId39" Type="http://schemas.openxmlformats.org/officeDocument/2006/relationships/image" Target="../media/img031_image-1-39.png"/><Relationship Id="rId40" Type="http://schemas.openxmlformats.org/officeDocument/2006/relationships/image" Target="../media/img031_image-1-40.png"/><Relationship Id="rId41" Type="http://schemas.openxmlformats.org/officeDocument/2006/relationships/image" Target="../media/img031_image-1-41.png"/><Relationship Id="rId42" Type="http://schemas.openxmlformats.org/officeDocument/2006/relationships/image" Target="../media/img031_image-1-42.png"/><Relationship Id="rId43" Type="http://schemas.openxmlformats.org/officeDocument/2006/relationships/image" Target="../media/img031_image-1-43.png"/><Relationship Id="rId44" Type="http://schemas.openxmlformats.org/officeDocument/2006/relationships/image" Target="../media/img031_image-1-44.png"/><Relationship Id="rId45" Type="http://schemas.openxmlformats.org/officeDocument/2006/relationships/image" Target="../media/img031_image-1-45.png"/><Relationship Id="rId46" Type="http://schemas.openxmlformats.org/officeDocument/2006/relationships/image" Target="../media/img031_image-1-46.png"/><Relationship Id="rId47" Type="http://schemas.openxmlformats.org/officeDocument/2006/relationships/image" Target="../media/img031_image-1-47.png"/><Relationship Id="rId48" Type="http://schemas.openxmlformats.org/officeDocument/2006/relationships/image" Target="../media/img031_image-1-48.png"/><Relationship Id="rId49" Type="http://schemas.openxmlformats.org/officeDocument/2006/relationships/image" Target="../media/img031_image-1-49.png"/><Relationship Id="rId50" Type="http://schemas.openxmlformats.org/officeDocument/2006/relationships/image" Target="../media/img031_image-1-50.png"/><Relationship Id="rId51" Type="http://schemas.openxmlformats.org/officeDocument/2006/relationships/image" Target="../media/img031_image-1-51.png"/><Relationship Id="rId52" Type="http://schemas.openxmlformats.org/officeDocument/2006/relationships/image" Target="../media/img031_image-1-52.png"/><Relationship Id="rId53" Type="http://schemas.openxmlformats.org/officeDocument/2006/relationships/image" Target="../media/img031_image-1-53.png"/><Relationship Id="rId54" Type="http://schemas.openxmlformats.org/officeDocument/2006/relationships/image" Target="../media/img031_image-1-54.png"/><Relationship Id="rId55" Type="http://schemas.openxmlformats.org/officeDocument/2006/relationships/image" Target="../media/img031_image-1-54.png"/><Relationship Id="rId56" Type="http://schemas.openxmlformats.org/officeDocument/2006/relationships/image" Target="../media/img031_image-1-54.png"/><Relationship Id="rId57" Type="http://schemas.openxmlformats.org/officeDocument/2006/relationships/image" Target="../media/img031_image-1-54.png"/><Relationship Id="rId58" Type="http://schemas.openxmlformats.org/officeDocument/2006/relationships/image" Target="../media/img031_image-1-54.png"/><Relationship Id="rId59" Type="http://schemas.openxmlformats.org/officeDocument/2006/relationships/image" Target="../media/img031_image-1-59.png"/><Relationship Id="rId60" Type="http://schemas.openxmlformats.org/officeDocument/2006/relationships/slideLayout" Target="../slideLayouts/slideLayout1.xml"/><Relationship Id="rId6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g032_image-1-1.png"/><Relationship Id="rId2" Type="http://schemas.openxmlformats.org/officeDocument/2006/relationships/image" Target="../media/img032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g033_image-1-1.png"/><Relationship Id="rId2" Type="http://schemas.openxmlformats.org/officeDocument/2006/relationships/image" Target="../media/img033_image-1-2.png"/><Relationship Id="rId3" Type="http://schemas.openxmlformats.org/officeDocument/2006/relationships/image" Target="../media/img033_image-1-3.png"/><Relationship Id="rId4" Type="http://schemas.openxmlformats.org/officeDocument/2006/relationships/image" Target="../media/img033_image-1-4.png"/><Relationship Id="rId5" Type="http://schemas.openxmlformats.org/officeDocument/2006/relationships/image" Target="../media/img033_image-1-5.png"/><Relationship Id="rId6" Type="http://schemas.openxmlformats.org/officeDocument/2006/relationships/image" Target="../media/img033_image-1-6.png"/><Relationship Id="rId7" Type="http://schemas.openxmlformats.org/officeDocument/2006/relationships/image" Target="../media/img033_image-1-7.png"/><Relationship Id="rId8" Type="http://schemas.openxmlformats.org/officeDocument/2006/relationships/image" Target="../media/img033_image-1-8.png"/><Relationship Id="rId9" Type="http://schemas.openxmlformats.org/officeDocument/2006/relationships/image" Target="../media/img033_image-1-9.png"/><Relationship Id="rId10" Type="http://schemas.openxmlformats.org/officeDocument/2006/relationships/image" Target="../media/img033_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g034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g038_image-1-1.png"/><Relationship Id="rId2" Type="http://schemas.openxmlformats.org/officeDocument/2006/relationships/image" Target="../media/img038_image-1-1.png"/><Relationship Id="rId3" Type="http://schemas.openxmlformats.org/officeDocument/2006/relationships/image" Target="../media/img038_image-1-1.png"/><Relationship Id="rId4" Type="http://schemas.openxmlformats.org/officeDocument/2006/relationships/image" Target="../media/img038_image-1-1.png"/><Relationship Id="rId5" Type="http://schemas.openxmlformats.org/officeDocument/2006/relationships/image" Target="../media/img038_image-1-1.png"/><Relationship Id="rId6" Type="http://schemas.openxmlformats.org/officeDocument/2006/relationships/image" Target="../media/img038_image-1-1.png"/><Relationship Id="rId7" Type="http://schemas.openxmlformats.org/officeDocument/2006/relationships/image" Target="../media/img038_image-1-1.png"/><Relationship Id="rId8" Type="http://schemas.openxmlformats.org/officeDocument/2006/relationships/image" Target="../media/img038_image-1-1.png"/><Relationship Id="rId9" Type="http://schemas.openxmlformats.org/officeDocument/2006/relationships/image" Target="../media/img038_image-1-9.png"/><Relationship Id="rId10" Type="http://schemas.openxmlformats.org/officeDocument/2006/relationships/image" Target="../media/img038_image-1-9.png"/><Relationship Id="rId11" Type="http://schemas.openxmlformats.org/officeDocument/2006/relationships/image" Target="../media/img038_image-1-9.png"/><Relationship Id="rId12" Type="http://schemas.openxmlformats.org/officeDocument/2006/relationships/image" Target="../media/img038_image-1-9.png"/><Relationship Id="rId13" Type="http://schemas.openxmlformats.org/officeDocument/2006/relationships/image" Target="../media/img038_image-1-9.png"/><Relationship Id="rId14" Type="http://schemas.openxmlformats.org/officeDocument/2006/relationships/image" Target="../media/img038_image-1-9.png"/><Relationship Id="rId15" Type="http://schemas.openxmlformats.org/officeDocument/2006/relationships/image" Target="../media/img038_image-1-9.png"/><Relationship Id="rId16" Type="http://schemas.openxmlformats.org/officeDocument/2006/relationships/image" Target="../media/img038_image-1-9.png"/><Relationship Id="rId17" Type="http://schemas.openxmlformats.org/officeDocument/2006/relationships/image" Target="../media/img038_image-1-9.png"/><Relationship Id="rId18" Type="http://schemas.openxmlformats.org/officeDocument/2006/relationships/image" Target="../media/img038_image-1-9.png"/><Relationship Id="rId19" Type="http://schemas.openxmlformats.org/officeDocument/2006/relationships/image" Target="../media/img038_image-1-9.png"/><Relationship Id="rId20" Type="http://schemas.openxmlformats.org/officeDocument/2006/relationships/image" Target="../media/img038_image-1-9.png"/><Relationship Id="rId21" Type="http://schemas.openxmlformats.org/officeDocument/2006/relationships/image" Target="../media/img038_image-1-9.png"/><Relationship Id="rId22" Type="http://schemas.openxmlformats.org/officeDocument/2006/relationships/image" Target="../media/img038_image-1-9.png"/><Relationship Id="rId23" Type="http://schemas.openxmlformats.org/officeDocument/2006/relationships/image" Target="../media/img038_image-1-9.png"/><Relationship Id="rId24" Type="http://schemas.openxmlformats.org/officeDocument/2006/relationships/image" Target="../media/img038_image-1-9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g040_image-1-1.png"/><Relationship Id="rId2" Type="http://schemas.openxmlformats.org/officeDocument/2006/relationships/image" Target="../media/img040_image-1-2.png"/><Relationship Id="rId3" Type="http://schemas.openxmlformats.org/officeDocument/2006/relationships/image" Target="../media/img040_image-1-3.png"/><Relationship Id="rId4" Type="http://schemas.openxmlformats.org/officeDocument/2006/relationships/image" Target="../media/img040_image-1-4.png"/><Relationship Id="rId5" Type="http://schemas.openxmlformats.org/officeDocument/2006/relationships/image" Target="../media/img040_image-1-5.png"/><Relationship Id="rId6" Type="http://schemas.openxmlformats.org/officeDocument/2006/relationships/image" Target="../media/img040_image-1-6.png"/><Relationship Id="rId7" Type="http://schemas.openxmlformats.org/officeDocument/2006/relationships/image" Target="../media/img040_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g045_image-1-1.png"/><Relationship Id="rId2" Type="http://schemas.openxmlformats.org/officeDocument/2006/relationships/image" Target="../media/img045_image-1-1.png"/><Relationship Id="rId3" Type="http://schemas.openxmlformats.org/officeDocument/2006/relationships/image" Target="../media/img045_image-1-1.png"/><Relationship Id="rId4" Type="http://schemas.openxmlformats.org/officeDocument/2006/relationships/image" Target="../media/img045_image-1-1.png"/><Relationship Id="rId5" Type="http://schemas.openxmlformats.org/officeDocument/2006/relationships/image" Target="../media/img045_image-1-1.png"/><Relationship Id="rId6" Type="http://schemas.openxmlformats.org/officeDocument/2006/relationships/image" Target="../media/img045_image-1-1.png"/><Relationship Id="rId7" Type="http://schemas.openxmlformats.org/officeDocument/2006/relationships/image" Target="../media/img045_image-1-1.png"/><Relationship Id="rId8" Type="http://schemas.openxmlformats.org/officeDocument/2006/relationships/image" Target="../media/img045_image-1-1.png"/><Relationship Id="rId9" Type="http://schemas.openxmlformats.org/officeDocument/2006/relationships/image" Target="../media/img045_image-1-9.png"/><Relationship Id="rId10" Type="http://schemas.openxmlformats.org/officeDocument/2006/relationships/image" Target="../media/img045_image-1-9.png"/><Relationship Id="rId11" Type="http://schemas.openxmlformats.org/officeDocument/2006/relationships/image" Target="../media/img045_image-1-9.png"/><Relationship Id="rId12" Type="http://schemas.openxmlformats.org/officeDocument/2006/relationships/image" Target="../media/img045_image-1-9.png"/><Relationship Id="rId13" Type="http://schemas.openxmlformats.org/officeDocument/2006/relationships/image" Target="../media/img045_image-1-9.png"/><Relationship Id="rId14" Type="http://schemas.openxmlformats.org/officeDocument/2006/relationships/image" Target="../media/img045_image-1-9.png"/><Relationship Id="rId15" Type="http://schemas.openxmlformats.org/officeDocument/2006/relationships/image" Target="../media/img045_image-1-9.png"/><Relationship Id="rId16" Type="http://schemas.openxmlformats.org/officeDocument/2006/relationships/image" Target="../media/img045_image-1-9.png"/><Relationship Id="rId17" Type="http://schemas.openxmlformats.org/officeDocument/2006/relationships/image" Target="../media/img045_image-1-9.png"/><Relationship Id="rId18" Type="http://schemas.openxmlformats.org/officeDocument/2006/relationships/image" Target="../media/img045_image-1-9.png"/><Relationship Id="rId19" Type="http://schemas.openxmlformats.org/officeDocument/2006/relationships/image" Target="../media/img045_image-1-9.png"/><Relationship Id="rId20" Type="http://schemas.openxmlformats.org/officeDocument/2006/relationships/image" Target="../media/img045_image-1-9.png"/><Relationship Id="rId21" Type="http://schemas.openxmlformats.org/officeDocument/2006/relationships/image" Target="../media/img045_image-1-9.png"/><Relationship Id="rId22" Type="http://schemas.openxmlformats.org/officeDocument/2006/relationships/image" Target="../media/img045_image-1-9.png"/><Relationship Id="rId23" Type="http://schemas.openxmlformats.org/officeDocument/2006/relationships/image" Target="../media/img045_image-1-9.png"/><Relationship Id="rId24" Type="http://schemas.openxmlformats.org/officeDocument/2006/relationships/image" Target="../media/img045_image-1-9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g046_image-1-1.png"/><Relationship Id="rId2" Type="http://schemas.openxmlformats.org/officeDocument/2006/relationships/image" Target="../media/img046_image-1-1.png"/><Relationship Id="rId3" Type="http://schemas.openxmlformats.org/officeDocument/2006/relationships/image" Target="../media/img046_image-1-1.png"/><Relationship Id="rId4" Type="http://schemas.openxmlformats.org/officeDocument/2006/relationships/image" Target="../media/img046_image-1-1.png"/><Relationship Id="rId5" Type="http://schemas.openxmlformats.org/officeDocument/2006/relationships/image" Target="../media/img046_image-1-1.png"/><Relationship Id="rId6" Type="http://schemas.openxmlformats.org/officeDocument/2006/relationships/image" Target="../media/img046_image-1-1.png"/><Relationship Id="rId7" Type="http://schemas.openxmlformats.org/officeDocument/2006/relationships/image" Target="../media/img046_image-1-1.png"/><Relationship Id="rId8" Type="http://schemas.openxmlformats.org/officeDocument/2006/relationships/image" Target="../media/img046_image-1-1.png"/><Relationship Id="rId9" Type="http://schemas.openxmlformats.org/officeDocument/2006/relationships/image" Target="../media/img046_image-1-1.png"/><Relationship Id="rId10" Type="http://schemas.openxmlformats.org/officeDocument/2006/relationships/image" Target="../media/img046_image-1-1.png"/><Relationship Id="rId11" Type="http://schemas.openxmlformats.org/officeDocument/2006/relationships/image" Target="../media/img046_image-1-1.png"/><Relationship Id="rId12" Type="http://schemas.openxmlformats.org/officeDocument/2006/relationships/image" Target="../media/img046_image-1-1.png"/><Relationship Id="rId13" Type="http://schemas.openxmlformats.org/officeDocument/2006/relationships/image" Target="../media/img046_image-1-1.png"/><Relationship Id="rId14" Type="http://schemas.openxmlformats.org/officeDocument/2006/relationships/image" Target="../media/img046_image-1-1.png"/><Relationship Id="rId15" Type="http://schemas.openxmlformats.org/officeDocument/2006/relationships/image" Target="../media/img046_image-1-1.png"/><Relationship Id="rId16" Type="http://schemas.openxmlformats.org/officeDocument/2006/relationships/image" Target="../media/img046_image-1-1.png"/><Relationship Id="rId17" Type="http://schemas.openxmlformats.org/officeDocument/2006/relationships/image" Target="../media/img046_image-1-1.png"/><Relationship Id="rId18" Type="http://schemas.openxmlformats.org/officeDocument/2006/relationships/image" Target="../media/img046_image-1-1.png"/><Relationship Id="rId19" Type="http://schemas.openxmlformats.org/officeDocument/2006/relationships/image" Target="../media/img046_image-1-1.png"/><Relationship Id="rId20" Type="http://schemas.openxmlformats.org/officeDocument/2006/relationships/image" Target="../media/img046_image-1-1.png"/><Relationship Id="rId21" Type="http://schemas.openxmlformats.org/officeDocument/2006/relationships/image" Target="../media/img046_image-1-1.png"/><Relationship Id="rId22" Type="http://schemas.openxmlformats.org/officeDocument/2006/relationships/image" Target="../media/img046_image-1-1.png"/><Relationship Id="rId23" Type="http://schemas.openxmlformats.org/officeDocument/2006/relationships/image" Target="../media/img046_image-1-1.png"/><Relationship Id="rId24" Type="http://schemas.openxmlformats.org/officeDocument/2006/relationships/image" Target="../media/img046_image-1-1.png"/><Relationship Id="rId25" Type="http://schemas.openxmlformats.org/officeDocument/2006/relationships/image" Target="../media/img046_image-1-1.png"/><Relationship Id="rId26" Type="http://schemas.openxmlformats.org/officeDocument/2006/relationships/image" Target="../media/img046_image-1-1.png"/><Relationship Id="rId27" Type="http://schemas.openxmlformats.org/officeDocument/2006/relationships/image" Target="../media/img046_image-1-1.png"/><Relationship Id="rId28" Type="http://schemas.openxmlformats.org/officeDocument/2006/relationships/image" Target="../media/img046_image-1-1.png"/><Relationship Id="rId29" Type="http://schemas.openxmlformats.org/officeDocument/2006/relationships/image" Target="../media/img046_image-1-1.png"/><Relationship Id="rId30" Type="http://schemas.openxmlformats.org/officeDocument/2006/relationships/image" Target="../media/img046_image-1-1.png"/><Relationship Id="rId31" Type="http://schemas.openxmlformats.org/officeDocument/2006/relationships/image" Target="../media/img046_image-1-1.png"/><Relationship Id="rId32" Type="http://schemas.openxmlformats.org/officeDocument/2006/relationships/image" Target="../media/img046_image-1-1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g047_image-1-1.png"/><Relationship Id="rId2" Type="http://schemas.openxmlformats.org/officeDocument/2006/relationships/image" Target="../media/img047_image-1-1.png"/><Relationship Id="rId3" Type="http://schemas.openxmlformats.org/officeDocument/2006/relationships/image" Target="../media/img047_image-1-1.png"/><Relationship Id="rId4" Type="http://schemas.openxmlformats.org/officeDocument/2006/relationships/image" Target="../media/img047_image-1-1.png"/><Relationship Id="rId5" Type="http://schemas.openxmlformats.org/officeDocument/2006/relationships/image" Target="../media/img047_image-1-1.png"/><Relationship Id="rId6" Type="http://schemas.openxmlformats.org/officeDocument/2006/relationships/image" Target="../media/img047_image-1-1.png"/><Relationship Id="rId7" Type="http://schemas.openxmlformats.org/officeDocument/2006/relationships/image" Target="../media/img047_image-1-1.png"/><Relationship Id="rId8" Type="http://schemas.openxmlformats.org/officeDocument/2006/relationships/image" Target="../media/img047_image-1-1.png"/><Relationship Id="rId9" Type="http://schemas.openxmlformats.org/officeDocument/2006/relationships/image" Target="../media/img047_image-1-1.png"/><Relationship Id="rId10" Type="http://schemas.openxmlformats.org/officeDocument/2006/relationships/image" Target="../media/img047_image-1-1.png"/><Relationship Id="rId11" Type="http://schemas.openxmlformats.org/officeDocument/2006/relationships/image" Target="../media/img047_image-1-1.png"/><Relationship Id="rId12" Type="http://schemas.openxmlformats.org/officeDocument/2006/relationships/image" Target="../media/img047_image-1-1.png"/><Relationship Id="rId13" Type="http://schemas.openxmlformats.org/officeDocument/2006/relationships/image" Target="../media/img047_image-1-1.png"/><Relationship Id="rId14" Type="http://schemas.openxmlformats.org/officeDocument/2006/relationships/image" Target="../media/img047_image-1-1.png"/><Relationship Id="rId15" Type="http://schemas.openxmlformats.org/officeDocument/2006/relationships/image" Target="../media/img047_image-1-1.png"/><Relationship Id="rId16" Type="http://schemas.openxmlformats.org/officeDocument/2006/relationships/image" Target="../media/img047_image-1-1.png"/><Relationship Id="rId17" Type="http://schemas.openxmlformats.org/officeDocument/2006/relationships/image" Target="../media/img047_image-1-17.png"/><Relationship Id="rId18" Type="http://schemas.openxmlformats.org/officeDocument/2006/relationships/image" Target="../media/img047_image-1-18.png"/><Relationship Id="rId19" Type="http://schemas.openxmlformats.org/officeDocument/2006/relationships/image" Target="../media/img047_image-1-18.png"/><Relationship Id="rId20" Type="http://schemas.openxmlformats.org/officeDocument/2006/relationships/image" Target="../media/img047_image-1-18.png"/><Relationship Id="rId21" Type="http://schemas.openxmlformats.org/officeDocument/2006/relationships/image" Target="../media/img047_image-1-17.png"/><Relationship Id="rId22" Type="http://schemas.openxmlformats.org/officeDocument/2006/relationships/image" Target="../media/img047_image-1-18.png"/><Relationship Id="rId23" Type="http://schemas.openxmlformats.org/officeDocument/2006/relationships/image" Target="../media/img047_image-1-18.png"/><Relationship Id="rId24" Type="http://schemas.openxmlformats.org/officeDocument/2006/relationships/image" Target="../media/img047_image-1-18.png"/><Relationship Id="rId25" Type="http://schemas.openxmlformats.org/officeDocument/2006/relationships/image" Target="../media/img047_image-1-17.png"/><Relationship Id="rId26" Type="http://schemas.openxmlformats.org/officeDocument/2006/relationships/image" Target="../media/img047_image-1-18.png"/><Relationship Id="rId27" Type="http://schemas.openxmlformats.org/officeDocument/2006/relationships/image" Target="../media/img047_image-1-18.png"/><Relationship Id="rId28" Type="http://schemas.openxmlformats.org/officeDocument/2006/relationships/image" Target="../media/img047_image-1-18.png"/><Relationship Id="rId29" Type="http://schemas.openxmlformats.org/officeDocument/2006/relationships/image" Target="../media/img047_image-1-17.png"/><Relationship Id="rId30" Type="http://schemas.openxmlformats.org/officeDocument/2006/relationships/image" Target="../media/img047_image-1-18.png"/><Relationship Id="rId31" Type="http://schemas.openxmlformats.org/officeDocument/2006/relationships/image" Target="../media/img047_image-1-18.png"/><Relationship Id="rId32" Type="http://schemas.openxmlformats.org/officeDocument/2006/relationships/image" Target="../media/img047_image-1-18.png"/><Relationship Id="rId33" Type="http://schemas.openxmlformats.org/officeDocument/2006/relationships/image" Target="../media/img047_image-1-17.png"/><Relationship Id="rId34" Type="http://schemas.openxmlformats.org/officeDocument/2006/relationships/image" Target="../media/img047_image-1-18.png"/><Relationship Id="rId35" Type="http://schemas.openxmlformats.org/officeDocument/2006/relationships/image" Target="../media/img047_image-1-18.png"/><Relationship Id="rId36" Type="http://schemas.openxmlformats.org/officeDocument/2006/relationships/image" Target="../media/img047_image-1-18.png"/><Relationship Id="rId37" Type="http://schemas.openxmlformats.org/officeDocument/2006/relationships/image" Target="../media/img047_image-1-17.png"/><Relationship Id="rId38" Type="http://schemas.openxmlformats.org/officeDocument/2006/relationships/image" Target="../media/img047_image-1-18.png"/><Relationship Id="rId39" Type="http://schemas.openxmlformats.org/officeDocument/2006/relationships/image" Target="../media/img047_image-1-18.png"/><Relationship Id="rId40" Type="http://schemas.openxmlformats.org/officeDocument/2006/relationships/image" Target="../media/img047_image-1-18.png"/><Relationship Id="rId41" Type="http://schemas.openxmlformats.org/officeDocument/2006/relationships/image" Target="../media/img047_image-1-17.png"/><Relationship Id="rId42" Type="http://schemas.openxmlformats.org/officeDocument/2006/relationships/image" Target="../media/img047_image-1-18.png"/><Relationship Id="rId43" Type="http://schemas.openxmlformats.org/officeDocument/2006/relationships/image" Target="../media/img047_image-1-18.png"/><Relationship Id="rId44" Type="http://schemas.openxmlformats.org/officeDocument/2006/relationships/image" Target="../media/img047_image-1-18.png"/><Relationship Id="rId45" Type="http://schemas.openxmlformats.org/officeDocument/2006/relationships/image" Target="../media/img047_image-1-17.png"/><Relationship Id="rId46" Type="http://schemas.openxmlformats.org/officeDocument/2006/relationships/image" Target="../media/img047_image-1-18.png"/><Relationship Id="rId47" Type="http://schemas.openxmlformats.org/officeDocument/2006/relationships/image" Target="../media/img047_image-1-18.png"/><Relationship Id="rId48" Type="http://schemas.openxmlformats.org/officeDocument/2006/relationships/image" Target="../media/img047_image-1-1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g048_image-1-1.png"/><Relationship Id="rId2" Type="http://schemas.openxmlformats.org/officeDocument/2006/relationships/image" Target="../media/img048_image-1-1.png"/><Relationship Id="rId3" Type="http://schemas.openxmlformats.org/officeDocument/2006/relationships/image" Target="../media/img048_image-1-1.png"/><Relationship Id="rId4" Type="http://schemas.openxmlformats.org/officeDocument/2006/relationships/image" Target="../media/img048_image-1-1.png"/><Relationship Id="rId5" Type="http://schemas.openxmlformats.org/officeDocument/2006/relationships/image" Target="../media/img048_image-1-1.png"/><Relationship Id="rId6" Type="http://schemas.openxmlformats.org/officeDocument/2006/relationships/image" Target="../media/img048_image-1-1.png"/><Relationship Id="rId7" Type="http://schemas.openxmlformats.org/officeDocument/2006/relationships/image" Target="../media/img048_image-1-1.png"/><Relationship Id="rId8" Type="http://schemas.openxmlformats.org/officeDocument/2006/relationships/image" Target="../media/img048_image-1-1.png"/><Relationship Id="rId9" Type="http://schemas.openxmlformats.org/officeDocument/2006/relationships/image" Target="../media/img048_image-1-1.png"/><Relationship Id="rId10" Type="http://schemas.openxmlformats.org/officeDocument/2006/relationships/image" Target="../media/img048_image-1-1.png"/><Relationship Id="rId11" Type="http://schemas.openxmlformats.org/officeDocument/2006/relationships/image" Target="../media/img048_image-1-1.png"/><Relationship Id="rId12" Type="http://schemas.openxmlformats.org/officeDocument/2006/relationships/image" Target="../media/img048_image-1-1.png"/><Relationship Id="rId13" Type="http://schemas.openxmlformats.org/officeDocument/2006/relationships/image" Target="../media/img048_image-1-1.png"/><Relationship Id="rId14" Type="http://schemas.openxmlformats.org/officeDocument/2006/relationships/image" Target="../media/img048_image-1-1.png"/><Relationship Id="rId15" Type="http://schemas.openxmlformats.org/officeDocument/2006/relationships/image" Target="../media/img048_image-1-1.png"/><Relationship Id="rId16" Type="http://schemas.openxmlformats.org/officeDocument/2006/relationships/image" Target="../media/img048_image-1-1.png"/><Relationship Id="rId17" Type="http://schemas.openxmlformats.org/officeDocument/2006/relationships/image" Target="../media/img048_image-1-17.png"/><Relationship Id="rId18" Type="http://schemas.openxmlformats.org/officeDocument/2006/relationships/image" Target="../media/img048_image-1-18.png"/><Relationship Id="rId19" Type="http://schemas.openxmlformats.org/officeDocument/2006/relationships/image" Target="../media/img048_image-1-18.png"/><Relationship Id="rId20" Type="http://schemas.openxmlformats.org/officeDocument/2006/relationships/image" Target="../media/img048_image-1-18.png"/><Relationship Id="rId21" Type="http://schemas.openxmlformats.org/officeDocument/2006/relationships/image" Target="../media/img048_image-1-17.png"/><Relationship Id="rId22" Type="http://schemas.openxmlformats.org/officeDocument/2006/relationships/image" Target="../media/img048_image-1-18.png"/><Relationship Id="rId23" Type="http://schemas.openxmlformats.org/officeDocument/2006/relationships/image" Target="../media/img048_image-1-18.png"/><Relationship Id="rId24" Type="http://schemas.openxmlformats.org/officeDocument/2006/relationships/image" Target="../media/img048_image-1-18.png"/><Relationship Id="rId25" Type="http://schemas.openxmlformats.org/officeDocument/2006/relationships/image" Target="../media/img048_image-1-17.png"/><Relationship Id="rId26" Type="http://schemas.openxmlformats.org/officeDocument/2006/relationships/image" Target="../media/img048_image-1-18.png"/><Relationship Id="rId27" Type="http://schemas.openxmlformats.org/officeDocument/2006/relationships/image" Target="../media/img048_image-1-18.png"/><Relationship Id="rId28" Type="http://schemas.openxmlformats.org/officeDocument/2006/relationships/image" Target="../media/img048_image-1-18.png"/><Relationship Id="rId29" Type="http://schemas.openxmlformats.org/officeDocument/2006/relationships/image" Target="../media/img048_image-1-17.png"/><Relationship Id="rId30" Type="http://schemas.openxmlformats.org/officeDocument/2006/relationships/image" Target="../media/img048_image-1-18.png"/><Relationship Id="rId31" Type="http://schemas.openxmlformats.org/officeDocument/2006/relationships/image" Target="../media/img048_image-1-18.png"/><Relationship Id="rId32" Type="http://schemas.openxmlformats.org/officeDocument/2006/relationships/image" Target="../media/img048_image-1-18.png"/><Relationship Id="rId33" Type="http://schemas.openxmlformats.org/officeDocument/2006/relationships/image" Target="../media/img048_image-1-17.png"/><Relationship Id="rId34" Type="http://schemas.openxmlformats.org/officeDocument/2006/relationships/image" Target="../media/img048_image-1-18.png"/><Relationship Id="rId35" Type="http://schemas.openxmlformats.org/officeDocument/2006/relationships/image" Target="../media/img048_image-1-18.png"/><Relationship Id="rId36" Type="http://schemas.openxmlformats.org/officeDocument/2006/relationships/image" Target="../media/img048_image-1-18.png"/><Relationship Id="rId37" Type="http://schemas.openxmlformats.org/officeDocument/2006/relationships/image" Target="../media/img048_image-1-17.png"/><Relationship Id="rId38" Type="http://schemas.openxmlformats.org/officeDocument/2006/relationships/image" Target="../media/img048_image-1-18.png"/><Relationship Id="rId39" Type="http://schemas.openxmlformats.org/officeDocument/2006/relationships/image" Target="../media/img048_image-1-18.png"/><Relationship Id="rId40" Type="http://schemas.openxmlformats.org/officeDocument/2006/relationships/image" Target="../media/img048_image-1-18.png"/><Relationship Id="rId41" Type="http://schemas.openxmlformats.org/officeDocument/2006/relationships/image" Target="../media/img048_image-1-17.png"/><Relationship Id="rId42" Type="http://schemas.openxmlformats.org/officeDocument/2006/relationships/image" Target="../media/img048_image-1-18.png"/><Relationship Id="rId43" Type="http://schemas.openxmlformats.org/officeDocument/2006/relationships/image" Target="../media/img048_image-1-18.png"/><Relationship Id="rId44" Type="http://schemas.openxmlformats.org/officeDocument/2006/relationships/image" Target="../media/img048_image-1-18.png"/><Relationship Id="rId45" Type="http://schemas.openxmlformats.org/officeDocument/2006/relationships/image" Target="../media/img048_image-1-17.png"/><Relationship Id="rId46" Type="http://schemas.openxmlformats.org/officeDocument/2006/relationships/image" Target="../media/img048_image-1-18.png"/><Relationship Id="rId47" Type="http://schemas.openxmlformats.org/officeDocument/2006/relationships/image" Target="../media/img048_image-1-18.png"/><Relationship Id="rId48" Type="http://schemas.openxmlformats.org/officeDocument/2006/relationships/image" Target="../media/img048_image-1-1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g053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g054_image-1-1.png"/><Relationship Id="rId2" Type="http://schemas.openxmlformats.org/officeDocument/2006/relationships/image" Target="../media/img054_image-1-2.png"/><Relationship Id="rId3" Type="http://schemas.openxmlformats.org/officeDocument/2006/relationships/image" Target="../media/img054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g055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g056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4904" y="158557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00"/>
              </a:lnSpc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 Learning</a:t>
            </a:r>
            <a:endParaRPr lang="en-US" sz="6000" dirty="0"/>
          </a:p>
          <a:p>
            <a:pPr algn="ctr" indent="0" marL="0">
              <a:lnSpc>
                <a:spcPts val="6700"/>
              </a:lnSpc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DSAI 308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259275" y="376641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59275" y="405810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59275" y="441563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1345" y="5150815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03350" y="5493715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4323" y="5827471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3350" y="6078017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14323" y="638617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500" dirty="0"/>
          </a:p>
        </p:txBody>
      </p:sp>
      <p:pic>
        <p:nvPicPr>
          <p:cNvPr id="14" name="Image 0" descr="/home/ahmed/Projects/ai_llm_slides/videos/deep-learning/002_transformers_part2/recreated_pptx/build/assets/zewail_logo_slide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5943600"/>
            <a:ext cx="3962370" cy="7492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95551" y="235640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64432"/>
            <a:ext cx="11091672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7300" dirty="0"/>
          </a:p>
        </p:txBody>
      </p:sp>
      <p:sp>
        <p:nvSpPr>
          <p:cNvPr id="6" name="Text 4"/>
          <p:cNvSpPr/>
          <p:nvPr/>
        </p:nvSpPr>
        <p:spPr>
          <a:xfrm>
            <a:off x="609630" y="3349299"/>
            <a:ext cx="109728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755660" y="4233428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Aug. 2020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04821" y="2103881"/>
            <a:ext cx="5486400" cy="112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930" b="1" dirty="0">
                <a:solidFill>
                  <a:srgbClr val="1C1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of</a:t>
            </a:r>
            <a:endParaRPr lang="en-US" sz="5930" dirty="0"/>
          </a:p>
        </p:txBody>
      </p:sp>
      <p:sp>
        <p:nvSpPr>
          <p:cNvPr id="6" name="Text 4"/>
          <p:cNvSpPr/>
          <p:nvPr/>
        </p:nvSpPr>
        <p:spPr>
          <a:xfrm>
            <a:off x="6147562" y="2268181"/>
            <a:ext cx="365760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50" b="1" dirty="0">
                <a:solidFill>
                  <a:srgbClr val="1C1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2210435" y="3632328"/>
            <a:ext cx="777240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50" b="1" dirty="0">
                <a:solidFill>
                  <a:srgbClr val="1C1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4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77100" y="1333500"/>
            <a:ext cx="4076700" cy="532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9" name="Image 1" descr="/home/ahmed/Projects/ai_llm_slides/videos/deep-learning/001_transformers_part1/recreated_pptx/build/assets/slide015_fig1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358900"/>
            <a:ext cx="4038600" cy="5283200"/>
          </a:xfrm>
          <a:prstGeom prst="rect">
            <a:avLst/>
          </a:prstGeom>
        </p:spPr>
      </p:pic>
      <p:pic>
        <p:nvPicPr>
          <p:cNvPr id="10" name="Image 2" descr="/home/ahmed/Projects/ai_llm_slides/videos/deep-learning/001_transformers_part1/recreated_pptx/build/assets/slide015_block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746500"/>
            <a:ext cx="863600" cy="304800"/>
          </a:xfrm>
          <a:prstGeom prst="rect">
            <a:avLst/>
          </a:prstGeom>
        </p:spPr>
      </p:pic>
      <p:pic>
        <p:nvPicPr>
          <p:cNvPr id="11" name="Image 3" descr="/home/ahmed/Projects/ai_llm_slides/videos/deep-learning/001_transformers_part1/recreated_pptx/build/assets/slide015_up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6184900"/>
            <a:ext cx="165100" cy="342900"/>
          </a:xfrm>
          <a:prstGeom prst="rect">
            <a:avLst/>
          </a:prstGeom>
        </p:spPr>
      </p:pic>
      <p:pic>
        <p:nvPicPr>
          <p:cNvPr id="12" name="Image 4" descr="/home/ahmed/Projects/ai_llm_slides/videos/deep-learning/001_transformers_part1/recreated_pptx/build/assets/slide015_up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473200"/>
            <a:ext cx="139700" cy="317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04100" y="1422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766300" y="1409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7395210" y="4527550"/>
            <a:ext cx="1943100" cy="618490"/>
          </a:xfrm>
          <a:prstGeom prst="rect">
            <a:avLst/>
          </a:prstGeom>
          <a:solidFill>
            <a:srgbClr val="E76B00">
              <a:alpha val="50000"/>
            </a:srgbClr>
          </a:solidFill>
          <a:ln/>
        </p:spPr>
      </p:sp>
      <p:sp>
        <p:nvSpPr>
          <p:cNvPr id="16" name="Shape 9"/>
          <p:cNvSpPr/>
          <p:nvPr/>
        </p:nvSpPr>
        <p:spPr>
          <a:xfrm>
            <a:off x="9363710" y="3530600"/>
            <a:ext cx="1877060" cy="598170"/>
          </a:xfrm>
          <a:prstGeom prst="rect">
            <a:avLst/>
          </a:prstGeom>
          <a:solidFill>
            <a:srgbClr val="E76B00">
              <a:alpha val="5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0" name="Text 88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1" name="Shape 129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2" name="Shape 130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3" name="Shape 131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4" name="Shape 132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901700" y="1320800"/>
            <a:ext cx="5295900" cy="533400"/>
          </a:xfrm>
          <a:prstGeom prst="rect">
            <a:avLst/>
          </a:prstGeom>
          <a:solidFill>
            <a:srgbClr val="F2C699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01700" y="1320800"/>
            <a:ext cx="529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Encoder and Decoder Blocks Contain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block</a:t>
            </a:r>
            <a:endParaRPr lang="en-US" sz="1600" dirty="0"/>
          </a:p>
        </p:txBody>
      </p:sp>
      <p:sp>
        <p:nvSpPr>
          <p:cNvPr id="137" name="Shape 135"/>
          <p:cNvSpPr/>
          <p:nvPr/>
        </p:nvSpPr>
        <p:spPr>
          <a:xfrm>
            <a:off x="1384300" y="1993900"/>
            <a:ext cx="3886200" cy="533400"/>
          </a:xfrm>
          <a:prstGeom prst="rect">
            <a:avLst/>
          </a:prstGeom>
          <a:solidFill>
            <a:srgbClr val="DECDBB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384300" y="1993900"/>
            <a:ext cx="3886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“h”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43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of Heads are 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</a:t>
            </a:r>
            <a:endParaRPr lang="en-US" sz="1500" dirty="0"/>
          </a:p>
        </p:txBody>
      </p:sp>
      <p:sp>
        <p:nvSpPr>
          <p:cNvPr id="139" name="Text 137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40" name="Shape 138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Shape 163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9" name="Text 167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70" name="Shape 168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2" name="Shape 190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3" name="Shape 191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4" name="Shape 202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5" name="Shape 203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6" name="Shape 204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3" name="Shape 211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4" name="Shape 212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5" name="Shape 213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21" name="Text 219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22" name="Shape 220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270500" y="2298700"/>
            <a:ext cx="228600" cy="381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499100" y="2336800"/>
            <a:ext cx="266700" cy="1524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765800" y="2489200"/>
            <a:ext cx="203200" cy="2667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5969000" y="2755900"/>
            <a:ext cx="88900" cy="1905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057900" y="2946400"/>
            <a:ext cx="50800" cy="190500"/>
          </a:xfrm>
          <a:prstGeom prst="line">
            <a:avLst/>
          </a:prstGeom>
          <a:noFill/>
          <a:ln w="9525">
            <a:solidFill>
              <a:srgbClr val="C4707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132830" y="3208020"/>
            <a:ext cx="119380" cy="97536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252210" y="4183380"/>
            <a:ext cx="26670" cy="35560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095750" y="4380230"/>
            <a:ext cx="204470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140450" y="4380230"/>
            <a:ext cx="3810" cy="27178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027170" y="4466590"/>
            <a:ext cx="2039620" cy="0"/>
          </a:xfrm>
          <a:prstGeom prst="line">
            <a:avLst/>
          </a:prstGeom>
          <a:noFill/>
          <a:ln w="9525">
            <a:solidFill>
              <a:srgbClr val="A6A6A6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flipV="1">
            <a:off x="6238240" y="4530090"/>
            <a:ext cx="68580" cy="121920"/>
          </a:xfrm>
          <a:prstGeom prst="triangle">
            <a:avLst/>
          </a:prstGeom>
          <a:solidFill>
            <a:srgbClr val="653716"/>
          </a:solidFill>
          <a:ln w="6350">
            <a:solidFill>
              <a:srgbClr val="653716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177280" y="461772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126480" y="4668520"/>
            <a:ext cx="279400" cy="2794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6126480" y="4668520"/>
            <a:ext cx="279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40" name="Shape 238"/>
          <p:cNvSpPr/>
          <p:nvPr/>
        </p:nvSpPr>
        <p:spPr>
          <a:xfrm flipH="1">
            <a:off x="6068060" y="4652010"/>
            <a:ext cx="76200" cy="11811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flipH="1">
            <a:off x="6055360" y="4770120"/>
            <a:ext cx="12700" cy="7874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flipH="1">
            <a:off x="6031230" y="4848860"/>
            <a:ext cx="24130" cy="4064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451600" y="3225800"/>
            <a:ext cx="1803400" cy="1498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44" name="Shape 242"/>
          <p:cNvSpPr/>
          <p:nvPr/>
        </p:nvSpPr>
        <p:spPr>
          <a:xfrm>
            <a:off x="2406650" y="3524250"/>
            <a:ext cx="1464310" cy="1244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45" name="Shape 243"/>
          <p:cNvSpPr/>
          <p:nvPr/>
        </p:nvSpPr>
        <p:spPr>
          <a:xfrm flipH="1">
            <a:off x="2400300" y="5435600"/>
            <a:ext cx="787400" cy="7493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46" name="Shape 244"/>
          <p:cNvSpPr/>
          <p:nvPr/>
        </p:nvSpPr>
        <p:spPr>
          <a:xfrm>
            <a:off x="7404100" y="4540250"/>
            <a:ext cx="1917700" cy="584200"/>
          </a:xfrm>
          <a:prstGeom prst="rect">
            <a:avLst/>
          </a:prstGeom>
          <a:solidFill>
            <a:srgbClr val="ED7D31">
              <a:alpha val="63000"/>
            </a:srgbClr>
          </a:solidFill>
          <a:ln w="3175">
            <a:solidFill>
              <a:srgbClr val="ED7D31">
                <a:alpha val="6300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505950" y="3511550"/>
            <a:ext cx="1771650" cy="609600"/>
          </a:xfrm>
          <a:prstGeom prst="rect">
            <a:avLst/>
          </a:prstGeom>
          <a:solidFill>
            <a:srgbClr val="ED7D31">
              <a:alpha val="63000"/>
            </a:srgbClr>
          </a:solidFill>
          <a:ln w="3175">
            <a:solidFill>
              <a:srgbClr val="ED7D31">
                <a:alpha val="63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91970" y="772160"/>
            <a:ext cx="731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– Part II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26210" y="188849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  Implementation Issues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26210" y="241935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Information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85570" y="297688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Transformer Block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38910" y="350647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Decoder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26210" y="403733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  as a Classifier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38910" y="462153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Next 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9900" y="2847610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</a:t>
            </a:r>
            <a:endParaRPr lang="en-US" sz="4850" dirty="0"/>
          </a:p>
        </p:txBody>
      </p:sp>
      <p:sp>
        <p:nvSpPr>
          <p:cNvPr id="6" name="Text 4"/>
          <p:cNvSpPr/>
          <p:nvPr/>
        </p:nvSpPr>
        <p:spPr>
          <a:xfrm>
            <a:off x="548640" y="3537823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Issues</a:t>
            </a:r>
            <a:endParaRPr lang="en-US" sz="4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" y="1358900"/>
            <a:ext cx="10375900" cy="5270500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85400" y="5105400"/>
            <a:ext cx="0" cy="889000"/>
          </a:xfrm>
          <a:prstGeom prst="line">
            <a:avLst/>
          </a:prstGeom>
          <a:noFill/>
          <a:ln w="15875">
            <a:solidFill>
              <a:srgbClr val="4E7D52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100965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8" name="Shape 6"/>
          <p:cNvSpPr/>
          <p:nvPr/>
        </p:nvSpPr>
        <p:spPr>
          <a:xfrm>
            <a:off x="11684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9" name="Shape 7"/>
          <p:cNvSpPr/>
          <p:nvPr/>
        </p:nvSpPr>
        <p:spPr>
          <a:xfrm>
            <a:off x="736600" y="2870200"/>
            <a:ext cx="1041400" cy="2159000"/>
          </a:xfrm>
          <a:prstGeom prst="roundRect">
            <a:avLst>
              <a:gd name="adj" fmla="val 7024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9690100" y="2870200"/>
            <a:ext cx="1054100" cy="2159000"/>
          </a:xfrm>
          <a:prstGeom prst="roundRect">
            <a:avLst>
              <a:gd name="adj" fmla="val 6940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838200" y="30099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3300" y="30099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8400" y="30099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33500" y="30099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8600" y="30099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5850" y="29845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91700" y="30099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1880" y="30099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32060" y="30099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02240" y="30099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72420" y="30099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46970" y="29845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8200" y="35306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3300" y="35306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8400" y="35306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3500" y="35306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98600" y="35306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5850" y="35052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91700" y="35306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1880" y="35306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32060" y="35306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02240" y="35306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72420" y="35306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46970" y="35052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8200" y="40513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3300" y="40513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68400" y="40513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33500" y="40513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98600" y="40513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5850" y="40259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791700" y="40513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61880" y="40513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32060" y="40513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02240" y="40513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72420" y="40513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46970" y="40259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8200" y="46101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3300" y="46101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68400" y="46101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33500" y="46101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98600" y="46101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5850" y="45847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791700" y="46101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61880" y="46101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132060" y="46101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02240" y="46101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72420" y="46101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046970" y="45847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590800" y="29337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74620" y="29337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58440" y="29337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42260" y="29337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26080" y="29337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90800" y="34544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74620" y="34544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58440" y="34544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42260" y="34544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26080" y="34544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90800" y="39751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74620" y="39751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58440" y="39751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42260" y="39751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26080" y="39751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90800" y="45339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74620" y="45339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58440" y="45339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842260" y="45339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926080" y="45339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470900" y="29337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549640" y="29337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28380" y="29337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07120" y="29337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85860" y="29337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70900" y="34544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49640" y="34544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28380" y="34544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07120" y="34544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785860" y="34544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470900" y="39751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49640" y="39751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28380" y="39751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07120" y="39751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85860" y="39751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70900" y="45339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549640" y="45339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628380" y="45339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07120" y="45339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85860" y="45339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97200" y="2908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8102600" y="28829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2997200" y="34290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102600" y="3416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2997200" y="39497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8102600" y="40132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2997200" y="4508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8102600" y="4572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816600" y="2463800"/>
            <a:ext cx="419100" cy="2654300"/>
          </a:xfrm>
          <a:prstGeom prst="roundRect">
            <a:avLst>
              <a:gd name="adj" fmla="val 17455"/>
            </a:avLst>
          </a:prstGeom>
          <a:solidFill>
            <a:srgbClr val="F8DDFC"/>
          </a:solidFill>
          <a:ln w="12700">
            <a:solidFill>
              <a:srgbClr val="C0AEC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 rot="5400000">
            <a:off x="5676900" y="35941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4279900" y="3143250"/>
            <a:ext cx="14986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4076700" y="3657600"/>
            <a:ext cx="17018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3848100" y="4178300"/>
            <a:ext cx="19304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3606800" y="4730750"/>
            <a:ext cx="21717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3441700" y="2070100"/>
            <a:ext cx="8509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114" name="Text 112"/>
          <p:cNvSpPr/>
          <p:nvPr/>
        </p:nvSpPr>
        <p:spPr>
          <a:xfrm>
            <a:off x="3441700" y="2070100"/>
            <a:ext cx="850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448300" y="2044700"/>
            <a:ext cx="10922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116" name="Text 114"/>
          <p:cNvSpPr/>
          <p:nvPr/>
        </p:nvSpPr>
        <p:spPr>
          <a:xfrm>
            <a:off x="5448300" y="2044700"/>
            <a:ext cx="1092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7569200" y="2044700"/>
            <a:ext cx="1206500" cy="292100"/>
          </a:xfrm>
          <a:prstGeom prst="roundRect">
            <a:avLst>
              <a:gd name="adj" fmla="val 37565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118" name="Text 116"/>
          <p:cNvSpPr/>
          <p:nvPr/>
        </p:nvSpPr>
        <p:spPr>
          <a:xfrm>
            <a:off x="7569200" y="2044700"/>
            <a:ext cx="12065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9347200" y="5930900"/>
            <a:ext cx="2095500" cy="800100"/>
          </a:xfrm>
          <a:prstGeom prst="roundRect">
            <a:avLst>
              <a:gd name="adj" fmla="val 9143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20" name="Shape 118"/>
          <p:cNvSpPr/>
          <p:nvPr/>
        </p:nvSpPr>
        <p:spPr>
          <a:xfrm>
            <a:off x="9563100" y="5969000"/>
            <a:ext cx="8128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644380" y="5969000"/>
            <a:ext cx="8128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25660" y="5969000"/>
            <a:ext cx="8128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806940" y="5969000"/>
            <a:ext cx="8128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888220" y="5969000"/>
            <a:ext cx="8128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93400" y="6070600"/>
            <a:ext cx="10160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795000" y="6070600"/>
            <a:ext cx="10160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896600" y="6070600"/>
            <a:ext cx="10160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998200" y="6070600"/>
            <a:ext cx="10160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1099800" y="6070600"/>
            <a:ext cx="10160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817100" y="61468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133" name="Text 131"/>
          <p:cNvSpPr/>
          <p:nvPr/>
        </p:nvSpPr>
        <p:spPr>
          <a:xfrm>
            <a:off x="10083800" y="6350000"/>
            <a:ext cx="457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10502900" y="6057900"/>
            <a:ext cx="165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135" name="Text 133"/>
          <p:cNvSpPr/>
          <p:nvPr/>
        </p:nvSpPr>
        <p:spPr>
          <a:xfrm>
            <a:off x="11036300" y="62992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9474200" y="6464300"/>
            <a:ext cx="187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2247900" y="6057900"/>
            <a:ext cx="4000500" cy="520700"/>
          </a:xfrm>
          <a:prstGeom prst="roundRect">
            <a:avLst>
              <a:gd name="adj" fmla="val 10537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138" name="Shape 136"/>
          <p:cNvSpPr/>
          <p:nvPr/>
        </p:nvSpPr>
        <p:spPr>
          <a:xfrm>
            <a:off x="24003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5679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355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9032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0708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6517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3263900" y="6108700"/>
            <a:ext cx="190500" cy="304800"/>
          </a:xfrm>
          <a:prstGeom prst="rect">
            <a:avLst/>
          </a:prstGeom>
          <a:solidFill>
            <a:srgbClr val="F4AECB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454400" y="6108700"/>
            <a:ext cx="190500" cy="304800"/>
          </a:xfrm>
          <a:prstGeom prst="rect">
            <a:avLst/>
          </a:prstGeom>
          <a:solidFill>
            <a:srgbClr val="F2BEDA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44900" y="6108700"/>
            <a:ext cx="190500" cy="304800"/>
          </a:xfrm>
          <a:prstGeom prst="rect">
            <a:avLst/>
          </a:prstGeom>
          <a:solidFill>
            <a:srgbClr val="F293C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835400" y="6108700"/>
            <a:ext cx="190500" cy="304800"/>
          </a:xfrm>
          <a:prstGeom prst="rect">
            <a:avLst/>
          </a:prstGeom>
          <a:solidFill>
            <a:srgbClr val="E295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025900" y="6108700"/>
            <a:ext cx="190500" cy="304800"/>
          </a:xfrm>
          <a:prstGeom prst="rect">
            <a:avLst/>
          </a:prstGeom>
          <a:solidFill>
            <a:srgbClr val="DC88C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549650" y="60833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3238500" y="6083300"/>
            <a:ext cx="1003300" cy="355600"/>
          </a:xfrm>
          <a:prstGeom prst="roundRect">
            <a:avLst>
              <a:gd name="adj" fmla="val 10286"/>
            </a:avLst>
          </a:prstGeom>
          <a:ln w="19050">
            <a:solidFill>
              <a:srgbClr val="FF00FF"/>
            </a:solidFill>
            <a:prstDash val="sysDot"/>
          </a:ln>
        </p:spPr>
      </p:sp>
      <p:sp>
        <p:nvSpPr>
          <p:cNvPr id="151" name="Shape 149"/>
          <p:cNvSpPr/>
          <p:nvPr/>
        </p:nvSpPr>
        <p:spPr>
          <a:xfrm>
            <a:off x="42545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4221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5897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7574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9250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5059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51181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2857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533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6210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886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3695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3" name="Shape 161"/>
          <p:cNvSpPr/>
          <p:nvPr/>
        </p:nvSpPr>
        <p:spPr>
          <a:xfrm>
            <a:off x="3238500" y="2463800"/>
            <a:ext cx="1104900" cy="2641600"/>
          </a:xfrm>
          <a:prstGeom prst="rect">
            <a:avLst/>
          </a:prstGeom>
          <a:solidFill>
            <a:srgbClr val="DC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327400" y="2489200"/>
            <a:ext cx="914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165" name="Text 163"/>
          <p:cNvSpPr/>
          <p:nvPr/>
        </p:nvSpPr>
        <p:spPr>
          <a:xfrm>
            <a:off x="4406900" y="2508250"/>
            <a:ext cx="406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K.q</a:t>
            </a:r>
            <a:endParaRPr lang="en-US" sz="1300" dirty="0"/>
          </a:p>
        </p:txBody>
      </p:sp>
      <p:sp>
        <p:nvSpPr>
          <p:cNvPr id="166" name="Shape 164"/>
          <p:cNvSpPr/>
          <p:nvPr/>
        </p:nvSpPr>
        <p:spPr>
          <a:xfrm>
            <a:off x="4133850" y="30797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171950" y="31178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68" name="Shape 166"/>
          <p:cNvSpPr/>
          <p:nvPr/>
        </p:nvSpPr>
        <p:spPr>
          <a:xfrm>
            <a:off x="3930650" y="36004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968750" y="36385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70" name="Shape 168"/>
          <p:cNvSpPr/>
          <p:nvPr/>
        </p:nvSpPr>
        <p:spPr>
          <a:xfrm>
            <a:off x="3702050" y="41211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740150" y="41592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72" name="Shape 170"/>
          <p:cNvSpPr/>
          <p:nvPr/>
        </p:nvSpPr>
        <p:spPr>
          <a:xfrm>
            <a:off x="3460750" y="46799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498850" y="47180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778000" y="314325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1778000" y="365760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6" name="Shape 174"/>
          <p:cNvSpPr/>
          <p:nvPr/>
        </p:nvSpPr>
        <p:spPr>
          <a:xfrm>
            <a:off x="1778000" y="417830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>
            <a:off x="1778000" y="4730750"/>
            <a:ext cx="2413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2501900" y="3143250"/>
            <a:ext cx="16129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2501900" y="3657600"/>
            <a:ext cx="14097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2501900" y="4178300"/>
            <a:ext cx="11811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2501900" y="4730750"/>
            <a:ext cx="9398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 flipH="1">
            <a:off x="9512300" y="314325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 flipH="1">
            <a:off x="9512300" y="365760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 flipH="1">
            <a:off x="9512300" y="417830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5" name="Shape 183"/>
          <p:cNvSpPr/>
          <p:nvPr/>
        </p:nvSpPr>
        <p:spPr>
          <a:xfrm flipH="1">
            <a:off x="9512300" y="4730750"/>
            <a:ext cx="1778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 flipV="1">
            <a:off x="3810000" y="3162300"/>
            <a:ext cx="406400" cy="19050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3810000" y="3683000"/>
            <a:ext cx="203200" cy="13843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784600" y="4203700"/>
            <a:ext cx="25400" cy="863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543300" y="4762500"/>
            <a:ext cx="266700" cy="3048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039620" y="299085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039620" y="299085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2" name="Shape 190"/>
          <p:cNvSpPr/>
          <p:nvPr/>
        </p:nvSpPr>
        <p:spPr>
          <a:xfrm>
            <a:off x="2039620" y="352171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2039620" y="352171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4" name="Shape 192"/>
          <p:cNvSpPr/>
          <p:nvPr/>
        </p:nvSpPr>
        <p:spPr>
          <a:xfrm>
            <a:off x="2039620" y="403987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039620" y="403987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6" name="Shape 194"/>
          <p:cNvSpPr/>
          <p:nvPr/>
        </p:nvSpPr>
        <p:spPr>
          <a:xfrm>
            <a:off x="2039620" y="4598670"/>
            <a:ext cx="449580" cy="323850"/>
          </a:xfrm>
          <a:prstGeom prst="rect">
            <a:avLst/>
          </a:prstGeom>
          <a:solidFill>
            <a:srgbClr val="D4FCDC"/>
          </a:solidFill>
          <a:ln w="12700">
            <a:solidFill>
              <a:srgbClr val="51A363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039620" y="4598670"/>
            <a:ext cx="4495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198" name="Shape 196"/>
          <p:cNvSpPr/>
          <p:nvPr/>
        </p:nvSpPr>
        <p:spPr>
          <a:xfrm>
            <a:off x="8972550" y="299085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8972550" y="299085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0" name="Shape 198"/>
          <p:cNvSpPr/>
          <p:nvPr/>
        </p:nvSpPr>
        <p:spPr>
          <a:xfrm>
            <a:off x="8972550" y="352171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8972550" y="352171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2" name="Shape 200"/>
          <p:cNvSpPr/>
          <p:nvPr/>
        </p:nvSpPr>
        <p:spPr>
          <a:xfrm>
            <a:off x="8972550" y="403987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972550" y="403987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4" name="Shape 202"/>
          <p:cNvSpPr/>
          <p:nvPr/>
        </p:nvSpPr>
        <p:spPr>
          <a:xfrm>
            <a:off x="8972550" y="4598670"/>
            <a:ext cx="439420" cy="323850"/>
          </a:xfrm>
          <a:prstGeom prst="rect">
            <a:avLst/>
          </a:prstGeom>
          <a:solidFill>
            <a:srgbClr val="D2ECFF"/>
          </a:solidFill>
          <a:ln w="12700">
            <a:solidFill>
              <a:srgbClr val="1F2C6B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8972550" y="4598670"/>
            <a:ext cx="4394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050" dirty="0"/>
          </a:p>
        </p:txBody>
      </p:sp>
      <p:sp>
        <p:nvSpPr>
          <p:cNvPr id="206" name="Shape 204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208" name="Shape 206"/>
          <p:cNvSpPr/>
          <p:nvPr/>
        </p:nvSpPr>
        <p:spPr>
          <a:xfrm>
            <a:off x="6556375" y="281622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6661150" y="29210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0" name="Shape 208"/>
          <p:cNvSpPr/>
          <p:nvPr/>
        </p:nvSpPr>
        <p:spPr>
          <a:xfrm>
            <a:off x="6937375" y="345757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7042150" y="35623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2" name="Shape 210"/>
          <p:cNvSpPr/>
          <p:nvPr/>
        </p:nvSpPr>
        <p:spPr>
          <a:xfrm>
            <a:off x="7292975" y="390207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97750" y="40068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4" name="Shape 212"/>
          <p:cNvSpPr/>
          <p:nvPr/>
        </p:nvSpPr>
        <p:spPr>
          <a:xfrm>
            <a:off x="7680325" y="4486275"/>
            <a:ext cx="463550" cy="463550"/>
          </a:xfrm>
          <a:prstGeom prst="ellipse">
            <a:avLst/>
          </a:prstGeom>
          <a:ln w="38100">
            <a:solidFill>
              <a:srgbClr val="C03030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785100" y="459105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216" name="Shape 214"/>
          <p:cNvSpPr/>
          <p:nvPr/>
        </p:nvSpPr>
        <p:spPr>
          <a:xfrm>
            <a:off x="6788150" y="2914650"/>
            <a:ext cx="112395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flipV="1">
            <a:off x="6788150" y="2794000"/>
            <a:ext cx="0" cy="2540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8" name="Shape 216"/>
          <p:cNvSpPr/>
          <p:nvPr/>
        </p:nvSpPr>
        <p:spPr>
          <a:xfrm flipV="1">
            <a:off x="7169150" y="2794000"/>
            <a:ext cx="0" cy="89535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9" name="Shape 217"/>
          <p:cNvSpPr/>
          <p:nvPr/>
        </p:nvSpPr>
        <p:spPr>
          <a:xfrm flipV="1">
            <a:off x="7524750" y="2794000"/>
            <a:ext cx="0" cy="133985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20" name="Shape 218"/>
          <p:cNvSpPr/>
          <p:nvPr/>
        </p:nvSpPr>
        <p:spPr>
          <a:xfrm flipV="1">
            <a:off x="7912100" y="2794000"/>
            <a:ext cx="0" cy="192405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21" name="Shape 219"/>
          <p:cNvSpPr/>
          <p:nvPr/>
        </p:nvSpPr>
        <p:spPr>
          <a:xfrm>
            <a:off x="3492500" y="5486400"/>
            <a:ext cx="596900" cy="6096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3492500" y="5486400"/>
            <a:ext cx="5969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223" name="Text 221"/>
          <p:cNvSpPr/>
          <p:nvPr/>
        </p:nvSpPr>
        <p:spPr>
          <a:xfrm>
            <a:off x="3517900" y="51689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4" name="Shape 222"/>
          <p:cNvSpPr/>
          <p:nvPr/>
        </p:nvSpPr>
        <p:spPr>
          <a:xfrm>
            <a:off x="3860800" y="5257800"/>
            <a:ext cx="8636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947160" y="5257800"/>
            <a:ext cx="8636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033520" y="5257800"/>
            <a:ext cx="8636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119880" y="5257800"/>
            <a:ext cx="8636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206240" y="5257800"/>
            <a:ext cx="8636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flipV="1">
            <a:off x="3797300" y="5168900"/>
            <a:ext cx="0" cy="3302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30" name="Shape 228"/>
          <p:cNvSpPr/>
          <p:nvPr/>
        </p:nvSpPr>
        <p:spPr>
          <a:xfrm flipV="1">
            <a:off x="3797300" y="5930900"/>
            <a:ext cx="0" cy="13970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31" name="Shape 229"/>
          <p:cNvSpPr/>
          <p:nvPr/>
        </p:nvSpPr>
        <p:spPr>
          <a:xfrm>
            <a:off x="6959600" y="1606550"/>
            <a:ext cx="175260" cy="228600"/>
          </a:xfrm>
          <a:prstGeom prst="rect">
            <a:avLst/>
          </a:prstGeom>
          <a:solidFill>
            <a:srgbClr val="B3DF9F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134860" y="1606550"/>
            <a:ext cx="175260" cy="228600"/>
          </a:xfrm>
          <a:prstGeom prst="rect">
            <a:avLst/>
          </a:prstGeom>
          <a:solidFill>
            <a:srgbClr val="B3DF9F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310120" y="1606550"/>
            <a:ext cx="175260" cy="228600"/>
          </a:xfrm>
          <a:prstGeom prst="rect">
            <a:avLst/>
          </a:prstGeom>
          <a:solidFill>
            <a:srgbClr val="B3DF9F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485380" y="1606550"/>
            <a:ext cx="175260" cy="228600"/>
          </a:xfrm>
          <a:prstGeom prst="rect">
            <a:avLst/>
          </a:prstGeom>
          <a:solidFill>
            <a:srgbClr val="B0C4BD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660640" y="1606550"/>
            <a:ext cx="175260" cy="228600"/>
          </a:xfrm>
          <a:prstGeom prst="rect">
            <a:avLst/>
          </a:prstGeom>
          <a:solidFill>
            <a:srgbClr val="B0C4BD"/>
          </a:solidFill>
          <a:ln w="6350">
            <a:solidFill>
              <a:srgbClr val="7DA076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959600" y="1581150"/>
            <a:ext cx="876300" cy="279400"/>
          </a:xfrm>
          <a:prstGeom prst="rect">
            <a:avLst/>
          </a:prstGeom>
          <a:ln w="12700">
            <a:solidFill>
              <a:srgbClr val="7FA37C"/>
            </a:solidFill>
            <a:prstDash val="sysDot"/>
          </a:ln>
        </p:spPr>
      </p:sp>
      <p:sp>
        <p:nvSpPr>
          <p:cNvPr id="237" name="Text 235"/>
          <p:cNvSpPr/>
          <p:nvPr/>
        </p:nvSpPr>
        <p:spPr>
          <a:xfrm>
            <a:off x="7162800" y="1593850"/>
            <a:ext cx="330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200" dirty="0"/>
          </a:p>
        </p:txBody>
      </p:sp>
      <p:sp>
        <p:nvSpPr>
          <p:cNvPr id="238" name="Shape 236"/>
          <p:cNvSpPr/>
          <p:nvPr/>
        </p:nvSpPr>
        <p:spPr>
          <a:xfrm rot="18900000">
            <a:off x="6959600" y="1892300"/>
            <a:ext cx="381000" cy="203200"/>
          </a:xfrm>
          <a:prstGeom prst="rightArrow">
            <a:avLst/>
          </a:prstGeom>
          <a:solidFill>
            <a:srgbClr val="4E9A4E"/>
          </a:solidFill>
          <a:ln w="9525">
            <a:solidFill>
              <a:srgbClr val="2F6B2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353300" y="1854200"/>
            <a:ext cx="101600" cy="101600"/>
          </a:xfrm>
          <a:prstGeom prst="triangle">
            <a:avLst/>
          </a:prstGeom>
          <a:solidFill>
            <a:srgbClr val="8F2020"/>
          </a:solidFill>
          <a:ln/>
        </p:spPr>
      </p:sp>
      <p:sp>
        <p:nvSpPr>
          <p:cNvPr id="240" name="Shape 238"/>
          <p:cNvSpPr/>
          <p:nvPr/>
        </p:nvSpPr>
        <p:spPr>
          <a:xfrm>
            <a:off x="7404100" y="1981200"/>
            <a:ext cx="0" cy="482600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3114675" y="4956175"/>
            <a:ext cx="1390650" cy="1390650"/>
          </a:xfrm>
          <a:prstGeom prst="ellipse">
            <a:avLst/>
          </a:prstGeom>
          <a:solidFill>
            <a:srgbClr val="4583C9">
              <a:alpha val="42000"/>
            </a:srgbClr>
          </a:solidFill>
          <a:ln/>
        </p:spPr>
      </p:sp>
      <p:sp>
        <p:nvSpPr>
          <p:cNvPr id="242" name="Shape 240"/>
          <p:cNvSpPr/>
          <p:nvPr/>
        </p:nvSpPr>
        <p:spPr>
          <a:xfrm rot="19560000">
            <a:off x="3403600" y="6527800"/>
            <a:ext cx="279400" cy="165100"/>
          </a:xfrm>
          <a:prstGeom prst="rightArrow">
            <a:avLst/>
          </a:prstGeom>
          <a:solidFill>
            <a:srgbClr val="A50D1E"/>
          </a:solidFill>
          <a:ln/>
        </p:spPr>
      </p:sp>
      <p:sp>
        <p:nvSpPr>
          <p:cNvPr id="243" name="Text 241"/>
          <p:cNvSpPr/>
          <p:nvPr/>
        </p:nvSpPr>
        <p:spPr>
          <a:xfrm>
            <a:off x="2324100" y="7112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244" name="Text 242"/>
          <p:cNvSpPr/>
          <p:nvPr/>
        </p:nvSpPr>
        <p:spPr>
          <a:xfrm>
            <a:off x="2324100" y="10287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  <p:sp>
        <p:nvSpPr>
          <p:cNvPr id="245" name="Shape 243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3B28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7600" y="812800"/>
            <a:ext cx="942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a Vector by a Matrix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850900" y="1358900"/>
            <a:ext cx="2565400" cy="5410200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14986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Word </a:t>
            </a:r>
            <a:pPr algn="l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27760" y="2086610"/>
            <a:ext cx="1717040" cy="469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" y="2086610"/>
            <a:ext cx="1729740" cy="14160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" y="2086610"/>
            <a:ext cx="1729740" cy="28041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" y="2086610"/>
            <a:ext cx="1676400" cy="41338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760" y="3495040"/>
            <a:ext cx="1717040" cy="-13614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7760" y="3495040"/>
            <a:ext cx="1729740" cy="76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760" y="3495040"/>
            <a:ext cx="1729740" cy="139573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7760" y="3495040"/>
            <a:ext cx="1676400" cy="27254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7760" y="4904740"/>
            <a:ext cx="1717040" cy="-27711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7760" y="4904740"/>
            <a:ext cx="1729740" cy="-140208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7760" y="4904740"/>
            <a:ext cx="1729740" cy="-1397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7760" y="4904740"/>
            <a:ext cx="1676400" cy="13157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7760" y="6220460"/>
            <a:ext cx="1717040" cy="-40868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7760" y="6220460"/>
            <a:ext cx="1729740" cy="-271780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7760" y="6220460"/>
            <a:ext cx="1729740" cy="-13296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7760" y="6220460"/>
            <a:ext cx="1676400" cy="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51280" y="1926590"/>
            <a:ext cx="396240" cy="1182370"/>
          </a:xfrm>
          <a:prstGeom prst="ellipse">
            <a:avLst/>
          </a:prstGeom>
          <a:solidFill>
            <a:srgbClr val="88FFFF"/>
          </a:solidFill>
          <a:ln w="12700">
            <a:solidFill>
              <a:srgbClr val="4AB8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1280" y="3149600"/>
            <a:ext cx="396240" cy="1117600"/>
          </a:xfrm>
          <a:prstGeom prst="ellipse">
            <a:avLst/>
          </a:prstGeom>
          <a:solidFill>
            <a:srgbClr val="F8D8F8"/>
          </a:solidFill>
          <a:ln w="12700">
            <a:solidFill>
              <a:srgbClr val="D88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1280" y="4318000"/>
            <a:ext cx="396240" cy="990600"/>
          </a:xfrm>
          <a:prstGeom prst="ellipse">
            <a:avLst/>
          </a:prstGeom>
          <a:solidFill>
            <a:srgbClr val="FFE4CC"/>
          </a:solidFill>
          <a:ln w="12700">
            <a:solidFill>
              <a:srgbClr val="E8B0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1280" y="5346700"/>
            <a:ext cx="396240" cy="1028700"/>
          </a:xfrm>
          <a:prstGeom prst="ellipse">
            <a:avLst/>
          </a:prstGeom>
          <a:solidFill>
            <a:srgbClr val="DFF8D8"/>
          </a:solidFill>
          <a:ln w="12700">
            <a:solidFill>
              <a:srgbClr val="98D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6200" y="20281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46200" y="234696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46200" y="266573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46200" y="29044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46200" y="31838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46200" y="34632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46200" y="37553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46200" y="398145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46200" y="43434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46200" y="4610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46200" y="48768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46200" y="5118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46200" y="533781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46200" y="56565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46200" y="59486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46200" y="613537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69010" y="192786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9960" y="197231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69010" y="33362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9960" y="33807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69010" y="47459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9960" y="47904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9010" y="606171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9960" y="610616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625725" y="191452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54" name="Shape 52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55" name="Shape 53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56" name="Text 54"/>
          <p:cNvSpPr/>
          <p:nvPr/>
        </p:nvSpPr>
        <p:spPr>
          <a:xfrm>
            <a:off x="2679700" y="200660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857500" y="214630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38425" y="328358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0" name="Shape 58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1" name="Shape 59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2" name="Text 60"/>
          <p:cNvSpPr/>
          <p:nvPr/>
        </p:nvSpPr>
        <p:spPr>
          <a:xfrm>
            <a:off x="2692400" y="337566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870200" y="351536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38425" y="467169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6" name="Shape 64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7" name="Shape 65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8" name="Text 66"/>
          <p:cNvSpPr/>
          <p:nvPr/>
        </p:nvSpPr>
        <p:spPr>
          <a:xfrm>
            <a:off x="2692400" y="476377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2870200" y="490347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85085" y="6001385"/>
            <a:ext cx="438150" cy="438150"/>
          </a:xfrm>
          <a:prstGeom prst="ellipse">
            <a:avLst/>
          </a:prstGeom>
          <a:solidFill>
            <a:srgbClr val="F6F8FE"/>
          </a:solidFill>
          <a:ln w="19050">
            <a:solidFill>
              <a:srgbClr val="9B404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72" name="Shape 70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73" name="Shape 71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74" name="Text 72"/>
          <p:cNvSpPr/>
          <p:nvPr/>
        </p:nvSpPr>
        <p:spPr>
          <a:xfrm>
            <a:off x="2639060" y="609346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2816860" y="6233160"/>
            <a:ext cx="114300" cy="88900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73400" y="213360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77" name="Text 75"/>
          <p:cNvSpPr/>
          <p:nvPr/>
        </p:nvSpPr>
        <p:spPr>
          <a:xfrm>
            <a:off x="3073400" y="179705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8" name="Shape 76"/>
          <p:cNvSpPr/>
          <p:nvPr/>
        </p:nvSpPr>
        <p:spPr>
          <a:xfrm>
            <a:off x="2787650" y="237490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79" name="Text 77"/>
          <p:cNvSpPr/>
          <p:nvPr/>
        </p:nvSpPr>
        <p:spPr>
          <a:xfrm>
            <a:off x="2768600" y="241935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80" name="Shape 78"/>
          <p:cNvSpPr/>
          <p:nvPr/>
        </p:nvSpPr>
        <p:spPr>
          <a:xfrm>
            <a:off x="3086100" y="35026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3086100" y="31661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82" name="Shape 80"/>
          <p:cNvSpPr/>
          <p:nvPr/>
        </p:nvSpPr>
        <p:spPr>
          <a:xfrm>
            <a:off x="2800350" y="374396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83" name="Text 81"/>
          <p:cNvSpPr/>
          <p:nvPr/>
        </p:nvSpPr>
        <p:spPr>
          <a:xfrm>
            <a:off x="2781300" y="378841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84" name="Shape 82"/>
          <p:cNvSpPr/>
          <p:nvPr/>
        </p:nvSpPr>
        <p:spPr>
          <a:xfrm>
            <a:off x="3086100" y="489077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5" name="Text 83"/>
          <p:cNvSpPr/>
          <p:nvPr/>
        </p:nvSpPr>
        <p:spPr>
          <a:xfrm>
            <a:off x="3086100" y="455422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86" name="Shape 84"/>
          <p:cNvSpPr/>
          <p:nvPr/>
        </p:nvSpPr>
        <p:spPr>
          <a:xfrm>
            <a:off x="2800350" y="513207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87" name="Text 85"/>
          <p:cNvSpPr/>
          <p:nvPr/>
        </p:nvSpPr>
        <p:spPr>
          <a:xfrm>
            <a:off x="2781300" y="517652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88" name="Shape 86"/>
          <p:cNvSpPr/>
          <p:nvPr/>
        </p:nvSpPr>
        <p:spPr>
          <a:xfrm>
            <a:off x="3032760" y="62204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89" name="Text 87"/>
          <p:cNvSpPr/>
          <p:nvPr/>
        </p:nvSpPr>
        <p:spPr>
          <a:xfrm>
            <a:off x="3032760" y="58839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90" name="Shape 88"/>
          <p:cNvSpPr/>
          <p:nvPr/>
        </p:nvSpPr>
        <p:spPr>
          <a:xfrm>
            <a:off x="2747010" y="6461760"/>
            <a:ext cx="0" cy="107950"/>
          </a:xfrm>
          <a:prstGeom prst="line">
            <a:avLst/>
          </a:prstGeom>
          <a:noFill/>
          <a:ln w="19050">
            <a:solidFill>
              <a:srgbClr val="2E9C48"/>
            </a:solidFill>
            <a:prstDash val="solid"/>
            <a:headEnd type="triangle"/>
          </a:ln>
        </p:spPr>
      </p:sp>
      <p:sp>
        <p:nvSpPr>
          <p:cNvPr id="91" name="Text 89"/>
          <p:cNvSpPr/>
          <p:nvPr/>
        </p:nvSpPr>
        <p:spPr>
          <a:xfrm>
            <a:off x="2727960" y="650621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92" name="Shape 90"/>
          <p:cNvSpPr/>
          <p:nvPr/>
        </p:nvSpPr>
        <p:spPr>
          <a:xfrm>
            <a:off x="3581400" y="1320800"/>
            <a:ext cx="7962900" cy="2628900"/>
          </a:xfrm>
          <a:prstGeom prst="roundRect">
            <a:avLst>
              <a:gd name="adj" fmla="val 2087"/>
            </a:avLst>
          </a:prstGeom>
          <a:solidFill>
            <a:srgbClr val="F2F1EF"/>
          </a:solidFill>
          <a:ln w="12700">
            <a:solidFill>
              <a:srgbClr val="D0D5D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94200" y="1981200"/>
            <a:ext cx="5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300" b="1" baseline="3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2500" dirty="0"/>
          </a:p>
        </p:txBody>
      </p:sp>
      <p:sp>
        <p:nvSpPr>
          <p:cNvPr id="94" name="Shape 92"/>
          <p:cNvSpPr/>
          <p:nvPr/>
        </p:nvSpPr>
        <p:spPr>
          <a:xfrm>
            <a:off x="3797300" y="2425700"/>
            <a:ext cx="1587500" cy="393700"/>
          </a:xfrm>
          <a:prstGeom prst="roundRect">
            <a:avLst>
              <a:gd name="adj" fmla="val 27871"/>
            </a:avLst>
          </a:prstGeom>
          <a:solidFill>
            <a:srgbClr val="EFD4F4"/>
          </a:solidFill>
          <a:ln w="12700">
            <a:solidFill>
              <a:srgbClr val="D8A8D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13150" y="2324100"/>
            <a:ext cx="17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4800" dirty="0"/>
          </a:p>
        </p:txBody>
      </p:sp>
      <p:sp>
        <p:nvSpPr>
          <p:cNvPr id="96" name="Text 94"/>
          <p:cNvSpPr/>
          <p:nvPr/>
        </p:nvSpPr>
        <p:spPr>
          <a:xfrm>
            <a:off x="5391150" y="2336800"/>
            <a:ext cx="17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4800" dirty="0"/>
          </a:p>
        </p:txBody>
      </p:sp>
      <p:sp>
        <p:nvSpPr>
          <p:cNvPr id="97" name="Shape 95"/>
          <p:cNvSpPr/>
          <p:nvPr/>
        </p:nvSpPr>
        <p:spPr>
          <a:xfrm>
            <a:off x="385826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85826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22783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2783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461137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61137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5012690" y="2515870"/>
            <a:ext cx="228600" cy="190500"/>
          </a:xfrm>
          <a:prstGeom prst="roundRect">
            <a:avLst>
              <a:gd name="adj" fmla="val 24000"/>
            </a:avLst>
          </a:prstGeom>
          <a:solidFill>
            <a:srgbClr val="FFF1F0"/>
          </a:solidFill>
          <a:ln w="15875">
            <a:solidFill>
              <a:srgbClr val="B0523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12690" y="2515870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664200" y="2514600"/>
            <a:ext cx="96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4E4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Sigmoid</a:t>
            </a:r>
            <a:endParaRPr lang="en-US" sz="1500" dirty="0"/>
          </a:p>
        </p:txBody>
      </p:sp>
      <p:sp>
        <p:nvSpPr>
          <p:cNvPr id="106" name="Shape 104"/>
          <p:cNvSpPr/>
          <p:nvPr/>
        </p:nvSpPr>
        <p:spPr>
          <a:xfrm>
            <a:off x="6654800" y="1409700"/>
            <a:ext cx="228600" cy="2425700"/>
          </a:xfrm>
          <a:prstGeom prst="leftBrace">
            <a:avLst/>
          </a:prstGeom>
          <a:ln w="38100">
            <a:solidFill>
              <a:srgbClr val="574CC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591800" y="1409700"/>
            <a:ext cx="228600" cy="2438400"/>
          </a:xfrm>
          <a:prstGeom prst="rightBrace">
            <a:avLst/>
          </a:prstGeom>
          <a:ln w="38100">
            <a:solidFill>
              <a:srgbClr val="574CC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845300" y="1485900"/>
            <a:ext cx="1676400" cy="393700"/>
          </a:xfrm>
          <a:prstGeom prst="roundRect">
            <a:avLst>
              <a:gd name="adj" fmla="val 32516"/>
            </a:avLst>
          </a:prstGeom>
          <a:solidFill>
            <a:srgbClr val="FFC8EE"/>
          </a:solidFill>
          <a:ln w="12700">
            <a:solidFill>
              <a:srgbClr val="E8A8D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896100" y="1473200"/>
            <a:ext cx="139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3400" dirty="0"/>
          </a:p>
        </p:txBody>
      </p:sp>
      <p:sp>
        <p:nvSpPr>
          <p:cNvPr id="110" name="Text 108"/>
          <p:cNvSpPr/>
          <p:nvPr/>
        </p:nvSpPr>
        <p:spPr>
          <a:xfrm>
            <a:off x="8255000" y="1473200"/>
            <a:ext cx="139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850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3400" dirty="0"/>
          </a:p>
        </p:txBody>
      </p:sp>
      <p:sp>
        <p:nvSpPr>
          <p:cNvPr id="111" name="Shape 109"/>
          <p:cNvSpPr/>
          <p:nvPr/>
        </p:nvSpPr>
        <p:spPr>
          <a:xfrm>
            <a:off x="701675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01675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738759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38759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770636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70636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023860" y="1525270"/>
            <a:ext cx="292100" cy="292100"/>
          </a:xfrm>
          <a:prstGeom prst="ellipse">
            <a:avLst/>
          </a:prstGeom>
          <a:solidFill>
            <a:srgbClr val="DCD4E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023860" y="152527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7312660" y="1968500"/>
            <a:ext cx="53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600" dirty="0"/>
          </a:p>
        </p:txBody>
      </p:sp>
      <p:sp>
        <p:nvSpPr>
          <p:cNvPr id="120" name="Shape 118"/>
          <p:cNvSpPr/>
          <p:nvPr/>
        </p:nvSpPr>
        <p:spPr>
          <a:xfrm>
            <a:off x="8636000" y="1485900"/>
            <a:ext cx="1917700" cy="2336800"/>
          </a:xfrm>
          <a:prstGeom prst="roundRect">
            <a:avLst>
              <a:gd name="adj" fmla="val 3815"/>
            </a:avLst>
          </a:prstGeom>
          <a:solidFill>
            <a:srgbClr val="D8FFE6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636000" y="207264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636000" y="263144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636000" y="3176270"/>
            <a:ext cx="19177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12622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60501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081260" y="1485900"/>
            <a:ext cx="0" cy="23368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70077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70077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916559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16559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963041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63041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10095230" y="16814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095230" y="16814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870077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70077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916559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16559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963041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63041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10095230" y="221488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095230" y="221488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870077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70077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916559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16559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963041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3041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10095230" y="27495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0095230" y="27495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870077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870077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916559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916559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963041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63041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10095230" y="3282950"/>
            <a:ext cx="368300" cy="304800"/>
          </a:xfrm>
          <a:prstGeom prst="roundRect">
            <a:avLst>
              <a:gd name="adj" fmla="val 1500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095230" y="3282950"/>
            <a:ext cx="36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10795000" y="2489200"/>
            <a:ext cx="25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60" name="Shape 158"/>
          <p:cNvSpPr/>
          <p:nvPr/>
        </p:nvSpPr>
        <p:spPr>
          <a:xfrm>
            <a:off x="11049000" y="1435100"/>
            <a:ext cx="546100" cy="2425700"/>
          </a:xfrm>
          <a:prstGeom prst="roundRect">
            <a:avLst>
              <a:gd name="adj" fmla="val 13395"/>
            </a:avLst>
          </a:prstGeom>
          <a:solidFill>
            <a:srgbClr val="D9FDC8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41050" y="1631950"/>
            <a:ext cx="114300" cy="2044700"/>
          </a:xfrm>
          <a:prstGeom prst="arc">
            <a:avLst>
              <a:gd name="adj1" fmla="val 5400000"/>
              <a:gd name="adj2" fmla="val 16200000"/>
            </a:avLst>
          </a:prstGeom>
          <a:ln w="25400">
            <a:solidFill>
              <a:srgbClr val="A8504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49050" y="1619250"/>
            <a:ext cx="114300" cy="2044700"/>
          </a:xfrm>
          <a:prstGeom prst="arc">
            <a:avLst>
              <a:gd name="adj1" fmla="val 16200000"/>
              <a:gd name="adj2" fmla="val 5400000"/>
            </a:avLst>
          </a:prstGeom>
          <a:ln w="25400">
            <a:solidFill>
              <a:srgbClr val="A8504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1106150" y="175133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106150" y="175133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11106150" y="223520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1106150" y="223520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11106150" y="278003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1106150" y="278003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9" name="Shape 167"/>
          <p:cNvSpPr/>
          <p:nvPr/>
        </p:nvSpPr>
        <p:spPr>
          <a:xfrm>
            <a:off x="11106150" y="3291840"/>
            <a:ext cx="292100" cy="165100"/>
          </a:xfrm>
          <a:prstGeom prst="roundRect">
            <a:avLst>
              <a:gd name="adj" fmla="val 27692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1106150" y="3291840"/>
            <a:ext cx="292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84300" y="59944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ONE Vector by a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97155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Multiply </a:t>
            </a:r>
            <a:pPr algn="ctr" indent="0" marL="0">
              <a:buNone/>
            </a:pPr>
            <a:r>
              <a:rPr lang="en-US" sz="1850" b="1" i="1" u="sng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Current Word </a:t>
            </a:r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</a:t>
            </a:r>
            <a:pPr algn="ctr" indent="0" marL="0">
              <a:buNone/>
            </a:pPr>
            <a:r>
              <a:rPr lang="en-US" sz="18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(Query) </a:t>
            </a:r>
            <a:pPr algn="ctr" indent="0" marL="0">
              <a:buNone/>
            </a:pPr>
            <a:r>
              <a:rPr lang="en-US" sz="1850" b="1" i="1" dirty="0">
                <a:solidFill>
                  <a:srgbClr val="1E9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{Remember: W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1E9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850" b="1" i="1" dirty="0">
                <a:solidFill>
                  <a:srgbClr val="1E9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Squared Matrix}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24230" y="1342390"/>
            <a:ext cx="2609850" cy="543560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2216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900" y="1450340"/>
            <a:ext cx="167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Word </a:t>
            </a:r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27760" y="2086610"/>
            <a:ext cx="1717040" cy="469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" y="2086610"/>
            <a:ext cx="1729740" cy="14160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" y="2086610"/>
            <a:ext cx="1729740" cy="28041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760" y="2086610"/>
            <a:ext cx="1676400" cy="41338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7760" y="3495040"/>
            <a:ext cx="1717040" cy="-13614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760" y="3495040"/>
            <a:ext cx="1729740" cy="76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7760" y="3495040"/>
            <a:ext cx="1729740" cy="139573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7760" y="3495040"/>
            <a:ext cx="1676400" cy="27254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7760" y="4904740"/>
            <a:ext cx="1717040" cy="-27711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7760" y="4904740"/>
            <a:ext cx="1729740" cy="-140208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7760" y="4904740"/>
            <a:ext cx="1729740" cy="-1397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7760" y="4904740"/>
            <a:ext cx="1676400" cy="13157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7760" y="6220460"/>
            <a:ext cx="1717040" cy="-40868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7760" y="6220460"/>
            <a:ext cx="1729740" cy="-271780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7760" y="6220460"/>
            <a:ext cx="1729740" cy="-13296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7760" y="6220460"/>
            <a:ext cx="1676400" cy="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1280" y="1926590"/>
            <a:ext cx="396240" cy="1182370"/>
          </a:xfrm>
          <a:prstGeom prst="ellipse">
            <a:avLst/>
          </a:prstGeom>
          <a:solidFill>
            <a:srgbClr val="88FFFF"/>
          </a:solidFill>
          <a:ln w="12700">
            <a:solidFill>
              <a:srgbClr val="4AB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1280" y="3149600"/>
            <a:ext cx="396240" cy="1117600"/>
          </a:xfrm>
          <a:prstGeom prst="ellipse">
            <a:avLst/>
          </a:prstGeom>
          <a:solidFill>
            <a:srgbClr val="F8D8F8"/>
          </a:solidFill>
          <a:ln w="12700">
            <a:solidFill>
              <a:srgbClr val="D888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1280" y="4318000"/>
            <a:ext cx="396240" cy="990600"/>
          </a:xfrm>
          <a:prstGeom prst="ellipse">
            <a:avLst/>
          </a:prstGeom>
          <a:solidFill>
            <a:srgbClr val="FFE4CC"/>
          </a:solidFill>
          <a:ln w="12700">
            <a:solidFill>
              <a:srgbClr val="E8B0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51280" y="5346700"/>
            <a:ext cx="396240" cy="1028700"/>
          </a:xfrm>
          <a:prstGeom prst="ellipse">
            <a:avLst/>
          </a:prstGeom>
          <a:solidFill>
            <a:srgbClr val="DFF8D8"/>
          </a:solidFill>
          <a:ln w="12700">
            <a:solidFill>
              <a:srgbClr val="98D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6200" y="20281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46200" y="234696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46200" y="266573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46200" y="29044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46200" y="31838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46200" y="34632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46200" y="37553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46200" y="398145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46200" y="43434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46200" y="4610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46200" y="48768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46200" y="5118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46200" y="533781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46200" y="56565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46200" y="59486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346200" y="613537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69010" y="192786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9960" y="197231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9010" y="33362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9960" y="33807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69010" y="47459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9960" y="47904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69010" y="606171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9960" y="610616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25725" y="191452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55" name="Shape 53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56" name="Shape 54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57" name="Shape 55"/>
          <p:cNvSpPr/>
          <p:nvPr/>
        </p:nvSpPr>
        <p:spPr>
          <a:xfrm>
            <a:off x="2747069" y="203586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80597" y="206939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21000" y="210980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72347" y="216114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46858" y="223565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44800" y="195580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54300" y="20066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2753360" y="232791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65" name="Shape 63"/>
          <p:cNvSpPr/>
          <p:nvPr/>
        </p:nvSpPr>
        <p:spPr>
          <a:xfrm>
            <a:off x="2638425" y="328358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7" name="Shape 65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8" name="Shape 66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9" name="Shape 67"/>
          <p:cNvSpPr/>
          <p:nvPr/>
        </p:nvSpPr>
        <p:spPr>
          <a:xfrm>
            <a:off x="2759769" y="340492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93297" y="343845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3700" y="347886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5047" y="353020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59558" y="360471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7500" y="332486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67000" y="337566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2766060" y="369697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77" name="Shape 75"/>
          <p:cNvSpPr/>
          <p:nvPr/>
        </p:nvSpPr>
        <p:spPr>
          <a:xfrm>
            <a:off x="2638425" y="467169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79" name="Shape 77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80" name="Shape 78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81" name="Shape 79"/>
          <p:cNvSpPr/>
          <p:nvPr/>
        </p:nvSpPr>
        <p:spPr>
          <a:xfrm>
            <a:off x="2759769" y="479303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93297" y="482656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33700" y="486697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5047" y="491831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959558" y="499282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57500" y="471297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67000" y="476377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2766060" y="508508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89" name="Shape 87"/>
          <p:cNvSpPr/>
          <p:nvPr/>
        </p:nvSpPr>
        <p:spPr>
          <a:xfrm>
            <a:off x="2585085" y="600138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91" name="Shape 89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92" name="Shape 90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93" name="Shape 91"/>
          <p:cNvSpPr/>
          <p:nvPr/>
        </p:nvSpPr>
        <p:spPr>
          <a:xfrm>
            <a:off x="2706429" y="612272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39957" y="615625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80360" y="619666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831707" y="624800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06218" y="632251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804160" y="604266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13660" y="609346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2712720" y="641477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101" name="Shape 99"/>
          <p:cNvSpPr/>
          <p:nvPr/>
        </p:nvSpPr>
        <p:spPr>
          <a:xfrm>
            <a:off x="3073400" y="213360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2" name="Text 100"/>
          <p:cNvSpPr/>
          <p:nvPr/>
        </p:nvSpPr>
        <p:spPr>
          <a:xfrm>
            <a:off x="3073400" y="179705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03" name="Shape 101"/>
          <p:cNvSpPr/>
          <p:nvPr/>
        </p:nvSpPr>
        <p:spPr>
          <a:xfrm>
            <a:off x="3086100" y="35026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4" name="Text 102"/>
          <p:cNvSpPr/>
          <p:nvPr/>
        </p:nvSpPr>
        <p:spPr>
          <a:xfrm>
            <a:off x="3086100" y="31661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05" name="Shape 103"/>
          <p:cNvSpPr/>
          <p:nvPr/>
        </p:nvSpPr>
        <p:spPr>
          <a:xfrm>
            <a:off x="3086100" y="489077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6" name="Text 104"/>
          <p:cNvSpPr/>
          <p:nvPr/>
        </p:nvSpPr>
        <p:spPr>
          <a:xfrm>
            <a:off x="3086100" y="455422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07" name="Shape 105"/>
          <p:cNvSpPr/>
          <p:nvPr/>
        </p:nvSpPr>
        <p:spPr>
          <a:xfrm>
            <a:off x="3032760" y="62204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8" name="Text 106"/>
          <p:cNvSpPr/>
          <p:nvPr/>
        </p:nvSpPr>
        <p:spPr>
          <a:xfrm>
            <a:off x="3032760" y="58839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09" name="Shape 107"/>
          <p:cNvSpPr/>
          <p:nvPr/>
        </p:nvSpPr>
        <p:spPr>
          <a:xfrm>
            <a:off x="3554730" y="1303020"/>
            <a:ext cx="3041650" cy="2637790"/>
          </a:xfrm>
          <a:prstGeom prst="roundRect">
            <a:avLst>
              <a:gd name="adj" fmla="val 3467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54730" y="4152900"/>
            <a:ext cx="3041650" cy="2639060"/>
          </a:xfrm>
          <a:prstGeom prst="roundRect">
            <a:avLst>
              <a:gd name="adj" fmla="val 3465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681470" y="1289050"/>
            <a:ext cx="4946650" cy="2637790"/>
          </a:xfrm>
          <a:prstGeom prst="roundRect">
            <a:avLst>
              <a:gd name="adj" fmla="val 3467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681470" y="4140200"/>
            <a:ext cx="4946650" cy="2639060"/>
          </a:xfrm>
          <a:prstGeom prst="roundRect">
            <a:avLst>
              <a:gd name="adj" fmla="val 3465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70400" y="19939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200" dirty="0"/>
          </a:p>
        </p:txBody>
      </p:sp>
      <p:sp>
        <p:nvSpPr>
          <p:cNvPr id="114" name="Text 112"/>
          <p:cNvSpPr/>
          <p:nvPr/>
        </p:nvSpPr>
        <p:spPr>
          <a:xfrm>
            <a:off x="4730750" y="2037080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3619500" y="226695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4600" dirty="0"/>
          </a:p>
        </p:txBody>
      </p:sp>
      <p:sp>
        <p:nvSpPr>
          <p:cNvPr id="116" name="Text 114"/>
          <p:cNvSpPr/>
          <p:nvPr/>
        </p:nvSpPr>
        <p:spPr>
          <a:xfrm>
            <a:off x="5593080" y="226695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4600" dirty="0"/>
          </a:p>
        </p:txBody>
      </p:sp>
      <p:sp>
        <p:nvSpPr>
          <p:cNvPr id="117" name="Shape 115"/>
          <p:cNvSpPr/>
          <p:nvPr/>
        </p:nvSpPr>
        <p:spPr>
          <a:xfrm>
            <a:off x="3732530" y="2366010"/>
            <a:ext cx="1835150" cy="505460"/>
          </a:xfrm>
          <a:prstGeom prst="roundRect">
            <a:avLst>
              <a:gd name="adj" fmla="val 32563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8493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88493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429514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29514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470535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70535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511556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11556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5664200" y="2458720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43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=Sigmoid</a:t>
            </a:r>
            <a:endParaRPr lang="en-US" sz="1400" dirty="0"/>
          </a:p>
        </p:txBody>
      </p:sp>
      <p:sp>
        <p:nvSpPr>
          <p:cNvPr id="127" name="Text 125"/>
          <p:cNvSpPr/>
          <p:nvPr/>
        </p:nvSpPr>
        <p:spPr>
          <a:xfrm>
            <a:off x="4470400" y="484378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200" dirty="0"/>
          </a:p>
        </p:txBody>
      </p:sp>
      <p:sp>
        <p:nvSpPr>
          <p:cNvPr id="128" name="Text 126"/>
          <p:cNvSpPr/>
          <p:nvPr/>
        </p:nvSpPr>
        <p:spPr>
          <a:xfrm>
            <a:off x="4730750" y="4886960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3619500" y="511683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4600" dirty="0"/>
          </a:p>
        </p:txBody>
      </p:sp>
      <p:sp>
        <p:nvSpPr>
          <p:cNvPr id="130" name="Text 128"/>
          <p:cNvSpPr/>
          <p:nvPr/>
        </p:nvSpPr>
        <p:spPr>
          <a:xfrm>
            <a:off x="5593080" y="511683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4600" dirty="0"/>
          </a:p>
        </p:txBody>
      </p:sp>
      <p:sp>
        <p:nvSpPr>
          <p:cNvPr id="131" name="Shape 129"/>
          <p:cNvSpPr/>
          <p:nvPr/>
        </p:nvSpPr>
        <p:spPr>
          <a:xfrm>
            <a:off x="3732530" y="5215890"/>
            <a:ext cx="1835150" cy="505460"/>
          </a:xfrm>
          <a:prstGeom prst="roundRect">
            <a:avLst>
              <a:gd name="adj" fmla="val 32563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88493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88493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429514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29514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470535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70535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511556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11556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0" name="Text 138"/>
          <p:cNvSpPr/>
          <p:nvPr/>
        </p:nvSpPr>
        <p:spPr>
          <a:xfrm>
            <a:off x="5664200" y="5300980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43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=Linear</a:t>
            </a:r>
            <a:endParaRPr lang="en-US" sz="1400" dirty="0"/>
          </a:p>
        </p:txBody>
      </p:sp>
      <p:pic>
        <p:nvPicPr>
          <p:cNvPr id="141" name="Image 0" descr="/home/ahmed/Projects/ai_llm_slides/videos/deep-learning/002_transformers_part2/recreated_pptx/build/assets/s010_bra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310" y="1408430"/>
            <a:ext cx="190470" cy="2450592"/>
          </a:xfrm>
          <a:prstGeom prst="rect">
            <a:avLst/>
          </a:prstGeom>
        </p:spPr>
      </p:pic>
      <p:sp>
        <p:nvSpPr>
          <p:cNvPr id="142" name="Shape 139"/>
          <p:cNvSpPr/>
          <p:nvPr/>
        </p:nvSpPr>
        <p:spPr>
          <a:xfrm>
            <a:off x="6863080" y="1381760"/>
            <a:ext cx="1647190" cy="505460"/>
          </a:xfrm>
          <a:prstGeom prst="roundRect">
            <a:avLst>
              <a:gd name="adj" fmla="val 25327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6920230" y="136525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3400" dirty="0"/>
          </a:p>
        </p:txBody>
      </p:sp>
      <p:sp>
        <p:nvSpPr>
          <p:cNvPr id="144" name="Text 141"/>
          <p:cNvSpPr/>
          <p:nvPr/>
        </p:nvSpPr>
        <p:spPr>
          <a:xfrm>
            <a:off x="8369300" y="136525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3400" dirty="0"/>
          </a:p>
        </p:txBody>
      </p:sp>
      <p:sp>
        <p:nvSpPr>
          <p:cNvPr id="145" name="Shape 142"/>
          <p:cNvSpPr/>
          <p:nvPr/>
        </p:nvSpPr>
        <p:spPr>
          <a:xfrm>
            <a:off x="705993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705993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739013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8" name="Text 145"/>
          <p:cNvSpPr/>
          <p:nvPr/>
        </p:nvSpPr>
        <p:spPr>
          <a:xfrm>
            <a:off x="739013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771906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771906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1" name="Shape 148"/>
          <p:cNvSpPr/>
          <p:nvPr/>
        </p:nvSpPr>
        <p:spPr>
          <a:xfrm>
            <a:off x="804926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2" name="Text 149"/>
          <p:cNvSpPr/>
          <p:nvPr/>
        </p:nvSpPr>
        <p:spPr>
          <a:xfrm>
            <a:off x="804926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3" name="Text 150"/>
          <p:cNvSpPr/>
          <p:nvPr/>
        </p:nvSpPr>
        <p:spPr>
          <a:xfrm>
            <a:off x="7341870" y="19812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200" dirty="0"/>
          </a:p>
        </p:txBody>
      </p:sp>
      <p:sp>
        <p:nvSpPr>
          <p:cNvPr id="154" name="Shape 151"/>
          <p:cNvSpPr/>
          <p:nvPr/>
        </p:nvSpPr>
        <p:spPr>
          <a:xfrm>
            <a:off x="8629650" y="1568450"/>
            <a:ext cx="1981200" cy="2159000"/>
          </a:xfrm>
          <a:prstGeom prst="roundRect">
            <a:avLst>
              <a:gd name="adj" fmla="val 3692"/>
            </a:avLst>
          </a:prstGeom>
          <a:solidFill>
            <a:srgbClr val="D8FFE6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629650" y="219329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629650" y="264541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8629650" y="309753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9197340" y="156845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9626600" y="156845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0054590" y="156845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878078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878078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63" name="Shape 160"/>
          <p:cNvSpPr/>
          <p:nvPr/>
        </p:nvSpPr>
        <p:spPr>
          <a:xfrm>
            <a:off x="920877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920877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65" name="Shape 162"/>
          <p:cNvSpPr/>
          <p:nvPr/>
        </p:nvSpPr>
        <p:spPr>
          <a:xfrm>
            <a:off x="963803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63803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67" name="Shape 164"/>
          <p:cNvSpPr/>
          <p:nvPr/>
        </p:nvSpPr>
        <p:spPr>
          <a:xfrm>
            <a:off x="1006602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1006602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69" name="Shape 166"/>
          <p:cNvSpPr/>
          <p:nvPr/>
        </p:nvSpPr>
        <p:spPr>
          <a:xfrm>
            <a:off x="878078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0" name="Text 167"/>
          <p:cNvSpPr/>
          <p:nvPr/>
        </p:nvSpPr>
        <p:spPr>
          <a:xfrm>
            <a:off x="878078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71" name="Shape 168"/>
          <p:cNvSpPr/>
          <p:nvPr/>
        </p:nvSpPr>
        <p:spPr>
          <a:xfrm>
            <a:off x="920877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920877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963803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963803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1006602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1006602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77" name="Shape 174"/>
          <p:cNvSpPr/>
          <p:nvPr/>
        </p:nvSpPr>
        <p:spPr>
          <a:xfrm>
            <a:off x="878078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8" name="Text 175"/>
          <p:cNvSpPr/>
          <p:nvPr/>
        </p:nvSpPr>
        <p:spPr>
          <a:xfrm>
            <a:off x="878078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79" name="Shape 176"/>
          <p:cNvSpPr/>
          <p:nvPr/>
        </p:nvSpPr>
        <p:spPr>
          <a:xfrm>
            <a:off x="920877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920877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81" name="Shape 178"/>
          <p:cNvSpPr/>
          <p:nvPr/>
        </p:nvSpPr>
        <p:spPr>
          <a:xfrm>
            <a:off x="963803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963803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83" name="Shape 180"/>
          <p:cNvSpPr/>
          <p:nvPr/>
        </p:nvSpPr>
        <p:spPr>
          <a:xfrm>
            <a:off x="1006602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1006602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85" name="Shape 182"/>
          <p:cNvSpPr/>
          <p:nvPr/>
        </p:nvSpPr>
        <p:spPr>
          <a:xfrm>
            <a:off x="878078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878078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87" name="Shape 184"/>
          <p:cNvSpPr/>
          <p:nvPr/>
        </p:nvSpPr>
        <p:spPr>
          <a:xfrm>
            <a:off x="920877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920877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89" name="Shape 186"/>
          <p:cNvSpPr/>
          <p:nvPr/>
        </p:nvSpPr>
        <p:spPr>
          <a:xfrm>
            <a:off x="963803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90" name="Text 187"/>
          <p:cNvSpPr/>
          <p:nvPr/>
        </p:nvSpPr>
        <p:spPr>
          <a:xfrm>
            <a:off x="963803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1006602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1006602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pic>
        <p:nvPicPr>
          <p:cNvPr id="193" name="Image 1" descr="/home/ahmed/Projects/ai_llm_slides/videos/deep-learning/002_transformers_part2/recreated_pptx/build/assets/s010_brac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310" y="1408430"/>
            <a:ext cx="192024" cy="2450592"/>
          </a:xfrm>
          <a:prstGeom prst="rect">
            <a:avLst/>
          </a:prstGeom>
        </p:spPr>
      </p:pic>
      <p:sp>
        <p:nvSpPr>
          <p:cNvPr id="194" name="Text 190"/>
          <p:cNvSpPr/>
          <p:nvPr/>
        </p:nvSpPr>
        <p:spPr>
          <a:xfrm>
            <a:off x="10798810" y="247269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95" name="Shape 191"/>
          <p:cNvSpPr/>
          <p:nvPr/>
        </p:nvSpPr>
        <p:spPr>
          <a:xfrm>
            <a:off x="10952480" y="1554480"/>
            <a:ext cx="114300" cy="2311400"/>
          </a:xfrm>
          <a:prstGeom prst="arc">
            <a:avLst>
              <a:gd name="adj1" fmla="val 5400000"/>
              <a:gd name="adj2" fmla="val 162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196" name="Shape 192"/>
          <p:cNvSpPr/>
          <p:nvPr/>
        </p:nvSpPr>
        <p:spPr>
          <a:xfrm>
            <a:off x="11450320" y="1554480"/>
            <a:ext cx="114300" cy="2311400"/>
          </a:xfrm>
          <a:prstGeom prst="arc">
            <a:avLst>
              <a:gd name="adj1" fmla="val 16200000"/>
              <a:gd name="adj2" fmla="val 54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197" name="Shape 193"/>
          <p:cNvSpPr/>
          <p:nvPr/>
        </p:nvSpPr>
        <p:spPr>
          <a:xfrm>
            <a:off x="11076940" y="168148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98" name="Text 194"/>
          <p:cNvSpPr/>
          <p:nvPr/>
        </p:nvSpPr>
        <p:spPr>
          <a:xfrm>
            <a:off x="11076940" y="168148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9" name="Shape 195"/>
          <p:cNvSpPr/>
          <p:nvPr/>
        </p:nvSpPr>
        <p:spPr>
          <a:xfrm>
            <a:off x="11076940" y="217297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0" name="Text 196"/>
          <p:cNvSpPr/>
          <p:nvPr/>
        </p:nvSpPr>
        <p:spPr>
          <a:xfrm>
            <a:off x="11076940" y="217297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1" name="Shape 197"/>
          <p:cNvSpPr/>
          <p:nvPr/>
        </p:nvSpPr>
        <p:spPr>
          <a:xfrm>
            <a:off x="11076940" y="272415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2" name="Text 198"/>
          <p:cNvSpPr/>
          <p:nvPr/>
        </p:nvSpPr>
        <p:spPr>
          <a:xfrm>
            <a:off x="11076940" y="272415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3" name="Shape 199"/>
          <p:cNvSpPr/>
          <p:nvPr/>
        </p:nvSpPr>
        <p:spPr>
          <a:xfrm>
            <a:off x="11076940" y="323596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4" name="Text 200"/>
          <p:cNvSpPr/>
          <p:nvPr/>
        </p:nvSpPr>
        <p:spPr>
          <a:xfrm>
            <a:off x="11076940" y="323596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205" name="Image 2" descr="/home/ahmed/Projects/ai_llm_slides/videos/deep-learning/002_transformers_part2/recreated_pptx/build/assets/s010_brac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310" y="4258310"/>
            <a:ext cx="190470" cy="2450592"/>
          </a:xfrm>
          <a:prstGeom prst="rect">
            <a:avLst/>
          </a:prstGeom>
        </p:spPr>
      </p:pic>
      <p:sp>
        <p:nvSpPr>
          <p:cNvPr id="206" name="Shape 201"/>
          <p:cNvSpPr/>
          <p:nvPr/>
        </p:nvSpPr>
        <p:spPr>
          <a:xfrm>
            <a:off x="6863080" y="4231640"/>
            <a:ext cx="1647190" cy="505460"/>
          </a:xfrm>
          <a:prstGeom prst="roundRect">
            <a:avLst>
              <a:gd name="adj" fmla="val 25327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207" name="Text 202"/>
          <p:cNvSpPr/>
          <p:nvPr/>
        </p:nvSpPr>
        <p:spPr>
          <a:xfrm>
            <a:off x="6920230" y="421513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3400" dirty="0"/>
          </a:p>
        </p:txBody>
      </p:sp>
      <p:sp>
        <p:nvSpPr>
          <p:cNvPr id="208" name="Text 203"/>
          <p:cNvSpPr/>
          <p:nvPr/>
        </p:nvSpPr>
        <p:spPr>
          <a:xfrm>
            <a:off x="8369300" y="421513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3400" dirty="0"/>
          </a:p>
        </p:txBody>
      </p:sp>
      <p:sp>
        <p:nvSpPr>
          <p:cNvPr id="209" name="Shape 204"/>
          <p:cNvSpPr/>
          <p:nvPr/>
        </p:nvSpPr>
        <p:spPr>
          <a:xfrm>
            <a:off x="705993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705993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1" name="Shape 206"/>
          <p:cNvSpPr/>
          <p:nvPr/>
        </p:nvSpPr>
        <p:spPr>
          <a:xfrm>
            <a:off x="739013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2" name="Text 207"/>
          <p:cNvSpPr/>
          <p:nvPr/>
        </p:nvSpPr>
        <p:spPr>
          <a:xfrm>
            <a:off x="739013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3" name="Shape 208"/>
          <p:cNvSpPr/>
          <p:nvPr/>
        </p:nvSpPr>
        <p:spPr>
          <a:xfrm>
            <a:off x="771906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4" name="Text 209"/>
          <p:cNvSpPr/>
          <p:nvPr/>
        </p:nvSpPr>
        <p:spPr>
          <a:xfrm>
            <a:off x="771906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5" name="Shape 210"/>
          <p:cNvSpPr/>
          <p:nvPr/>
        </p:nvSpPr>
        <p:spPr>
          <a:xfrm>
            <a:off x="804926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6" name="Text 211"/>
          <p:cNvSpPr/>
          <p:nvPr/>
        </p:nvSpPr>
        <p:spPr>
          <a:xfrm>
            <a:off x="804926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7" name="Text 212"/>
          <p:cNvSpPr/>
          <p:nvPr/>
        </p:nvSpPr>
        <p:spPr>
          <a:xfrm>
            <a:off x="7341870" y="483108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200" dirty="0"/>
          </a:p>
        </p:txBody>
      </p:sp>
      <p:sp>
        <p:nvSpPr>
          <p:cNvPr id="218" name="Shape 213"/>
          <p:cNvSpPr/>
          <p:nvPr/>
        </p:nvSpPr>
        <p:spPr>
          <a:xfrm>
            <a:off x="8629650" y="4418330"/>
            <a:ext cx="1981200" cy="2159000"/>
          </a:xfrm>
          <a:prstGeom prst="roundRect">
            <a:avLst>
              <a:gd name="adj" fmla="val 3692"/>
            </a:avLst>
          </a:prstGeom>
          <a:solidFill>
            <a:srgbClr val="D8FFE6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219" name="Shape 214"/>
          <p:cNvSpPr/>
          <p:nvPr/>
        </p:nvSpPr>
        <p:spPr>
          <a:xfrm>
            <a:off x="8629650" y="504317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0" name="Shape 215"/>
          <p:cNvSpPr/>
          <p:nvPr/>
        </p:nvSpPr>
        <p:spPr>
          <a:xfrm>
            <a:off x="8629650" y="549529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1" name="Shape 216"/>
          <p:cNvSpPr/>
          <p:nvPr/>
        </p:nvSpPr>
        <p:spPr>
          <a:xfrm>
            <a:off x="8629650" y="594741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2" name="Shape 217"/>
          <p:cNvSpPr/>
          <p:nvPr/>
        </p:nvSpPr>
        <p:spPr>
          <a:xfrm>
            <a:off x="9197340" y="441833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3" name="Shape 218"/>
          <p:cNvSpPr/>
          <p:nvPr/>
        </p:nvSpPr>
        <p:spPr>
          <a:xfrm>
            <a:off x="9626600" y="441833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10054590" y="441833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878078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6" name="Text 221"/>
          <p:cNvSpPr/>
          <p:nvPr/>
        </p:nvSpPr>
        <p:spPr>
          <a:xfrm>
            <a:off x="878078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27" name="Shape 222"/>
          <p:cNvSpPr/>
          <p:nvPr/>
        </p:nvSpPr>
        <p:spPr>
          <a:xfrm>
            <a:off x="920877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8" name="Text 223"/>
          <p:cNvSpPr/>
          <p:nvPr/>
        </p:nvSpPr>
        <p:spPr>
          <a:xfrm>
            <a:off x="920877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229" name="Shape 224"/>
          <p:cNvSpPr/>
          <p:nvPr/>
        </p:nvSpPr>
        <p:spPr>
          <a:xfrm>
            <a:off x="963803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0" name="Text 225"/>
          <p:cNvSpPr/>
          <p:nvPr/>
        </p:nvSpPr>
        <p:spPr>
          <a:xfrm>
            <a:off x="963803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231" name="Shape 226"/>
          <p:cNvSpPr/>
          <p:nvPr/>
        </p:nvSpPr>
        <p:spPr>
          <a:xfrm>
            <a:off x="1006602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2" name="Text 227"/>
          <p:cNvSpPr/>
          <p:nvPr/>
        </p:nvSpPr>
        <p:spPr>
          <a:xfrm>
            <a:off x="1006602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233" name="Shape 228"/>
          <p:cNvSpPr/>
          <p:nvPr/>
        </p:nvSpPr>
        <p:spPr>
          <a:xfrm>
            <a:off x="878078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4" name="Text 229"/>
          <p:cNvSpPr/>
          <p:nvPr/>
        </p:nvSpPr>
        <p:spPr>
          <a:xfrm>
            <a:off x="878078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235" name="Shape 230"/>
          <p:cNvSpPr/>
          <p:nvPr/>
        </p:nvSpPr>
        <p:spPr>
          <a:xfrm>
            <a:off x="920877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6" name="Text 231"/>
          <p:cNvSpPr/>
          <p:nvPr/>
        </p:nvSpPr>
        <p:spPr>
          <a:xfrm>
            <a:off x="920877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237" name="Shape 232"/>
          <p:cNvSpPr/>
          <p:nvPr/>
        </p:nvSpPr>
        <p:spPr>
          <a:xfrm>
            <a:off x="963803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8" name="Text 233"/>
          <p:cNvSpPr/>
          <p:nvPr/>
        </p:nvSpPr>
        <p:spPr>
          <a:xfrm>
            <a:off x="963803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239" name="Shape 234"/>
          <p:cNvSpPr/>
          <p:nvPr/>
        </p:nvSpPr>
        <p:spPr>
          <a:xfrm>
            <a:off x="1006602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0" name="Text 235"/>
          <p:cNvSpPr/>
          <p:nvPr/>
        </p:nvSpPr>
        <p:spPr>
          <a:xfrm>
            <a:off x="1006602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241" name="Shape 236"/>
          <p:cNvSpPr/>
          <p:nvPr/>
        </p:nvSpPr>
        <p:spPr>
          <a:xfrm>
            <a:off x="878078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2" name="Text 237"/>
          <p:cNvSpPr/>
          <p:nvPr/>
        </p:nvSpPr>
        <p:spPr>
          <a:xfrm>
            <a:off x="878078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243" name="Shape 238"/>
          <p:cNvSpPr/>
          <p:nvPr/>
        </p:nvSpPr>
        <p:spPr>
          <a:xfrm>
            <a:off x="920877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4" name="Text 239"/>
          <p:cNvSpPr/>
          <p:nvPr/>
        </p:nvSpPr>
        <p:spPr>
          <a:xfrm>
            <a:off x="920877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5" name="Shape 240"/>
          <p:cNvSpPr/>
          <p:nvPr/>
        </p:nvSpPr>
        <p:spPr>
          <a:xfrm>
            <a:off x="963803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6" name="Text 241"/>
          <p:cNvSpPr/>
          <p:nvPr/>
        </p:nvSpPr>
        <p:spPr>
          <a:xfrm>
            <a:off x="963803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247" name="Shape 242"/>
          <p:cNvSpPr/>
          <p:nvPr/>
        </p:nvSpPr>
        <p:spPr>
          <a:xfrm>
            <a:off x="1006602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8" name="Text 243"/>
          <p:cNvSpPr/>
          <p:nvPr/>
        </p:nvSpPr>
        <p:spPr>
          <a:xfrm>
            <a:off x="1006602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249" name="Shape 244"/>
          <p:cNvSpPr/>
          <p:nvPr/>
        </p:nvSpPr>
        <p:spPr>
          <a:xfrm>
            <a:off x="878078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0" name="Text 245"/>
          <p:cNvSpPr/>
          <p:nvPr/>
        </p:nvSpPr>
        <p:spPr>
          <a:xfrm>
            <a:off x="878078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251" name="Shape 246"/>
          <p:cNvSpPr/>
          <p:nvPr/>
        </p:nvSpPr>
        <p:spPr>
          <a:xfrm>
            <a:off x="920877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2" name="Text 247"/>
          <p:cNvSpPr/>
          <p:nvPr/>
        </p:nvSpPr>
        <p:spPr>
          <a:xfrm>
            <a:off x="920877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253" name="Shape 248"/>
          <p:cNvSpPr/>
          <p:nvPr/>
        </p:nvSpPr>
        <p:spPr>
          <a:xfrm>
            <a:off x="963803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4" name="Text 249"/>
          <p:cNvSpPr/>
          <p:nvPr/>
        </p:nvSpPr>
        <p:spPr>
          <a:xfrm>
            <a:off x="963803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255" name="Shape 250"/>
          <p:cNvSpPr/>
          <p:nvPr/>
        </p:nvSpPr>
        <p:spPr>
          <a:xfrm>
            <a:off x="1006602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6" name="Text 251"/>
          <p:cNvSpPr/>
          <p:nvPr/>
        </p:nvSpPr>
        <p:spPr>
          <a:xfrm>
            <a:off x="1006602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pic>
        <p:nvPicPr>
          <p:cNvPr id="257" name="Image 3" descr="/home/ahmed/Projects/ai_llm_slides/videos/deep-learning/002_transformers_part2/recreated_pptx/build/assets/s010_brac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8310" y="4258310"/>
            <a:ext cx="192024" cy="2450592"/>
          </a:xfrm>
          <a:prstGeom prst="rect">
            <a:avLst/>
          </a:prstGeom>
        </p:spPr>
      </p:pic>
      <p:sp>
        <p:nvSpPr>
          <p:cNvPr id="258" name="Text 252"/>
          <p:cNvSpPr/>
          <p:nvPr/>
        </p:nvSpPr>
        <p:spPr>
          <a:xfrm>
            <a:off x="10798810" y="532257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259" name="Shape 253"/>
          <p:cNvSpPr/>
          <p:nvPr/>
        </p:nvSpPr>
        <p:spPr>
          <a:xfrm>
            <a:off x="10952480" y="4404360"/>
            <a:ext cx="114300" cy="2311400"/>
          </a:xfrm>
          <a:prstGeom prst="arc">
            <a:avLst>
              <a:gd name="adj1" fmla="val 5400000"/>
              <a:gd name="adj2" fmla="val 162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260" name="Shape 254"/>
          <p:cNvSpPr/>
          <p:nvPr/>
        </p:nvSpPr>
        <p:spPr>
          <a:xfrm>
            <a:off x="11450320" y="4404360"/>
            <a:ext cx="114300" cy="2311400"/>
          </a:xfrm>
          <a:prstGeom prst="arc">
            <a:avLst>
              <a:gd name="adj1" fmla="val 16200000"/>
              <a:gd name="adj2" fmla="val 54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261" name="Shape 255"/>
          <p:cNvSpPr/>
          <p:nvPr/>
        </p:nvSpPr>
        <p:spPr>
          <a:xfrm>
            <a:off x="11076940" y="452501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2" name="Text 256"/>
          <p:cNvSpPr/>
          <p:nvPr/>
        </p:nvSpPr>
        <p:spPr>
          <a:xfrm>
            <a:off x="11076940" y="452501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3" name="Shape 257"/>
          <p:cNvSpPr/>
          <p:nvPr/>
        </p:nvSpPr>
        <p:spPr>
          <a:xfrm>
            <a:off x="11076940" y="502920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4" name="Text 258"/>
          <p:cNvSpPr/>
          <p:nvPr/>
        </p:nvSpPr>
        <p:spPr>
          <a:xfrm>
            <a:off x="11076940" y="502920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5" name="Shape 259"/>
          <p:cNvSpPr/>
          <p:nvPr/>
        </p:nvSpPr>
        <p:spPr>
          <a:xfrm>
            <a:off x="11076940" y="556768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6" name="Text 260"/>
          <p:cNvSpPr/>
          <p:nvPr/>
        </p:nvSpPr>
        <p:spPr>
          <a:xfrm>
            <a:off x="11076940" y="556768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7" name="Shape 261"/>
          <p:cNvSpPr/>
          <p:nvPr/>
        </p:nvSpPr>
        <p:spPr>
          <a:xfrm>
            <a:off x="11076940" y="608584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8" name="Text 262"/>
          <p:cNvSpPr/>
          <p:nvPr/>
        </p:nvSpPr>
        <p:spPr>
          <a:xfrm>
            <a:off x="11076940" y="608584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9" name="Shape 263"/>
          <p:cNvSpPr/>
          <p:nvPr/>
        </p:nvSpPr>
        <p:spPr>
          <a:xfrm>
            <a:off x="6036310" y="2791460"/>
            <a:ext cx="0" cy="2724150"/>
          </a:xfrm>
          <a:prstGeom prst="line">
            <a:avLst/>
          </a:prstGeom>
          <a:noFill/>
          <a:ln w="635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0" name="Shape 264"/>
          <p:cNvSpPr/>
          <p:nvPr/>
        </p:nvSpPr>
        <p:spPr>
          <a:xfrm>
            <a:off x="11236960" y="3548380"/>
            <a:ext cx="0" cy="996950"/>
          </a:xfrm>
          <a:prstGeom prst="line">
            <a:avLst/>
          </a:prstGeom>
          <a:noFill/>
          <a:ln w="508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1" name="Shape 265"/>
          <p:cNvSpPr/>
          <p:nvPr/>
        </p:nvSpPr>
        <p:spPr>
          <a:xfrm>
            <a:off x="5259070" y="3733800"/>
            <a:ext cx="1400810" cy="491490"/>
          </a:xfrm>
          <a:prstGeom prst="roundRect">
            <a:avLst>
              <a:gd name="adj" fmla="val 14884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2" name="Text 266"/>
          <p:cNvSpPr/>
          <p:nvPr/>
        </p:nvSpPr>
        <p:spPr>
          <a:xfrm>
            <a:off x="5259070" y="3733800"/>
            <a:ext cx="140081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Non-linearity</a:t>
            </a:r>
            <a:endParaRPr lang="en-US" sz="1100" dirty="0"/>
          </a:p>
        </p:txBody>
      </p:sp>
      <p:sp>
        <p:nvSpPr>
          <p:cNvPr id="273" name="Shape 267"/>
          <p:cNvSpPr/>
          <p:nvPr/>
        </p:nvSpPr>
        <p:spPr>
          <a:xfrm>
            <a:off x="10229850" y="3893820"/>
            <a:ext cx="1176020" cy="279400"/>
          </a:xfrm>
          <a:prstGeom prst="roundRect">
            <a:avLst>
              <a:gd name="adj" fmla="val 26182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4" name="Text 268"/>
          <p:cNvSpPr/>
          <p:nvPr/>
        </p:nvSpPr>
        <p:spPr>
          <a:xfrm>
            <a:off x="10229850" y="3893820"/>
            <a:ext cx="11760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Bias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mc:AlternateContent>
        <mc:Choice xmlns:a14="http://schemas.microsoft.com/office/drawing/2010/main" Requires="a14">
          <p:sp>
            <p:nvSpPr>
              <p:cNvPr id="95" name="Equation OMML" descr="K\cdot q"/>
              <p:cNvSpPr txBox="1"/>
              <p:nvPr/>
            </p:nvSpPr>
            <p:spPr>
              <a:xfrm>
                <a:off x="4385310" y="2673350"/>
                <a:ext cx="195072" cy="1066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700">
                          <a:solidFill>
                            <a:srgbClr val="8B1A10"/>
                          </a:solidFill>
                          <a:latin typeface="Cambria Math" panose="02040503050406030204" pitchFamily="18" charset="0"/>
                        </a:rPr>
                        <m:t xml:space="preserve">K⋅q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0" descr="/home/ahmed/Projects/ai_llm_slides/videos/deep-learning/002_transformers_part2/recreated_pptx/build/assets/eq015_kq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385310" y="2673350"/>
                <a:ext cx="195072" cy="106680"/>
              </a:xfrm>
              <a:prstGeom prst="rect">
                <a:avLst/>
              </a:prstGeom>
            </p:spPr>
          </p:pic>
        </mc:Fallback>
      </mc:AlternateContent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mc:AlternateContent>
        <mc:Choice xmlns:a14="http://schemas.microsoft.com/office/drawing/2010/main" Requires="a14">
          <p:sp>
            <p:nvSpPr>
              <p:cNvPr id="97" name="Equation OMML" descr="\sqrt{d}"/>
              <p:cNvSpPr txBox="1"/>
              <p:nvPr/>
            </p:nvSpPr>
            <p:spPr>
              <a:xfrm>
                <a:off x="4400550" y="2838450"/>
                <a:ext cx="168910" cy="1402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 sz="800">
                              <a:solidFill>
                                <a:srgbClr val="8B1A1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 sz="800">
                              <a:solidFill>
                                <a:srgbClr val="8B1A1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1" descr="/home/ahmed/Projects/ai_llm_slides/videos/deep-learning/002_transformers_part2/recreated_pptx/build/assets/eq015_sqrtd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00550" y="2838450"/>
                <a:ext cx="168910" cy="140208"/>
              </a:xfrm>
              <a:prstGeom prst="rect">
                <a:avLst/>
              </a:prstGeom>
            </p:spPr>
          </p:pic>
        </mc:Fallback>
      </mc:AlternateContent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801" name="beam011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132" y="10"/>
                </a:moveTo>
                <a:lnTo>
                  <a:pt x="298" y="10"/>
                </a:lnTo>
                <a:lnTo>
                  <a:pt x="300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8803" name="beam011_b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132" y="10"/>
                </a:moveTo>
                <a:lnTo>
                  <a:pt x="298" y="10"/>
                </a:lnTo>
                <a:lnTo>
                  <a:pt x="300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8802" name="beam011_strip"/>
          <p:cNvSpPr/>
          <p:nvPr/>
        </p:nvSpPr>
        <p:spPr>
          <a:xfrm>
            <a:off x="4978400.0" y="736600.0"/>
            <a:ext cx="4445000.0" cy="1701800.0"/>
          </a:xfrm>
          <a:custGeom>
            <a:avLst/>
            <a:gdLst/>
            <a:ahLst/>
            <a:cxnLst/>
            <a:rectLst/>
            <a:pathLst>
              <a:path w="350" h="134">
                <a:moveTo>
                  <a:pt x="294" y="102"/>
                </a:moveTo>
                <a:lnTo>
                  <a:pt x="350" y="102"/>
                </a:lnTo>
                <a:lnTo>
                  <a:pt x="335" y="134"/>
                </a:lnTo>
                <a:lnTo>
                  <a:pt x="294" y="134"/>
                </a:lnTo>
                <a:close/>
              </a:path>
            </a:pathLst>
          </a:custGeom>
          <a:solidFill>
            <a:srgbClr val="FFFC28">
              <a:alpha val="55000"/>
            </a:srgbClr>
          </a:solidFill>
          <a:ln>
            <a:noFill/>
          </a:ln>
        </p:spPr>
      </p:sp>
      <p:sp>
        <p:nvSpPr>
          <p:cNvPr id="298" name="Shape 291"/>
          <p:cNvSpPr/>
          <p:nvPr/>
        </p:nvSpPr>
        <p:spPr>
          <a:xfrm>
            <a:off x="4521200" y="1320800"/>
            <a:ext cx="5257800" cy="228600"/>
          </a:xfrm>
          <a:prstGeom prst="rect">
            <a:avLst/>
          </a:prstGeom>
          <a:solidFill>
            <a:srgbClr val="F6DEBE">
              <a:alpha val="75000"/>
            </a:srgbClr>
          </a:solidFill>
          <a:ln/>
        </p:spPr>
      </p:sp>
      <p:sp>
        <p:nvSpPr>
          <p:cNvPr id="299" name="Shape 292"/>
          <p:cNvSpPr/>
          <p:nvPr/>
        </p:nvSpPr>
        <p:spPr>
          <a:xfrm>
            <a:off x="4521200" y="1549400"/>
            <a:ext cx="5257800" cy="254000"/>
          </a:xfrm>
          <a:prstGeom prst="rect">
            <a:avLst/>
          </a:prstGeom>
          <a:solidFill>
            <a:srgbClr val="D1FFE5">
              <a:alpha val="70000"/>
            </a:srgbClr>
          </a:solidFill>
          <a:ln/>
        </p:spPr>
      </p:sp>
      <p:sp>
        <p:nvSpPr>
          <p:cNvPr id="300" name="Shape 293"/>
          <p:cNvSpPr/>
          <p:nvPr/>
        </p:nvSpPr>
        <p:spPr>
          <a:xfrm>
            <a:off x="7493000" y="914400"/>
            <a:ext cx="952500" cy="165100"/>
          </a:xfrm>
          <a:prstGeom prst="roundRect">
            <a:avLst>
              <a:gd name="adj" fmla="val 27692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1" name="Text 294"/>
          <p:cNvSpPr/>
          <p:nvPr/>
        </p:nvSpPr>
        <p:spPr>
          <a:xfrm>
            <a:off x="7493000" y="9144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2" name="Shape 295"/>
          <p:cNvSpPr/>
          <p:nvPr/>
        </p:nvSpPr>
        <p:spPr>
          <a:xfrm>
            <a:off x="7976870" y="1079500"/>
            <a:ext cx="22860" cy="127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3" name="Shape 296"/>
          <p:cNvSpPr/>
          <p:nvPr/>
        </p:nvSpPr>
        <p:spPr>
          <a:xfrm>
            <a:off x="7950200" y="1079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4" name="Shape 297"/>
          <p:cNvSpPr/>
          <p:nvPr/>
        </p:nvSpPr>
        <p:spPr>
          <a:xfrm>
            <a:off x="6934200" y="1155700"/>
            <a:ext cx="965200" cy="215900"/>
          </a:xfrm>
          <a:prstGeom prst="roundRect">
            <a:avLst>
              <a:gd name="adj" fmla="val 21176"/>
            </a:avLst>
          </a:prstGeom>
          <a:solidFill>
            <a:srgbClr val="D2FFE0">
              <a:alpha val="70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305" name="Text 298"/>
          <p:cNvSpPr/>
          <p:nvPr/>
        </p:nvSpPr>
        <p:spPr>
          <a:xfrm>
            <a:off x="6934200" y="1155700"/>
            <a:ext cx="96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6" name="Shape 299"/>
          <p:cNvSpPr/>
          <p:nvPr/>
        </p:nvSpPr>
        <p:spPr>
          <a:xfrm>
            <a:off x="7418070" y="1371600"/>
            <a:ext cx="22860" cy="1270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7" name="Shape 300"/>
          <p:cNvSpPr/>
          <p:nvPr/>
        </p:nvSpPr>
        <p:spPr>
          <a:xfrm>
            <a:off x="7391400" y="14859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8" name="Shape 301"/>
          <p:cNvSpPr/>
          <p:nvPr/>
        </p:nvSpPr>
        <p:spPr>
          <a:xfrm>
            <a:off x="6934200" y="1384300"/>
            <a:ext cx="927100" cy="266700"/>
          </a:xfrm>
          <a:prstGeom prst="roundRect">
            <a:avLst>
              <a:gd name="adj" fmla="val 17143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9" name="Text 302"/>
          <p:cNvSpPr/>
          <p:nvPr/>
        </p:nvSpPr>
        <p:spPr>
          <a:xfrm>
            <a:off x="6934200" y="1384300"/>
            <a:ext cx="92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10" name="Shape 303"/>
          <p:cNvSpPr/>
          <p:nvPr/>
        </p:nvSpPr>
        <p:spPr>
          <a:xfrm>
            <a:off x="5816600" y="1676400"/>
            <a:ext cx="1092200" cy="330200"/>
          </a:xfrm>
          <a:prstGeom prst="roundRect">
            <a:avLst>
              <a:gd name="adj" fmla="val 13846"/>
            </a:avLst>
          </a:prstGeom>
          <a:solidFill>
            <a:srgbClr val="B8BE45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1" name="Shape 304"/>
          <p:cNvSpPr/>
          <p:nvPr/>
        </p:nvSpPr>
        <p:spPr>
          <a:xfrm>
            <a:off x="6592570" y="2006600"/>
            <a:ext cx="22860" cy="2286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12" name="Shape 305"/>
          <p:cNvSpPr/>
          <p:nvPr/>
        </p:nvSpPr>
        <p:spPr>
          <a:xfrm>
            <a:off x="6565900" y="2222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13" name="Shape 306"/>
          <p:cNvSpPr/>
          <p:nvPr/>
        </p:nvSpPr>
        <p:spPr>
          <a:xfrm>
            <a:off x="4800600" y="2336800"/>
            <a:ext cx="2438400" cy="266700"/>
          </a:xfrm>
          <a:prstGeom prst="roundRect">
            <a:avLst>
              <a:gd name="adj" fmla="val 17143"/>
            </a:avLst>
          </a:prstGeom>
          <a:solidFill>
            <a:srgbClr val="F5CF50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4" name="Shape 307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5" name="Text 308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316" name="Shape 309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7" name="Text 310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318" name="Shape 311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9" name="Text 312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320" name="Shape 313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1" name="Text 314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322" name="Shape 315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3" name="Text 316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324" name="Shape 317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8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6" name="Shape 319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0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8" name="Shape 321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2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30" name="Shape 323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1" name="Text 324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2" name="Shape 325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3" name="Text 326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4" name="Shape 327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35" name="Text 328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6" name="Shape 329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7" name="Text 330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38" name="Shape 331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0" name="Shape 333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2" name="Shape 335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4" name="Shape 337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5" name="Text 338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6" name="Shape 339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7" name="Text 340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8" name="Shape 341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9" name="Text 342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0" name="Shape 343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1" name="Text 344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2" name="Shape 345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53" name="Text 346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54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55" name="Text 347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56" name="Shape 348"/>
          <p:cNvSpPr/>
          <p:nvPr/>
        </p:nvSpPr>
        <p:spPr>
          <a:xfrm>
            <a:off x="2197100" y="5130800"/>
            <a:ext cx="2781300" cy="482600"/>
          </a:xfrm>
          <a:prstGeom prst="roundRect">
            <a:avLst>
              <a:gd name="adj" fmla="val 9474"/>
            </a:avLst>
          </a:prstGeom>
          <a:solidFill>
            <a:srgbClr val="EEFDDC"/>
          </a:solidFill>
          <a:ln w="15875">
            <a:solidFill>
              <a:srgbClr val="2E7D4A"/>
            </a:solidFill>
            <a:prstDash val="dash"/>
          </a:ln>
        </p:spPr>
      </p:sp>
      <p:sp>
        <p:nvSpPr>
          <p:cNvPr id="357" name="Shape 349"/>
          <p:cNvSpPr/>
          <p:nvPr/>
        </p:nvSpPr>
        <p:spPr>
          <a:xfrm>
            <a:off x="2870200" y="4470400"/>
            <a:ext cx="762000" cy="1219200"/>
          </a:xfrm>
          <a:prstGeom prst="ellipse">
            <a:avLst/>
          </a:prstGeom>
          <a:solidFill>
            <a:srgbClr val="7B9FE8">
              <a:alpha val="48000"/>
            </a:srgbClr>
          </a:solidFill>
          <a:ln/>
        </p:spPr>
      </p:sp>
      <p:sp>
        <p:nvSpPr>
          <p:cNvPr id="358" name="Shape 350"/>
          <p:cNvSpPr/>
          <p:nvPr/>
        </p:nvSpPr>
        <p:spPr>
          <a:xfrm>
            <a:off x="3098800" y="4572000"/>
            <a:ext cx="635000" cy="1016000"/>
          </a:xfrm>
          <a:prstGeom prst="ellipse">
            <a:avLst/>
          </a:prstGeom>
          <a:solidFill>
            <a:srgbClr val="9B7FE0">
              <a:alpha val="48000"/>
            </a:srgbClr>
          </a:solidFill>
          <a:ln/>
        </p:spPr>
      </p:sp>
      <p:sp>
        <p:nvSpPr>
          <p:cNvPr id="359" name="Shape 351"/>
          <p:cNvSpPr/>
          <p:nvPr/>
        </p:nvSpPr>
        <p:spPr>
          <a:xfrm>
            <a:off x="3302000" y="4673600"/>
            <a:ext cx="558800" cy="863600"/>
          </a:xfrm>
          <a:prstGeom prst="ellipse">
            <a:avLst/>
          </a:prstGeom>
          <a:solidFill>
            <a:srgbClr val="B08FE8">
              <a:alpha val="48000"/>
            </a:srgbClr>
          </a:solidFill>
          <a:ln/>
        </p:spPr>
      </p:sp>
      <p:sp>
        <p:nvSpPr>
          <p:cNvPr id="360" name="Shape 352"/>
          <p:cNvSpPr/>
          <p:nvPr/>
        </p:nvSpPr>
        <p:spPr>
          <a:xfrm>
            <a:off x="3479800" y="4775200"/>
            <a:ext cx="482600" cy="711200"/>
          </a:xfrm>
          <a:prstGeom prst="ellipse">
            <a:avLst/>
          </a:prstGeom>
          <a:solidFill>
            <a:srgbClr val="E8D87B">
              <a:alpha val="48000"/>
            </a:srgbClr>
          </a:solidFill>
          <a:ln/>
        </p:spPr>
      </p:sp>
      <p:sp>
        <p:nvSpPr>
          <p:cNvPr id="361" name="Shape 353"/>
          <p:cNvSpPr/>
          <p:nvPr/>
        </p:nvSpPr>
        <p:spPr>
          <a:xfrm>
            <a:off x="3632200" y="4876800"/>
            <a:ext cx="406400" cy="558800"/>
          </a:xfrm>
          <a:prstGeom prst="ellipse">
            <a:avLst/>
          </a:prstGeom>
          <a:solidFill>
            <a:srgbClr val="8FD98F">
              <a:alpha val="48000"/>
            </a:srgbClr>
          </a:solidFill>
          <a:ln/>
        </p:spPr>
      </p:sp>
      <p:sp>
        <p:nvSpPr>
          <p:cNvPr id="362" name="Shape 354"/>
          <p:cNvSpPr/>
          <p:nvPr/>
        </p:nvSpPr>
        <p:spPr>
          <a:xfrm>
            <a:off x="2336800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3" name="Shape 355"/>
          <p:cNvSpPr/>
          <p:nvPr/>
        </p:nvSpPr>
        <p:spPr>
          <a:xfrm>
            <a:off x="2409371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2481943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5" name="Shape 357"/>
          <p:cNvSpPr/>
          <p:nvPr/>
        </p:nvSpPr>
        <p:spPr>
          <a:xfrm>
            <a:off x="2554514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2627086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2699657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2772229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2541814" y="5175250"/>
            <a:ext cx="170543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70" name="Text 362"/>
          <p:cNvSpPr/>
          <p:nvPr/>
        </p:nvSpPr>
        <p:spPr>
          <a:xfrm>
            <a:off x="2541814" y="5181600"/>
            <a:ext cx="17054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1" name="Shape 363"/>
          <p:cNvSpPr/>
          <p:nvPr/>
        </p:nvSpPr>
        <p:spPr>
          <a:xfrm>
            <a:off x="2882900" y="5143500"/>
            <a:ext cx="711200" cy="304800"/>
          </a:xfrm>
          <a:prstGeom prst="roundRect">
            <a:avLst>
              <a:gd name="adj" fmla="val 12000"/>
            </a:avLst>
          </a:prstGeom>
          <a:ln w="12700">
            <a:solidFill>
              <a:srgbClr val="7B2FBF"/>
            </a:solidFill>
            <a:prstDash val="dash"/>
          </a:ln>
        </p:spPr>
      </p:sp>
      <p:sp>
        <p:nvSpPr>
          <p:cNvPr id="372" name="Shape 364"/>
          <p:cNvSpPr/>
          <p:nvPr/>
        </p:nvSpPr>
        <p:spPr>
          <a:xfrm>
            <a:off x="2895600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3" name="Shape 365"/>
          <p:cNvSpPr/>
          <p:nvPr/>
        </p:nvSpPr>
        <p:spPr>
          <a:xfrm>
            <a:off x="2993571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4" name="Shape 366"/>
          <p:cNvSpPr/>
          <p:nvPr/>
        </p:nvSpPr>
        <p:spPr>
          <a:xfrm>
            <a:off x="3091543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5" name="Shape 367"/>
          <p:cNvSpPr/>
          <p:nvPr/>
        </p:nvSpPr>
        <p:spPr>
          <a:xfrm>
            <a:off x="3189514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6" name="Shape 368"/>
          <p:cNvSpPr/>
          <p:nvPr/>
        </p:nvSpPr>
        <p:spPr>
          <a:xfrm>
            <a:off x="3287486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7" name="Shape 369"/>
          <p:cNvSpPr/>
          <p:nvPr/>
        </p:nvSpPr>
        <p:spPr>
          <a:xfrm>
            <a:off x="3385457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8" name="Shape 370"/>
          <p:cNvSpPr/>
          <p:nvPr/>
        </p:nvSpPr>
        <p:spPr>
          <a:xfrm>
            <a:off x="3483429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9" name="Shape 371"/>
          <p:cNvSpPr/>
          <p:nvPr/>
        </p:nvSpPr>
        <p:spPr>
          <a:xfrm>
            <a:off x="3176814" y="5149850"/>
            <a:ext cx="221343" cy="2921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0" name="Text 372"/>
          <p:cNvSpPr/>
          <p:nvPr/>
        </p:nvSpPr>
        <p:spPr>
          <a:xfrm>
            <a:off x="3176814" y="5156200"/>
            <a:ext cx="22134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81" name="Shape 373"/>
          <p:cNvSpPr/>
          <p:nvPr/>
        </p:nvSpPr>
        <p:spPr>
          <a:xfrm>
            <a:off x="3644900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2" name="Shape 374"/>
          <p:cNvSpPr/>
          <p:nvPr/>
        </p:nvSpPr>
        <p:spPr>
          <a:xfrm>
            <a:off x="3724729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3" name="Shape 375"/>
          <p:cNvSpPr/>
          <p:nvPr/>
        </p:nvSpPr>
        <p:spPr>
          <a:xfrm>
            <a:off x="3804557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4" name="Shape 376"/>
          <p:cNvSpPr/>
          <p:nvPr/>
        </p:nvSpPr>
        <p:spPr>
          <a:xfrm>
            <a:off x="3884386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5" name="Shape 377"/>
          <p:cNvSpPr/>
          <p:nvPr/>
        </p:nvSpPr>
        <p:spPr>
          <a:xfrm>
            <a:off x="3964214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6" name="Shape 378"/>
          <p:cNvSpPr/>
          <p:nvPr/>
        </p:nvSpPr>
        <p:spPr>
          <a:xfrm>
            <a:off x="4044043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7" name="Shape 379"/>
          <p:cNvSpPr/>
          <p:nvPr/>
        </p:nvSpPr>
        <p:spPr>
          <a:xfrm>
            <a:off x="4123871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8" name="Shape 380"/>
          <p:cNvSpPr/>
          <p:nvPr/>
        </p:nvSpPr>
        <p:spPr>
          <a:xfrm>
            <a:off x="3871686" y="5175250"/>
            <a:ext cx="185057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9" name="Text 381"/>
          <p:cNvSpPr/>
          <p:nvPr/>
        </p:nvSpPr>
        <p:spPr>
          <a:xfrm>
            <a:off x="3871686" y="5181600"/>
            <a:ext cx="18505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0" name="Shape 382"/>
          <p:cNvSpPr/>
          <p:nvPr/>
        </p:nvSpPr>
        <p:spPr>
          <a:xfrm>
            <a:off x="4267200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1" name="Shape 383"/>
          <p:cNvSpPr/>
          <p:nvPr/>
        </p:nvSpPr>
        <p:spPr>
          <a:xfrm>
            <a:off x="4354286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2" name="Shape 384"/>
          <p:cNvSpPr/>
          <p:nvPr/>
        </p:nvSpPr>
        <p:spPr>
          <a:xfrm>
            <a:off x="4441371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3" name="Shape 385"/>
          <p:cNvSpPr/>
          <p:nvPr/>
        </p:nvSpPr>
        <p:spPr>
          <a:xfrm>
            <a:off x="4528457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4" name="Shape 386"/>
          <p:cNvSpPr/>
          <p:nvPr/>
        </p:nvSpPr>
        <p:spPr>
          <a:xfrm>
            <a:off x="4615543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5" name="Shape 387"/>
          <p:cNvSpPr/>
          <p:nvPr/>
        </p:nvSpPr>
        <p:spPr>
          <a:xfrm>
            <a:off x="4702629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6" name="Shape 388"/>
          <p:cNvSpPr/>
          <p:nvPr/>
        </p:nvSpPr>
        <p:spPr>
          <a:xfrm>
            <a:off x="4789714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7" name="Shape 389"/>
          <p:cNvSpPr/>
          <p:nvPr/>
        </p:nvSpPr>
        <p:spPr>
          <a:xfrm>
            <a:off x="4515757" y="5175250"/>
            <a:ext cx="199571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98" name="Text 390"/>
          <p:cNvSpPr/>
          <p:nvPr/>
        </p:nvSpPr>
        <p:spPr>
          <a:xfrm>
            <a:off x="4515757" y="5181600"/>
            <a:ext cx="19957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99" name="Shape 391"/>
          <p:cNvSpPr/>
          <p:nvPr/>
        </p:nvSpPr>
        <p:spPr>
          <a:xfrm>
            <a:off x="3149600" y="5410200"/>
            <a:ext cx="50800" cy="139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00" name="Shape 392"/>
          <p:cNvSpPr/>
          <p:nvPr/>
        </p:nvSpPr>
        <p:spPr>
          <a:xfrm flipV="1">
            <a:off x="3124200" y="55372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01" name="Shape 393"/>
          <p:cNvSpPr/>
          <p:nvPr/>
        </p:nvSpPr>
        <p:spPr>
          <a:xfrm>
            <a:off x="332740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2" name="Shape 394"/>
          <p:cNvSpPr/>
          <p:nvPr/>
        </p:nvSpPr>
        <p:spPr>
          <a:xfrm>
            <a:off x="339598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3" name="Shape 395"/>
          <p:cNvSpPr/>
          <p:nvPr/>
        </p:nvSpPr>
        <p:spPr>
          <a:xfrm>
            <a:off x="346456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4" name="Shape 396"/>
          <p:cNvSpPr/>
          <p:nvPr/>
        </p:nvSpPr>
        <p:spPr>
          <a:xfrm>
            <a:off x="353314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5" name="Shape 397"/>
          <p:cNvSpPr/>
          <p:nvPr/>
        </p:nvSpPr>
        <p:spPr>
          <a:xfrm>
            <a:off x="360172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6" name="Shape 398"/>
          <p:cNvSpPr/>
          <p:nvPr/>
        </p:nvSpPr>
        <p:spPr>
          <a:xfrm>
            <a:off x="3289300" y="4584700"/>
            <a:ext cx="381000" cy="177800"/>
          </a:xfrm>
          <a:prstGeom prst="rect">
            <a:avLst/>
          </a:prstGeom>
          <a:ln w="6350">
            <a:solidFill>
              <a:srgbClr val="B8A888"/>
            </a:solidFill>
            <a:prstDash val="solid"/>
          </a:ln>
        </p:spPr>
      </p:sp>
      <p:sp>
        <p:nvSpPr>
          <p:cNvPr id="407" name="Shape 399"/>
          <p:cNvSpPr/>
          <p:nvPr/>
        </p:nvSpPr>
        <p:spPr>
          <a:xfrm>
            <a:off x="3695700" y="4584700"/>
            <a:ext cx="0" cy="1778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408" name="Text 400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409" name="Shape 401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0" name="Text 40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4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11" name="Shape 403"/>
          <p:cNvSpPr/>
          <p:nvPr/>
        </p:nvSpPr>
        <p:spPr>
          <a:xfrm>
            <a:off x="3284220" y="4495800"/>
            <a:ext cx="11430" cy="635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12" name="Shape 404"/>
          <p:cNvSpPr/>
          <p:nvPr/>
        </p:nvSpPr>
        <p:spPr>
          <a:xfrm>
            <a:off x="3251200" y="443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3" name="Shape 405"/>
          <p:cNvSpPr/>
          <p:nvPr/>
        </p:nvSpPr>
        <p:spPr>
          <a:xfrm flipV="1">
            <a:off x="3251200" y="51054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4" name="Shape 406"/>
          <p:cNvSpPr/>
          <p:nvPr/>
        </p:nvSpPr>
        <p:spPr>
          <a:xfrm>
            <a:off x="1638300" y="4457700"/>
            <a:ext cx="15875" cy="1270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415" name="Shape 407"/>
          <p:cNvSpPr/>
          <p:nvPr/>
        </p:nvSpPr>
        <p:spPr>
          <a:xfrm>
            <a:off x="1593850" y="4381500"/>
            <a:ext cx="101600" cy="825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416" name="Shape 408"/>
          <p:cNvSpPr/>
          <p:nvPr/>
        </p:nvSpPr>
        <p:spPr>
          <a:xfrm>
            <a:off x="1689100" y="4546600"/>
            <a:ext cx="127000" cy="584200"/>
          </a:xfrm>
          <a:prstGeom prst="line">
            <a:avLst/>
          </a:prstGeom>
          <a:noFill/>
          <a:ln w="9525">
            <a:solidFill>
              <a:srgbClr val="3FAE5C"/>
            </a:solidFill>
            <a:prstDash val="dash"/>
          </a:ln>
        </p:spPr>
      </p:sp>
      <p:sp>
        <p:nvSpPr>
          <p:cNvPr id="417" name="Text 409"/>
          <p:cNvSpPr/>
          <p:nvPr/>
        </p:nvSpPr>
        <p:spPr>
          <a:xfrm>
            <a:off x="3771900" y="6057900"/>
            <a:ext cx="485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</a:t>
            </a:r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84044" y="679420"/>
            <a:ext cx="942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Vector by a </a:t>
            </a:r>
            <a:pPr algn="ctr" indent="0" marL="0">
              <a:buNone/>
            </a:pPr>
            <a:r>
              <a:rPr lang="en-US" sz="221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Matrices</a:t>
            </a:r>
            <a:endParaRPr lang="en-US" sz="2210" dirty="0"/>
          </a:p>
        </p:txBody>
      </p:sp>
      <p:sp>
        <p:nvSpPr>
          <p:cNvPr id="6" name="Text 4"/>
          <p:cNvSpPr/>
          <p:nvPr/>
        </p:nvSpPr>
        <p:spPr>
          <a:xfrm>
            <a:off x="515834" y="985106"/>
            <a:ext cx="1092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Multiply Vector of Current Word by Multiple  (different) W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</a:t>
            </a:r>
            <a:pPr algn="ctr" indent="0" marL="0">
              <a:buNone/>
            </a:pPr>
            <a:r>
              <a:rPr lang="en-US" sz="1850" b="1" i="1" u="sng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of Multiple Heads</a:t>
            </a:r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995831" y="1608174"/>
            <a:ext cx="8685338" cy="4432300"/>
          </a:xfrm>
          <a:prstGeom prst="roundRect">
            <a:avLst>
              <a:gd name="adj" fmla="val 165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91716" y="1682749"/>
            <a:ext cx="152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 of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11534" y="1823188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Word </a:t>
            </a:r>
            <a:pPr algn="ctr" indent="0" marL="0">
              <a:buNone/>
            </a:pPr>
            <a:r>
              <a:rPr lang="en-US" sz="200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14741" y="2113220"/>
            <a:ext cx="1464864" cy="412750"/>
          </a:xfrm>
          <a:prstGeom prst="roundRect">
            <a:avLst>
              <a:gd name="adj" fmla="val 17723"/>
            </a:avLst>
          </a:prstGeom>
          <a:solidFill>
            <a:srgbClr val="FEE4F7"/>
          </a:solidFill>
          <a:ln/>
        </p:spPr>
      </p:sp>
      <p:sp>
        <p:nvSpPr>
          <p:cNvPr id="11" name="Shape 9"/>
          <p:cNvSpPr/>
          <p:nvPr/>
        </p:nvSpPr>
        <p:spPr>
          <a:xfrm>
            <a:off x="1227044" y="2139801"/>
            <a:ext cx="330200" cy="330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7044" y="2139801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10199" y="2139801"/>
            <a:ext cx="330200" cy="330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0199" y="2139801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7292" y="2139801"/>
            <a:ext cx="330200" cy="330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7292" y="2139801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4021" y="2139801"/>
            <a:ext cx="330200" cy="330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4021" y="2139801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30511" y="2086639"/>
            <a:ext cx="1682866" cy="2222500"/>
          </a:xfrm>
          <a:prstGeom prst="roundRect">
            <a:avLst>
              <a:gd name="adj" fmla="val 4347"/>
            </a:avLst>
          </a:prstGeom>
          <a:solidFill>
            <a:srgbClr val="D4FCE6"/>
          </a:solidFill>
          <a:ln/>
        </p:spPr>
      </p:sp>
      <p:sp>
        <p:nvSpPr>
          <p:cNvPr id="20" name="Text 18"/>
          <p:cNvSpPr/>
          <p:nvPr/>
        </p:nvSpPr>
        <p:spPr>
          <a:xfrm>
            <a:off x="3285852" y="1809306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15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Head 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36209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209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49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49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3913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3913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49916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9916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36209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36209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11849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49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3913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3913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49916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49916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36209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209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11849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49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3913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3913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49916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49916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36209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36209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11849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11849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113913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3913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49916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49916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23738" y="2086639"/>
            <a:ext cx="1682866" cy="2222500"/>
          </a:xfrm>
          <a:prstGeom prst="roundRect">
            <a:avLst>
              <a:gd name="adj" fmla="val 4347"/>
            </a:avLst>
          </a:prstGeom>
          <a:solidFill>
            <a:srgbClr val="F8E6D0"/>
          </a:solidFill>
          <a:ln/>
        </p:spPr>
      </p:sp>
      <p:sp>
        <p:nvSpPr>
          <p:cNvPr id="54" name="Text 52"/>
          <p:cNvSpPr/>
          <p:nvPr/>
        </p:nvSpPr>
        <p:spPr>
          <a:xfrm>
            <a:off x="5393199" y="1809306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15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Head 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329436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9436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05076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5076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07140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7140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43143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43143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29436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29436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805076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05076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07140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7140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743143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743143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329436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29436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805076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5076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307140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07140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743143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743143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329436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29436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805076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05076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307140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07140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743143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743143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324480" y="2086639"/>
            <a:ext cx="1709290" cy="2222500"/>
          </a:xfrm>
          <a:prstGeom prst="roundRect">
            <a:avLst>
              <a:gd name="adj" fmla="val 4280"/>
            </a:avLst>
          </a:prstGeom>
          <a:solidFill>
            <a:srgbClr val="D5D5FB"/>
          </a:solidFill>
          <a:ln/>
        </p:spPr>
      </p:sp>
      <p:sp>
        <p:nvSpPr>
          <p:cNvPr id="88" name="Text 86"/>
          <p:cNvSpPr/>
          <p:nvPr/>
        </p:nvSpPr>
        <p:spPr>
          <a:xfrm>
            <a:off x="7546790" y="1809306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150" b="1" dirty="0">
                <a:solidFill>
                  <a:srgbClr val="8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Head 3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430178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430178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905817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905817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407881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407881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843884" y="234580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843884" y="234580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430178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30178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7905817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905817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407881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407881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843884" y="2844208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843884" y="2844208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7430178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30178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905817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905817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8407881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407881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8843884" y="3402417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843884" y="3402417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7430178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30178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905817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905817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8407881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407881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8843884" y="3907463"/>
            <a:ext cx="247650" cy="228600"/>
          </a:xfrm>
          <a:prstGeom prst="roundRect">
            <a:avLst>
              <a:gd name="adj" fmla="val 16000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843884" y="3907463"/>
            <a:ext cx="24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2416708" y="4772983"/>
            <a:ext cx="35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800" dirty="0"/>
          </a:p>
        </p:txBody>
      </p:sp>
      <p:sp>
        <p:nvSpPr>
          <p:cNvPr id="122" name="Shape 120"/>
          <p:cNvSpPr/>
          <p:nvPr/>
        </p:nvSpPr>
        <p:spPr>
          <a:xfrm>
            <a:off x="3109785" y="4744777"/>
            <a:ext cx="1603592" cy="342900"/>
          </a:xfrm>
          <a:prstGeom prst="roundRect">
            <a:avLst>
              <a:gd name="adj" fmla="val 16000"/>
            </a:avLst>
          </a:prstGeom>
          <a:solidFill>
            <a:srgbClr val="D4FCE6"/>
          </a:solidFill>
          <a:ln/>
        </p:spPr>
      </p:sp>
      <p:sp>
        <p:nvSpPr>
          <p:cNvPr id="123" name="Shape 121"/>
          <p:cNvSpPr/>
          <p:nvPr/>
        </p:nvSpPr>
        <p:spPr>
          <a:xfrm>
            <a:off x="316263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16263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363827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63827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411391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11391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4589552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589552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5250163" y="4744777"/>
            <a:ext cx="1643229" cy="342900"/>
          </a:xfrm>
          <a:prstGeom prst="roundRect">
            <a:avLst>
              <a:gd name="adj" fmla="val 16000"/>
            </a:avLst>
          </a:prstGeom>
          <a:solidFill>
            <a:srgbClr val="F8E6D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5316224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316224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579186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9186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6254291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254291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674314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74314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7364116" y="4744777"/>
            <a:ext cx="1735715" cy="342900"/>
          </a:xfrm>
          <a:prstGeom prst="roundRect">
            <a:avLst>
              <a:gd name="adj" fmla="val 16000"/>
            </a:avLst>
          </a:prstGeom>
          <a:solidFill>
            <a:srgbClr val="D5D5F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7456602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456602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7945454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945454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5" name="Shape 143"/>
          <p:cNvSpPr/>
          <p:nvPr/>
        </p:nvSpPr>
        <p:spPr>
          <a:xfrm>
            <a:off x="842109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42109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8896733" y="4797940"/>
            <a:ext cx="292100" cy="254000"/>
          </a:xfrm>
          <a:prstGeom prst="roundRect">
            <a:avLst>
              <a:gd name="adj" fmla="val 18000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896733" y="4797940"/>
            <a:ext cx="29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3133911" y="5166092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at Head 1</a:t>
            </a:r>
            <a:endParaRPr lang="en-US" sz="1130" dirty="0"/>
          </a:p>
        </p:txBody>
      </p:sp>
      <p:sp>
        <p:nvSpPr>
          <p:cNvPr id="150" name="Text 148"/>
          <p:cNvSpPr/>
          <p:nvPr/>
        </p:nvSpPr>
        <p:spPr>
          <a:xfrm>
            <a:off x="5449351" y="5166092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at Head 2</a:t>
            </a:r>
            <a:endParaRPr lang="en-US" sz="1130" dirty="0"/>
          </a:p>
        </p:txBody>
      </p:sp>
      <p:sp>
        <p:nvSpPr>
          <p:cNvPr id="151" name="Text 149"/>
          <p:cNvSpPr/>
          <p:nvPr/>
        </p:nvSpPr>
        <p:spPr>
          <a:xfrm>
            <a:off x="7678912" y="5166092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3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11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at Head 3</a:t>
            </a:r>
            <a:endParaRPr lang="en-US" sz="1130" dirty="0"/>
          </a:p>
        </p:txBody>
      </p:sp>
      <p:sp>
        <p:nvSpPr>
          <p:cNvPr id="152" name="Text 150"/>
          <p:cNvSpPr/>
          <p:nvPr/>
        </p:nvSpPr>
        <p:spPr>
          <a:xfrm>
            <a:off x="3683032" y="5581943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2000" dirty="0"/>
          </a:p>
        </p:txBody>
      </p:sp>
      <p:sp>
        <p:nvSpPr>
          <p:cNvPr id="153" name="Text 151"/>
          <p:cNvSpPr/>
          <p:nvPr/>
        </p:nvSpPr>
        <p:spPr>
          <a:xfrm>
            <a:off x="3853254" y="5699787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4" name="Text 152"/>
          <p:cNvSpPr/>
          <p:nvPr/>
        </p:nvSpPr>
        <p:spPr>
          <a:xfrm>
            <a:off x="3934576" y="5620043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100" dirty="0"/>
          </a:p>
        </p:txBody>
      </p:sp>
      <p:sp>
        <p:nvSpPr>
          <p:cNvPr id="155" name="Text 153"/>
          <p:cNvSpPr/>
          <p:nvPr/>
        </p:nvSpPr>
        <p:spPr>
          <a:xfrm>
            <a:off x="6008381" y="5581943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2000" dirty="0"/>
          </a:p>
        </p:txBody>
      </p:sp>
      <p:sp>
        <p:nvSpPr>
          <p:cNvPr id="156" name="Text 154"/>
          <p:cNvSpPr/>
          <p:nvPr/>
        </p:nvSpPr>
        <p:spPr>
          <a:xfrm>
            <a:off x="6165391" y="5699787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7" name="Text 155"/>
          <p:cNvSpPr/>
          <p:nvPr/>
        </p:nvSpPr>
        <p:spPr>
          <a:xfrm>
            <a:off x="6240107" y="5620043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100" dirty="0"/>
          </a:p>
        </p:txBody>
      </p:sp>
      <p:sp>
        <p:nvSpPr>
          <p:cNvPr id="158" name="Text 156"/>
          <p:cNvSpPr/>
          <p:nvPr/>
        </p:nvSpPr>
        <p:spPr>
          <a:xfrm>
            <a:off x="8228032" y="5581943"/>
            <a:ext cx="25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2000" dirty="0"/>
          </a:p>
        </p:txBody>
      </p:sp>
      <p:sp>
        <p:nvSpPr>
          <p:cNvPr id="159" name="Text 157"/>
          <p:cNvSpPr/>
          <p:nvPr/>
        </p:nvSpPr>
        <p:spPr>
          <a:xfrm>
            <a:off x="8391648" y="5699787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60" name="Text 158"/>
          <p:cNvSpPr/>
          <p:nvPr/>
        </p:nvSpPr>
        <p:spPr>
          <a:xfrm>
            <a:off x="8479577" y="5620043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1100" dirty="0"/>
          </a:p>
        </p:txBody>
      </p:sp>
      <p:sp>
        <p:nvSpPr>
          <p:cNvPr id="161" name="Shape 159"/>
          <p:cNvSpPr/>
          <p:nvPr/>
        </p:nvSpPr>
        <p:spPr>
          <a:xfrm>
            <a:off x="6710112" y="3615068"/>
            <a:ext cx="0" cy="86389"/>
          </a:xfrm>
          <a:prstGeom prst="line">
            <a:avLst/>
          </a:prstGeom>
          <a:noFill/>
          <a:ln w="9525">
            <a:solidFill>
              <a:srgbClr val="CC00CC"/>
            </a:solidFill>
            <a:prstDash val="solid"/>
            <a:headEnd type="triangle"/>
          </a:ln>
        </p:spPr>
      </p:sp>
      <p:sp>
        <p:nvSpPr>
          <p:cNvPr id="162" name="Text 160"/>
          <p:cNvSpPr/>
          <p:nvPr/>
        </p:nvSpPr>
        <p:spPr>
          <a:xfrm>
            <a:off x="6582088" y="369112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00" b="1" baseline="-40000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pic>
        <p:nvPicPr>
          <p:cNvPr id="163" name="Image 0" descr="/home/ahmed/Projects/ai_llm_slides/videos/deep-learning/002_transformers_part2/recreated_pptx/build/assets/s012_brace_tall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1238" y="2020185"/>
            <a:ext cx="152430" cy="2360706"/>
          </a:xfrm>
          <a:prstGeom prst="rect">
            <a:avLst/>
          </a:prstGeom>
        </p:spPr>
      </p:pic>
      <p:pic>
        <p:nvPicPr>
          <p:cNvPr id="164" name="Image 1" descr="/home/ahmed/Projects/ai_llm_slides/videos/deep-learning/002_transformers_part2/recreated_pptx/build/assets/s012_brace_tall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0614" y="2020185"/>
            <a:ext cx="176754" cy="2354580"/>
          </a:xfrm>
          <a:prstGeom prst="rect">
            <a:avLst/>
          </a:prstGeom>
        </p:spPr>
      </p:pic>
      <p:pic>
        <p:nvPicPr>
          <p:cNvPr id="165" name="Image 2" descr="/home/ahmed/Projects/ai_llm_slides/videos/deep-learning/002_transformers_part2/recreated_pptx/build/assets/s012_brace_short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450" y="4665033"/>
            <a:ext cx="99670" cy="485821"/>
          </a:xfrm>
          <a:prstGeom prst="rect">
            <a:avLst/>
          </a:prstGeom>
        </p:spPr>
      </p:pic>
      <p:pic>
        <p:nvPicPr>
          <p:cNvPr id="166" name="Image 3" descr="/home/ahmed/Projects/ai_llm_slides/videos/deep-learning/002_transformers_part2/recreated_pptx/build/assets/s012_brace_short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6311" y="4665033"/>
            <a:ext cx="87417" cy="4858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8374" y="1422104"/>
            <a:ext cx="10265888" cy="5223242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741" y="699888"/>
            <a:ext cx="10569769" cy="398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54377" y="979524"/>
            <a:ext cx="10569769" cy="398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9101" y="2246127"/>
            <a:ext cx="1928983" cy="3375836"/>
          </a:xfrm>
          <a:prstGeom prst="ellipse">
            <a:avLst/>
          </a:prstGeom>
          <a:solidFill>
            <a:srgbClr val="B7C1CB"/>
          </a:solidFill>
          <a:ln/>
        </p:spPr>
      </p:sp>
      <p:sp>
        <p:nvSpPr>
          <p:cNvPr id="9" name="Shape 7"/>
          <p:cNvSpPr/>
          <p:nvPr/>
        </p:nvSpPr>
        <p:spPr>
          <a:xfrm>
            <a:off x="876921" y="2977115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4741" y="2977115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2560" y="2977115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316" y="3256219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6078" y="3070150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6921" y="3548615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4741" y="3548615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2560" y="3548615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316" y="3841010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6078" y="3641649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6921" y="4146696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4741" y="4146696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52560" y="4146696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316" y="4439091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6078" y="4239731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6921" y="4744777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4741" y="4744777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2560" y="4744777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8316" y="5023881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96078" y="4837812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581296" y="2285999"/>
            <a:ext cx="647398" cy="3309382"/>
          </a:xfrm>
          <a:prstGeom prst="ellipse">
            <a:avLst/>
          </a:prstGeom>
          <a:solidFill>
            <a:srgbClr val="85FFA7"/>
          </a:solidFill>
          <a:ln w="12700">
            <a:solidFill>
              <a:srgbClr val="5FBF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60569" y="2950534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30511" y="2950534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60569" y="3468870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30511" y="3468870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60569" y="3987207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30511" y="3987207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60569" y="4545416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30511" y="4545416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09537" y="2897371"/>
            <a:ext cx="171759" cy="159488"/>
          </a:xfrm>
          <a:prstGeom prst="rect">
            <a:avLst/>
          </a:prstGeom>
          <a:solidFill>
            <a:srgbClr val="FFF3C4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09537" y="3056859"/>
            <a:ext cx="171759" cy="159488"/>
          </a:xfrm>
          <a:prstGeom prst="rect">
            <a:avLst/>
          </a:prstGeom>
          <a:solidFill>
            <a:srgbClr val="FFD9D2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09537" y="3216347"/>
            <a:ext cx="171759" cy="159488"/>
          </a:xfrm>
          <a:prstGeom prst="rect">
            <a:avLst/>
          </a:prstGeom>
          <a:solidFill>
            <a:srgbClr val="EADDF6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09537" y="4558707"/>
            <a:ext cx="171759" cy="159488"/>
          </a:xfrm>
          <a:prstGeom prst="rect">
            <a:avLst/>
          </a:prstGeom>
          <a:solidFill>
            <a:srgbClr val="FFF3C4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09537" y="4718195"/>
            <a:ext cx="171759" cy="159488"/>
          </a:xfrm>
          <a:prstGeom prst="rect">
            <a:avLst/>
          </a:prstGeom>
          <a:solidFill>
            <a:srgbClr val="FFD9D2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09537" y="4877684"/>
            <a:ext cx="171759" cy="159488"/>
          </a:xfrm>
          <a:prstGeom prst="rect">
            <a:avLst/>
          </a:prstGeom>
          <a:solidFill>
            <a:srgbClr val="EADDF6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55119" y="2485359"/>
            <a:ext cx="1123038" cy="2658138"/>
          </a:xfrm>
          <a:prstGeom prst="rect">
            <a:avLst/>
          </a:prstGeom>
          <a:solidFill>
            <a:srgbClr val="DB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07968" y="2565103"/>
            <a:ext cx="951279" cy="34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04581" y="2538522"/>
            <a:ext cx="34351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K.q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60155" y="3083440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99792" y="3123313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49" name="Shape 47"/>
          <p:cNvSpPr/>
          <p:nvPr/>
        </p:nvSpPr>
        <p:spPr>
          <a:xfrm>
            <a:off x="3961972" y="3601777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01609" y="3641649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51" name="Shape 49"/>
          <p:cNvSpPr/>
          <p:nvPr/>
        </p:nvSpPr>
        <p:spPr>
          <a:xfrm>
            <a:off x="3763789" y="4106824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03426" y="4146696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53" name="Shape 51"/>
          <p:cNvSpPr/>
          <p:nvPr/>
        </p:nvSpPr>
        <p:spPr>
          <a:xfrm>
            <a:off x="3466514" y="4665033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06151" y="4704905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55" name="Shape 53"/>
          <p:cNvSpPr/>
          <p:nvPr/>
        </p:nvSpPr>
        <p:spPr>
          <a:xfrm>
            <a:off x="2620933" y="3169830"/>
            <a:ext cx="1519404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351732" y="3169830"/>
            <a:ext cx="1347646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2620933" y="3688167"/>
            <a:ext cx="1321221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153549" y="3688167"/>
            <a:ext cx="1545829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620933" y="4193213"/>
            <a:ext cx="1123038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3955366" y="4193213"/>
            <a:ext cx="1744012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2620933" y="4751422"/>
            <a:ext cx="825763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658091" y="4751422"/>
            <a:ext cx="2041287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H="1">
            <a:off x="4113913" y="3236283"/>
            <a:ext cx="66061" cy="38543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H="1">
            <a:off x="3915729" y="3754620"/>
            <a:ext cx="66061" cy="372139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 flipH="1">
            <a:off x="3618455" y="4259667"/>
            <a:ext cx="165153" cy="425302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466514" y="2113220"/>
            <a:ext cx="832369" cy="252523"/>
          </a:xfrm>
          <a:prstGeom prst="roundRect">
            <a:avLst>
              <a:gd name="adj" fmla="val 32590"/>
            </a:avLst>
          </a:prstGeom>
          <a:solidFill>
            <a:srgbClr val="FFFFE3"/>
          </a:solidFill>
          <a:ln w="12700">
            <a:solidFill>
              <a:srgbClr val="A8A08C"/>
            </a:solidFill>
            <a:prstDash val="sysDot"/>
          </a:ln>
        </p:spPr>
      </p:sp>
      <p:sp>
        <p:nvSpPr>
          <p:cNvPr id="67" name="Text 65"/>
          <p:cNvSpPr/>
          <p:nvPr/>
        </p:nvSpPr>
        <p:spPr>
          <a:xfrm>
            <a:off x="3466514" y="2113220"/>
            <a:ext cx="832369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4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474770" y="2086639"/>
            <a:ext cx="1056977" cy="265814"/>
          </a:xfrm>
          <a:prstGeom prst="roundRect">
            <a:avLst>
              <a:gd name="adj" fmla="val 30960"/>
            </a:avLst>
          </a:prstGeom>
          <a:solidFill>
            <a:srgbClr val="FFFFE3"/>
          </a:solidFill>
          <a:ln w="12700">
            <a:solidFill>
              <a:srgbClr val="A8A08C"/>
            </a:solidFill>
            <a:prstDash val="sysDot"/>
          </a:ln>
        </p:spPr>
      </p:sp>
      <p:sp>
        <p:nvSpPr>
          <p:cNvPr id="69" name="Text 67"/>
          <p:cNvSpPr/>
          <p:nvPr/>
        </p:nvSpPr>
        <p:spPr>
          <a:xfrm>
            <a:off x="5474770" y="2086639"/>
            <a:ext cx="1056977" cy="2658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4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575512" y="2086639"/>
            <a:ext cx="1175887" cy="279105"/>
          </a:xfrm>
          <a:prstGeom prst="roundRect">
            <a:avLst>
              <a:gd name="adj" fmla="val 29486"/>
            </a:avLst>
          </a:prstGeom>
          <a:solidFill>
            <a:srgbClr val="FFFFE3"/>
          </a:solidFill>
          <a:ln w="12700">
            <a:solidFill>
              <a:srgbClr val="A8A08C"/>
            </a:solidFill>
            <a:prstDash val="sysDot"/>
          </a:ln>
        </p:spPr>
      </p:sp>
      <p:sp>
        <p:nvSpPr>
          <p:cNvPr id="71" name="Text 69"/>
          <p:cNvSpPr/>
          <p:nvPr/>
        </p:nvSpPr>
        <p:spPr>
          <a:xfrm>
            <a:off x="7575512" y="2086639"/>
            <a:ext cx="117588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4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818288" y="2525231"/>
            <a:ext cx="409579" cy="2604976"/>
          </a:xfrm>
          <a:prstGeom prst="roundRect">
            <a:avLst>
              <a:gd name="adj" fmla="val 17860"/>
            </a:avLst>
          </a:prstGeom>
          <a:solidFill>
            <a:srgbClr val="F8DEFB"/>
          </a:solidFill>
          <a:ln w="12700">
            <a:solidFill>
              <a:srgbClr val="CABAC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 rot="5400000">
            <a:off x="5653135" y="3628359"/>
            <a:ext cx="739884" cy="3987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571384" y="2498650"/>
            <a:ext cx="1677951" cy="292395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71384" y="2498650"/>
            <a:ext cx="1677951" cy="29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762961" y="3076795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95991" y="3110022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6795991" y="3110022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2903" y="3595132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65933" y="3628359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7165933" y="3628359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57510" y="4113469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90541" y="4146696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7390541" y="4146696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714240" y="4671678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47271" y="4704905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7747271" y="4704905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 flipV="1">
            <a:off x="6835628" y="2817627"/>
            <a:ext cx="13212" cy="239232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7218782" y="2817627"/>
            <a:ext cx="0" cy="757569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 flipH="1" flipV="1">
            <a:off x="7430178" y="2817627"/>
            <a:ext cx="13212" cy="1275906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H="1" flipV="1">
            <a:off x="7786907" y="2817627"/>
            <a:ext cx="13212" cy="1834115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6254291" y="3163185"/>
            <a:ext cx="47564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6254291" y="3681522"/>
            <a:ext cx="845582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6254291" y="4199859"/>
            <a:ext cx="1070189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6254291" y="4758068"/>
            <a:ext cx="1426919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 flipH="1">
            <a:off x="6941326" y="3163185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>
            <a:off x="7311268" y="3681522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>
            <a:off x="7535875" y="4199859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H="1">
            <a:off x="7892605" y="4758068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8870309" y="2950534"/>
            <a:ext cx="634186" cy="2086639"/>
          </a:xfrm>
          <a:prstGeom prst="rect">
            <a:avLst/>
          </a:prstGeom>
          <a:solidFill>
            <a:srgbClr val="F8FA68"/>
          </a:solidFill>
          <a:ln/>
        </p:spPr>
      </p:sp>
      <p:sp>
        <p:nvSpPr>
          <p:cNvPr id="101" name="Shape 99"/>
          <p:cNvSpPr/>
          <p:nvPr/>
        </p:nvSpPr>
        <p:spPr>
          <a:xfrm>
            <a:off x="8909945" y="2990406"/>
            <a:ext cx="554913" cy="372139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909945" y="2990406"/>
            <a:ext cx="554913" cy="372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909945" y="3468870"/>
            <a:ext cx="554913" cy="412011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909945" y="3468870"/>
            <a:ext cx="554913" cy="412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909945" y="4013789"/>
            <a:ext cx="554913" cy="398721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909945" y="4013789"/>
            <a:ext cx="554913" cy="398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8909945" y="4545416"/>
            <a:ext cx="554913" cy="412011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909945" y="4545416"/>
            <a:ext cx="554913" cy="412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8143637" y="2910661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407881" y="2950534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553215" y="2950534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H="1">
            <a:off x="6967750" y="3016987"/>
            <a:ext cx="1413707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8143637" y="3442289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8407881" y="3482161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553215" y="3482161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H="1">
            <a:off x="7337692" y="3548615"/>
            <a:ext cx="1043765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7" name="Text 115"/>
          <p:cNvSpPr/>
          <p:nvPr/>
        </p:nvSpPr>
        <p:spPr>
          <a:xfrm>
            <a:off x="8143637" y="3953981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8407881" y="3993853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53215" y="3993853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7562300" y="4060306"/>
            <a:ext cx="819157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21" name="Text 119"/>
          <p:cNvSpPr/>
          <p:nvPr/>
        </p:nvSpPr>
        <p:spPr>
          <a:xfrm>
            <a:off x="8143637" y="4518835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07881" y="4558707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553215" y="4558707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H="1">
            <a:off x="7919029" y="4625161"/>
            <a:ext cx="462427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9676253" y="2884080"/>
            <a:ext cx="1017340" cy="2179673"/>
          </a:xfrm>
          <a:prstGeom prst="roundRect">
            <a:avLst>
              <a:gd name="adj" fmla="val 7191"/>
            </a:avLst>
          </a:prstGeom>
          <a:solidFill>
            <a:srgbClr val="E8F5E7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9742314" y="3036923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914073" y="3036923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085832" y="3036923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257591" y="3036923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29349" y="3036923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999953" y="3010342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 flipH="1">
            <a:off x="9530919" y="3136603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9742314" y="3555260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914073" y="3555260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085832" y="3555260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57591" y="3555260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429349" y="3555260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999953" y="3528679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 flipH="1">
            <a:off x="9530919" y="3654940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9742314" y="4086888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914073" y="4086888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085832" y="4086888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257591" y="4086888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429349" y="4086888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999953" y="4060306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 flipH="1">
            <a:off x="9530919" y="4186568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47" name="Shape 145"/>
          <p:cNvSpPr/>
          <p:nvPr/>
        </p:nvSpPr>
        <p:spPr>
          <a:xfrm>
            <a:off x="9742314" y="4631806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914073" y="4631806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085832" y="4631806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257591" y="4631806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429349" y="4631806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999953" y="4605225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 flipH="1">
            <a:off x="9530919" y="4731486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54" name="Shape 152"/>
          <p:cNvSpPr/>
          <p:nvPr/>
        </p:nvSpPr>
        <p:spPr>
          <a:xfrm>
            <a:off x="2356688" y="6007393"/>
            <a:ext cx="3646570" cy="611372"/>
          </a:xfrm>
          <a:prstGeom prst="roundRect">
            <a:avLst>
              <a:gd name="adj" fmla="val 11965"/>
            </a:avLst>
          </a:prstGeom>
          <a:solidFill>
            <a:srgbClr val="DCF2DA"/>
          </a:solidFill>
          <a:ln w="15875">
            <a:solidFill>
              <a:srgbClr val="3A9A3A"/>
            </a:solidFill>
            <a:prstDash val="dash"/>
          </a:ln>
        </p:spPr>
      </p:sp>
      <p:sp>
        <p:nvSpPr>
          <p:cNvPr id="155" name="Shape 153"/>
          <p:cNvSpPr/>
          <p:nvPr/>
        </p:nvSpPr>
        <p:spPr>
          <a:xfrm>
            <a:off x="2568084" y="6153590"/>
            <a:ext cx="105698" cy="239232"/>
          </a:xfrm>
          <a:prstGeom prst="rect">
            <a:avLst/>
          </a:prstGeom>
          <a:solidFill>
            <a:srgbClr val="F5F0BD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673782" y="6153590"/>
            <a:ext cx="105698" cy="239232"/>
          </a:xfrm>
          <a:prstGeom prst="rect">
            <a:avLst/>
          </a:prstGeom>
          <a:solidFill>
            <a:srgbClr val="F2EDB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779479" y="6153590"/>
            <a:ext cx="105698" cy="239232"/>
          </a:xfrm>
          <a:prstGeom prst="rect">
            <a:avLst/>
          </a:prstGeom>
          <a:solidFill>
            <a:srgbClr val="FBF8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885177" y="6153590"/>
            <a:ext cx="105698" cy="239232"/>
          </a:xfrm>
          <a:prstGeom prst="rect">
            <a:avLst/>
          </a:prstGeom>
          <a:solidFill>
            <a:srgbClr val="C9C3EE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990875" y="6153590"/>
            <a:ext cx="105698" cy="239232"/>
          </a:xfrm>
          <a:prstGeom prst="rect">
            <a:avLst/>
          </a:prstGeom>
          <a:solidFill>
            <a:srgbClr val="F3C6DC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673782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3347604" y="6153590"/>
            <a:ext cx="105698" cy="239232"/>
          </a:xfrm>
          <a:prstGeom prst="rect">
            <a:avLst/>
          </a:prstGeom>
          <a:solidFill>
            <a:srgbClr val="F6C3D9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453302" y="6153590"/>
            <a:ext cx="105698" cy="239232"/>
          </a:xfrm>
          <a:prstGeom prst="rect">
            <a:avLst/>
          </a:prstGeom>
          <a:solidFill>
            <a:srgbClr val="EC9DC6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559000" y="6153590"/>
            <a:ext cx="105698" cy="239232"/>
          </a:xfrm>
          <a:prstGeom prst="rect">
            <a:avLst/>
          </a:prstGeom>
          <a:solidFill>
            <a:srgbClr val="F9DCE9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664697" y="6153590"/>
            <a:ext cx="105698" cy="239232"/>
          </a:xfrm>
          <a:prstGeom prst="rect">
            <a:avLst/>
          </a:prstGeom>
          <a:solidFill>
            <a:srgbClr val="D55BA4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770395" y="6153590"/>
            <a:ext cx="105698" cy="239232"/>
          </a:xfrm>
          <a:prstGeom prst="rect">
            <a:avLst/>
          </a:prstGeom>
          <a:solidFill>
            <a:srgbClr val="EA9CC5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453302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4437612" y="6153590"/>
            <a:ext cx="105698" cy="239232"/>
          </a:xfrm>
          <a:prstGeom prst="rect">
            <a:avLst/>
          </a:prstGeom>
          <a:solidFill>
            <a:srgbClr val="F5F0BD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43309" y="6153590"/>
            <a:ext cx="105698" cy="239232"/>
          </a:xfrm>
          <a:prstGeom prst="rect">
            <a:avLst/>
          </a:prstGeom>
          <a:solidFill>
            <a:srgbClr val="F2EDB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649007" y="6153590"/>
            <a:ext cx="105698" cy="239232"/>
          </a:xfrm>
          <a:prstGeom prst="rect">
            <a:avLst/>
          </a:prstGeom>
          <a:solidFill>
            <a:srgbClr val="FBF8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754705" y="6153590"/>
            <a:ext cx="105698" cy="239232"/>
          </a:xfrm>
          <a:prstGeom prst="rect">
            <a:avLst/>
          </a:prstGeom>
          <a:solidFill>
            <a:srgbClr val="CCC6F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860402" y="6153590"/>
            <a:ext cx="105698" cy="239232"/>
          </a:xfrm>
          <a:prstGeom prst="rect">
            <a:avLst/>
          </a:prstGeom>
          <a:solidFill>
            <a:srgbClr val="F2C3DA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543309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5395497" y="6153590"/>
            <a:ext cx="105698" cy="239232"/>
          </a:xfrm>
          <a:prstGeom prst="rect">
            <a:avLst/>
          </a:prstGeom>
          <a:solidFill>
            <a:srgbClr val="F5F0BD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501195" y="6153590"/>
            <a:ext cx="105698" cy="239232"/>
          </a:xfrm>
          <a:prstGeom prst="rect">
            <a:avLst/>
          </a:prstGeom>
          <a:solidFill>
            <a:srgbClr val="F2EDB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06892" y="6153590"/>
            <a:ext cx="105698" cy="239232"/>
          </a:xfrm>
          <a:prstGeom prst="rect">
            <a:avLst/>
          </a:prstGeom>
          <a:solidFill>
            <a:srgbClr val="FBF8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712590" y="6153590"/>
            <a:ext cx="105698" cy="239232"/>
          </a:xfrm>
          <a:prstGeom prst="rect">
            <a:avLst/>
          </a:prstGeom>
          <a:solidFill>
            <a:srgbClr val="F0BFD8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818288" y="6153590"/>
            <a:ext cx="105698" cy="239232"/>
          </a:xfrm>
          <a:prstGeom prst="rect">
            <a:avLst/>
          </a:prstGeom>
          <a:solidFill>
            <a:srgbClr val="E3B4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501195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3532575" y="6113718"/>
            <a:ext cx="541701" cy="345558"/>
          </a:xfrm>
          <a:prstGeom prst="roundRect">
            <a:avLst>
              <a:gd name="adj" fmla="val 13231"/>
            </a:avLst>
          </a:prstGeom>
          <a:ln w="19050">
            <a:solidFill>
              <a:srgbClr val="8B1A8B"/>
            </a:solidFill>
            <a:prstDash val="sysDot"/>
          </a:ln>
        </p:spPr>
      </p:sp>
      <p:sp>
        <p:nvSpPr>
          <p:cNvPr id="180" name="Shape 178"/>
          <p:cNvSpPr/>
          <p:nvPr/>
        </p:nvSpPr>
        <p:spPr>
          <a:xfrm flipV="1">
            <a:off x="1775351" y="5648544"/>
            <a:ext cx="739884" cy="345558"/>
          </a:xfrm>
          <a:prstGeom prst="line">
            <a:avLst/>
          </a:prstGeom>
          <a:noFill/>
          <a:ln w="12700">
            <a:solidFill>
              <a:srgbClr val="7AA87A"/>
            </a:solidFill>
            <a:prstDash val="sysDot"/>
          </a:ln>
        </p:spPr>
      </p:sp>
      <p:sp>
        <p:nvSpPr>
          <p:cNvPr id="181" name="Shape 179"/>
          <p:cNvSpPr/>
          <p:nvPr/>
        </p:nvSpPr>
        <p:spPr>
          <a:xfrm>
            <a:off x="3625061" y="5568800"/>
            <a:ext cx="488852" cy="305686"/>
          </a:xfrm>
          <a:prstGeom prst="rect">
            <a:avLst/>
          </a:prstGeom>
          <a:solidFill>
            <a:srgbClr val="FFFDF0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625061" y="5568800"/>
            <a:ext cx="488852" cy="30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3413665" y="5289695"/>
            <a:ext cx="211395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3677910" y="5356149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823244" y="5356149"/>
            <a:ext cx="145334" cy="132907"/>
          </a:xfrm>
          <a:prstGeom prst="rect">
            <a:avLst/>
          </a:prstGeom>
          <a:solidFill>
            <a:srgbClr val="F3C6DC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3823244" y="5183370"/>
            <a:ext cx="0" cy="372139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 flipV="1">
            <a:off x="3862881" y="5914358"/>
            <a:ext cx="0" cy="332267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>
            <a:off x="6967750" y="1555011"/>
            <a:ext cx="924855" cy="332267"/>
          </a:xfrm>
          <a:prstGeom prst="rect">
            <a:avLst/>
          </a:prstGeom>
          <a:solidFill>
            <a:srgbClr val="F2E8DC"/>
          </a:solidFill>
          <a:ln w="12700">
            <a:solidFill>
              <a:srgbClr val="33A02C"/>
            </a:solidFill>
            <a:prstDash val="sysDot"/>
          </a:ln>
        </p:spPr>
      </p:sp>
      <p:sp>
        <p:nvSpPr>
          <p:cNvPr id="189" name="Shape 187"/>
          <p:cNvSpPr/>
          <p:nvPr/>
        </p:nvSpPr>
        <p:spPr>
          <a:xfrm>
            <a:off x="7020599" y="1621464"/>
            <a:ext cx="174401" cy="199360"/>
          </a:xfrm>
          <a:prstGeom prst="rect">
            <a:avLst/>
          </a:prstGeom>
          <a:solidFill>
            <a:srgbClr val="5FAF5F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95000" y="1621464"/>
            <a:ext cx="174401" cy="199360"/>
          </a:xfrm>
          <a:prstGeom prst="rect">
            <a:avLst/>
          </a:prstGeom>
          <a:solidFill>
            <a:srgbClr val="A5D3A5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369401" y="1621464"/>
            <a:ext cx="174401" cy="199360"/>
          </a:xfrm>
          <a:prstGeom prst="rect">
            <a:avLst/>
          </a:prstGeom>
          <a:solidFill>
            <a:srgbClr val="DFEDDF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543803" y="1621464"/>
            <a:ext cx="174401" cy="199360"/>
          </a:xfrm>
          <a:prstGeom prst="rect">
            <a:avLst/>
          </a:prstGeom>
          <a:solidFill>
            <a:srgbClr val="9FB3CC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718204" y="1621464"/>
            <a:ext cx="174401" cy="199360"/>
          </a:xfrm>
          <a:prstGeom prst="rect">
            <a:avLst/>
          </a:prstGeom>
          <a:solidFill>
            <a:srgbClr val="A9C9E2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271631" y="1608174"/>
            <a:ext cx="237820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200" dirty="0"/>
          </a:p>
        </p:txBody>
      </p:sp>
      <p:sp>
        <p:nvSpPr>
          <p:cNvPr id="195" name="Shape 193"/>
          <p:cNvSpPr/>
          <p:nvPr/>
        </p:nvSpPr>
        <p:spPr>
          <a:xfrm rot="18900000">
            <a:off x="7020599" y="1940441"/>
            <a:ext cx="369942" cy="212651"/>
          </a:xfrm>
          <a:prstGeom prst="rightArrow">
            <a:avLst/>
          </a:prstGeom>
          <a:solidFill>
            <a:srgbClr val="3D9C3D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77329" y="1887278"/>
            <a:ext cx="118910" cy="119616"/>
          </a:xfrm>
          <a:prstGeom prst="triangle">
            <a:avLst/>
          </a:prstGeom>
          <a:solidFill>
            <a:srgbClr val="A50D1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7469814" y="2020185"/>
            <a:ext cx="0" cy="478465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332736" y="5927648"/>
            <a:ext cx="2113954" cy="863895"/>
          </a:xfrm>
          <a:prstGeom prst="roundRect">
            <a:avLst>
              <a:gd name="adj" fmla="val 8468"/>
            </a:avLst>
          </a:prstGeom>
          <a:ln w="15875">
            <a:solidFill>
              <a:srgbClr val="4E7D52"/>
            </a:solidFill>
            <a:prstDash val="sysDot"/>
          </a:ln>
        </p:spPr>
      </p:sp>
      <p:sp>
        <p:nvSpPr>
          <p:cNvPr id="199" name="Shape 197"/>
          <p:cNvSpPr/>
          <p:nvPr/>
        </p:nvSpPr>
        <p:spPr>
          <a:xfrm>
            <a:off x="9623405" y="6087137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623405" y="6206753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623405" y="6326369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9544131" y="6459276"/>
            <a:ext cx="34351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9834800" y="6220044"/>
            <a:ext cx="237820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4" name="Shape 202"/>
          <p:cNvSpPr/>
          <p:nvPr/>
        </p:nvSpPr>
        <p:spPr>
          <a:xfrm>
            <a:off x="10099044" y="6060555"/>
            <a:ext cx="343517" cy="345558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0099044" y="6060555"/>
            <a:ext cx="343517" cy="34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300" dirty="0"/>
          </a:p>
        </p:txBody>
      </p:sp>
      <p:sp>
        <p:nvSpPr>
          <p:cNvPr id="206" name="Text 204"/>
          <p:cNvSpPr/>
          <p:nvPr/>
        </p:nvSpPr>
        <p:spPr>
          <a:xfrm>
            <a:off x="10046195" y="6432695"/>
            <a:ext cx="449215" cy="1461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d*d</a:t>
            </a:r>
            <a:endParaRPr lang="en-US" sz="850" dirty="0"/>
          </a:p>
        </p:txBody>
      </p:sp>
      <p:sp>
        <p:nvSpPr>
          <p:cNvPr id="207" name="Text 205"/>
          <p:cNvSpPr/>
          <p:nvPr/>
        </p:nvSpPr>
        <p:spPr>
          <a:xfrm>
            <a:off x="10495410" y="6140299"/>
            <a:ext cx="158547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08" name="Shape 206"/>
          <p:cNvSpPr/>
          <p:nvPr/>
        </p:nvSpPr>
        <p:spPr>
          <a:xfrm>
            <a:off x="10838928" y="6087137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838928" y="6206753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38928" y="6326369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0759655" y="6459276"/>
            <a:ext cx="34351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9623405" y="6605474"/>
            <a:ext cx="171758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950" dirty="0"/>
          </a:p>
        </p:txBody>
      </p:sp>
      <p:sp>
        <p:nvSpPr>
          <p:cNvPr id="213" name="Shape 211"/>
          <p:cNvSpPr/>
          <p:nvPr/>
        </p:nvSpPr>
        <p:spPr>
          <a:xfrm flipV="1">
            <a:off x="9702678" y="5263114"/>
            <a:ext cx="462427" cy="478465"/>
          </a:xfrm>
          <a:prstGeom prst="line">
            <a:avLst/>
          </a:prstGeom>
          <a:noFill/>
          <a:ln w="12700">
            <a:solidFill>
              <a:srgbClr val="A9A5A0"/>
            </a:solidFill>
            <a:prstDash val="sysDot"/>
          </a:ln>
        </p:spPr>
      </p:sp>
      <p:sp>
        <p:nvSpPr>
          <p:cNvPr id="214" name="Shape 212"/>
          <p:cNvSpPr/>
          <p:nvPr/>
        </p:nvSpPr>
        <p:spPr>
          <a:xfrm>
            <a:off x="10085832" y="5090335"/>
            <a:ext cx="158547" cy="132907"/>
          </a:xfrm>
          <a:prstGeom prst="triangle">
            <a:avLst/>
          </a:prstGeom>
          <a:solidFill>
            <a:srgbClr val="4E7D52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68107" y="635147"/>
            <a:ext cx="942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Multiple Vectors by a Matrix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009808" y="993405"/>
            <a:ext cx="1117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Multiply Vectors of </a:t>
            </a:r>
            <a:pPr algn="ctr" indent="0" marL="0">
              <a:buNone/>
            </a:pPr>
            <a:r>
              <a:rPr lang="en-US" sz="17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Words</a:t>
            </a:r>
            <a:pPr algn="ctr" indent="0" marL="0">
              <a:buNone/>
            </a:pPr>
            <a:r>
              <a:rPr lang="en-US" sz="17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</a:t>
            </a:r>
            <a:pPr algn="ctr" indent="0" marL="0">
              <a:buNone/>
            </a:pPr>
            <a:r>
              <a:rPr lang="en-US" sz="17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7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(Key) or </a:t>
            </a:r>
            <a:pPr algn="ctr" indent="0" marL="0">
              <a:buNone/>
            </a:pPr>
            <a:r>
              <a:rPr lang="en-US" sz="17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i="1" baseline="-40000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7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(Value)  </a:t>
            </a:r>
            <a:pPr algn="ctr" indent="0" marL="0">
              <a:buNone/>
            </a:pPr>
            <a:r>
              <a:rPr lang="en-US" sz="175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W</a:t>
            </a:r>
            <a:pPr algn="ctr" indent="0" marL="0">
              <a:buNone/>
            </a:pPr>
            <a:r>
              <a:rPr lang="en-US" sz="1050" b="1" i="1" baseline="-4000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75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</a:t>
            </a:r>
            <a:pPr algn="ctr" indent="0" marL="0">
              <a:buNone/>
            </a:pPr>
            <a:r>
              <a:rPr lang="en-US" sz="1050" b="1" i="1" baseline="-4000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75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Squared Matrix}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2313" y="1687918"/>
            <a:ext cx="2985960" cy="5103626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0758" y="3296091"/>
            <a:ext cx="7755568" cy="3482161"/>
          </a:xfrm>
          <a:prstGeom prst="roundRect">
            <a:avLst>
              <a:gd name="adj" fmla="val 2101"/>
            </a:avLst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9668" y="1820825"/>
            <a:ext cx="7715931" cy="1342360"/>
          </a:xfrm>
          <a:prstGeom prst="roundRect">
            <a:avLst>
              <a:gd name="adj" fmla="val 4087"/>
            </a:avLst>
          </a:prstGeom>
          <a:solidFill>
            <a:srgbClr val="F2DEB8"/>
          </a:solidFill>
          <a:ln w="19050">
            <a:solidFill>
              <a:srgbClr val="8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81790" y="1928922"/>
            <a:ext cx="711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FF NN with the following Considerations: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81790" y="2247899"/>
            <a:ext cx="711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35134" y="2247899"/>
            <a:ext cx="584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81790" y="2546939"/>
            <a:ext cx="711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69073" y="2546939"/>
            <a:ext cx="584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81790" y="2819399"/>
            <a:ext cx="711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012" y="2819399"/>
            <a:ext cx="584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Words Within Same Paragraph 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X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X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X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X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45046" y="2119865"/>
            <a:ext cx="1387282" cy="6645"/>
          </a:xfrm>
          <a:prstGeom prst="line">
            <a:avLst/>
          </a:prstGeom>
          <a:noFill/>
          <a:ln w="9525">
            <a:solidFill>
              <a:srgbClr val="2478D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445046" y="2438842"/>
            <a:ext cx="1387282" cy="1063255"/>
          </a:xfrm>
          <a:prstGeom prst="line">
            <a:avLst/>
          </a:prstGeom>
          <a:noFill/>
          <a:ln w="9525">
            <a:solidFill>
              <a:srgbClr val="2478D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445046" y="2757818"/>
            <a:ext cx="1387282" cy="2133156"/>
          </a:xfrm>
          <a:prstGeom prst="line">
            <a:avLst/>
          </a:prstGeom>
          <a:noFill/>
          <a:ln w="9525">
            <a:solidFill>
              <a:srgbClr val="2478D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45046" y="2997051"/>
            <a:ext cx="1387282" cy="3209702"/>
          </a:xfrm>
          <a:prstGeom prst="line">
            <a:avLst/>
          </a:prstGeom>
          <a:noFill/>
          <a:ln w="9525">
            <a:solidFill>
              <a:srgbClr val="2478D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45046" y="3282801"/>
            <a:ext cx="1387282" cy="-1156290"/>
          </a:xfrm>
          <a:prstGeom prst="line">
            <a:avLst/>
          </a:prstGeom>
          <a:noFill/>
          <a:ln w="9525">
            <a:solidFill>
              <a:srgbClr val="B04AC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445046" y="3555260"/>
            <a:ext cx="1387282" cy="-53163"/>
          </a:xfrm>
          <a:prstGeom prst="line">
            <a:avLst/>
          </a:prstGeom>
          <a:noFill/>
          <a:ln w="9525">
            <a:solidFill>
              <a:srgbClr val="B04AC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45046" y="3841010"/>
            <a:ext cx="1387282" cy="1049965"/>
          </a:xfrm>
          <a:prstGeom prst="line">
            <a:avLst/>
          </a:prstGeom>
          <a:noFill/>
          <a:ln w="9525">
            <a:solidFill>
              <a:srgbClr val="B04AC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45046" y="4086888"/>
            <a:ext cx="1387282" cy="2119865"/>
          </a:xfrm>
          <a:prstGeom prst="line">
            <a:avLst/>
          </a:prstGeom>
          <a:noFill/>
          <a:ln w="9525">
            <a:solidFill>
              <a:srgbClr val="B04AC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445046" y="4425800"/>
            <a:ext cx="1387282" cy="-2299290"/>
          </a:xfrm>
          <a:prstGeom prst="line">
            <a:avLst/>
          </a:prstGeom>
          <a:noFill/>
          <a:ln w="9525">
            <a:solidFill>
              <a:srgbClr val="F0982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445046" y="4711550"/>
            <a:ext cx="1387282" cy="-1209453"/>
          </a:xfrm>
          <a:prstGeom prst="line">
            <a:avLst/>
          </a:prstGeom>
          <a:noFill/>
          <a:ln w="9525">
            <a:solidFill>
              <a:srgbClr val="F0982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445046" y="4950783"/>
            <a:ext cx="1387282" cy="-59808"/>
          </a:xfrm>
          <a:prstGeom prst="line">
            <a:avLst/>
          </a:prstGeom>
          <a:noFill/>
          <a:ln w="9525">
            <a:solidFill>
              <a:srgbClr val="F0982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445046" y="5183370"/>
            <a:ext cx="1387282" cy="1023383"/>
          </a:xfrm>
          <a:prstGeom prst="line">
            <a:avLst/>
          </a:prstGeom>
          <a:noFill/>
          <a:ln w="9525">
            <a:solidFill>
              <a:srgbClr val="F0982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445046" y="5449184"/>
            <a:ext cx="1387282" cy="-3322673"/>
          </a:xfrm>
          <a:prstGeom prst="line">
            <a:avLst/>
          </a:prstGeom>
          <a:noFill/>
          <a:ln w="9525">
            <a:solidFill>
              <a:srgbClr val="6CB86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45046" y="5768160"/>
            <a:ext cx="1387282" cy="-2266063"/>
          </a:xfrm>
          <a:prstGeom prst="line">
            <a:avLst/>
          </a:prstGeom>
          <a:noFill/>
          <a:ln w="9525">
            <a:solidFill>
              <a:srgbClr val="6CB86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445046" y="6047265"/>
            <a:ext cx="1387282" cy="-1156290"/>
          </a:xfrm>
          <a:prstGeom prst="line">
            <a:avLst/>
          </a:prstGeom>
          <a:noFill/>
          <a:ln w="9525">
            <a:solidFill>
              <a:srgbClr val="6CB86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445046" y="6246625"/>
            <a:ext cx="1387282" cy="-39872"/>
          </a:xfrm>
          <a:prstGeom prst="line">
            <a:avLst/>
          </a:prstGeom>
          <a:noFill/>
          <a:ln w="9525">
            <a:solidFill>
              <a:srgbClr val="6CB86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78738" y="1342360"/>
            <a:ext cx="436003" cy="30568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738" y="1342360"/>
            <a:ext cx="436003" cy="30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48680" y="1674627"/>
            <a:ext cx="290669" cy="179424"/>
          </a:xfrm>
          <a:prstGeom prst="rect">
            <a:avLst/>
          </a:prstGeom>
          <a:solidFill>
            <a:srgbClr val="F8D8F8"/>
          </a:solidFill>
          <a:ln w="6350">
            <a:solidFill>
              <a:srgbClr val="E8C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8680" y="1674627"/>
            <a:ext cx="290669" cy="17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207226" y="1873988"/>
            <a:ext cx="290669" cy="179424"/>
          </a:xfrm>
          <a:prstGeom prst="rect">
            <a:avLst/>
          </a:prstGeom>
          <a:solidFill>
            <a:srgbClr val="F8D8F8"/>
          </a:solidFill>
          <a:ln w="6350">
            <a:solidFill>
              <a:srgbClr val="E8C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226" y="1873988"/>
            <a:ext cx="290669" cy="17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365773" y="2060057"/>
            <a:ext cx="290669" cy="179424"/>
          </a:xfrm>
          <a:prstGeom prst="rect">
            <a:avLst/>
          </a:prstGeom>
          <a:solidFill>
            <a:srgbClr val="F8D8F8"/>
          </a:solidFill>
          <a:ln w="6350">
            <a:solidFill>
              <a:srgbClr val="E8C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5773" y="2060057"/>
            <a:ext cx="290669" cy="17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220438" y="3256219"/>
            <a:ext cx="687035" cy="358849"/>
          </a:xfrm>
          <a:prstGeom prst="roundRect">
            <a:avLst>
              <a:gd name="adj" fmla="val 12741"/>
            </a:avLst>
          </a:prstGeom>
          <a:solidFill>
            <a:srgbClr val="F8D8F8"/>
          </a:solidFill>
          <a:ln w="6350">
            <a:solidFill>
              <a:srgbClr val="E0B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20438" y="3256219"/>
            <a:ext cx="687035" cy="358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630017" y="3747975"/>
            <a:ext cx="290669" cy="292395"/>
          </a:xfrm>
          <a:prstGeom prst="roundRect">
            <a:avLst>
              <a:gd name="adj" fmla="val 15729"/>
            </a:avLst>
          </a:prstGeom>
          <a:solidFill>
            <a:srgbClr val="F8D8F8"/>
          </a:solidFill>
          <a:ln w="6350">
            <a:solidFill>
              <a:srgbClr val="E0B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30017" y="3747975"/>
            <a:ext cx="290669" cy="29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85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141165" y="4731486"/>
            <a:ext cx="383154" cy="318977"/>
          </a:xfrm>
          <a:prstGeom prst="roundRect">
            <a:avLst>
              <a:gd name="adj" fmla="val 14333"/>
            </a:avLst>
          </a:prstGeom>
          <a:solidFill>
            <a:srgbClr val="F8D8F8"/>
          </a:solidFill>
          <a:ln w="6350">
            <a:solidFill>
              <a:srgbClr val="E0B8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1165" y="4731486"/>
            <a:ext cx="383154" cy="31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18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141165" y="6060555"/>
            <a:ext cx="356730" cy="305686"/>
          </a:xfrm>
          <a:prstGeom prst="roundRect">
            <a:avLst>
              <a:gd name="adj" fmla="val 14957"/>
            </a:avLst>
          </a:prstGeom>
          <a:solidFill>
            <a:srgbClr val="F8D8F8"/>
          </a:solidFill>
          <a:ln w="6350">
            <a:solidFill>
              <a:srgbClr val="E0B8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1165" y="6060555"/>
            <a:ext cx="356730" cy="30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18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70315" y="2937243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0315" y="2937243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51" name="Shape 49"/>
          <p:cNvSpPr/>
          <p:nvPr/>
        </p:nvSpPr>
        <p:spPr>
          <a:xfrm>
            <a:off x="1002437" y="3056859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2437" y="3056859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53" name="Shape 51"/>
          <p:cNvSpPr/>
          <p:nvPr/>
        </p:nvSpPr>
        <p:spPr>
          <a:xfrm>
            <a:off x="1134559" y="3176475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34559" y="31764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55" name="Shape 53"/>
          <p:cNvSpPr/>
          <p:nvPr/>
        </p:nvSpPr>
        <p:spPr>
          <a:xfrm>
            <a:off x="1266681" y="3296091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66681" y="3296091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57" name="Shape 55"/>
          <p:cNvSpPr/>
          <p:nvPr/>
        </p:nvSpPr>
        <p:spPr>
          <a:xfrm>
            <a:off x="870315" y="3676205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0315" y="367620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59" name="Shape 57"/>
          <p:cNvSpPr/>
          <p:nvPr/>
        </p:nvSpPr>
        <p:spPr>
          <a:xfrm>
            <a:off x="1002437" y="3795821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2437" y="3795821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61" name="Shape 59"/>
          <p:cNvSpPr/>
          <p:nvPr/>
        </p:nvSpPr>
        <p:spPr>
          <a:xfrm>
            <a:off x="1134559" y="3915438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34559" y="3915438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63" name="Shape 61"/>
          <p:cNvSpPr/>
          <p:nvPr/>
        </p:nvSpPr>
        <p:spPr>
          <a:xfrm>
            <a:off x="1266681" y="4035054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66681" y="4035054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65" name="Shape 63"/>
          <p:cNvSpPr/>
          <p:nvPr/>
        </p:nvSpPr>
        <p:spPr>
          <a:xfrm>
            <a:off x="870315" y="4415168"/>
            <a:ext cx="114300" cy="114300"/>
          </a:xfrm>
          <a:prstGeom prst="ellipse">
            <a:avLst/>
          </a:prstGeom>
          <a:solidFill>
            <a:srgbClr val="F8D8F8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0315" y="4415168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67" name="Shape 65"/>
          <p:cNvSpPr/>
          <p:nvPr/>
        </p:nvSpPr>
        <p:spPr>
          <a:xfrm>
            <a:off x="1002437" y="4534784"/>
            <a:ext cx="114300" cy="114300"/>
          </a:xfrm>
          <a:prstGeom prst="ellipse">
            <a:avLst/>
          </a:prstGeom>
          <a:solidFill>
            <a:srgbClr val="F8D8F8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2437" y="4534784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69" name="Shape 67"/>
          <p:cNvSpPr/>
          <p:nvPr/>
        </p:nvSpPr>
        <p:spPr>
          <a:xfrm>
            <a:off x="1134559" y="4654400"/>
            <a:ext cx="114300" cy="114300"/>
          </a:xfrm>
          <a:prstGeom prst="ellipse">
            <a:avLst/>
          </a:prstGeom>
          <a:solidFill>
            <a:srgbClr val="F8D8F8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34559" y="4654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71" name="Shape 69"/>
          <p:cNvSpPr/>
          <p:nvPr/>
        </p:nvSpPr>
        <p:spPr>
          <a:xfrm>
            <a:off x="1266681" y="4774016"/>
            <a:ext cx="114300" cy="114300"/>
          </a:xfrm>
          <a:prstGeom prst="ellipse">
            <a:avLst/>
          </a:prstGeom>
          <a:solidFill>
            <a:srgbClr val="F8D8F8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266681" y="4774016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73" name="Shape 71"/>
          <p:cNvSpPr/>
          <p:nvPr/>
        </p:nvSpPr>
        <p:spPr>
          <a:xfrm>
            <a:off x="870315" y="5154130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70315" y="515413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75" name="Shape 73"/>
          <p:cNvSpPr/>
          <p:nvPr/>
        </p:nvSpPr>
        <p:spPr>
          <a:xfrm>
            <a:off x="1002437" y="5273746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02437" y="5273746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77" name="Shape 75"/>
          <p:cNvSpPr/>
          <p:nvPr/>
        </p:nvSpPr>
        <p:spPr>
          <a:xfrm>
            <a:off x="1134559" y="5393363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4559" y="5393363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79" name="Shape 77"/>
          <p:cNvSpPr/>
          <p:nvPr/>
        </p:nvSpPr>
        <p:spPr>
          <a:xfrm>
            <a:off x="1266681" y="5512979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266681" y="5512979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81" name="Shape 79"/>
          <p:cNvSpPr/>
          <p:nvPr/>
        </p:nvSpPr>
        <p:spPr>
          <a:xfrm>
            <a:off x="870315" y="5893093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0315" y="5893093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83" name="Shape 81"/>
          <p:cNvSpPr/>
          <p:nvPr/>
        </p:nvSpPr>
        <p:spPr>
          <a:xfrm>
            <a:off x="1002437" y="6012709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2437" y="6012709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85" name="Shape 83"/>
          <p:cNvSpPr/>
          <p:nvPr/>
        </p:nvSpPr>
        <p:spPr>
          <a:xfrm>
            <a:off x="1134559" y="6132325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34559" y="613232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87" name="Shape 85"/>
          <p:cNvSpPr/>
          <p:nvPr/>
        </p:nvSpPr>
        <p:spPr>
          <a:xfrm>
            <a:off x="1266681" y="6251941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66681" y="6251941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89" name="Text 87"/>
          <p:cNvSpPr/>
          <p:nvPr/>
        </p:nvSpPr>
        <p:spPr>
          <a:xfrm>
            <a:off x="1676260" y="2037315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676260" y="2356292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676260" y="2675268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676260" y="2914501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676260" y="3200251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676260" y="347271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676260" y="375846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1676260" y="4004338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676260" y="434325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676260" y="462900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676260" y="4868233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676260" y="510082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676260" y="5366634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1676260" y="568561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676260" y="5964715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676260" y="6164075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pic>
        <p:nvPicPr>
          <p:cNvPr id="105" name="Image 0" descr="/home/ahmed/Projects/ai_llm_slides/videos/deep-learning/002_transformers_part2/recreated_pptx/build/assets/s014_sigma_h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722" y="1920505"/>
            <a:ext cx="396210" cy="396210"/>
          </a:xfrm>
          <a:prstGeom prst="rect">
            <a:avLst/>
          </a:prstGeom>
        </p:spPr>
      </p:pic>
      <p:sp>
        <p:nvSpPr>
          <p:cNvPr id="106" name="Shape 103"/>
          <p:cNvSpPr/>
          <p:nvPr/>
        </p:nvSpPr>
        <p:spPr>
          <a:xfrm>
            <a:off x="2825722" y="1920505"/>
            <a:ext cx="393700" cy="393700"/>
          </a:xfrm>
          <a:prstGeom prst="ellipse">
            <a:avLst/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825722" y="1920505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08" name="Text 105"/>
          <p:cNvSpPr/>
          <p:nvPr/>
        </p:nvSpPr>
        <p:spPr>
          <a:xfrm>
            <a:off x="3387241" y="2037611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6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50" b="1" baseline="-40000" dirty="0">
                <a:solidFill>
                  <a:srgbClr val="146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2924814" y="2365743"/>
            <a:ext cx="203200" cy="203200"/>
          </a:xfrm>
          <a:prstGeom prst="ellipse">
            <a:avLst/>
          </a:prstGeom>
          <a:ln w="9525">
            <a:solidFill>
              <a:srgbClr val="A8A8A8"/>
            </a:solidFill>
            <a:prstDash val="sysDot"/>
          </a:ln>
        </p:spPr>
      </p:sp>
      <p:pic>
        <p:nvPicPr>
          <p:cNvPr id="110" name="Image 1" descr="/home/ahmed/Projects/ai_llm_slides/videos/deep-learning/002_transformers_part2/recreated_pptx/build/assets/s014_sigma_h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22" y="3296091"/>
            <a:ext cx="396210" cy="396210"/>
          </a:xfrm>
          <a:prstGeom prst="rect">
            <a:avLst/>
          </a:prstGeom>
        </p:spPr>
      </p:pic>
      <p:sp>
        <p:nvSpPr>
          <p:cNvPr id="111" name="Shape 107"/>
          <p:cNvSpPr/>
          <p:nvPr/>
        </p:nvSpPr>
        <p:spPr>
          <a:xfrm>
            <a:off x="2825722" y="3296091"/>
            <a:ext cx="393700" cy="393700"/>
          </a:xfrm>
          <a:prstGeom prst="ellipse">
            <a:avLst/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2825722" y="3296091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13" name="Text 109"/>
          <p:cNvSpPr/>
          <p:nvPr/>
        </p:nvSpPr>
        <p:spPr>
          <a:xfrm>
            <a:off x="3387241" y="3413197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6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50" b="1" baseline="-40000" dirty="0">
                <a:solidFill>
                  <a:srgbClr val="146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14" name="Shape 110"/>
          <p:cNvSpPr/>
          <p:nvPr/>
        </p:nvSpPr>
        <p:spPr>
          <a:xfrm>
            <a:off x="2924814" y="3741330"/>
            <a:ext cx="203200" cy="203200"/>
          </a:xfrm>
          <a:prstGeom prst="ellipse">
            <a:avLst/>
          </a:prstGeom>
          <a:ln w="9525">
            <a:solidFill>
              <a:srgbClr val="A8A8A8"/>
            </a:solidFill>
            <a:prstDash val="sysDot"/>
          </a:ln>
        </p:spPr>
      </p:sp>
      <p:pic>
        <p:nvPicPr>
          <p:cNvPr id="115" name="Image 2" descr="/home/ahmed/Projects/ai_llm_slides/videos/deep-learning/002_transformers_part2/recreated_pptx/build/assets/s014_sigma_h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22" y="4684969"/>
            <a:ext cx="396210" cy="396210"/>
          </a:xfrm>
          <a:prstGeom prst="rect">
            <a:avLst/>
          </a:prstGeom>
        </p:spPr>
      </p:pic>
      <p:sp>
        <p:nvSpPr>
          <p:cNvPr id="116" name="Shape 111"/>
          <p:cNvSpPr/>
          <p:nvPr/>
        </p:nvSpPr>
        <p:spPr>
          <a:xfrm>
            <a:off x="2825722" y="4684969"/>
            <a:ext cx="393700" cy="393700"/>
          </a:xfrm>
          <a:prstGeom prst="ellipse">
            <a:avLst/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2825722" y="4684969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18" name="Text 113"/>
          <p:cNvSpPr/>
          <p:nvPr/>
        </p:nvSpPr>
        <p:spPr>
          <a:xfrm>
            <a:off x="3387241" y="4802074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50" b="1" baseline="-40000" dirty="0">
                <a:solidFill>
                  <a:srgbClr val="8A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19" name="Shape 114"/>
          <p:cNvSpPr/>
          <p:nvPr/>
        </p:nvSpPr>
        <p:spPr>
          <a:xfrm>
            <a:off x="2924814" y="5130207"/>
            <a:ext cx="203200" cy="203200"/>
          </a:xfrm>
          <a:prstGeom prst="ellipse">
            <a:avLst/>
          </a:prstGeom>
          <a:ln w="9525">
            <a:solidFill>
              <a:srgbClr val="A8A8A8"/>
            </a:solidFill>
            <a:prstDash val="sysDot"/>
          </a:ln>
        </p:spPr>
      </p:sp>
      <p:pic>
        <p:nvPicPr>
          <p:cNvPr id="120" name="Image 3" descr="/home/ahmed/Projects/ai_llm_slides/videos/deep-learning/002_transformers_part2/recreated_pptx/build/assets/s014_sigma_hat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722" y="6000747"/>
            <a:ext cx="396210" cy="396210"/>
          </a:xfrm>
          <a:prstGeom prst="rect">
            <a:avLst/>
          </a:prstGeom>
        </p:spPr>
      </p:pic>
      <p:sp>
        <p:nvSpPr>
          <p:cNvPr id="121" name="Shape 115"/>
          <p:cNvSpPr/>
          <p:nvPr/>
        </p:nvSpPr>
        <p:spPr>
          <a:xfrm>
            <a:off x="2825722" y="6000747"/>
            <a:ext cx="393700" cy="393700"/>
          </a:xfrm>
          <a:prstGeom prst="ellipse">
            <a:avLst/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122" name="Text 116"/>
          <p:cNvSpPr/>
          <p:nvPr/>
        </p:nvSpPr>
        <p:spPr>
          <a:xfrm>
            <a:off x="2825722" y="6000747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23" name="Text 117"/>
          <p:cNvSpPr/>
          <p:nvPr/>
        </p:nvSpPr>
        <p:spPr>
          <a:xfrm>
            <a:off x="3387241" y="6117853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50" b="1" baseline="-40000" dirty="0">
                <a:solidFill>
                  <a:srgbClr val="23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24" name="Shape 118"/>
          <p:cNvSpPr/>
          <p:nvPr/>
        </p:nvSpPr>
        <p:spPr>
          <a:xfrm>
            <a:off x="2924814" y="6445985"/>
            <a:ext cx="203200" cy="203200"/>
          </a:xfrm>
          <a:prstGeom prst="ellipse">
            <a:avLst/>
          </a:prstGeom>
          <a:ln w="9525">
            <a:solidFill>
              <a:srgbClr val="A8A8A8"/>
            </a:solidFill>
            <a:prstDash val="sysDot"/>
          </a:ln>
        </p:spPr>
      </p:sp>
      <p:sp>
        <p:nvSpPr>
          <p:cNvPr id="125" name="Shape 119"/>
          <p:cNvSpPr/>
          <p:nvPr/>
        </p:nvSpPr>
        <p:spPr>
          <a:xfrm>
            <a:off x="3796819" y="3561905"/>
            <a:ext cx="1823285" cy="385430"/>
          </a:xfrm>
          <a:prstGeom prst="roundRect">
            <a:avLst>
              <a:gd name="adj" fmla="val 11862"/>
            </a:avLst>
          </a:prstGeom>
          <a:solidFill>
            <a:srgbClr val="EAF6EA"/>
          </a:solidFill>
          <a:ln w="12700">
            <a:solidFill>
              <a:srgbClr val="9C3444"/>
            </a:solidFill>
            <a:prstDash val="solid"/>
          </a:ln>
        </p:spPr>
      </p:sp>
      <p:sp>
        <p:nvSpPr>
          <p:cNvPr id="126" name="Shape 120"/>
          <p:cNvSpPr/>
          <p:nvPr/>
        </p:nvSpPr>
        <p:spPr>
          <a:xfrm>
            <a:off x="4246035" y="3694812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27" name="Text 121"/>
          <p:cNvSpPr/>
          <p:nvPr/>
        </p:nvSpPr>
        <p:spPr>
          <a:xfrm>
            <a:off x="4246035" y="3694812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28" name="Shape 122"/>
          <p:cNvSpPr/>
          <p:nvPr/>
        </p:nvSpPr>
        <p:spPr>
          <a:xfrm>
            <a:off x="4642401" y="3694812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29" name="Text 123"/>
          <p:cNvSpPr/>
          <p:nvPr/>
        </p:nvSpPr>
        <p:spPr>
          <a:xfrm>
            <a:off x="4642401" y="3694812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30" name="Shape 124"/>
          <p:cNvSpPr/>
          <p:nvPr/>
        </p:nvSpPr>
        <p:spPr>
          <a:xfrm>
            <a:off x="5012343" y="3694812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31" name="Text 125"/>
          <p:cNvSpPr/>
          <p:nvPr/>
        </p:nvSpPr>
        <p:spPr>
          <a:xfrm>
            <a:off x="5012343" y="3694812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32" name="Shape 126"/>
          <p:cNvSpPr/>
          <p:nvPr/>
        </p:nvSpPr>
        <p:spPr>
          <a:xfrm>
            <a:off x="5395497" y="3694812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395497" y="3694812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34" name="Text 128"/>
          <p:cNvSpPr/>
          <p:nvPr/>
        </p:nvSpPr>
        <p:spPr>
          <a:xfrm>
            <a:off x="5633317" y="3548615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5" name="Shape 129"/>
          <p:cNvSpPr/>
          <p:nvPr/>
        </p:nvSpPr>
        <p:spPr>
          <a:xfrm>
            <a:off x="3796819" y="4191884"/>
            <a:ext cx="1823285" cy="385430"/>
          </a:xfrm>
          <a:prstGeom prst="roundRect">
            <a:avLst>
              <a:gd name="adj" fmla="val 11862"/>
            </a:avLst>
          </a:prstGeom>
          <a:solidFill>
            <a:srgbClr val="F8F6DC"/>
          </a:solidFill>
          <a:ln w="12700">
            <a:solidFill>
              <a:srgbClr val="9C3444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4246035" y="4324791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37" name="Text 131"/>
          <p:cNvSpPr/>
          <p:nvPr/>
        </p:nvSpPr>
        <p:spPr>
          <a:xfrm>
            <a:off x="4246035" y="4324791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38" name="Shape 132"/>
          <p:cNvSpPr/>
          <p:nvPr/>
        </p:nvSpPr>
        <p:spPr>
          <a:xfrm>
            <a:off x="4642401" y="4324791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39" name="Text 133"/>
          <p:cNvSpPr/>
          <p:nvPr/>
        </p:nvSpPr>
        <p:spPr>
          <a:xfrm>
            <a:off x="4642401" y="4324791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40" name="Shape 134"/>
          <p:cNvSpPr/>
          <p:nvPr/>
        </p:nvSpPr>
        <p:spPr>
          <a:xfrm>
            <a:off x="5012343" y="4324791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41" name="Text 135"/>
          <p:cNvSpPr/>
          <p:nvPr/>
        </p:nvSpPr>
        <p:spPr>
          <a:xfrm>
            <a:off x="5012343" y="4324791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42" name="Shape 136"/>
          <p:cNvSpPr/>
          <p:nvPr/>
        </p:nvSpPr>
        <p:spPr>
          <a:xfrm>
            <a:off x="5395497" y="4324791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43" name="Text 137"/>
          <p:cNvSpPr/>
          <p:nvPr/>
        </p:nvSpPr>
        <p:spPr>
          <a:xfrm>
            <a:off x="5395497" y="4324791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44" name="Text 138"/>
          <p:cNvSpPr/>
          <p:nvPr/>
        </p:nvSpPr>
        <p:spPr>
          <a:xfrm>
            <a:off x="5633317" y="4178593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5" name="Shape 139"/>
          <p:cNvSpPr/>
          <p:nvPr/>
        </p:nvSpPr>
        <p:spPr>
          <a:xfrm>
            <a:off x="3796819" y="4821863"/>
            <a:ext cx="1823285" cy="385430"/>
          </a:xfrm>
          <a:prstGeom prst="roundRect">
            <a:avLst>
              <a:gd name="adj" fmla="val 11862"/>
            </a:avLst>
          </a:prstGeom>
          <a:solidFill>
            <a:srgbClr val="EFEAF6"/>
          </a:solidFill>
          <a:ln w="12700">
            <a:solidFill>
              <a:srgbClr val="9C3444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4246035" y="4954770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4246035" y="4954770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48" name="Shape 142"/>
          <p:cNvSpPr/>
          <p:nvPr/>
        </p:nvSpPr>
        <p:spPr>
          <a:xfrm>
            <a:off x="4642401" y="4954770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49" name="Text 143"/>
          <p:cNvSpPr/>
          <p:nvPr/>
        </p:nvSpPr>
        <p:spPr>
          <a:xfrm>
            <a:off x="4642401" y="4954770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50" name="Shape 144"/>
          <p:cNvSpPr/>
          <p:nvPr/>
        </p:nvSpPr>
        <p:spPr>
          <a:xfrm>
            <a:off x="5012343" y="4954770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51" name="Text 145"/>
          <p:cNvSpPr/>
          <p:nvPr/>
        </p:nvSpPr>
        <p:spPr>
          <a:xfrm>
            <a:off x="5012343" y="4954770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52" name="Shape 146"/>
          <p:cNvSpPr/>
          <p:nvPr/>
        </p:nvSpPr>
        <p:spPr>
          <a:xfrm>
            <a:off x="5395497" y="4954770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5395497" y="4954770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54" name="Text 148"/>
          <p:cNvSpPr/>
          <p:nvPr/>
        </p:nvSpPr>
        <p:spPr>
          <a:xfrm>
            <a:off x="5633317" y="4808572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5" name="Shape 149"/>
          <p:cNvSpPr/>
          <p:nvPr/>
        </p:nvSpPr>
        <p:spPr>
          <a:xfrm>
            <a:off x="3796819" y="5451842"/>
            <a:ext cx="1823285" cy="385430"/>
          </a:xfrm>
          <a:prstGeom prst="roundRect">
            <a:avLst>
              <a:gd name="adj" fmla="val 11862"/>
            </a:avLst>
          </a:prstGeom>
          <a:solidFill>
            <a:srgbClr val="E2F0F6"/>
          </a:solidFill>
          <a:ln w="12700">
            <a:solidFill>
              <a:srgbClr val="9C3444"/>
            </a:solidFill>
            <a:prstDash val="solid"/>
          </a:ln>
        </p:spPr>
      </p:sp>
      <p:sp>
        <p:nvSpPr>
          <p:cNvPr id="156" name="Shape 150"/>
          <p:cNvSpPr/>
          <p:nvPr/>
        </p:nvSpPr>
        <p:spPr>
          <a:xfrm>
            <a:off x="4246035" y="5584749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57" name="Text 151"/>
          <p:cNvSpPr/>
          <p:nvPr/>
        </p:nvSpPr>
        <p:spPr>
          <a:xfrm>
            <a:off x="4246035" y="5584749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58" name="Shape 152"/>
          <p:cNvSpPr/>
          <p:nvPr/>
        </p:nvSpPr>
        <p:spPr>
          <a:xfrm>
            <a:off x="4642401" y="5584749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59" name="Text 153"/>
          <p:cNvSpPr/>
          <p:nvPr/>
        </p:nvSpPr>
        <p:spPr>
          <a:xfrm>
            <a:off x="4642401" y="5584749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60" name="Shape 154"/>
          <p:cNvSpPr/>
          <p:nvPr/>
        </p:nvSpPr>
        <p:spPr>
          <a:xfrm>
            <a:off x="5012343" y="5584749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61" name="Text 155"/>
          <p:cNvSpPr/>
          <p:nvPr/>
        </p:nvSpPr>
        <p:spPr>
          <a:xfrm>
            <a:off x="5012343" y="5584749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62" name="Shape 156"/>
          <p:cNvSpPr/>
          <p:nvPr/>
        </p:nvSpPr>
        <p:spPr>
          <a:xfrm>
            <a:off x="5395497" y="5584749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63" name="Text 157"/>
          <p:cNvSpPr/>
          <p:nvPr/>
        </p:nvSpPr>
        <p:spPr>
          <a:xfrm>
            <a:off x="5395497" y="5584749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64" name="Text 158"/>
          <p:cNvSpPr/>
          <p:nvPr/>
        </p:nvSpPr>
        <p:spPr>
          <a:xfrm>
            <a:off x="5633317" y="5438551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65" name="Shape 159"/>
          <p:cNvSpPr/>
          <p:nvPr/>
        </p:nvSpPr>
        <p:spPr>
          <a:xfrm>
            <a:off x="3796819" y="6081820"/>
            <a:ext cx="1823285" cy="385430"/>
          </a:xfrm>
          <a:prstGeom prst="roundRect">
            <a:avLst>
              <a:gd name="adj" fmla="val 11862"/>
            </a:avLst>
          </a:prstGeom>
          <a:solidFill>
            <a:srgbClr val="FAEADB"/>
          </a:solidFill>
          <a:ln w="12700">
            <a:solidFill>
              <a:srgbClr val="9C3444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4246035" y="6214727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67" name="Text 161"/>
          <p:cNvSpPr/>
          <p:nvPr/>
        </p:nvSpPr>
        <p:spPr>
          <a:xfrm>
            <a:off x="4246035" y="6214727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68" name="Shape 162"/>
          <p:cNvSpPr/>
          <p:nvPr/>
        </p:nvSpPr>
        <p:spPr>
          <a:xfrm>
            <a:off x="4642401" y="6214727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69" name="Text 163"/>
          <p:cNvSpPr/>
          <p:nvPr/>
        </p:nvSpPr>
        <p:spPr>
          <a:xfrm>
            <a:off x="4642401" y="6214727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70" name="Shape 164"/>
          <p:cNvSpPr/>
          <p:nvPr/>
        </p:nvSpPr>
        <p:spPr>
          <a:xfrm>
            <a:off x="5012343" y="6214727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71" name="Text 165"/>
          <p:cNvSpPr/>
          <p:nvPr/>
        </p:nvSpPr>
        <p:spPr>
          <a:xfrm>
            <a:off x="5012343" y="6214727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72" name="Shape 166"/>
          <p:cNvSpPr/>
          <p:nvPr/>
        </p:nvSpPr>
        <p:spPr>
          <a:xfrm>
            <a:off x="5395497" y="6214727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73" name="Text 167"/>
          <p:cNvSpPr/>
          <p:nvPr/>
        </p:nvSpPr>
        <p:spPr>
          <a:xfrm>
            <a:off x="5395497" y="6214727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74" name="Text 168"/>
          <p:cNvSpPr/>
          <p:nvPr/>
        </p:nvSpPr>
        <p:spPr>
          <a:xfrm>
            <a:off x="5633317" y="606853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75" name="Text 169"/>
          <p:cNvSpPr/>
          <p:nvPr/>
        </p:nvSpPr>
        <p:spPr>
          <a:xfrm>
            <a:off x="5703476" y="4809901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/>
          </a:p>
        </p:txBody>
      </p:sp>
      <p:sp>
        <p:nvSpPr>
          <p:cNvPr id="176" name="Text 170"/>
          <p:cNvSpPr/>
          <p:nvPr/>
        </p:nvSpPr>
        <p:spPr>
          <a:xfrm>
            <a:off x="5891060" y="4809311"/>
            <a:ext cx="66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250" dirty="0"/>
          </a:p>
        </p:txBody>
      </p:sp>
      <p:sp>
        <p:nvSpPr>
          <p:cNvPr id="177" name="Shape 171"/>
          <p:cNvSpPr/>
          <p:nvPr/>
        </p:nvSpPr>
        <p:spPr>
          <a:xfrm>
            <a:off x="5686166" y="3807783"/>
            <a:ext cx="1030552" cy="0"/>
          </a:xfrm>
          <a:prstGeom prst="line">
            <a:avLst/>
          </a:prstGeom>
          <a:noFill/>
          <a:ln w="12700">
            <a:solidFill>
              <a:srgbClr val="FF8C00"/>
            </a:solidFill>
            <a:prstDash val="sysDot"/>
            <a:headEnd type="triangle"/>
          </a:ln>
        </p:spPr>
      </p:sp>
      <p:sp>
        <p:nvSpPr>
          <p:cNvPr id="178" name="Shape 172"/>
          <p:cNvSpPr/>
          <p:nvPr/>
        </p:nvSpPr>
        <p:spPr>
          <a:xfrm>
            <a:off x="5686166" y="4437762"/>
            <a:ext cx="1030552" cy="0"/>
          </a:xfrm>
          <a:prstGeom prst="line">
            <a:avLst/>
          </a:prstGeom>
          <a:noFill/>
          <a:ln w="12700">
            <a:solidFill>
              <a:srgbClr val="FF8C00"/>
            </a:solidFill>
            <a:prstDash val="sysDot"/>
            <a:headEnd type="triangle"/>
          </a:ln>
        </p:spPr>
      </p:sp>
      <p:sp>
        <p:nvSpPr>
          <p:cNvPr id="179" name="Shape 173"/>
          <p:cNvSpPr/>
          <p:nvPr/>
        </p:nvSpPr>
        <p:spPr>
          <a:xfrm>
            <a:off x="5686166" y="5067741"/>
            <a:ext cx="1030552" cy="0"/>
          </a:xfrm>
          <a:prstGeom prst="line">
            <a:avLst/>
          </a:prstGeom>
          <a:noFill/>
          <a:ln w="12700">
            <a:solidFill>
              <a:srgbClr val="FF8C00"/>
            </a:solidFill>
            <a:prstDash val="sysDot"/>
            <a:headEnd type="triangle"/>
          </a:ln>
        </p:spPr>
      </p:sp>
      <p:sp>
        <p:nvSpPr>
          <p:cNvPr id="180" name="Shape 174"/>
          <p:cNvSpPr/>
          <p:nvPr/>
        </p:nvSpPr>
        <p:spPr>
          <a:xfrm>
            <a:off x="5686166" y="5697719"/>
            <a:ext cx="1030552" cy="0"/>
          </a:xfrm>
          <a:prstGeom prst="line">
            <a:avLst/>
          </a:prstGeom>
          <a:noFill/>
          <a:ln w="12700">
            <a:solidFill>
              <a:srgbClr val="FF8C00"/>
            </a:solidFill>
            <a:prstDash val="sysDot"/>
            <a:headEnd type="triangle"/>
          </a:ln>
        </p:spPr>
      </p:sp>
      <p:sp>
        <p:nvSpPr>
          <p:cNvPr id="181" name="Shape 175"/>
          <p:cNvSpPr/>
          <p:nvPr/>
        </p:nvSpPr>
        <p:spPr>
          <a:xfrm>
            <a:off x="5686166" y="6327698"/>
            <a:ext cx="1030552" cy="0"/>
          </a:xfrm>
          <a:prstGeom prst="line">
            <a:avLst/>
          </a:prstGeom>
          <a:noFill/>
          <a:ln w="12700">
            <a:solidFill>
              <a:srgbClr val="FF8C00"/>
            </a:solidFill>
            <a:prstDash val="sysDot"/>
            <a:headEnd type="triangle"/>
          </a:ln>
        </p:spPr>
      </p:sp>
      <p:sp>
        <p:nvSpPr>
          <p:cNvPr id="182" name="Text 176"/>
          <p:cNvSpPr/>
          <p:nvPr/>
        </p:nvSpPr>
        <p:spPr>
          <a:xfrm>
            <a:off x="6782779" y="3502097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3" name="Shape 177"/>
          <p:cNvSpPr/>
          <p:nvPr/>
        </p:nvSpPr>
        <p:spPr>
          <a:xfrm>
            <a:off x="7113084" y="3681522"/>
            <a:ext cx="1321221" cy="239232"/>
          </a:xfrm>
          <a:prstGeom prst="roundRect">
            <a:avLst>
              <a:gd name="adj" fmla="val 15289"/>
            </a:avLst>
          </a:prstGeom>
          <a:solidFill>
            <a:srgbClr val="E6D6F2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7284843" y="3708103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85" name="Text 179"/>
          <p:cNvSpPr/>
          <p:nvPr/>
        </p:nvSpPr>
        <p:spPr>
          <a:xfrm>
            <a:off x="7284843" y="3708103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86" name="Shape 180"/>
          <p:cNvSpPr/>
          <p:nvPr/>
        </p:nvSpPr>
        <p:spPr>
          <a:xfrm>
            <a:off x="7601936" y="3708103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87" name="Text 181"/>
          <p:cNvSpPr/>
          <p:nvPr/>
        </p:nvSpPr>
        <p:spPr>
          <a:xfrm>
            <a:off x="7601936" y="3708103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88" name="Shape 182"/>
          <p:cNvSpPr/>
          <p:nvPr/>
        </p:nvSpPr>
        <p:spPr>
          <a:xfrm>
            <a:off x="7919029" y="3708103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89" name="Text 183"/>
          <p:cNvSpPr/>
          <p:nvPr/>
        </p:nvSpPr>
        <p:spPr>
          <a:xfrm>
            <a:off x="7919029" y="3708103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90" name="Shape 184"/>
          <p:cNvSpPr/>
          <p:nvPr/>
        </p:nvSpPr>
        <p:spPr>
          <a:xfrm>
            <a:off x="8236122" y="3708103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91" name="Text 185"/>
          <p:cNvSpPr/>
          <p:nvPr/>
        </p:nvSpPr>
        <p:spPr>
          <a:xfrm>
            <a:off x="8236122" y="3708103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92" name="Text 186"/>
          <p:cNvSpPr/>
          <p:nvPr/>
        </p:nvSpPr>
        <p:spPr>
          <a:xfrm>
            <a:off x="6782779" y="4132076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3" name="Shape 187"/>
          <p:cNvSpPr/>
          <p:nvPr/>
        </p:nvSpPr>
        <p:spPr>
          <a:xfrm>
            <a:off x="7113084" y="4311500"/>
            <a:ext cx="1321221" cy="239232"/>
          </a:xfrm>
          <a:prstGeom prst="roundRect">
            <a:avLst>
              <a:gd name="adj" fmla="val 15289"/>
            </a:avLst>
          </a:prstGeom>
          <a:solidFill>
            <a:srgbClr val="F2ECC8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7284843" y="4338082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95" name="Text 189"/>
          <p:cNvSpPr/>
          <p:nvPr/>
        </p:nvSpPr>
        <p:spPr>
          <a:xfrm>
            <a:off x="7284843" y="4338082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96" name="Shape 190"/>
          <p:cNvSpPr/>
          <p:nvPr/>
        </p:nvSpPr>
        <p:spPr>
          <a:xfrm>
            <a:off x="7601936" y="4338082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97" name="Text 191"/>
          <p:cNvSpPr/>
          <p:nvPr/>
        </p:nvSpPr>
        <p:spPr>
          <a:xfrm>
            <a:off x="7601936" y="4338082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98" name="Shape 192"/>
          <p:cNvSpPr/>
          <p:nvPr/>
        </p:nvSpPr>
        <p:spPr>
          <a:xfrm>
            <a:off x="7919029" y="4338082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99" name="Text 193"/>
          <p:cNvSpPr/>
          <p:nvPr/>
        </p:nvSpPr>
        <p:spPr>
          <a:xfrm>
            <a:off x="7919029" y="4338082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200" name="Shape 194"/>
          <p:cNvSpPr/>
          <p:nvPr/>
        </p:nvSpPr>
        <p:spPr>
          <a:xfrm>
            <a:off x="8236122" y="4338082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01" name="Text 195"/>
          <p:cNvSpPr/>
          <p:nvPr/>
        </p:nvSpPr>
        <p:spPr>
          <a:xfrm>
            <a:off x="8236122" y="4338082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02" name="Text 196"/>
          <p:cNvSpPr/>
          <p:nvPr/>
        </p:nvSpPr>
        <p:spPr>
          <a:xfrm>
            <a:off x="6782779" y="4762055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3" name="Shape 197"/>
          <p:cNvSpPr/>
          <p:nvPr/>
        </p:nvSpPr>
        <p:spPr>
          <a:xfrm>
            <a:off x="7113084" y="4941479"/>
            <a:ext cx="1321221" cy="239232"/>
          </a:xfrm>
          <a:prstGeom prst="roundRect">
            <a:avLst>
              <a:gd name="adj" fmla="val 15289"/>
            </a:avLst>
          </a:prstGeom>
          <a:solidFill>
            <a:srgbClr val="C9C9EA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7284843" y="496806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05" name="Text 199"/>
          <p:cNvSpPr/>
          <p:nvPr/>
        </p:nvSpPr>
        <p:spPr>
          <a:xfrm>
            <a:off x="7284843" y="496806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206" name="Shape 200"/>
          <p:cNvSpPr/>
          <p:nvPr/>
        </p:nvSpPr>
        <p:spPr>
          <a:xfrm>
            <a:off x="7601936" y="496806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07" name="Text 201"/>
          <p:cNvSpPr/>
          <p:nvPr/>
        </p:nvSpPr>
        <p:spPr>
          <a:xfrm>
            <a:off x="7601936" y="496806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208" name="Shape 202"/>
          <p:cNvSpPr/>
          <p:nvPr/>
        </p:nvSpPr>
        <p:spPr>
          <a:xfrm>
            <a:off x="7919029" y="496806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09" name="Text 203"/>
          <p:cNvSpPr/>
          <p:nvPr/>
        </p:nvSpPr>
        <p:spPr>
          <a:xfrm>
            <a:off x="7919029" y="496806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210" name="Shape 204"/>
          <p:cNvSpPr/>
          <p:nvPr/>
        </p:nvSpPr>
        <p:spPr>
          <a:xfrm>
            <a:off x="8236122" y="496806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11" name="Text 205"/>
          <p:cNvSpPr/>
          <p:nvPr/>
        </p:nvSpPr>
        <p:spPr>
          <a:xfrm>
            <a:off x="8236122" y="496806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12" name="Text 206"/>
          <p:cNvSpPr/>
          <p:nvPr/>
        </p:nvSpPr>
        <p:spPr>
          <a:xfrm>
            <a:off x="6782779" y="5392034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3" name="Shape 207"/>
          <p:cNvSpPr/>
          <p:nvPr/>
        </p:nvSpPr>
        <p:spPr>
          <a:xfrm>
            <a:off x="7113084" y="5571458"/>
            <a:ext cx="1321221" cy="239232"/>
          </a:xfrm>
          <a:prstGeom prst="roundRect">
            <a:avLst>
              <a:gd name="adj" fmla="val 15289"/>
            </a:avLst>
          </a:prstGeom>
          <a:solidFill>
            <a:srgbClr val="C9E5E9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214" name="Shape 208"/>
          <p:cNvSpPr/>
          <p:nvPr/>
        </p:nvSpPr>
        <p:spPr>
          <a:xfrm>
            <a:off x="7284843" y="5598039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15" name="Text 209"/>
          <p:cNvSpPr/>
          <p:nvPr/>
        </p:nvSpPr>
        <p:spPr>
          <a:xfrm>
            <a:off x="7284843" y="5598039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216" name="Shape 210"/>
          <p:cNvSpPr/>
          <p:nvPr/>
        </p:nvSpPr>
        <p:spPr>
          <a:xfrm>
            <a:off x="7601936" y="5598039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17" name="Text 211"/>
          <p:cNvSpPr/>
          <p:nvPr/>
        </p:nvSpPr>
        <p:spPr>
          <a:xfrm>
            <a:off x="7601936" y="5598039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218" name="Shape 212"/>
          <p:cNvSpPr/>
          <p:nvPr/>
        </p:nvSpPr>
        <p:spPr>
          <a:xfrm>
            <a:off x="7919029" y="5598039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19" name="Text 213"/>
          <p:cNvSpPr/>
          <p:nvPr/>
        </p:nvSpPr>
        <p:spPr>
          <a:xfrm>
            <a:off x="7919029" y="5598039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220" name="Shape 214"/>
          <p:cNvSpPr/>
          <p:nvPr/>
        </p:nvSpPr>
        <p:spPr>
          <a:xfrm>
            <a:off x="8236122" y="5598039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21" name="Text 215"/>
          <p:cNvSpPr/>
          <p:nvPr/>
        </p:nvSpPr>
        <p:spPr>
          <a:xfrm>
            <a:off x="8236122" y="5598039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22" name="Text 216"/>
          <p:cNvSpPr/>
          <p:nvPr/>
        </p:nvSpPr>
        <p:spPr>
          <a:xfrm>
            <a:off x="6782779" y="6022012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3" name="Shape 217"/>
          <p:cNvSpPr/>
          <p:nvPr/>
        </p:nvSpPr>
        <p:spPr>
          <a:xfrm>
            <a:off x="7113084" y="6201437"/>
            <a:ext cx="1321221" cy="239232"/>
          </a:xfrm>
          <a:prstGeom prst="roundRect">
            <a:avLst>
              <a:gd name="adj" fmla="val 15289"/>
            </a:avLst>
          </a:prstGeom>
          <a:solidFill>
            <a:srgbClr val="DDD2C6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7284843" y="6228018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25" name="Text 219"/>
          <p:cNvSpPr/>
          <p:nvPr/>
        </p:nvSpPr>
        <p:spPr>
          <a:xfrm>
            <a:off x="7284843" y="6228018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226" name="Shape 220"/>
          <p:cNvSpPr/>
          <p:nvPr/>
        </p:nvSpPr>
        <p:spPr>
          <a:xfrm>
            <a:off x="7601936" y="6228018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27" name="Text 221"/>
          <p:cNvSpPr/>
          <p:nvPr/>
        </p:nvSpPr>
        <p:spPr>
          <a:xfrm>
            <a:off x="7601936" y="6228018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228" name="Shape 222"/>
          <p:cNvSpPr/>
          <p:nvPr/>
        </p:nvSpPr>
        <p:spPr>
          <a:xfrm>
            <a:off x="7919029" y="6228018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29" name="Text 223"/>
          <p:cNvSpPr/>
          <p:nvPr/>
        </p:nvSpPr>
        <p:spPr>
          <a:xfrm>
            <a:off x="7919029" y="6228018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230" name="Shape 224"/>
          <p:cNvSpPr/>
          <p:nvPr/>
        </p:nvSpPr>
        <p:spPr>
          <a:xfrm>
            <a:off x="8236122" y="6228018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31" name="Text 225"/>
          <p:cNvSpPr/>
          <p:nvPr/>
        </p:nvSpPr>
        <p:spPr>
          <a:xfrm>
            <a:off x="8236122" y="6228018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32" name="Shape 226"/>
          <p:cNvSpPr/>
          <p:nvPr/>
        </p:nvSpPr>
        <p:spPr>
          <a:xfrm>
            <a:off x="8553215" y="3801138"/>
            <a:ext cx="2298925" cy="2379034"/>
          </a:xfrm>
          <a:prstGeom prst="roundRect">
            <a:avLst>
              <a:gd name="adj" fmla="val 2387"/>
            </a:avLst>
          </a:prstGeom>
          <a:solidFill>
            <a:srgbClr val="D0F8E0"/>
          </a:solidFill>
          <a:ln/>
        </p:spPr>
      </p:sp>
      <p:sp>
        <p:nvSpPr>
          <p:cNvPr id="233" name="Shape 227"/>
          <p:cNvSpPr/>
          <p:nvPr/>
        </p:nvSpPr>
        <p:spPr>
          <a:xfrm>
            <a:off x="8738186" y="4199859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34" name="Text 228"/>
          <p:cNvSpPr/>
          <p:nvPr/>
        </p:nvSpPr>
        <p:spPr>
          <a:xfrm>
            <a:off x="8738186" y="4199859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235" name="Shape 229"/>
          <p:cNvSpPr/>
          <p:nvPr/>
        </p:nvSpPr>
        <p:spPr>
          <a:xfrm>
            <a:off x="9213826" y="4199859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36" name="Text 230"/>
          <p:cNvSpPr/>
          <p:nvPr/>
        </p:nvSpPr>
        <p:spPr>
          <a:xfrm>
            <a:off x="9213826" y="4199859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237" name="Shape 231"/>
          <p:cNvSpPr/>
          <p:nvPr/>
        </p:nvSpPr>
        <p:spPr>
          <a:xfrm>
            <a:off x="9715890" y="4199859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38" name="Text 232"/>
          <p:cNvSpPr/>
          <p:nvPr/>
        </p:nvSpPr>
        <p:spPr>
          <a:xfrm>
            <a:off x="9715890" y="4199859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239" name="Shape 233"/>
          <p:cNvSpPr/>
          <p:nvPr/>
        </p:nvSpPr>
        <p:spPr>
          <a:xfrm>
            <a:off x="10151893" y="4199859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0" name="Text 234"/>
          <p:cNvSpPr/>
          <p:nvPr/>
        </p:nvSpPr>
        <p:spPr>
          <a:xfrm>
            <a:off x="10151893" y="4199859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241" name="Shape 235"/>
          <p:cNvSpPr/>
          <p:nvPr/>
        </p:nvSpPr>
        <p:spPr>
          <a:xfrm>
            <a:off x="8738186" y="4665033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2" name="Text 236"/>
          <p:cNvSpPr/>
          <p:nvPr/>
        </p:nvSpPr>
        <p:spPr>
          <a:xfrm>
            <a:off x="8738186" y="4665033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243" name="Shape 237"/>
          <p:cNvSpPr/>
          <p:nvPr/>
        </p:nvSpPr>
        <p:spPr>
          <a:xfrm>
            <a:off x="9213826" y="4665033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4" name="Text 238"/>
          <p:cNvSpPr/>
          <p:nvPr/>
        </p:nvSpPr>
        <p:spPr>
          <a:xfrm>
            <a:off x="9213826" y="4665033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245" name="Shape 239"/>
          <p:cNvSpPr/>
          <p:nvPr/>
        </p:nvSpPr>
        <p:spPr>
          <a:xfrm>
            <a:off x="9715890" y="4665033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6" name="Text 240"/>
          <p:cNvSpPr/>
          <p:nvPr/>
        </p:nvSpPr>
        <p:spPr>
          <a:xfrm>
            <a:off x="9715890" y="4665033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247" name="Shape 241"/>
          <p:cNvSpPr/>
          <p:nvPr/>
        </p:nvSpPr>
        <p:spPr>
          <a:xfrm>
            <a:off x="10151893" y="4665033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8" name="Text 242"/>
          <p:cNvSpPr/>
          <p:nvPr/>
        </p:nvSpPr>
        <p:spPr>
          <a:xfrm>
            <a:off x="10151893" y="4665033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249" name="Shape 243"/>
          <p:cNvSpPr/>
          <p:nvPr/>
        </p:nvSpPr>
        <p:spPr>
          <a:xfrm>
            <a:off x="8738186" y="5143498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50" name="Text 244"/>
          <p:cNvSpPr/>
          <p:nvPr/>
        </p:nvSpPr>
        <p:spPr>
          <a:xfrm>
            <a:off x="8738186" y="5143498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251" name="Shape 245"/>
          <p:cNvSpPr/>
          <p:nvPr/>
        </p:nvSpPr>
        <p:spPr>
          <a:xfrm>
            <a:off x="9213826" y="5143498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52" name="Text 246"/>
          <p:cNvSpPr/>
          <p:nvPr/>
        </p:nvSpPr>
        <p:spPr>
          <a:xfrm>
            <a:off x="9213826" y="5143498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253" name="Shape 247"/>
          <p:cNvSpPr/>
          <p:nvPr/>
        </p:nvSpPr>
        <p:spPr>
          <a:xfrm>
            <a:off x="9715890" y="5143498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54" name="Text 248"/>
          <p:cNvSpPr/>
          <p:nvPr/>
        </p:nvSpPr>
        <p:spPr>
          <a:xfrm>
            <a:off x="9715890" y="5143498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255" name="Shape 249"/>
          <p:cNvSpPr/>
          <p:nvPr/>
        </p:nvSpPr>
        <p:spPr>
          <a:xfrm>
            <a:off x="10151893" y="5143498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56" name="Text 250"/>
          <p:cNvSpPr/>
          <p:nvPr/>
        </p:nvSpPr>
        <p:spPr>
          <a:xfrm>
            <a:off x="10151893" y="5143498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257" name="Shape 251"/>
          <p:cNvSpPr/>
          <p:nvPr/>
        </p:nvSpPr>
        <p:spPr>
          <a:xfrm>
            <a:off x="8738186" y="5661835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58" name="Text 252"/>
          <p:cNvSpPr/>
          <p:nvPr/>
        </p:nvSpPr>
        <p:spPr>
          <a:xfrm>
            <a:off x="8738186" y="5661835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259" name="Shape 253"/>
          <p:cNvSpPr/>
          <p:nvPr/>
        </p:nvSpPr>
        <p:spPr>
          <a:xfrm>
            <a:off x="9213826" y="5661835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60" name="Text 254"/>
          <p:cNvSpPr/>
          <p:nvPr/>
        </p:nvSpPr>
        <p:spPr>
          <a:xfrm>
            <a:off x="9213826" y="5661835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261" name="Shape 255"/>
          <p:cNvSpPr/>
          <p:nvPr/>
        </p:nvSpPr>
        <p:spPr>
          <a:xfrm>
            <a:off x="9715890" y="5661835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62" name="Text 256"/>
          <p:cNvSpPr/>
          <p:nvPr/>
        </p:nvSpPr>
        <p:spPr>
          <a:xfrm>
            <a:off x="9715890" y="5661835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263" name="Shape 257"/>
          <p:cNvSpPr/>
          <p:nvPr/>
        </p:nvSpPr>
        <p:spPr>
          <a:xfrm>
            <a:off x="10151893" y="5661835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64" name="Text 258"/>
          <p:cNvSpPr/>
          <p:nvPr/>
        </p:nvSpPr>
        <p:spPr>
          <a:xfrm>
            <a:off x="10151893" y="5661835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265" name="Shape 259"/>
          <p:cNvSpPr/>
          <p:nvPr/>
        </p:nvSpPr>
        <p:spPr>
          <a:xfrm>
            <a:off x="10878565" y="3934045"/>
            <a:ext cx="528488" cy="2126511"/>
          </a:xfrm>
          <a:prstGeom prst="roundRect">
            <a:avLst>
              <a:gd name="adj" fmla="val 10381"/>
            </a:avLst>
          </a:prstGeom>
          <a:solidFill>
            <a:srgbClr val="D0F8E0"/>
          </a:solidFill>
          <a:ln/>
        </p:spPr>
      </p:sp>
      <p:sp>
        <p:nvSpPr>
          <p:cNvPr id="266" name="Shape 260"/>
          <p:cNvSpPr/>
          <p:nvPr/>
        </p:nvSpPr>
        <p:spPr>
          <a:xfrm>
            <a:off x="11076748" y="4199859"/>
            <a:ext cx="279400" cy="203200"/>
          </a:xfrm>
          <a:prstGeom prst="rect">
            <a:avLst/>
          </a:prstGeom>
          <a:solidFill>
            <a:srgbClr val="FCF9C8"/>
          </a:solidFill>
          <a:ln w="6350">
            <a:solidFill>
              <a:srgbClr val="8B7B3A"/>
            </a:solidFill>
            <a:prstDash val="solid"/>
          </a:ln>
        </p:spPr>
      </p:sp>
      <p:sp>
        <p:nvSpPr>
          <p:cNvPr id="267" name="Text 261"/>
          <p:cNvSpPr/>
          <p:nvPr/>
        </p:nvSpPr>
        <p:spPr>
          <a:xfrm>
            <a:off x="11076748" y="4199859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68" name="Shape 262"/>
          <p:cNvSpPr/>
          <p:nvPr/>
        </p:nvSpPr>
        <p:spPr>
          <a:xfrm>
            <a:off x="11076748" y="4665033"/>
            <a:ext cx="279400" cy="203200"/>
          </a:xfrm>
          <a:prstGeom prst="rect">
            <a:avLst/>
          </a:prstGeom>
          <a:solidFill>
            <a:srgbClr val="FCF9C8"/>
          </a:solidFill>
          <a:ln w="6350">
            <a:solidFill>
              <a:srgbClr val="8B7B3A"/>
            </a:solidFill>
            <a:prstDash val="solid"/>
          </a:ln>
        </p:spPr>
      </p:sp>
      <p:sp>
        <p:nvSpPr>
          <p:cNvPr id="269" name="Text 263"/>
          <p:cNvSpPr/>
          <p:nvPr/>
        </p:nvSpPr>
        <p:spPr>
          <a:xfrm>
            <a:off x="11076748" y="4665033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70" name="Shape 264"/>
          <p:cNvSpPr/>
          <p:nvPr/>
        </p:nvSpPr>
        <p:spPr>
          <a:xfrm>
            <a:off x="11076748" y="5143498"/>
            <a:ext cx="279400" cy="203200"/>
          </a:xfrm>
          <a:prstGeom prst="rect">
            <a:avLst/>
          </a:prstGeom>
          <a:solidFill>
            <a:srgbClr val="FCF9C8"/>
          </a:solidFill>
          <a:ln w="6350">
            <a:solidFill>
              <a:srgbClr val="8B7B3A"/>
            </a:solidFill>
            <a:prstDash val="solid"/>
          </a:ln>
        </p:spPr>
      </p:sp>
      <p:sp>
        <p:nvSpPr>
          <p:cNvPr id="271" name="Text 265"/>
          <p:cNvSpPr/>
          <p:nvPr/>
        </p:nvSpPr>
        <p:spPr>
          <a:xfrm>
            <a:off x="11076748" y="5143498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72" name="Shape 266"/>
          <p:cNvSpPr/>
          <p:nvPr/>
        </p:nvSpPr>
        <p:spPr>
          <a:xfrm>
            <a:off x="11076748" y="5661835"/>
            <a:ext cx="279400" cy="203200"/>
          </a:xfrm>
          <a:prstGeom prst="rect">
            <a:avLst/>
          </a:prstGeom>
          <a:solidFill>
            <a:srgbClr val="FCF9C8"/>
          </a:solidFill>
          <a:ln w="6350">
            <a:solidFill>
              <a:srgbClr val="8B7B3A"/>
            </a:solidFill>
            <a:prstDash val="solid"/>
          </a:ln>
        </p:spPr>
      </p:sp>
      <p:sp>
        <p:nvSpPr>
          <p:cNvPr id="273" name="Text 267"/>
          <p:cNvSpPr/>
          <p:nvPr/>
        </p:nvSpPr>
        <p:spPr>
          <a:xfrm>
            <a:off x="11076748" y="5661835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74" name="Text 268"/>
          <p:cNvSpPr/>
          <p:nvPr/>
        </p:nvSpPr>
        <p:spPr>
          <a:xfrm>
            <a:off x="10896387" y="5056960"/>
            <a:ext cx="228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pic>
        <p:nvPicPr>
          <p:cNvPr id="275" name="Image 4" descr="/home/ahmed/Projects/ai_llm_slides/videos/deep-learning/002_transformers_part2/recreated_pptx/build/assets/s014_brace_tall_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808" y="3296091"/>
            <a:ext cx="196596" cy="3486882"/>
          </a:xfrm>
          <a:prstGeom prst="rect">
            <a:avLst/>
          </a:prstGeom>
        </p:spPr>
      </p:pic>
      <p:pic>
        <p:nvPicPr>
          <p:cNvPr id="276" name="Image 5" descr="/home/ahmed/Projects/ai_llm_slides/videos/deep-learning/002_transformers_part2/recreated_pptx/build/assets/s014_brace_tall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3114" y="3389126"/>
            <a:ext cx="189006" cy="32872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6" name="Shape 4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7" name="Shape 5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8" name="Shape 6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9" name="Shape 7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0" name="Shape 8"/>
          <p:cNvSpPr/>
          <p:nvPr/>
        </p:nvSpPr>
        <p:spPr>
          <a:xfrm>
            <a:off x="1193800" y="3124200"/>
            <a:ext cx="889000" cy="1397000"/>
          </a:xfrm>
          <a:prstGeom prst="ellipse">
            <a:avLst/>
          </a:prstGeom>
          <a:solidFill>
            <a:srgbClr val="E8843C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870200"/>
            <a:ext cx="838200" cy="1562100"/>
          </a:xfrm>
          <a:prstGeom prst="ellipse">
            <a:avLst/>
          </a:prstGeom>
          <a:solidFill>
            <a:srgbClr val="EABC78"/>
          </a:solidFill>
          <a:ln w="12700">
            <a:solidFill>
              <a:srgbClr val="C8843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24100" y="2921000"/>
            <a:ext cx="647700" cy="1447800"/>
          </a:xfrm>
          <a:prstGeom prst="ellipse">
            <a:avLst/>
          </a:prstGeom>
          <a:solidFill>
            <a:srgbClr val="4FE07C">
              <a:alpha val="75000"/>
            </a:srgbClr>
          </a:solidFill>
          <a:ln w="9525">
            <a:solidFill>
              <a:srgbClr val="2E7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1100" y="33528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7300" y="33528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7800" y="33528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2451100" y="37084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7300" y="37084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17800" y="37084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2451100" y="40640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7300" y="40640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17800" y="40640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2451100" y="4368800"/>
            <a:ext cx="228600" cy="133350"/>
          </a:xfrm>
          <a:prstGeom prst="rect">
            <a:avLst/>
          </a:prstGeom>
          <a:solidFill>
            <a:srgbClr val="7DF2A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7300" y="4368800"/>
            <a:ext cx="76200" cy="133350"/>
          </a:xfrm>
          <a:prstGeom prst="rect">
            <a:avLst/>
          </a:prstGeom>
          <a:solidFill>
            <a:srgbClr val="E2FFE8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17800" y="4368800"/>
            <a:ext cx="203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19380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1064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2748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4432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61160" y="30797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2700" y="30797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1866900" y="31496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057400" y="30670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57400" y="30670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119380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1064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2748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432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61160" y="34480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282700" y="34480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46" name="Shape 44"/>
          <p:cNvSpPr/>
          <p:nvPr/>
        </p:nvSpPr>
        <p:spPr>
          <a:xfrm>
            <a:off x="1866900" y="35179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057400" y="34353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57400" y="34353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119380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1064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2748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4432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61160" y="38036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82700" y="38036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55" name="Shape 53"/>
          <p:cNvSpPr/>
          <p:nvPr/>
        </p:nvSpPr>
        <p:spPr>
          <a:xfrm>
            <a:off x="1866900" y="38735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057400" y="37909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57400" y="37909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19380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1064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2748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4432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661160" y="4171950"/>
            <a:ext cx="116840" cy="139700"/>
          </a:xfrm>
          <a:prstGeom prst="rect">
            <a:avLst/>
          </a:prstGeom>
          <a:solidFill>
            <a:srgbClr val="F0B46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82700" y="4171950"/>
            <a:ext cx="2286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4" name="Shape 62"/>
          <p:cNvSpPr/>
          <p:nvPr/>
        </p:nvSpPr>
        <p:spPr>
          <a:xfrm>
            <a:off x="1866900" y="4241800"/>
            <a:ext cx="1778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2057400" y="4159250"/>
            <a:ext cx="279400" cy="165100"/>
          </a:xfrm>
          <a:prstGeom prst="rect">
            <a:avLst/>
          </a:prstGeom>
          <a:solidFill>
            <a:srgbClr val="E6B66C"/>
          </a:solidFill>
          <a:ln w="12700">
            <a:solidFill>
              <a:srgbClr val="2E7D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57400" y="4159250"/>
            <a:ext cx="279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68" name="Shape 66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1" name="Shape 69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2" name="Shape 70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3" name="Shape 71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4" name="Shape 72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75" name="Shape 73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83" name="Text 81"/>
          <p:cNvSpPr/>
          <p:nvPr/>
        </p:nvSpPr>
        <p:spPr>
          <a:xfrm>
            <a:off x="3708400" y="2679700"/>
            <a:ext cx="355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mc:AlternateContent>
        <mc:Choice xmlns:a14="http://schemas.microsoft.com/office/drawing/2010/main" Requires="a14">
          <p:sp>
            <p:nvSpPr>
              <p:cNvPr id="84" name="Equation OMML" descr="K\cdot q"/>
              <p:cNvSpPr txBox="1"/>
              <p:nvPr/>
            </p:nvSpPr>
            <p:spPr>
              <a:xfrm>
                <a:off x="4385310" y="2698750"/>
                <a:ext cx="195072" cy="1066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700">
                          <a:solidFill>
                            <a:srgbClr val="8B1A10"/>
                          </a:solidFill>
                          <a:latin typeface="Cambria Math" panose="02040503050406030204" pitchFamily="18" charset="0"/>
                        </a:rPr>
                        <m:t xml:space="preserve">K⋅q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0" descr="/home/ahmed/Projects/ai_llm_slides/videos/deep-learning/002_transformers_part2/recreated_pptx/build/assets/eq015_kq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385310" y="2698750"/>
                <a:ext cx="195072" cy="106680"/>
              </a:xfrm>
              <a:prstGeom prst="rect">
                <a:avLst/>
              </a:prstGeom>
            </p:spPr>
          </p:pic>
        </mc:Fallback>
      </mc:AlternateContent>
      <p:sp>
        <p:nvSpPr>
          <p:cNvPr id="85" name="Shape 82"/>
          <p:cNvSpPr/>
          <p:nvPr/>
        </p:nvSpPr>
        <p:spPr>
          <a:xfrm>
            <a:off x="4381500" y="28003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mc:AlternateContent>
        <mc:Choice xmlns:a14="http://schemas.microsoft.com/office/drawing/2010/main" Requires="a14">
          <p:sp>
            <p:nvSpPr>
              <p:cNvPr id="86" name="Equation OMML" descr="\sqrt{d}"/>
              <p:cNvSpPr txBox="1"/>
              <p:nvPr/>
            </p:nvSpPr>
            <p:spPr>
              <a:xfrm>
                <a:off x="4400550" y="2851150"/>
                <a:ext cx="168910" cy="1402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 sz="800">
                              <a:solidFill>
                                <a:srgbClr val="8B1A1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 sz="800">
                              <a:solidFill>
                                <a:srgbClr val="8B1A1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1" descr="/home/ahmed/Projects/ai_llm_slides/videos/deep-learning/002_transformers_part2/recreated_pptx/build/assets/eq015_sqrtd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00550" y="2851150"/>
                <a:ext cx="168910" cy="140208"/>
              </a:xfrm>
              <a:prstGeom prst="rect">
                <a:avLst/>
              </a:prstGeom>
            </p:spPr>
          </p:pic>
        </mc:Fallback>
      </mc:AlternateContent>
      <p:sp>
        <p:nvSpPr>
          <p:cNvPr id="87" name="Shape 83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88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89" name="Shape 84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90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91" name="Shape 85"/>
          <p:cNvSpPr/>
          <p:nvPr/>
        </p:nvSpPr>
        <p:spPr>
          <a:xfrm>
            <a:off x="4267200" y="31496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86"/>
          <p:cNvSpPr/>
          <p:nvPr/>
        </p:nvSpPr>
        <p:spPr>
          <a:xfrm>
            <a:off x="4267200" y="35179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87"/>
          <p:cNvSpPr/>
          <p:nvPr/>
        </p:nvSpPr>
        <p:spPr>
          <a:xfrm>
            <a:off x="4267200" y="38735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Shape 88"/>
          <p:cNvSpPr/>
          <p:nvPr/>
        </p:nvSpPr>
        <p:spPr>
          <a:xfrm>
            <a:off x="4267200" y="42418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5" name="Shape 89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6" name="Shape 90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7" name="Shape 91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98" name="Text 9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99" name="Shape 93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0" name="Shape 94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1" name="Shape 95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2" name="Shape 96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3" name="Shape 97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4" name="Shape 98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5" name="Shape 99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6" name="Shape 100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07" name="Shape 101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08" name="Text 102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09" name="Text 103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10" name="Shape 104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1" name="Shape 105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2" name="Shape 106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3" name="Shape 107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5" name="Text 109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16" name="Text 110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17" name="Shape 111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8" name="Shape 112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19" name="Shape 113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0" name="Shape 114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1" name="Shape 115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2" name="Text 116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3" name="Text 117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4" name="Shape 118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6" name="Shape 120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7" name="Shape 121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8" name="Shape 122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9" name="Text 123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0" name="Text 124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31" name="Shape 125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3" name="Shape 127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4" name="Shape 128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5" name="Shape 129"/>
          <p:cNvSpPr/>
          <p:nvPr/>
        </p:nvSpPr>
        <p:spPr>
          <a:xfrm>
            <a:off x="6832600" y="30607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36" name="Text 130"/>
          <p:cNvSpPr/>
          <p:nvPr/>
        </p:nvSpPr>
        <p:spPr>
          <a:xfrm>
            <a:off x="6832600" y="30607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37" name="Shape 131"/>
          <p:cNvSpPr/>
          <p:nvPr/>
        </p:nvSpPr>
        <p:spPr>
          <a:xfrm>
            <a:off x="7099300" y="31496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8" name="Shape 132"/>
          <p:cNvSpPr/>
          <p:nvPr/>
        </p:nvSpPr>
        <p:spPr>
          <a:xfrm>
            <a:off x="6832600" y="34036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39" name="Text 133"/>
          <p:cNvSpPr/>
          <p:nvPr/>
        </p:nvSpPr>
        <p:spPr>
          <a:xfrm>
            <a:off x="6832600" y="34036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0" name="Shape 134"/>
          <p:cNvSpPr/>
          <p:nvPr/>
        </p:nvSpPr>
        <p:spPr>
          <a:xfrm>
            <a:off x="7099300" y="34925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1" name="Shape 135"/>
          <p:cNvSpPr/>
          <p:nvPr/>
        </p:nvSpPr>
        <p:spPr>
          <a:xfrm>
            <a:off x="6832600" y="37465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42" name="Text 136"/>
          <p:cNvSpPr/>
          <p:nvPr/>
        </p:nvSpPr>
        <p:spPr>
          <a:xfrm>
            <a:off x="6832600" y="37465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3" name="Shape 137"/>
          <p:cNvSpPr/>
          <p:nvPr/>
        </p:nvSpPr>
        <p:spPr>
          <a:xfrm>
            <a:off x="7099300" y="38354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4" name="Shape 138"/>
          <p:cNvSpPr/>
          <p:nvPr/>
        </p:nvSpPr>
        <p:spPr>
          <a:xfrm>
            <a:off x="6832600" y="4127500"/>
            <a:ext cx="254000" cy="190500"/>
          </a:xfrm>
          <a:prstGeom prst="rect">
            <a:avLst/>
          </a:prstGeom>
          <a:solidFill>
            <a:srgbClr val="C9EFE6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45" name="Text 139"/>
          <p:cNvSpPr/>
          <p:nvPr/>
        </p:nvSpPr>
        <p:spPr>
          <a:xfrm>
            <a:off x="6832600" y="4127500"/>
            <a:ext cx="25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6" name="Shape 140"/>
          <p:cNvSpPr/>
          <p:nvPr/>
        </p:nvSpPr>
        <p:spPr>
          <a:xfrm>
            <a:off x="7099300" y="4216400"/>
            <a:ext cx="152400" cy="1270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47" name="Shape 141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48" name="Shape 142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49" name="Shape 143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0" name="Shape 144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1" name="Shape 145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2" name="Shape 146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3" name="Shape 147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4" name="Shape 148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5" name="Shape 149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6" name="Shape 150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7" name="Shape 151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8" name="Shape 152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662863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65" name="Shape 159"/>
          <p:cNvSpPr/>
          <p:nvPr/>
        </p:nvSpPr>
        <p:spPr>
          <a:xfrm>
            <a:off x="7637780" y="43942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66" name="Shape 160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67" name="Shape 161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6" name="Shape 170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8" name="Shape 172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329613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84" name="Shape 178"/>
          <p:cNvSpPr/>
          <p:nvPr/>
        </p:nvSpPr>
        <p:spPr>
          <a:xfrm>
            <a:off x="8304530" y="42545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85" name="Shape 179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86" name="Shape 180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5" name="Shape 189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6" name="Shape 190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7" name="Shape 191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77313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03" name="Shape 197"/>
          <p:cNvSpPr/>
          <p:nvPr/>
        </p:nvSpPr>
        <p:spPr>
          <a:xfrm>
            <a:off x="8952230" y="40386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04" name="Shape 198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05" name="Shape 199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4" name="Shape 208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5" name="Shape 209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6" name="Shape 210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574213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22" name="Shape 216"/>
          <p:cNvSpPr/>
          <p:nvPr/>
        </p:nvSpPr>
        <p:spPr>
          <a:xfrm>
            <a:off x="9549130" y="36830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23" name="Shape 217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24" name="Shape 218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3" name="Shape 227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4" name="Shape 228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5" name="Shape 229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CDD8B0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E0E0D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948863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41" name="Shape 235"/>
          <p:cNvSpPr/>
          <p:nvPr/>
        </p:nvSpPr>
        <p:spPr>
          <a:xfrm>
            <a:off x="9923780" y="3263900"/>
            <a:ext cx="6604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42" name="Text 236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3" name="Text 237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4" name="Text 238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5" name="Text 239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6" name="Text 240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7" name="Text 241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8" name="Text 242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9" name="Text 243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0" name="Text 244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1" name="Text 245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2" name="Text 246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3" name="Text 247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2" name="Shape 256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3" name="Text 257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4" name="Shape 258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5" name="Text 259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6" name="Shape 260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7" name="Text 261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68" name="Shape 262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69" name="Text 263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0" name="Shape 264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1" name="Text 265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2" name="Shape 266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3" name="Text 267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74" name="Shape 268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5" name="Text 269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76" name="Shape 270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7" name="Text 271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78" name="Shape 272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9" name="Text 273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0" name="Shape 274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1" name="Text 275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2" name="Shape 276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3" name="Text 277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4" name="Shape 278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5" name="Text 279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6" name="Shape 280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87" name="Text 281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288" name="Shape 282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89" name="Text 283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290" name="Shape 284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91" name="Text 285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292" name="Shape 286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93" name="Text 287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294" name="Shape 288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295" name="Text 289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296" name="Shape 290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97" name="Text 291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298" name="Shape 292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99" name="Text 293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00" name="Shape 294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01" name="Text 295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02" name="Shape 296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3" name="Text 297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4" name="Shape 298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5" name="Text 299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6" name="Shape 300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07" name="Text 301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8" name="Shape 302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9" name="Text 303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0" name="Shape 304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1" name="Text 305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2" name="Shape 306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3" name="Text 307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4" name="Shape 308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5" name="Text 309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16" name="Shape 310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18" name="Shape 312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9" name="Text 313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1" name="Text 315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2" name="Shape 316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3" name="Text 317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4" name="Shape 318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FFFFFF">
              <a:alpha val="62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5321300" y="1943100"/>
            <a:ext cx="1016000" cy="203200"/>
          </a:xfrm>
          <a:prstGeom prst="roundRect">
            <a:avLst>
              <a:gd name="adj" fmla="val 13500"/>
            </a:avLst>
          </a:prstGeom>
          <a:solidFill>
            <a:srgbClr val="BC4E05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7" name="Shape 321"/>
          <p:cNvSpPr/>
          <p:nvPr/>
        </p:nvSpPr>
        <p:spPr>
          <a:xfrm>
            <a:off x="5892800" y="1714500"/>
            <a:ext cx="914400" cy="190500"/>
          </a:xfrm>
          <a:prstGeom prst="roundRect">
            <a:avLst>
              <a:gd name="adj" fmla="val 14400"/>
            </a:avLst>
          </a:prstGeom>
          <a:solidFill>
            <a:srgbClr val="6B7052"/>
          </a:solidFill>
          <a:ln w="9525">
            <a:solidFill>
              <a:srgbClr val="B0B0B0"/>
            </a:solidFill>
            <a:prstDash val="dash"/>
          </a:ln>
        </p:spPr>
      </p:sp>
      <p:sp>
        <p:nvSpPr>
          <p:cNvPr id="328" name="Shape 322"/>
          <p:cNvSpPr/>
          <p:nvPr/>
        </p:nvSpPr>
        <p:spPr>
          <a:xfrm>
            <a:off x="6477000" y="1460500"/>
            <a:ext cx="889000" cy="165100"/>
          </a:xfrm>
          <a:prstGeom prst="roundRect">
            <a:avLst>
              <a:gd name="adj" fmla="val 16615"/>
            </a:avLst>
          </a:prstGeom>
          <a:solidFill>
            <a:srgbClr val="FAFF0C"/>
          </a:solidFill>
          <a:ln w="9525">
            <a:solidFill>
              <a:srgbClr val="B8B860"/>
            </a:solidFill>
            <a:prstDash val="dash"/>
          </a:ln>
        </p:spPr>
      </p:sp>
      <p:sp>
        <p:nvSpPr>
          <p:cNvPr id="329" name="Shape 323"/>
          <p:cNvSpPr/>
          <p:nvPr/>
        </p:nvSpPr>
        <p:spPr>
          <a:xfrm>
            <a:off x="6959600" y="1168400"/>
            <a:ext cx="965200" cy="228600"/>
          </a:xfrm>
          <a:prstGeom prst="roundRect">
            <a:avLst>
              <a:gd name="adj" fmla="val 12000"/>
            </a:avLst>
          </a:prstGeom>
          <a:solidFill>
            <a:srgbClr val="A0FF78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330" name="Shape 324"/>
          <p:cNvSpPr/>
          <p:nvPr/>
        </p:nvSpPr>
        <p:spPr>
          <a:xfrm>
            <a:off x="7543800" y="952500"/>
            <a:ext cx="927100" cy="203200"/>
          </a:xfrm>
          <a:prstGeom prst="roundRect">
            <a:avLst>
              <a:gd name="adj" fmla="val 13500"/>
            </a:avLst>
          </a:prstGeom>
          <a:solidFill>
            <a:srgbClr val="F6DEBE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331" name="Shape 325"/>
          <p:cNvSpPr/>
          <p:nvPr/>
        </p:nvSpPr>
        <p:spPr>
          <a:xfrm>
            <a:off x="6356350" y="1955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2" name="Shape 326"/>
          <p:cNvSpPr/>
          <p:nvPr/>
        </p:nvSpPr>
        <p:spPr>
          <a:xfrm>
            <a:off x="6329680" y="189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3" name="Shape 327"/>
          <p:cNvSpPr/>
          <p:nvPr/>
        </p:nvSpPr>
        <p:spPr>
          <a:xfrm>
            <a:off x="6889750" y="1701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4" name="Shape 328"/>
          <p:cNvSpPr/>
          <p:nvPr/>
        </p:nvSpPr>
        <p:spPr>
          <a:xfrm>
            <a:off x="6863080" y="1638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5" name="Shape 329"/>
          <p:cNvSpPr/>
          <p:nvPr/>
        </p:nvSpPr>
        <p:spPr>
          <a:xfrm>
            <a:off x="7435850" y="1447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6" name="Shape 330"/>
          <p:cNvSpPr/>
          <p:nvPr/>
        </p:nvSpPr>
        <p:spPr>
          <a:xfrm>
            <a:off x="7409180" y="1384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7" name="Shape 331"/>
          <p:cNvSpPr/>
          <p:nvPr/>
        </p:nvSpPr>
        <p:spPr>
          <a:xfrm>
            <a:off x="7994650" y="1193800"/>
            <a:ext cx="12700" cy="76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8" name="Shape 332"/>
          <p:cNvSpPr/>
          <p:nvPr/>
        </p:nvSpPr>
        <p:spPr>
          <a:xfrm>
            <a:off x="7967980" y="1130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39" name="Shape 333"/>
          <p:cNvSpPr/>
          <p:nvPr/>
        </p:nvSpPr>
        <p:spPr>
          <a:xfrm>
            <a:off x="5422900" y="2222500"/>
            <a:ext cx="266700" cy="1397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headEnd type="triangle"/>
          </a:ln>
        </p:spPr>
      </p:sp>
      <p:pic>
        <p:nvPicPr>
          <p:cNvPr id="340" name="Image 4" descr="/home/ahmed/Projects/ai_llm_slides/videos/deep-learning/002_transformers_part2/recreated_pptx/build/assets/plane0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825500"/>
            <a:ext cx="4254500" cy="2070100"/>
          </a:xfrm>
          <a:prstGeom prst="rect">
            <a:avLst/>
          </a:prstGeom>
        </p:spPr>
      </p:pic>
      <p:pic>
        <p:nvPicPr>
          <p:cNvPr id="341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42" name="Text 334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43" name="Shape 335"/>
          <p:cNvSpPr/>
          <p:nvPr/>
        </p:nvSpPr>
        <p:spPr>
          <a:xfrm>
            <a:off x="2197100" y="5092700"/>
            <a:ext cx="2781300" cy="406400"/>
          </a:xfrm>
          <a:prstGeom prst="roundRect">
            <a:avLst>
              <a:gd name="adj" fmla="val 11250"/>
            </a:avLst>
          </a:prstGeom>
          <a:solidFill>
            <a:srgbClr val="EEFDDC"/>
          </a:solidFill>
          <a:ln w="19050">
            <a:solidFill>
              <a:srgbClr val="999999"/>
            </a:solidFill>
            <a:prstDash val="dash"/>
          </a:ln>
        </p:spPr>
      </p:sp>
      <p:sp>
        <p:nvSpPr>
          <p:cNvPr id="344" name="Shape 336"/>
          <p:cNvSpPr/>
          <p:nvPr/>
        </p:nvSpPr>
        <p:spPr>
          <a:xfrm>
            <a:off x="2286000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5" name="Shape 337"/>
          <p:cNvSpPr/>
          <p:nvPr/>
        </p:nvSpPr>
        <p:spPr>
          <a:xfrm>
            <a:off x="2403475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6" name="Shape 338"/>
          <p:cNvSpPr/>
          <p:nvPr/>
        </p:nvSpPr>
        <p:spPr>
          <a:xfrm>
            <a:off x="2520950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7" name="Shape 339"/>
          <p:cNvSpPr/>
          <p:nvPr/>
        </p:nvSpPr>
        <p:spPr>
          <a:xfrm>
            <a:off x="2638425" y="5181600"/>
            <a:ext cx="1174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48" name="Text 340"/>
          <p:cNvSpPr/>
          <p:nvPr/>
        </p:nvSpPr>
        <p:spPr>
          <a:xfrm>
            <a:off x="2286000" y="5181600"/>
            <a:ext cx="4699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49" name="Shape 341"/>
          <p:cNvSpPr/>
          <p:nvPr/>
        </p:nvSpPr>
        <p:spPr>
          <a:xfrm>
            <a:off x="29718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0" name="Shape 342"/>
          <p:cNvSpPr/>
          <p:nvPr/>
        </p:nvSpPr>
        <p:spPr>
          <a:xfrm>
            <a:off x="31242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1" name="Shape 343"/>
          <p:cNvSpPr/>
          <p:nvPr/>
        </p:nvSpPr>
        <p:spPr>
          <a:xfrm>
            <a:off x="32766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2" name="Shape 344"/>
          <p:cNvSpPr/>
          <p:nvPr/>
        </p:nvSpPr>
        <p:spPr>
          <a:xfrm>
            <a:off x="3429000" y="5156200"/>
            <a:ext cx="152400" cy="279400"/>
          </a:xfrm>
          <a:prstGeom prst="rect">
            <a:avLst/>
          </a:prstGeom>
          <a:solidFill>
            <a:srgbClr val="D296C8"/>
          </a:solidFill>
          <a:ln w="15875">
            <a:solidFill>
              <a:srgbClr val="CC44CC"/>
            </a:solidFill>
            <a:prstDash val="solid"/>
          </a:ln>
        </p:spPr>
      </p:sp>
      <p:sp>
        <p:nvSpPr>
          <p:cNvPr id="353" name="Text 345"/>
          <p:cNvSpPr/>
          <p:nvPr/>
        </p:nvSpPr>
        <p:spPr>
          <a:xfrm>
            <a:off x="2971800" y="5156200"/>
            <a:ext cx="60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354" name="Shape 346"/>
          <p:cNvSpPr/>
          <p:nvPr/>
        </p:nvSpPr>
        <p:spPr>
          <a:xfrm>
            <a:off x="3657600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5" name="Shape 347"/>
          <p:cNvSpPr/>
          <p:nvPr/>
        </p:nvSpPr>
        <p:spPr>
          <a:xfrm>
            <a:off x="3800475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6" name="Shape 348"/>
          <p:cNvSpPr/>
          <p:nvPr/>
        </p:nvSpPr>
        <p:spPr>
          <a:xfrm>
            <a:off x="3943350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7" name="Shape 349"/>
          <p:cNvSpPr/>
          <p:nvPr/>
        </p:nvSpPr>
        <p:spPr>
          <a:xfrm>
            <a:off x="4086225" y="5181600"/>
            <a:ext cx="142875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58" name="Text 350"/>
          <p:cNvSpPr/>
          <p:nvPr/>
        </p:nvSpPr>
        <p:spPr>
          <a:xfrm>
            <a:off x="3657600" y="5181600"/>
            <a:ext cx="571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359" name="Shape 351"/>
          <p:cNvSpPr/>
          <p:nvPr/>
        </p:nvSpPr>
        <p:spPr>
          <a:xfrm>
            <a:off x="427990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0" name="Shape 352"/>
          <p:cNvSpPr/>
          <p:nvPr/>
        </p:nvSpPr>
        <p:spPr>
          <a:xfrm>
            <a:off x="442595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1" name="Shape 353"/>
          <p:cNvSpPr/>
          <p:nvPr/>
        </p:nvSpPr>
        <p:spPr>
          <a:xfrm>
            <a:off x="457200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2" name="Shape 354"/>
          <p:cNvSpPr/>
          <p:nvPr/>
        </p:nvSpPr>
        <p:spPr>
          <a:xfrm>
            <a:off x="4718050" y="5181600"/>
            <a:ext cx="146050" cy="241300"/>
          </a:xfrm>
          <a:prstGeom prst="rect">
            <a:avLst/>
          </a:prstGeom>
          <a:solidFill>
            <a:srgbClr val="F7F3D8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363" name="Text 355"/>
          <p:cNvSpPr/>
          <p:nvPr/>
        </p:nvSpPr>
        <p:spPr>
          <a:xfrm>
            <a:off x="4279900" y="5181600"/>
            <a:ext cx="5842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13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364" name="Shape 356"/>
          <p:cNvSpPr/>
          <p:nvPr/>
        </p:nvSpPr>
        <p:spPr>
          <a:xfrm>
            <a:off x="3009900" y="5410200"/>
            <a:ext cx="63500" cy="203200"/>
          </a:xfrm>
          <a:prstGeom prst="line">
            <a:avLst/>
          </a:prstGeom>
          <a:noFill/>
          <a:ln w="508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65" name="Shape 357"/>
          <p:cNvSpPr/>
          <p:nvPr/>
        </p:nvSpPr>
        <p:spPr>
          <a:xfrm>
            <a:off x="3302000" y="4610100"/>
            <a:ext cx="76200" cy="127000"/>
          </a:xfrm>
          <a:prstGeom prst="rect">
            <a:avLst/>
          </a:prstGeom>
          <a:solidFill>
            <a:srgbClr val="E8D8B0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3378200" y="4610100"/>
            <a:ext cx="76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3454400" y="4610100"/>
            <a:ext cx="76200" cy="127000"/>
          </a:xfrm>
          <a:prstGeom prst="rect">
            <a:avLst/>
          </a:prstGeom>
          <a:solidFill>
            <a:srgbClr val="E8D8B0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3530600" y="4610100"/>
            <a:ext cx="76200" cy="127000"/>
          </a:xfrm>
          <a:prstGeom prst="rect">
            <a:avLst/>
          </a:prstGeom>
          <a:solidFill>
            <a:srgbClr val="FFFFFF"/>
          </a:solidFill>
          <a:ln w="6350">
            <a:solidFill>
              <a:srgbClr val="B8A888"/>
            </a:solidFill>
            <a:prstDash val="solid"/>
          </a:ln>
        </p:spPr>
      </p:sp>
      <p:sp>
        <p:nvSpPr>
          <p:cNvPr id="369" name="Text 361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70" name="Shape 36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71" name="Text 363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72" name="Shape 364"/>
          <p:cNvSpPr/>
          <p:nvPr/>
        </p:nvSpPr>
        <p:spPr>
          <a:xfrm>
            <a:off x="3296285" y="4546600"/>
            <a:ext cx="11430" cy="508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73" name="Shape 365"/>
          <p:cNvSpPr/>
          <p:nvPr/>
        </p:nvSpPr>
        <p:spPr>
          <a:xfrm>
            <a:off x="3268980" y="44831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74" name="Shape 366"/>
          <p:cNvSpPr/>
          <p:nvPr/>
        </p:nvSpPr>
        <p:spPr>
          <a:xfrm>
            <a:off x="3258185" y="5092700"/>
            <a:ext cx="11430" cy="381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75" name="Shape 367"/>
          <p:cNvSpPr/>
          <p:nvPr/>
        </p:nvSpPr>
        <p:spPr>
          <a:xfrm>
            <a:off x="3230880" y="50292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76" name="Shape 368"/>
          <p:cNvSpPr/>
          <p:nvPr/>
        </p:nvSpPr>
        <p:spPr>
          <a:xfrm>
            <a:off x="1651000" y="4419600"/>
            <a:ext cx="165100" cy="72390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</a:ln>
        </p:spPr>
      </p:sp>
      <p:sp>
        <p:nvSpPr>
          <p:cNvPr id="377" name="Text 369"/>
          <p:cNvSpPr/>
          <p:nvPr/>
        </p:nvSpPr>
        <p:spPr>
          <a:xfrm>
            <a:off x="3771900" y="6057900"/>
            <a:ext cx="485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</a:t>
            </a:r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of Word </a:t>
            </a:r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20855" y="655379"/>
            <a:ext cx="944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Multiple Vectors by Multiple Matrices</a:t>
            </a:r>
            <a:endParaRPr lang="en-US" sz="2125" dirty="0"/>
          </a:p>
        </p:txBody>
      </p:sp>
      <p:sp>
        <p:nvSpPr>
          <p:cNvPr id="6" name="Text 4"/>
          <p:cNvSpPr/>
          <p:nvPr/>
        </p:nvSpPr>
        <p:spPr>
          <a:xfrm>
            <a:off x="333455" y="974577"/>
            <a:ext cx="736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9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Usage: Multiply Vectors of All Words by Multiple  (different) </a:t>
            </a:r>
            <a:endParaRPr lang="en-US" sz="1790" dirty="0"/>
          </a:p>
        </p:txBody>
      </p:sp>
      <p:sp>
        <p:nvSpPr>
          <p:cNvPr id="7" name="Text 5"/>
          <p:cNvSpPr/>
          <p:nvPr/>
        </p:nvSpPr>
        <p:spPr>
          <a:xfrm>
            <a:off x="7679026" y="983954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919693" y="1153484"/>
            <a:ext cx="127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62376" y="974577"/>
            <a:ext cx="355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(Keys of Multiple Heads)</a:t>
            </a:r>
            <a:endParaRPr lang="en-US" sz="1790" dirty="0"/>
          </a:p>
        </p:txBody>
      </p:sp>
      <p:sp>
        <p:nvSpPr>
          <p:cNvPr id="10" name="Shape 8"/>
          <p:cNvSpPr/>
          <p:nvPr/>
        </p:nvSpPr>
        <p:spPr>
          <a:xfrm>
            <a:off x="718162" y="1475267"/>
            <a:ext cx="9620722" cy="2737882"/>
          </a:xfrm>
          <a:prstGeom prst="roundRect">
            <a:avLst>
              <a:gd name="adj" fmla="val 2004"/>
            </a:avLst>
          </a:prstGeom>
          <a:solidFill>
            <a:srgbClr val="F2F1EF"/>
          </a:solidFill>
          <a:ln w="12700">
            <a:solidFill>
              <a:srgbClr val="D0D5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2015" y="4279603"/>
            <a:ext cx="8353796" cy="2551813"/>
          </a:xfrm>
          <a:prstGeom prst="roundRect">
            <a:avLst>
              <a:gd name="adj" fmla="val 2150"/>
            </a:avLst>
          </a:prstGeom>
          <a:solidFill>
            <a:srgbClr val="F2F1EF"/>
          </a:solidFill>
          <a:ln w="12700">
            <a:solidFill>
              <a:srgbClr val="D0D5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72281" y="1754371"/>
            <a:ext cx="1926784" cy="2339162"/>
          </a:xfrm>
          <a:prstGeom prst="roundRect">
            <a:avLst>
              <a:gd name="adj" fmla="val 2847"/>
            </a:avLst>
          </a:prstGeom>
          <a:solidFill>
            <a:srgbClr val="D4FCE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49811" y="1741081"/>
            <a:ext cx="1939981" cy="2365743"/>
          </a:xfrm>
          <a:prstGeom prst="roundRect">
            <a:avLst>
              <a:gd name="adj" fmla="val 2828"/>
            </a:avLst>
          </a:prstGeom>
          <a:solidFill>
            <a:srgbClr val="F8E6D0"/>
          </a:solidFill>
          <a:ln/>
        </p:spPr>
      </p:sp>
      <p:sp>
        <p:nvSpPr>
          <p:cNvPr id="14" name="Shape 12"/>
          <p:cNvSpPr/>
          <p:nvPr/>
        </p:nvSpPr>
        <p:spPr>
          <a:xfrm>
            <a:off x="8174552" y="1741081"/>
            <a:ext cx="1926784" cy="2365743"/>
          </a:xfrm>
          <a:prstGeom prst="roundRect">
            <a:avLst>
              <a:gd name="adj" fmla="val 2847"/>
            </a:avLst>
          </a:prstGeom>
          <a:solidFill>
            <a:srgbClr val="D5D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3951464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1464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26562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6562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14856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4856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63559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3559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51464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1464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26562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6562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14856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4856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63559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63559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51464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51464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26562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26562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14856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4856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63559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63559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51464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1464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26562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6562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14856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4856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63559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63559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42191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2191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17288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17288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18780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8780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54286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4286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42191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42191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17288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17288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18780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18780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554286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54286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42191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42191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617288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17288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118780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18780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554286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54286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142191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42191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617288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17288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118780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18780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554286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54286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253735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53735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728832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28832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230324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30324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665830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665830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253735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53735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728832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728832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230324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230324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665830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665830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253735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53735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728832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728832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230324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230324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665830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665830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253735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253735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728832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728832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9230324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230324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9665830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665830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4404145" y="1532564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4553923" y="1650704"/>
            <a:ext cx="10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64110" y="1532564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pPr algn="l" indent="0" marL="0"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1</a:t>
            </a:r>
            <a:endParaRPr lang="en-US" sz="1150" dirty="0"/>
          </a:p>
        </p:txBody>
      </p:sp>
      <p:sp>
        <p:nvSpPr>
          <p:cNvPr id="114" name="Text 112"/>
          <p:cNvSpPr/>
          <p:nvPr/>
        </p:nvSpPr>
        <p:spPr>
          <a:xfrm>
            <a:off x="6515688" y="1532564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6665467" y="1650704"/>
            <a:ext cx="10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6775654" y="1532564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pPr algn="l" indent="0" marL="0"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2</a:t>
            </a:r>
            <a:endParaRPr lang="en-US" sz="1150" dirty="0"/>
          </a:p>
        </p:txBody>
      </p:sp>
      <p:sp>
        <p:nvSpPr>
          <p:cNvPr id="117" name="Text 115"/>
          <p:cNvSpPr/>
          <p:nvPr/>
        </p:nvSpPr>
        <p:spPr>
          <a:xfrm>
            <a:off x="8666824" y="1532564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118" name="Text 116"/>
          <p:cNvSpPr/>
          <p:nvPr/>
        </p:nvSpPr>
        <p:spPr>
          <a:xfrm>
            <a:off x="8816603" y="1650704"/>
            <a:ext cx="10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8926790" y="1532564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pPr algn="l" indent="0" marL="0"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3</a:t>
            </a:r>
            <a:endParaRPr lang="en-US" sz="1150" dirty="0"/>
          </a:p>
        </p:txBody>
      </p:sp>
      <p:sp>
        <p:nvSpPr>
          <p:cNvPr id="120" name="Shape 118"/>
          <p:cNvSpPr/>
          <p:nvPr/>
        </p:nvSpPr>
        <p:spPr>
          <a:xfrm>
            <a:off x="1919103" y="1787598"/>
            <a:ext cx="1742024" cy="431947"/>
          </a:xfrm>
          <a:prstGeom prst="roundRect">
            <a:avLst>
              <a:gd name="adj" fmla="val 29637"/>
            </a:avLst>
          </a:prstGeom>
          <a:solidFill>
            <a:srgbClr val="FFE3F9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107163" y="185471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107163" y="185471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2463486" y="185471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463486" y="185471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2786816" y="185471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786816" y="185471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3110146" y="185471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110146" y="185471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29" name="Text 127"/>
          <p:cNvSpPr/>
          <p:nvPr/>
        </p:nvSpPr>
        <p:spPr>
          <a:xfrm>
            <a:off x="784148" y="1797788"/>
            <a:ext cx="96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</a:t>
            </a:r>
            <a:endParaRPr lang="en-US" sz="820" dirty="0"/>
          </a:p>
        </p:txBody>
      </p:sp>
      <p:sp>
        <p:nvSpPr>
          <p:cNvPr id="130" name="Text 128"/>
          <p:cNvSpPr/>
          <p:nvPr/>
        </p:nvSpPr>
        <p:spPr>
          <a:xfrm>
            <a:off x="850134" y="1950926"/>
            <a:ext cx="762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Word </a:t>
            </a:r>
            <a:pPr algn="l" indent="0" marL="0">
              <a:buNone/>
            </a:pPr>
            <a:r>
              <a:rPr lang="en-US" sz="1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820" dirty="0"/>
          </a:p>
        </p:txBody>
      </p:sp>
      <p:sp>
        <p:nvSpPr>
          <p:cNvPr id="131" name="Text 129"/>
          <p:cNvSpPr/>
          <p:nvPr/>
        </p:nvSpPr>
        <p:spPr>
          <a:xfrm>
            <a:off x="1474874" y="1898944"/>
            <a:ext cx="22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50" dirty="0"/>
          </a:p>
        </p:txBody>
      </p:sp>
      <p:sp>
        <p:nvSpPr>
          <p:cNvPr id="132" name="Text 130"/>
          <p:cNvSpPr/>
          <p:nvPr/>
        </p:nvSpPr>
        <p:spPr>
          <a:xfrm>
            <a:off x="1637353" y="2026461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919103" y="2272708"/>
            <a:ext cx="1742024" cy="431947"/>
          </a:xfrm>
          <a:prstGeom prst="roundRect">
            <a:avLst>
              <a:gd name="adj" fmla="val 29637"/>
            </a:avLst>
          </a:prstGeom>
          <a:solidFill>
            <a:srgbClr val="FFE3F9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107163" y="233982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107163" y="23398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2463486" y="233982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463486" y="23398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2786816" y="233982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786816" y="23398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3110146" y="233982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110146" y="23398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2" name="Text 140"/>
          <p:cNvSpPr/>
          <p:nvPr/>
        </p:nvSpPr>
        <p:spPr>
          <a:xfrm>
            <a:off x="784148" y="2282898"/>
            <a:ext cx="96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</a:t>
            </a:r>
            <a:endParaRPr lang="en-US" sz="820" dirty="0"/>
          </a:p>
        </p:txBody>
      </p:sp>
      <p:sp>
        <p:nvSpPr>
          <p:cNvPr id="143" name="Text 141"/>
          <p:cNvSpPr/>
          <p:nvPr/>
        </p:nvSpPr>
        <p:spPr>
          <a:xfrm>
            <a:off x="850134" y="2436036"/>
            <a:ext cx="762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Word </a:t>
            </a:r>
            <a:pPr algn="l" indent="0" marL="0">
              <a:buNone/>
            </a:pPr>
            <a:r>
              <a:rPr lang="en-US" sz="1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820" dirty="0"/>
          </a:p>
        </p:txBody>
      </p:sp>
      <p:sp>
        <p:nvSpPr>
          <p:cNvPr id="144" name="Text 142"/>
          <p:cNvSpPr/>
          <p:nvPr/>
        </p:nvSpPr>
        <p:spPr>
          <a:xfrm>
            <a:off x="1474874" y="2384055"/>
            <a:ext cx="22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50" dirty="0"/>
          </a:p>
        </p:txBody>
      </p:sp>
      <p:sp>
        <p:nvSpPr>
          <p:cNvPr id="145" name="Text 143"/>
          <p:cNvSpPr/>
          <p:nvPr/>
        </p:nvSpPr>
        <p:spPr>
          <a:xfrm>
            <a:off x="1637353" y="2511571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1919103" y="2757818"/>
            <a:ext cx="1742024" cy="431947"/>
          </a:xfrm>
          <a:prstGeom prst="roundRect">
            <a:avLst>
              <a:gd name="adj" fmla="val 29637"/>
            </a:avLst>
          </a:prstGeom>
          <a:solidFill>
            <a:srgbClr val="FFE3F9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107163" y="282493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107163" y="282493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2463486" y="282493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463486" y="282493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2786816" y="282493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786816" y="282493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3110146" y="282493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110146" y="282493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5" name="Text 153"/>
          <p:cNvSpPr/>
          <p:nvPr/>
        </p:nvSpPr>
        <p:spPr>
          <a:xfrm>
            <a:off x="784148" y="2768008"/>
            <a:ext cx="96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</a:t>
            </a:r>
            <a:endParaRPr lang="en-US" sz="820" dirty="0"/>
          </a:p>
        </p:txBody>
      </p:sp>
      <p:sp>
        <p:nvSpPr>
          <p:cNvPr id="156" name="Text 154"/>
          <p:cNvSpPr/>
          <p:nvPr/>
        </p:nvSpPr>
        <p:spPr>
          <a:xfrm>
            <a:off x="850134" y="2921146"/>
            <a:ext cx="762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Word </a:t>
            </a:r>
            <a:pPr algn="l" indent="0" marL="0">
              <a:buNone/>
            </a:pPr>
            <a:r>
              <a:rPr lang="en-US" sz="1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820" dirty="0"/>
          </a:p>
        </p:txBody>
      </p:sp>
      <p:sp>
        <p:nvSpPr>
          <p:cNvPr id="157" name="Text 155"/>
          <p:cNvSpPr/>
          <p:nvPr/>
        </p:nvSpPr>
        <p:spPr>
          <a:xfrm>
            <a:off x="1474874" y="2869165"/>
            <a:ext cx="22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50" dirty="0"/>
          </a:p>
        </p:txBody>
      </p:sp>
      <p:sp>
        <p:nvSpPr>
          <p:cNvPr id="158" name="Text 156"/>
          <p:cNvSpPr/>
          <p:nvPr/>
        </p:nvSpPr>
        <p:spPr>
          <a:xfrm>
            <a:off x="1637353" y="2996682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1919103" y="3242929"/>
            <a:ext cx="1742024" cy="431947"/>
          </a:xfrm>
          <a:prstGeom prst="roundRect">
            <a:avLst>
              <a:gd name="adj" fmla="val 29637"/>
            </a:avLst>
          </a:prstGeom>
          <a:solidFill>
            <a:srgbClr val="FFE3F9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107163" y="331004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2107163" y="331004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2463486" y="331004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463486" y="331004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2786816" y="331004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2786816" y="331004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3110146" y="331004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110146" y="331004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8" name="Text 166"/>
          <p:cNvSpPr/>
          <p:nvPr/>
        </p:nvSpPr>
        <p:spPr>
          <a:xfrm>
            <a:off x="784148" y="3253118"/>
            <a:ext cx="96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</a:t>
            </a:r>
            <a:endParaRPr lang="en-US" sz="820" dirty="0"/>
          </a:p>
        </p:txBody>
      </p:sp>
      <p:sp>
        <p:nvSpPr>
          <p:cNvPr id="169" name="Text 167"/>
          <p:cNvSpPr/>
          <p:nvPr/>
        </p:nvSpPr>
        <p:spPr>
          <a:xfrm>
            <a:off x="850134" y="3406257"/>
            <a:ext cx="762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Word </a:t>
            </a:r>
            <a:pPr algn="l" indent="0" marL="0">
              <a:buNone/>
            </a:pPr>
            <a:r>
              <a:rPr lang="en-US" sz="1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820" dirty="0"/>
          </a:p>
        </p:txBody>
      </p:sp>
      <p:sp>
        <p:nvSpPr>
          <p:cNvPr id="170" name="Text 168"/>
          <p:cNvSpPr/>
          <p:nvPr/>
        </p:nvSpPr>
        <p:spPr>
          <a:xfrm>
            <a:off x="1474874" y="3354275"/>
            <a:ext cx="22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50" dirty="0"/>
          </a:p>
        </p:txBody>
      </p:sp>
      <p:sp>
        <p:nvSpPr>
          <p:cNvPr id="171" name="Text 169"/>
          <p:cNvSpPr/>
          <p:nvPr/>
        </p:nvSpPr>
        <p:spPr>
          <a:xfrm>
            <a:off x="1637353" y="3481792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1919103" y="3728039"/>
            <a:ext cx="1742024" cy="431947"/>
          </a:xfrm>
          <a:prstGeom prst="roundRect">
            <a:avLst>
              <a:gd name="adj" fmla="val 29637"/>
            </a:avLst>
          </a:prstGeom>
          <a:solidFill>
            <a:srgbClr val="FFE3F9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107163" y="379515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107163" y="379515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75" name="Shape 173"/>
          <p:cNvSpPr/>
          <p:nvPr/>
        </p:nvSpPr>
        <p:spPr>
          <a:xfrm>
            <a:off x="2463486" y="379515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463486" y="379515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2786816" y="379515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786816" y="379515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3110146" y="379515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110146" y="379515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1" name="Text 179"/>
          <p:cNvSpPr/>
          <p:nvPr/>
        </p:nvSpPr>
        <p:spPr>
          <a:xfrm>
            <a:off x="784148" y="3738228"/>
            <a:ext cx="96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</a:t>
            </a:r>
            <a:endParaRPr lang="en-US" sz="820" dirty="0"/>
          </a:p>
        </p:txBody>
      </p:sp>
      <p:sp>
        <p:nvSpPr>
          <p:cNvPr id="182" name="Text 180"/>
          <p:cNvSpPr/>
          <p:nvPr/>
        </p:nvSpPr>
        <p:spPr>
          <a:xfrm>
            <a:off x="850134" y="3891367"/>
            <a:ext cx="762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Word </a:t>
            </a:r>
            <a:pPr algn="l" indent="0" marL="0">
              <a:buNone/>
            </a:pPr>
            <a:r>
              <a:rPr lang="en-US" sz="1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820" dirty="0"/>
          </a:p>
        </p:txBody>
      </p:sp>
      <p:sp>
        <p:nvSpPr>
          <p:cNvPr id="183" name="Text 181"/>
          <p:cNvSpPr/>
          <p:nvPr/>
        </p:nvSpPr>
        <p:spPr>
          <a:xfrm>
            <a:off x="1474874" y="3839385"/>
            <a:ext cx="22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50" dirty="0"/>
          </a:p>
        </p:txBody>
      </p:sp>
      <p:sp>
        <p:nvSpPr>
          <p:cNvPr id="184" name="Text 182"/>
          <p:cNvSpPr/>
          <p:nvPr/>
        </p:nvSpPr>
        <p:spPr>
          <a:xfrm>
            <a:off x="1637353" y="3966902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pic>
        <p:nvPicPr>
          <p:cNvPr id="185" name="Image 0" descr="/home/ahmed/Projects/ai_llm_slides/videos/deep-learning/002_transformers_part2/recreated_pptx/build/assets/s016r2_emb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3526" y="1741081"/>
            <a:ext cx="184760" cy="2472069"/>
          </a:xfrm>
          <a:prstGeom prst="rect">
            <a:avLst/>
          </a:prstGeom>
        </p:spPr>
      </p:pic>
      <p:pic>
        <p:nvPicPr>
          <p:cNvPr id="186" name="Image 1" descr="/home/ahmed/Projects/ai_llm_slides/videos/deep-learning/002_transformers_part2/recreated_pptx/build/assets/s016r2_emb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141" y="1741081"/>
            <a:ext cx="171563" cy="2472069"/>
          </a:xfrm>
          <a:prstGeom prst="rect">
            <a:avLst/>
          </a:prstGeom>
        </p:spPr>
      </p:pic>
      <p:pic>
        <p:nvPicPr>
          <p:cNvPr id="187" name="Image 2" descr="/home/ahmed/Projects/ai_llm_slides/videos/deep-learning/002_transformers_part2/recreated_pptx/build/assets/s016_paren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507" y="1674627"/>
            <a:ext cx="263943" cy="2458778"/>
          </a:xfrm>
          <a:prstGeom prst="rect">
            <a:avLst/>
          </a:prstGeom>
        </p:spPr>
      </p:pic>
      <p:pic>
        <p:nvPicPr>
          <p:cNvPr id="188" name="Image 3" descr="/home/ahmed/Projects/ai_llm_slides/videos/deep-learning/002_transformers_part2/recreated_pptx/build/assets/s016_paren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562" y="1674627"/>
            <a:ext cx="250746" cy="2458778"/>
          </a:xfrm>
          <a:prstGeom prst="rect">
            <a:avLst/>
          </a:prstGeom>
        </p:spPr>
      </p:pic>
      <p:sp>
        <p:nvSpPr>
          <p:cNvPr id="189" name="Text 183"/>
          <p:cNvSpPr/>
          <p:nvPr/>
        </p:nvSpPr>
        <p:spPr>
          <a:xfrm>
            <a:off x="3193487" y="5245393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600" dirty="0"/>
          </a:p>
        </p:txBody>
      </p:sp>
      <p:sp>
        <p:nvSpPr>
          <p:cNvPr id="190" name="Shape 184"/>
          <p:cNvSpPr/>
          <p:nvPr/>
        </p:nvSpPr>
        <p:spPr>
          <a:xfrm>
            <a:off x="3707317" y="4452382"/>
            <a:ext cx="2071953" cy="325622"/>
          </a:xfrm>
          <a:prstGeom prst="roundRect">
            <a:avLst>
              <a:gd name="adj" fmla="val 47739"/>
            </a:avLst>
          </a:prstGeom>
          <a:solidFill>
            <a:srgbClr val="D4FCE6"/>
          </a:solidFill>
          <a:ln/>
        </p:spPr>
      </p:sp>
      <p:sp>
        <p:nvSpPr>
          <p:cNvPr id="191" name="Shape 185"/>
          <p:cNvSpPr/>
          <p:nvPr/>
        </p:nvSpPr>
        <p:spPr>
          <a:xfrm>
            <a:off x="3707317" y="4857748"/>
            <a:ext cx="2071953" cy="325622"/>
          </a:xfrm>
          <a:prstGeom prst="roundRect">
            <a:avLst>
              <a:gd name="adj" fmla="val 47739"/>
            </a:avLst>
          </a:prstGeom>
          <a:solidFill>
            <a:srgbClr val="D4FCE6"/>
          </a:solidFill>
          <a:ln/>
        </p:spPr>
      </p:sp>
      <p:sp>
        <p:nvSpPr>
          <p:cNvPr id="192" name="Shape 186"/>
          <p:cNvSpPr/>
          <p:nvPr/>
        </p:nvSpPr>
        <p:spPr>
          <a:xfrm>
            <a:off x="3707317" y="5256468"/>
            <a:ext cx="2071953" cy="325622"/>
          </a:xfrm>
          <a:prstGeom prst="roundRect">
            <a:avLst>
              <a:gd name="adj" fmla="val 47739"/>
            </a:avLst>
          </a:prstGeom>
          <a:solidFill>
            <a:srgbClr val="D4FCE6"/>
          </a:solidFill>
          <a:ln/>
        </p:spPr>
      </p:sp>
      <p:sp>
        <p:nvSpPr>
          <p:cNvPr id="193" name="Shape 187"/>
          <p:cNvSpPr/>
          <p:nvPr/>
        </p:nvSpPr>
        <p:spPr>
          <a:xfrm>
            <a:off x="3707317" y="5661835"/>
            <a:ext cx="2071953" cy="325622"/>
          </a:xfrm>
          <a:prstGeom prst="roundRect">
            <a:avLst>
              <a:gd name="adj" fmla="val 47739"/>
            </a:avLst>
          </a:prstGeom>
          <a:solidFill>
            <a:srgbClr val="D4FCE6"/>
          </a:solidFill>
          <a:ln/>
        </p:spPr>
      </p:sp>
      <p:sp>
        <p:nvSpPr>
          <p:cNvPr id="194" name="Shape 188"/>
          <p:cNvSpPr/>
          <p:nvPr/>
        </p:nvSpPr>
        <p:spPr>
          <a:xfrm>
            <a:off x="3707317" y="6060555"/>
            <a:ext cx="2071953" cy="325622"/>
          </a:xfrm>
          <a:prstGeom prst="roundRect">
            <a:avLst>
              <a:gd name="adj" fmla="val 47739"/>
            </a:avLst>
          </a:prstGeom>
          <a:solidFill>
            <a:srgbClr val="D4FCE6"/>
          </a:solidFill>
          <a:ln/>
        </p:spPr>
      </p:sp>
      <p:sp>
        <p:nvSpPr>
          <p:cNvPr id="195" name="Shape 189"/>
          <p:cNvSpPr/>
          <p:nvPr/>
        </p:nvSpPr>
        <p:spPr>
          <a:xfrm>
            <a:off x="5871650" y="4452382"/>
            <a:ext cx="2296304" cy="325622"/>
          </a:xfrm>
          <a:prstGeom prst="roundRect">
            <a:avLst>
              <a:gd name="adj" fmla="val 47739"/>
            </a:avLst>
          </a:prstGeom>
          <a:solidFill>
            <a:srgbClr val="F8E6D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5871650" y="4857748"/>
            <a:ext cx="2296304" cy="325622"/>
          </a:xfrm>
          <a:prstGeom prst="roundRect">
            <a:avLst>
              <a:gd name="adj" fmla="val 47739"/>
            </a:avLst>
          </a:prstGeom>
          <a:solidFill>
            <a:srgbClr val="F8E6D0"/>
          </a:solidFill>
          <a:ln/>
        </p:spPr>
      </p:sp>
      <p:sp>
        <p:nvSpPr>
          <p:cNvPr id="197" name="Shape 191"/>
          <p:cNvSpPr/>
          <p:nvPr/>
        </p:nvSpPr>
        <p:spPr>
          <a:xfrm>
            <a:off x="5871650" y="5256468"/>
            <a:ext cx="2296304" cy="325622"/>
          </a:xfrm>
          <a:prstGeom prst="roundRect">
            <a:avLst>
              <a:gd name="adj" fmla="val 47739"/>
            </a:avLst>
          </a:prstGeom>
          <a:solidFill>
            <a:srgbClr val="F8E6D0"/>
          </a:solidFill>
          <a:ln/>
        </p:spPr>
      </p:sp>
      <p:sp>
        <p:nvSpPr>
          <p:cNvPr id="198" name="Shape 192"/>
          <p:cNvSpPr/>
          <p:nvPr/>
        </p:nvSpPr>
        <p:spPr>
          <a:xfrm>
            <a:off x="5871650" y="5661835"/>
            <a:ext cx="2296304" cy="325622"/>
          </a:xfrm>
          <a:prstGeom prst="roundRect">
            <a:avLst>
              <a:gd name="adj" fmla="val 47739"/>
            </a:avLst>
          </a:prstGeom>
          <a:solidFill>
            <a:srgbClr val="F8E6D0"/>
          </a:solidFill>
          <a:ln/>
        </p:spPr>
      </p:sp>
      <p:sp>
        <p:nvSpPr>
          <p:cNvPr id="199" name="Shape 193"/>
          <p:cNvSpPr/>
          <p:nvPr/>
        </p:nvSpPr>
        <p:spPr>
          <a:xfrm>
            <a:off x="5871650" y="6060555"/>
            <a:ext cx="2296304" cy="325622"/>
          </a:xfrm>
          <a:prstGeom prst="roundRect">
            <a:avLst>
              <a:gd name="adj" fmla="val 47739"/>
            </a:avLst>
          </a:prstGeom>
          <a:solidFill>
            <a:srgbClr val="F8E6D0"/>
          </a:solidFill>
          <a:ln/>
        </p:spPr>
      </p:sp>
      <p:sp>
        <p:nvSpPr>
          <p:cNvPr id="200" name="Shape 194"/>
          <p:cNvSpPr/>
          <p:nvPr/>
        </p:nvSpPr>
        <p:spPr>
          <a:xfrm>
            <a:off x="8247136" y="4452382"/>
            <a:ext cx="1900390" cy="325622"/>
          </a:xfrm>
          <a:prstGeom prst="roundRect">
            <a:avLst>
              <a:gd name="adj" fmla="val 47739"/>
            </a:avLst>
          </a:prstGeom>
          <a:solidFill>
            <a:srgbClr val="D5D5FB"/>
          </a:solidFill>
          <a:ln/>
        </p:spPr>
      </p:sp>
      <p:sp>
        <p:nvSpPr>
          <p:cNvPr id="201" name="Shape 195"/>
          <p:cNvSpPr/>
          <p:nvPr/>
        </p:nvSpPr>
        <p:spPr>
          <a:xfrm>
            <a:off x="8247136" y="4857748"/>
            <a:ext cx="1900390" cy="325622"/>
          </a:xfrm>
          <a:prstGeom prst="roundRect">
            <a:avLst>
              <a:gd name="adj" fmla="val 47739"/>
            </a:avLst>
          </a:prstGeom>
          <a:solidFill>
            <a:srgbClr val="D5D5FB"/>
          </a:solidFill>
          <a:ln/>
        </p:spPr>
      </p:sp>
      <p:sp>
        <p:nvSpPr>
          <p:cNvPr id="202" name="Shape 196"/>
          <p:cNvSpPr/>
          <p:nvPr/>
        </p:nvSpPr>
        <p:spPr>
          <a:xfrm>
            <a:off x="8247136" y="5256468"/>
            <a:ext cx="1900390" cy="325622"/>
          </a:xfrm>
          <a:prstGeom prst="roundRect">
            <a:avLst>
              <a:gd name="adj" fmla="val 47739"/>
            </a:avLst>
          </a:prstGeom>
          <a:solidFill>
            <a:srgbClr val="D5D5FB"/>
          </a:solidFill>
          <a:ln/>
        </p:spPr>
      </p:sp>
      <p:sp>
        <p:nvSpPr>
          <p:cNvPr id="203" name="Shape 197"/>
          <p:cNvSpPr/>
          <p:nvPr/>
        </p:nvSpPr>
        <p:spPr>
          <a:xfrm>
            <a:off x="8247136" y="5661835"/>
            <a:ext cx="1900390" cy="325622"/>
          </a:xfrm>
          <a:prstGeom prst="roundRect">
            <a:avLst>
              <a:gd name="adj" fmla="val 47739"/>
            </a:avLst>
          </a:prstGeom>
          <a:solidFill>
            <a:srgbClr val="D5D5FB"/>
          </a:solidFill>
          <a:ln/>
        </p:spPr>
      </p:sp>
      <p:sp>
        <p:nvSpPr>
          <p:cNvPr id="204" name="Shape 198"/>
          <p:cNvSpPr/>
          <p:nvPr/>
        </p:nvSpPr>
        <p:spPr>
          <a:xfrm>
            <a:off x="8247136" y="6060555"/>
            <a:ext cx="1900390" cy="325622"/>
          </a:xfrm>
          <a:prstGeom prst="roundRect">
            <a:avLst>
              <a:gd name="adj" fmla="val 47739"/>
            </a:avLst>
          </a:prstGeom>
          <a:solidFill>
            <a:srgbClr val="D5D5FB"/>
          </a:solidFill>
          <a:ln/>
        </p:spPr>
      </p:sp>
      <p:sp>
        <p:nvSpPr>
          <p:cNvPr id="205" name="Shape 199"/>
          <p:cNvSpPr/>
          <p:nvPr/>
        </p:nvSpPr>
        <p:spPr>
          <a:xfrm>
            <a:off x="3878880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6" name="Text 200"/>
          <p:cNvSpPr/>
          <p:nvPr/>
        </p:nvSpPr>
        <p:spPr>
          <a:xfrm>
            <a:off x="3878880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7" name="Shape 201"/>
          <p:cNvSpPr/>
          <p:nvPr/>
        </p:nvSpPr>
        <p:spPr>
          <a:xfrm>
            <a:off x="4360576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8" name="Text 202"/>
          <p:cNvSpPr/>
          <p:nvPr/>
        </p:nvSpPr>
        <p:spPr>
          <a:xfrm>
            <a:off x="4360576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9" name="Shape 203"/>
          <p:cNvSpPr/>
          <p:nvPr/>
        </p:nvSpPr>
        <p:spPr>
          <a:xfrm>
            <a:off x="4829075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10" name="Text 204"/>
          <p:cNvSpPr/>
          <p:nvPr/>
        </p:nvSpPr>
        <p:spPr>
          <a:xfrm>
            <a:off x="4829075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1" name="Shape 205"/>
          <p:cNvSpPr/>
          <p:nvPr/>
        </p:nvSpPr>
        <p:spPr>
          <a:xfrm>
            <a:off x="5304172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12" name="Text 206"/>
          <p:cNvSpPr/>
          <p:nvPr/>
        </p:nvSpPr>
        <p:spPr>
          <a:xfrm>
            <a:off x="5304172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3" name="Shape 207"/>
          <p:cNvSpPr/>
          <p:nvPr/>
        </p:nvSpPr>
        <p:spPr>
          <a:xfrm>
            <a:off x="3878880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14" name="Text 208"/>
          <p:cNvSpPr/>
          <p:nvPr/>
        </p:nvSpPr>
        <p:spPr>
          <a:xfrm>
            <a:off x="3878880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5" name="Shape 209"/>
          <p:cNvSpPr/>
          <p:nvPr/>
        </p:nvSpPr>
        <p:spPr>
          <a:xfrm>
            <a:off x="4360576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16" name="Text 210"/>
          <p:cNvSpPr/>
          <p:nvPr/>
        </p:nvSpPr>
        <p:spPr>
          <a:xfrm>
            <a:off x="4360576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7" name="Shape 211"/>
          <p:cNvSpPr/>
          <p:nvPr/>
        </p:nvSpPr>
        <p:spPr>
          <a:xfrm>
            <a:off x="4829075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18" name="Text 212"/>
          <p:cNvSpPr/>
          <p:nvPr/>
        </p:nvSpPr>
        <p:spPr>
          <a:xfrm>
            <a:off x="4829075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9" name="Shape 213"/>
          <p:cNvSpPr/>
          <p:nvPr/>
        </p:nvSpPr>
        <p:spPr>
          <a:xfrm>
            <a:off x="5304172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0" name="Text 214"/>
          <p:cNvSpPr/>
          <p:nvPr/>
        </p:nvSpPr>
        <p:spPr>
          <a:xfrm>
            <a:off x="5304172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1" name="Shape 215"/>
          <p:cNvSpPr/>
          <p:nvPr/>
        </p:nvSpPr>
        <p:spPr>
          <a:xfrm>
            <a:off x="3878880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2" name="Text 216"/>
          <p:cNvSpPr/>
          <p:nvPr/>
        </p:nvSpPr>
        <p:spPr>
          <a:xfrm>
            <a:off x="3878880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3" name="Shape 217"/>
          <p:cNvSpPr/>
          <p:nvPr/>
        </p:nvSpPr>
        <p:spPr>
          <a:xfrm>
            <a:off x="4360576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4" name="Text 218"/>
          <p:cNvSpPr/>
          <p:nvPr/>
        </p:nvSpPr>
        <p:spPr>
          <a:xfrm>
            <a:off x="4360576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5" name="Shape 219"/>
          <p:cNvSpPr/>
          <p:nvPr/>
        </p:nvSpPr>
        <p:spPr>
          <a:xfrm>
            <a:off x="4829075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6" name="Text 220"/>
          <p:cNvSpPr/>
          <p:nvPr/>
        </p:nvSpPr>
        <p:spPr>
          <a:xfrm>
            <a:off x="4829075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7" name="Shape 221"/>
          <p:cNvSpPr/>
          <p:nvPr/>
        </p:nvSpPr>
        <p:spPr>
          <a:xfrm>
            <a:off x="5304172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8" name="Text 222"/>
          <p:cNvSpPr/>
          <p:nvPr/>
        </p:nvSpPr>
        <p:spPr>
          <a:xfrm>
            <a:off x="5304172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9" name="Shape 223"/>
          <p:cNvSpPr/>
          <p:nvPr/>
        </p:nvSpPr>
        <p:spPr>
          <a:xfrm>
            <a:off x="3878880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0" name="Text 224"/>
          <p:cNvSpPr/>
          <p:nvPr/>
        </p:nvSpPr>
        <p:spPr>
          <a:xfrm>
            <a:off x="3878880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1" name="Shape 225"/>
          <p:cNvSpPr/>
          <p:nvPr/>
        </p:nvSpPr>
        <p:spPr>
          <a:xfrm>
            <a:off x="4360576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2" name="Text 226"/>
          <p:cNvSpPr/>
          <p:nvPr/>
        </p:nvSpPr>
        <p:spPr>
          <a:xfrm>
            <a:off x="4360576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3" name="Shape 227"/>
          <p:cNvSpPr/>
          <p:nvPr/>
        </p:nvSpPr>
        <p:spPr>
          <a:xfrm>
            <a:off x="4829075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4" name="Text 228"/>
          <p:cNvSpPr/>
          <p:nvPr/>
        </p:nvSpPr>
        <p:spPr>
          <a:xfrm>
            <a:off x="4829075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5" name="Shape 229"/>
          <p:cNvSpPr/>
          <p:nvPr/>
        </p:nvSpPr>
        <p:spPr>
          <a:xfrm>
            <a:off x="5304172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6" name="Text 230"/>
          <p:cNvSpPr/>
          <p:nvPr/>
        </p:nvSpPr>
        <p:spPr>
          <a:xfrm>
            <a:off x="5304172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7" name="Shape 231"/>
          <p:cNvSpPr/>
          <p:nvPr/>
        </p:nvSpPr>
        <p:spPr>
          <a:xfrm>
            <a:off x="3878880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8" name="Text 232"/>
          <p:cNvSpPr/>
          <p:nvPr/>
        </p:nvSpPr>
        <p:spPr>
          <a:xfrm>
            <a:off x="3878880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9" name="Shape 233"/>
          <p:cNvSpPr/>
          <p:nvPr/>
        </p:nvSpPr>
        <p:spPr>
          <a:xfrm>
            <a:off x="4360576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0" name="Text 234"/>
          <p:cNvSpPr/>
          <p:nvPr/>
        </p:nvSpPr>
        <p:spPr>
          <a:xfrm>
            <a:off x="4360576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1" name="Shape 235"/>
          <p:cNvSpPr/>
          <p:nvPr/>
        </p:nvSpPr>
        <p:spPr>
          <a:xfrm>
            <a:off x="4829075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2" name="Text 236"/>
          <p:cNvSpPr/>
          <p:nvPr/>
        </p:nvSpPr>
        <p:spPr>
          <a:xfrm>
            <a:off x="4829075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3" name="Shape 237"/>
          <p:cNvSpPr/>
          <p:nvPr/>
        </p:nvSpPr>
        <p:spPr>
          <a:xfrm>
            <a:off x="5304172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4" name="Text 238"/>
          <p:cNvSpPr/>
          <p:nvPr/>
        </p:nvSpPr>
        <p:spPr>
          <a:xfrm>
            <a:off x="5304172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5" name="Shape 239"/>
          <p:cNvSpPr/>
          <p:nvPr/>
        </p:nvSpPr>
        <p:spPr>
          <a:xfrm>
            <a:off x="6036614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6" name="Text 240"/>
          <p:cNvSpPr/>
          <p:nvPr/>
        </p:nvSpPr>
        <p:spPr>
          <a:xfrm>
            <a:off x="6036614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47" name="Shape 241"/>
          <p:cNvSpPr/>
          <p:nvPr/>
        </p:nvSpPr>
        <p:spPr>
          <a:xfrm>
            <a:off x="6511711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8" name="Text 242"/>
          <p:cNvSpPr/>
          <p:nvPr/>
        </p:nvSpPr>
        <p:spPr>
          <a:xfrm>
            <a:off x="6511711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9" name="Shape 243"/>
          <p:cNvSpPr/>
          <p:nvPr/>
        </p:nvSpPr>
        <p:spPr>
          <a:xfrm>
            <a:off x="6980210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0" name="Text 244"/>
          <p:cNvSpPr/>
          <p:nvPr/>
        </p:nvSpPr>
        <p:spPr>
          <a:xfrm>
            <a:off x="6980210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1" name="Shape 245"/>
          <p:cNvSpPr/>
          <p:nvPr/>
        </p:nvSpPr>
        <p:spPr>
          <a:xfrm>
            <a:off x="7448709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2" name="Text 246"/>
          <p:cNvSpPr/>
          <p:nvPr/>
        </p:nvSpPr>
        <p:spPr>
          <a:xfrm>
            <a:off x="7448709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3" name="Shape 247"/>
          <p:cNvSpPr/>
          <p:nvPr/>
        </p:nvSpPr>
        <p:spPr>
          <a:xfrm>
            <a:off x="6036614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4" name="Text 248"/>
          <p:cNvSpPr/>
          <p:nvPr/>
        </p:nvSpPr>
        <p:spPr>
          <a:xfrm>
            <a:off x="6036614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5" name="Shape 249"/>
          <p:cNvSpPr/>
          <p:nvPr/>
        </p:nvSpPr>
        <p:spPr>
          <a:xfrm>
            <a:off x="6511711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6" name="Text 250"/>
          <p:cNvSpPr/>
          <p:nvPr/>
        </p:nvSpPr>
        <p:spPr>
          <a:xfrm>
            <a:off x="6511711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7" name="Shape 251"/>
          <p:cNvSpPr/>
          <p:nvPr/>
        </p:nvSpPr>
        <p:spPr>
          <a:xfrm>
            <a:off x="6980210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8" name="Text 252"/>
          <p:cNvSpPr/>
          <p:nvPr/>
        </p:nvSpPr>
        <p:spPr>
          <a:xfrm>
            <a:off x="6980210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9" name="Shape 253"/>
          <p:cNvSpPr/>
          <p:nvPr/>
        </p:nvSpPr>
        <p:spPr>
          <a:xfrm>
            <a:off x="7448709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0" name="Text 254"/>
          <p:cNvSpPr/>
          <p:nvPr/>
        </p:nvSpPr>
        <p:spPr>
          <a:xfrm>
            <a:off x="7448709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1" name="Shape 255"/>
          <p:cNvSpPr/>
          <p:nvPr/>
        </p:nvSpPr>
        <p:spPr>
          <a:xfrm>
            <a:off x="6036614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2" name="Text 256"/>
          <p:cNvSpPr/>
          <p:nvPr/>
        </p:nvSpPr>
        <p:spPr>
          <a:xfrm>
            <a:off x="6036614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3" name="Shape 257"/>
          <p:cNvSpPr/>
          <p:nvPr/>
        </p:nvSpPr>
        <p:spPr>
          <a:xfrm>
            <a:off x="6511711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4" name="Text 258"/>
          <p:cNvSpPr/>
          <p:nvPr/>
        </p:nvSpPr>
        <p:spPr>
          <a:xfrm>
            <a:off x="6511711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5" name="Shape 259"/>
          <p:cNvSpPr/>
          <p:nvPr/>
        </p:nvSpPr>
        <p:spPr>
          <a:xfrm>
            <a:off x="6980210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6" name="Text 260"/>
          <p:cNvSpPr/>
          <p:nvPr/>
        </p:nvSpPr>
        <p:spPr>
          <a:xfrm>
            <a:off x="6980210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7" name="Shape 261"/>
          <p:cNvSpPr/>
          <p:nvPr/>
        </p:nvSpPr>
        <p:spPr>
          <a:xfrm>
            <a:off x="7448709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8" name="Text 262"/>
          <p:cNvSpPr/>
          <p:nvPr/>
        </p:nvSpPr>
        <p:spPr>
          <a:xfrm>
            <a:off x="7448709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9" name="Shape 263"/>
          <p:cNvSpPr/>
          <p:nvPr/>
        </p:nvSpPr>
        <p:spPr>
          <a:xfrm>
            <a:off x="6036614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70" name="Text 264"/>
          <p:cNvSpPr/>
          <p:nvPr/>
        </p:nvSpPr>
        <p:spPr>
          <a:xfrm>
            <a:off x="6036614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1" name="Shape 265"/>
          <p:cNvSpPr/>
          <p:nvPr/>
        </p:nvSpPr>
        <p:spPr>
          <a:xfrm>
            <a:off x="6511711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72" name="Text 266"/>
          <p:cNvSpPr/>
          <p:nvPr/>
        </p:nvSpPr>
        <p:spPr>
          <a:xfrm>
            <a:off x="6511711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73" name="Shape 267"/>
          <p:cNvSpPr/>
          <p:nvPr/>
        </p:nvSpPr>
        <p:spPr>
          <a:xfrm>
            <a:off x="6980210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74" name="Text 268"/>
          <p:cNvSpPr/>
          <p:nvPr/>
        </p:nvSpPr>
        <p:spPr>
          <a:xfrm>
            <a:off x="6980210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5" name="Shape 269"/>
          <p:cNvSpPr/>
          <p:nvPr/>
        </p:nvSpPr>
        <p:spPr>
          <a:xfrm>
            <a:off x="7448709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76" name="Text 270"/>
          <p:cNvSpPr/>
          <p:nvPr/>
        </p:nvSpPr>
        <p:spPr>
          <a:xfrm>
            <a:off x="7448709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7" name="Shape 271"/>
          <p:cNvSpPr/>
          <p:nvPr/>
        </p:nvSpPr>
        <p:spPr>
          <a:xfrm>
            <a:off x="6036614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78" name="Text 272"/>
          <p:cNvSpPr/>
          <p:nvPr/>
        </p:nvSpPr>
        <p:spPr>
          <a:xfrm>
            <a:off x="6036614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9" name="Shape 273"/>
          <p:cNvSpPr/>
          <p:nvPr/>
        </p:nvSpPr>
        <p:spPr>
          <a:xfrm>
            <a:off x="6511711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80" name="Text 274"/>
          <p:cNvSpPr/>
          <p:nvPr/>
        </p:nvSpPr>
        <p:spPr>
          <a:xfrm>
            <a:off x="6511711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81" name="Shape 275"/>
          <p:cNvSpPr/>
          <p:nvPr/>
        </p:nvSpPr>
        <p:spPr>
          <a:xfrm>
            <a:off x="6980210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82" name="Text 276"/>
          <p:cNvSpPr/>
          <p:nvPr/>
        </p:nvSpPr>
        <p:spPr>
          <a:xfrm>
            <a:off x="6980210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83" name="Shape 277"/>
          <p:cNvSpPr/>
          <p:nvPr/>
        </p:nvSpPr>
        <p:spPr>
          <a:xfrm>
            <a:off x="7448709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84" name="Text 278"/>
          <p:cNvSpPr/>
          <p:nvPr/>
        </p:nvSpPr>
        <p:spPr>
          <a:xfrm>
            <a:off x="7448709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5" name="Shape 279"/>
          <p:cNvSpPr/>
          <p:nvPr/>
        </p:nvSpPr>
        <p:spPr>
          <a:xfrm>
            <a:off x="8167954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86" name="Text 280"/>
          <p:cNvSpPr/>
          <p:nvPr/>
        </p:nvSpPr>
        <p:spPr>
          <a:xfrm>
            <a:off x="8167954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7" name="Shape 281"/>
          <p:cNvSpPr/>
          <p:nvPr/>
        </p:nvSpPr>
        <p:spPr>
          <a:xfrm>
            <a:off x="8649650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88" name="Text 282"/>
          <p:cNvSpPr/>
          <p:nvPr/>
        </p:nvSpPr>
        <p:spPr>
          <a:xfrm>
            <a:off x="8649650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89" name="Shape 283"/>
          <p:cNvSpPr/>
          <p:nvPr/>
        </p:nvSpPr>
        <p:spPr>
          <a:xfrm>
            <a:off x="9124747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90" name="Text 284"/>
          <p:cNvSpPr/>
          <p:nvPr/>
        </p:nvSpPr>
        <p:spPr>
          <a:xfrm>
            <a:off x="9124747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1" name="Shape 285"/>
          <p:cNvSpPr/>
          <p:nvPr/>
        </p:nvSpPr>
        <p:spPr>
          <a:xfrm>
            <a:off x="9599844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92" name="Text 286"/>
          <p:cNvSpPr/>
          <p:nvPr/>
        </p:nvSpPr>
        <p:spPr>
          <a:xfrm>
            <a:off x="9599844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3" name="Shape 287"/>
          <p:cNvSpPr/>
          <p:nvPr/>
        </p:nvSpPr>
        <p:spPr>
          <a:xfrm>
            <a:off x="8167954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94" name="Text 288"/>
          <p:cNvSpPr/>
          <p:nvPr/>
        </p:nvSpPr>
        <p:spPr>
          <a:xfrm>
            <a:off x="8167954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95" name="Shape 289"/>
          <p:cNvSpPr/>
          <p:nvPr/>
        </p:nvSpPr>
        <p:spPr>
          <a:xfrm>
            <a:off x="8649650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96" name="Text 290"/>
          <p:cNvSpPr/>
          <p:nvPr/>
        </p:nvSpPr>
        <p:spPr>
          <a:xfrm>
            <a:off x="8649650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7" name="Shape 291"/>
          <p:cNvSpPr/>
          <p:nvPr/>
        </p:nvSpPr>
        <p:spPr>
          <a:xfrm>
            <a:off x="9124747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98" name="Text 292"/>
          <p:cNvSpPr/>
          <p:nvPr/>
        </p:nvSpPr>
        <p:spPr>
          <a:xfrm>
            <a:off x="9124747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9" name="Shape 293"/>
          <p:cNvSpPr/>
          <p:nvPr/>
        </p:nvSpPr>
        <p:spPr>
          <a:xfrm>
            <a:off x="9599844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00" name="Text 294"/>
          <p:cNvSpPr/>
          <p:nvPr/>
        </p:nvSpPr>
        <p:spPr>
          <a:xfrm>
            <a:off x="9599844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1" name="Shape 295"/>
          <p:cNvSpPr/>
          <p:nvPr/>
        </p:nvSpPr>
        <p:spPr>
          <a:xfrm>
            <a:off x="8167954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02" name="Text 296"/>
          <p:cNvSpPr/>
          <p:nvPr/>
        </p:nvSpPr>
        <p:spPr>
          <a:xfrm>
            <a:off x="8167954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3" name="Shape 297"/>
          <p:cNvSpPr/>
          <p:nvPr/>
        </p:nvSpPr>
        <p:spPr>
          <a:xfrm>
            <a:off x="8649650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04" name="Text 298"/>
          <p:cNvSpPr/>
          <p:nvPr/>
        </p:nvSpPr>
        <p:spPr>
          <a:xfrm>
            <a:off x="8649650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05" name="Shape 299"/>
          <p:cNvSpPr/>
          <p:nvPr/>
        </p:nvSpPr>
        <p:spPr>
          <a:xfrm>
            <a:off x="9124747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06" name="Text 300"/>
          <p:cNvSpPr/>
          <p:nvPr/>
        </p:nvSpPr>
        <p:spPr>
          <a:xfrm>
            <a:off x="9124747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07" name="Shape 301"/>
          <p:cNvSpPr/>
          <p:nvPr/>
        </p:nvSpPr>
        <p:spPr>
          <a:xfrm>
            <a:off x="9599844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08" name="Text 302"/>
          <p:cNvSpPr/>
          <p:nvPr/>
        </p:nvSpPr>
        <p:spPr>
          <a:xfrm>
            <a:off x="9599844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9" name="Shape 303"/>
          <p:cNvSpPr/>
          <p:nvPr/>
        </p:nvSpPr>
        <p:spPr>
          <a:xfrm>
            <a:off x="8167954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10" name="Text 304"/>
          <p:cNvSpPr/>
          <p:nvPr/>
        </p:nvSpPr>
        <p:spPr>
          <a:xfrm>
            <a:off x="8167954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11" name="Shape 305"/>
          <p:cNvSpPr/>
          <p:nvPr/>
        </p:nvSpPr>
        <p:spPr>
          <a:xfrm>
            <a:off x="8649650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12" name="Text 306"/>
          <p:cNvSpPr/>
          <p:nvPr/>
        </p:nvSpPr>
        <p:spPr>
          <a:xfrm>
            <a:off x="8649650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3" name="Shape 307"/>
          <p:cNvSpPr/>
          <p:nvPr/>
        </p:nvSpPr>
        <p:spPr>
          <a:xfrm>
            <a:off x="9124747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14" name="Text 308"/>
          <p:cNvSpPr/>
          <p:nvPr/>
        </p:nvSpPr>
        <p:spPr>
          <a:xfrm>
            <a:off x="9124747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5" name="Shape 309"/>
          <p:cNvSpPr/>
          <p:nvPr/>
        </p:nvSpPr>
        <p:spPr>
          <a:xfrm>
            <a:off x="9599844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16" name="Text 310"/>
          <p:cNvSpPr/>
          <p:nvPr/>
        </p:nvSpPr>
        <p:spPr>
          <a:xfrm>
            <a:off x="9599844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7" name="Shape 311"/>
          <p:cNvSpPr/>
          <p:nvPr/>
        </p:nvSpPr>
        <p:spPr>
          <a:xfrm>
            <a:off x="8167954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18" name="Text 312"/>
          <p:cNvSpPr/>
          <p:nvPr/>
        </p:nvSpPr>
        <p:spPr>
          <a:xfrm>
            <a:off x="8167954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19" name="Shape 313"/>
          <p:cNvSpPr/>
          <p:nvPr/>
        </p:nvSpPr>
        <p:spPr>
          <a:xfrm>
            <a:off x="8649650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20" name="Text 314"/>
          <p:cNvSpPr/>
          <p:nvPr/>
        </p:nvSpPr>
        <p:spPr>
          <a:xfrm>
            <a:off x="8649650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21" name="Shape 315"/>
          <p:cNvSpPr/>
          <p:nvPr/>
        </p:nvSpPr>
        <p:spPr>
          <a:xfrm>
            <a:off x="9124747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22" name="Text 316"/>
          <p:cNvSpPr/>
          <p:nvPr/>
        </p:nvSpPr>
        <p:spPr>
          <a:xfrm>
            <a:off x="9124747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3" name="Shape 317"/>
          <p:cNvSpPr/>
          <p:nvPr/>
        </p:nvSpPr>
        <p:spPr>
          <a:xfrm>
            <a:off x="9599844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FFFFF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324" name="Text 318"/>
          <p:cNvSpPr/>
          <p:nvPr/>
        </p:nvSpPr>
        <p:spPr>
          <a:xfrm>
            <a:off x="9599844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325" name="Image 4" descr="/home/ahmed/Projects/ai_llm_slides/videos/deep-learning/002_transformers_part2/recreated_pptx/build/assets/s016r2_pil_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4733" y="4425800"/>
            <a:ext cx="171563" cy="1993604"/>
          </a:xfrm>
          <a:prstGeom prst="rect">
            <a:avLst/>
          </a:prstGeom>
        </p:spPr>
      </p:pic>
      <p:pic>
        <p:nvPicPr>
          <p:cNvPr id="326" name="Image 5" descr="/home/ahmed/Projects/ai_llm_slides/videos/deep-learning/002_transformers_part2/recreated_pptx/build/assets/s016r2_pil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8547" y="4425800"/>
            <a:ext cx="184760" cy="1993604"/>
          </a:xfrm>
          <a:prstGeom prst="rect">
            <a:avLst/>
          </a:prstGeom>
        </p:spPr>
      </p:pic>
      <p:sp>
        <p:nvSpPr>
          <p:cNvPr id="327" name="Text 319"/>
          <p:cNvSpPr/>
          <p:nvPr/>
        </p:nvSpPr>
        <p:spPr>
          <a:xfrm>
            <a:off x="3842723" y="6423243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00" dirty="0"/>
          </a:p>
        </p:txBody>
      </p:sp>
      <p:sp>
        <p:nvSpPr>
          <p:cNvPr id="328" name="Text 320"/>
          <p:cNvSpPr/>
          <p:nvPr/>
        </p:nvSpPr>
        <p:spPr>
          <a:xfrm>
            <a:off x="3842723" y="6576086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at </a:t>
            </a:r>
            <a:pPr algn="ctr" indent="0" marL="0">
              <a:buNone/>
            </a:pPr>
            <a:r>
              <a:rPr lang="en-US" sz="104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1</a:t>
            </a:r>
            <a:endParaRPr lang="en-US" sz="1040" dirty="0"/>
          </a:p>
        </p:txBody>
      </p:sp>
      <p:sp>
        <p:nvSpPr>
          <p:cNvPr id="329" name="Text 321"/>
          <p:cNvSpPr/>
          <p:nvPr/>
        </p:nvSpPr>
        <p:spPr>
          <a:xfrm>
            <a:off x="6482153" y="6423243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00" dirty="0"/>
          </a:p>
        </p:txBody>
      </p:sp>
      <p:sp>
        <p:nvSpPr>
          <p:cNvPr id="330" name="Text 322"/>
          <p:cNvSpPr/>
          <p:nvPr/>
        </p:nvSpPr>
        <p:spPr>
          <a:xfrm>
            <a:off x="6482153" y="6576086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at </a:t>
            </a:r>
            <a:pPr algn="ctr" indent="0" marL="0">
              <a:buNone/>
            </a:pPr>
            <a:r>
              <a:rPr lang="en-US" sz="104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2</a:t>
            </a:r>
            <a:endParaRPr lang="en-US" sz="1040" dirty="0"/>
          </a:p>
        </p:txBody>
      </p:sp>
      <p:sp>
        <p:nvSpPr>
          <p:cNvPr id="331" name="Text 323"/>
          <p:cNvSpPr/>
          <p:nvPr/>
        </p:nvSpPr>
        <p:spPr>
          <a:xfrm>
            <a:off x="8712471" y="6423243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00" dirty="0"/>
          </a:p>
        </p:txBody>
      </p:sp>
      <p:sp>
        <p:nvSpPr>
          <p:cNvPr id="332" name="Text 324"/>
          <p:cNvSpPr/>
          <p:nvPr/>
        </p:nvSpPr>
        <p:spPr>
          <a:xfrm>
            <a:off x="8712471" y="6576086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at </a:t>
            </a:r>
            <a:pPr algn="ctr" indent="0" marL="0">
              <a:buNone/>
            </a:pPr>
            <a:r>
              <a:rPr lang="en-US" sz="104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3</a:t>
            </a:r>
            <a:endParaRPr lang="en-US" sz="1040" dirty="0"/>
          </a:p>
        </p:txBody>
      </p:sp>
      <p:sp>
        <p:nvSpPr>
          <p:cNvPr id="333" name="Text 325"/>
          <p:cNvSpPr/>
          <p:nvPr/>
        </p:nvSpPr>
        <p:spPr>
          <a:xfrm>
            <a:off x="10177355" y="4495798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850" dirty="0"/>
          </a:p>
        </p:txBody>
      </p:sp>
      <p:sp>
        <p:nvSpPr>
          <p:cNvPr id="334" name="Text 326"/>
          <p:cNvSpPr/>
          <p:nvPr/>
        </p:nvSpPr>
        <p:spPr>
          <a:xfrm>
            <a:off x="10177355" y="4628409"/>
            <a:ext cx="1524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of Word </a:t>
            </a:r>
            <a:pPr algn="ctr" indent="0" marL="0">
              <a:buNone/>
            </a:pPr>
            <a:r>
              <a:rPr lang="en-US" sz="9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950" dirty="0"/>
          </a:p>
        </p:txBody>
      </p:sp>
      <p:sp>
        <p:nvSpPr>
          <p:cNvPr id="335" name="Text 327"/>
          <p:cNvSpPr/>
          <p:nvPr/>
        </p:nvSpPr>
        <p:spPr>
          <a:xfrm>
            <a:off x="10177355" y="4893190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850" dirty="0"/>
          </a:p>
        </p:txBody>
      </p:sp>
      <p:sp>
        <p:nvSpPr>
          <p:cNvPr id="336" name="Text 328"/>
          <p:cNvSpPr/>
          <p:nvPr/>
        </p:nvSpPr>
        <p:spPr>
          <a:xfrm>
            <a:off x="10177355" y="5025801"/>
            <a:ext cx="1524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of Word </a:t>
            </a:r>
            <a:pPr algn="ctr" indent="0" marL="0">
              <a:buNone/>
            </a:pPr>
            <a:r>
              <a:rPr lang="en-US" sz="9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950" dirty="0"/>
          </a:p>
        </p:txBody>
      </p:sp>
      <p:sp>
        <p:nvSpPr>
          <p:cNvPr id="337" name="Text 329"/>
          <p:cNvSpPr/>
          <p:nvPr/>
        </p:nvSpPr>
        <p:spPr>
          <a:xfrm>
            <a:off x="10177355" y="5290581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850" dirty="0"/>
          </a:p>
        </p:txBody>
      </p:sp>
      <p:sp>
        <p:nvSpPr>
          <p:cNvPr id="338" name="Text 330"/>
          <p:cNvSpPr/>
          <p:nvPr/>
        </p:nvSpPr>
        <p:spPr>
          <a:xfrm>
            <a:off x="10177355" y="5423193"/>
            <a:ext cx="1524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of Word </a:t>
            </a:r>
            <a:pPr algn="ctr" indent="0" marL="0">
              <a:buNone/>
            </a:pPr>
            <a:r>
              <a:rPr lang="en-US" sz="9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950" dirty="0"/>
          </a:p>
        </p:txBody>
      </p:sp>
      <p:sp>
        <p:nvSpPr>
          <p:cNvPr id="339" name="Text 331"/>
          <p:cNvSpPr/>
          <p:nvPr/>
        </p:nvSpPr>
        <p:spPr>
          <a:xfrm>
            <a:off x="10177355" y="5687973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850" dirty="0"/>
          </a:p>
        </p:txBody>
      </p:sp>
      <p:sp>
        <p:nvSpPr>
          <p:cNvPr id="340" name="Text 332"/>
          <p:cNvSpPr/>
          <p:nvPr/>
        </p:nvSpPr>
        <p:spPr>
          <a:xfrm>
            <a:off x="10177355" y="5820584"/>
            <a:ext cx="1524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of Word </a:t>
            </a:r>
            <a:pPr algn="ctr" indent="0" marL="0">
              <a:buNone/>
            </a:pPr>
            <a:r>
              <a:rPr lang="en-US" sz="9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950" dirty="0"/>
          </a:p>
        </p:txBody>
      </p:sp>
      <p:sp>
        <p:nvSpPr>
          <p:cNvPr id="341" name="Text 333"/>
          <p:cNvSpPr/>
          <p:nvPr/>
        </p:nvSpPr>
        <p:spPr>
          <a:xfrm>
            <a:off x="10177355" y="6085365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850" dirty="0"/>
          </a:p>
        </p:txBody>
      </p:sp>
      <p:sp>
        <p:nvSpPr>
          <p:cNvPr id="342" name="Text 334"/>
          <p:cNvSpPr/>
          <p:nvPr/>
        </p:nvSpPr>
        <p:spPr>
          <a:xfrm>
            <a:off x="10177355" y="6217976"/>
            <a:ext cx="1524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of Word </a:t>
            </a:r>
            <a:pPr algn="ctr" indent="0" marL="0">
              <a:buNone/>
            </a:pPr>
            <a:r>
              <a:rPr lang="en-US" sz="9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950" dirty="0"/>
          </a:p>
        </p:txBody>
      </p:sp>
      <p:sp>
        <p:nvSpPr>
          <p:cNvPr id="343" name="Shape 335"/>
          <p:cNvSpPr/>
          <p:nvPr/>
        </p:nvSpPr>
        <p:spPr>
          <a:xfrm>
            <a:off x="612585" y="5542218"/>
            <a:ext cx="2560247" cy="1049965"/>
          </a:xfrm>
          <a:prstGeom prst="roundRect">
            <a:avLst>
              <a:gd name="adj" fmla="val 6096"/>
            </a:avLst>
          </a:prstGeom>
          <a:solidFill>
            <a:srgbClr val="FAFBEB"/>
          </a:solidFill>
          <a:ln w="28575">
            <a:solidFill>
              <a:srgbClr val="0000CC"/>
            </a:solidFill>
            <a:prstDash val="solid"/>
          </a:ln>
        </p:spPr>
      </p:sp>
      <p:sp>
        <p:nvSpPr>
          <p:cNvPr id="344" name="Shape 336"/>
          <p:cNvSpPr/>
          <p:nvPr/>
        </p:nvSpPr>
        <p:spPr>
          <a:xfrm>
            <a:off x="728060" y="5784773"/>
            <a:ext cx="57150" cy="5715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345" name="Text 337"/>
          <p:cNvSpPr/>
          <p:nvPr/>
        </p:nvSpPr>
        <p:spPr>
          <a:xfrm>
            <a:off x="929317" y="5725778"/>
            <a:ext cx="21643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 </a:t>
            </a:r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Words</a:t>
            </a:r>
            <a:endParaRPr lang="en-US" sz="1100" dirty="0"/>
          </a:p>
        </p:txBody>
      </p:sp>
      <p:sp>
        <p:nvSpPr>
          <p:cNvPr id="346" name="Shape 338"/>
          <p:cNvSpPr/>
          <p:nvPr/>
        </p:nvSpPr>
        <p:spPr>
          <a:xfrm>
            <a:off x="728060" y="6077169"/>
            <a:ext cx="57150" cy="5715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347" name="Text 339"/>
          <p:cNvSpPr/>
          <p:nvPr/>
        </p:nvSpPr>
        <p:spPr>
          <a:xfrm>
            <a:off x="929317" y="6018173"/>
            <a:ext cx="21643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with  </a:t>
            </a:r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Heads</a:t>
            </a:r>
            <a:endParaRPr lang="en-US" sz="1100" dirty="0"/>
          </a:p>
        </p:txBody>
      </p:sp>
      <p:sp>
        <p:nvSpPr>
          <p:cNvPr id="348" name="Shape 340"/>
          <p:cNvSpPr/>
          <p:nvPr/>
        </p:nvSpPr>
        <p:spPr>
          <a:xfrm>
            <a:off x="728060" y="6356273"/>
            <a:ext cx="57150" cy="5715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349" name="Text 341"/>
          <p:cNvSpPr/>
          <p:nvPr/>
        </p:nvSpPr>
        <p:spPr>
          <a:xfrm>
            <a:off x="929317" y="6297277"/>
            <a:ext cx="21643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 Dimension=4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778500" y="946150"/>
            <a:ext cx="0" cy="184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5930900" y="1466850"/>
            <a:ext cx="0" cy="1460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solidFill>
            <a:srgbClr val="F6FAD5"/>
          </a:solidFill>
          <a:ln w="19050">
            <a:solidFill>
              <a:srgbClr val="D26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    [ T ] 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5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2400" y="1644650"/>
            <a:ext cx="914400" cy="26035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2200" y="1644650"/>
            <a:ext cx="927100" cy="26035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4700" y="1644650"/>
            <a:ext cx="914400" cy="26035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4500" y="1644650"/>
            <a:ext cx="914400" cy="26035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4300" y="1644650"/>
            <a:ext cx="939800" cy="26035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87600" y="1651000"/>
            <a:ext cx="149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149600" y="1790700"/>
            <a:ext cx="7366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pPr algn="l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219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5473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5727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5981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6235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2971800" y="24384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42" name="Shape 40"/>
          <p:cNvSpPr/>
          <p:nvPr/>
        </p:nvSpPr>
        <p:spPr>
          <a:xfrm>
            <a:off x="2400300" y="26416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43" name="Shape 41"/>
          <p:cNvSpPr/>
          <p:nvPr/>
        </p:nvSpPr>
        <p:spPr>
          <a:xfrm>
            <a:off x="1930400" y="29464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44" name="Shape 42"/>
          <p:cNvSpPr/>
          <p:nvPr/>
        </p:nvSpPr>
        <p:spPr>
          <a:xfrm>
            <a:off x="1320800" y="32004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45" name="Shape 43"/>
          <p:cNvSpPr/>
          <p:nvPr/>
        </p:nvSpPr>
        <p:spPr>
          <a:xfrm>
            <a:off x="711200" y="34798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46" name="Shape 44"/>
          <p:cNvSpPr/>
          <p:nvPr/>
        </p:nvSpPr>
        <p:spPr>
          <a:xfrm>
            <a:off x="2616200" y="3536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16200" y="3536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5435600" y="3536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35600" y="3536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solidFill>
            <a:srgbClr val="E4E0BC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7150100" y="35560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53" name="Text 51"/>
          <p:cNvSpPr/>
          <p:nvPr/>
        </p:nvSpPr>
        <p:spPr>
          <a:xfrm>
            <a:off x="7150100" y="35560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175000" y="32766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75000" y="32766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5994400" y="32766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94400" y="32766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solidFill>
            <a:srgbClr val="9A86C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7734300" y="32956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1" name="Text 59"/>
          <p:cNvSpPr/>
          <p:nvPr/>
        </p:nvSpPr>
        <p:spPr>
          <a:xfrm>
            <a:off x="7734300" y="32956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733800" y="30162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33800" y="30162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6553200" y="30162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53200" y="30162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8318500" y="30353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9" name="Text 67"/>
          <p:cNvSpPr/>
          <p:nvPr/>
        </p:nvSpPr>
        <p:spPr>
          <a:xfrm>
            <a:off x="8318500" y="30353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292600" y="27559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92600" y="2755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112000" y="27559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12000" y="27559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8902700" y="27749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7" name="Text 75"/>
          <p:cNvSpPr/>
          <p:nvPr/>
        </p:nvSpPr>
        <p:spPr>
          <a:xfrm>
            <a:off x="8902700" y="27749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851400" y="24955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51400" y="24955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7670800" y="24955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70800" y="24955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3" name="Text 81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9486900" y="25146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5" name="Text 83"/>
          <p:cNvSpPr/>
          <p:nvPr/>
        </p:nvSpPr>
        <p:spPr>
          <a:xfrm>
            <a:off x="9486900" y="25146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733800" y="3175000"/>
            <a:ext cx="1016000" cy="355600"/>
          </a:xfrm>
          <a:prstGeom prst="ellipse">
            <a:avLst/>
          </a:prstGeom>
          <a:solidFill>
            <a:srgbClr val="FDF3EE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33800" y="3175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9" name="Text 87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3251200" y="42545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3251200" y="46101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3251200" y="49657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3251200" y="53213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3238500" y="38354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3530600" y="38227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6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0" y="4038600"/>
            <a:ext cx="236217" cy="1126239"/>
          </a:xfrm>
          <a:prstGeom prst="rect">
            <a:avLst/>
          </a:prstGeom>
        </p:spPr>
      </p:pic>
      <p:pic>
        <p:nvPicPr>
          <p:cNvPr id="97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3733800"/>
            <a:ext cx="205740" cy="289563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4216400" y="38227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99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470400"/>
            <a:ext cx="111255" cy="524253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800600" y="35179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01" name="Shape 96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2" name="Text 97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03" name="Shape 98"/>
          <p:cNvSpPr/>
          <p:nvPr/>
        </p:nvSpPr>
        <p:spPr>
          <a:xfrm>
            <a:off x="2603500" y="5930900"/>
            <a:ext cx="584200" cy="152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4" name="Text 99"/>
          <p:cNvSpPr/>
          <p:nvPr/>
        </p:nvSpPr>
        <p:spPr>
          <a:xfrm>
            <a:off x="2400300" y="5918200"/>
            <a:ext cx="19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52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53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2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50" dirty="0"/>
          </a:p>
        </p:txBody>
      </p:sp>
      <p:sp>
        <p:nvSpPr>
          <p:cNvPr id="107" name="Shape 102"/>
          <p:cNvSpPr/>
          <p:nvPr/>
        </p:nvSpPr>
        <p:spPr>
          <a:xfrm>
            <a:off x="3556000" y="6019800"/>
            <a:ext cx="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3"/>
          <p:cNvSpPr/>
          <p:nvPr/>
        </p:nvSpPr>
        <p:spPr>
          <a:xfrm>
            <a:off x="1930400" y="6248400"/>
            <a:ext cx="24130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09" name="Shape 104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0" name="Text 105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11" name="Shape 106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solidFill>
            <a:srgbClr val="F2C8F0"/>
          </a:solidFill>
          <a:ln w="19050">
            <a:solidFill>
              <a:srgbClr val="FF69B4"/>
            </a:solidFill>
            <a:prstDash val="solid"/>
          </a:ln>
        </p:spPr>
      </p:sp>
      <p:sp>
        <p:nvSpPr>
          <p:cNvPr id="112" name="Text 107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13" name="Shape 108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4" name="Text 109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15" name="Shape 110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6" name="Text 111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17" name="Shape 112"/>
          <p:cNvSpPr/>
          <p:nvPr/>
        </p:nvSpPr>
        <p:spPr>
          <a:xfrm>
            <a:off x="3086100" y="6515100"/>
            <a:ext cx="127000" cy="-165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118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5740400"/>
            <a:ext cx="4762497" cy="1041401"/>
          </a:xfrm>
          <a:prstGeom prst="rect">
            <a:avLst/>
          </a:prstGeom>
        </p:spPr>
      </p:pic>
      <p:sp>
        <p:nvSpPr>
          <p:cNvPr id="119" name="Shape 113"/>
          <p:cNvSpPr/>
          <p:nvPr/>
        </p:nvSpPr>
        <p:spPr>
          <a:xfrm>
            <a:off x="7823200" y="40894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20" name="Text 114"/>
          <p:cNvSpPr/>
          <p:nvPr/>
        </p:nvSpPr>
        <p:spPr>
          <a:xfrm>
            <a:off x="7861300" y="4191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21" name="Shape 115"/>
          <p:cNvSpPr/>
          <p:nvPr/>
        </p:nvSpPr>
        <p:spPr>
          <a:xfrm>
            <a:off x="8013700" y="4191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8121650" y="4191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8229600" y="4191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4" name="Text 118"/>
          <p:cNvSpPr/>
          <p:nvPr/>
        </p:nvSpPr>
        <p:spPr>
          <a:xfrm>
            <a:off x="7861300" y="4572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25" name="Shape 119"/>
          <p:cNvSpPr/>
          <p:nvPr/>
        </p:nvSpPr>
        <p:spPr>
          <a:xfrm>
            <a:off x="8013700" y="4572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6" name="Shape 120"/>
          <p:cNvSpPr/>
          <p:nvPr/>
        </p:nvSpPr>
        <p:spPr>
          <a:xfrm>
            <a:off x="8121650" y="4572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7" name="Shape 121"/>
          <p:cNvSpPr/>
          <p:nvPr/>
        </p:nvSpPr>
        <p:spPr>
          <a:xfrm>
            <a:off x="8229600" y="4572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8" name="Text 122"/>
          <p:cNvSpPr/>
          <p:nvPr/>
        </p:nvSpPr>
        <p:spPr>
          <a:xfrm>
            <a:off x="7861300" y="4953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29" name="Shape 123"/>
          <p:cNvSpPr/>
          <p:nvPr/>
        </p:nvSpPr>
        <p:spPr>
          <a:xfrm>
            <a:off x="8013700" y="4953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8121650" y="4953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8229600" y="4953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2" name="Text 126"/>
          <p:cNvSpPr/>
          <p:nvPr/>
        </p:nvSpPr>
        <p:spPr>
          <a:xfrm>
            <a:off x="7861300" y="5334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33" name="Shape 127"/>
          <p:cNvSpPr/>
          <p:nvPr/>
        </p:nvSpPr>
        <p:spPr>
          <a:xfrm>
            <a:off x="8013700" y="5334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4" name="Shape 128"/>
          <p:cNvSpPr/>
          <p:nvPr/>
        </p:nvSpPr>
        <p:spPr>
          <a:xfrm>
            <a:off x="8121650" y="5334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5" name="Shape 129"/>
          <p:cNvSpPr/>
          <p:nvPr/>
        </p:nvSpPr>
        <p:spPr>
          <a:xfrm>
            <a:off x="8229600" y="5334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8089900" y="55626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37" name="Shape 131"/>
          <p:cNvSpPr/>
          <p:nvPr/>
        </p:nvSpPr>
        <p:spPr>
          <a:xfrm>
            <a:off x="8382000" y="37592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38" name="Text 132"/>
          <p:cNvSpPr/>
          <p:nvPr/>
        </p:nvSpPr>
        <p:spPr>
          <a:xfrm>
            <a:off x="8420100" y="3860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39" name="Shape 133"/>
          <p:cNvSpPr/>
          <p:nvPr/>
        </p:nvSpPr>
        <p:spPr>
          <a:xfrm>
            <a:off x="8572500" y="3860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0" name="Shape 134"/>
          <p:cNvSpPr/>
          <p:nvPr/>
        </p:nvSpPr>
        <p:spPr>
          <a:xfrm>
            <a:off x="8680450" y="3860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1" name="Shape 135"/>
          <p:cNvSpPr/>
          <p:nvPr/>
        </p:nvSpPr>
        <p:spPr>
          <a:xfrm>
            <a:off x="8788400" y="3860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2" name="Text 136"/>
          <p:cNvSpPr/>
          <p:nvPr/>
        </p:nvSpPr>
        <p:spPr>
          <a:xfrm>
            <a:off x="8420100" y="4241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43" name="Shape 137"/>
          <p:cNvSpPr/>
          <p:nvPr/>
        </p:nvSpPr>
        <p:spPr>
          <a:xfrm>
            <a:off x="8572500" y="4241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8680450" y="4241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8788400" y="4241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6" name="Text 140"/>
          <p:cNvSpPr/>
          <p:nvPr/>
        </p:nvSpPr>
        <p:spPr>
          <a:xfrm>
            <a:off x="8420100" y="4622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47" name="Shape 141"/>
          <p:cNvSpPr/>
          <p:nvPr/>
        </p:nvSpPr>
        <p:spPr>
          <a:xfrm>
            <a:off x="8572500" y="4622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8" name="Shape 142"/>
          <p:cNvSpPr/>
          <p:nvPr/>
        </p:nvSpPr>
        <p:spPr>
          <a:xfrm>
            <a:off x="8680450" y="4622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9" name="Shape 143"/>
          <p:cNvSpPr/>
          <p:nvPr/>
        </p:nvSpPr>
        <p:spPr>
          <a:xfrm>
            <a:off x="8788400" y="4622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8420100" y="5003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51" name="Shape 145"/>
          <p:cNvSpPr/>
          <p:nvPr/>
        </p:nvSpPr>
        <p:spPr>
          <a:xfrm>
            <a:off x="8572500" y="5003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2" name="Shape 146"/>
          <p:cNvSpPr/>
          <p:nvPr/>
        </p:nvSpPr>
        <p:spPr>
          <a:xfrm>
            <a:off x="8680450" y="5003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3" name="Shape 147"/>
          <p:cNvSpPr/>
          <p:nvPr/>
        </p:nvSpPr>
        <p:spPr>
          <a:xfrm>
            <a:off x="8788400" y="5003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4" name="Shape 148"/>
          <p:cNvSpPr/>
          <p:nvPr/>
        </p:nvSpPr>
        <p:spPr>
          <a:xfrm>
            <a:off x="8648700" y="5232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8940800" y="34290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56" name="Text 150"/>
          <p:cNvSpPr/>
          <p:nvPr/>
        </p:nvSpPr>
        <p:spPr>
          <a:xfrm>
            <a:off x="8978900" y="3530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57" name="Shape 151"/>
          <p:cNvSpPr/>
          <p:nvPr/>
        </p:nvSpPr>
        <p:spPr>
          <a:xfrm>
            <a:off x="9131300" y="3530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8" name="Shape 152"/>
          <p:cNvSpPr/>
          <p:nvPr/>
        </p:nvSpPr>
        <p:spPr>
          <a:xfrm>
            <a:off x="9239250" y="3530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>
            <a:off x="9347200" y="3530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0" name="Text 154"/>
          <p:cNvSpPr/>
          <p:nvPr/>
        </p:nvSpPr>
        <p:spPr>
          <a:xfrm>
            <a:off x="8978900" y="3911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61" name="Shape 155"/>
          <p:cNvSpPr/>
          <p:nvPr/>
        </p:nvSpPr>
        <p:spPr>
          <a:xfrm>
            <a:off x="9131300" y="3911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9239250" y="3911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9347200" y="3911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4" name="Text 158"/>
          <p:cNvSpPr/>
          <p:nvPr/>
        </p:nvSpPr>
        <p:spPr>
          <a:xfrm>
            <a:off x="8978900" y="4292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65" name="Shape 159"/>
          <p:cNvSpPr/>
          <p:nvPr/>
        </p:nvSpPr>
        <p:spPr>
          <a:xfrm>
            <a:off x="9131300" y="4292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9239250" y="4292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9347200" y="4292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68" name="Text 162"/>
          <p:cNvSpPr/>
          <p:nvPr/>
        </p:nvSpPr>
        <p:spPr>
          <a:xfrm>
            <a:off x="8978900" y="4673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69" name="Shape 163"/>
          <p:cNvSpPr/>
          <p:nvPr/>
        </p:nvSpPr>
        <p:spPr>
          <a:xfrm>
            <a:off x="9131300" y="4673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9239250" y="4673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9347200" y="4673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9207500" y="49022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73" name="Shape 167"/>
          <p:cNvSpPr/>
          <p:nvPr/>
        </p:nvSpPr>
        <p:spPr>
          <a:xfrm>
            <a:off x="9499600" y="309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174" name="Text 168"/>
          <p:cNvSpPr/>
          <p:nvPr/>
        </p:nvSpPr>
        <p:spPr>
          <a:xfrm>
            <a:off x="9537700" y="3200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75" name="Shape 169"/>
          <p:cNvSpPr/>
          <p:nvPr/>
        </p:nvSpPr>
        <p:spPr>
          <a:xfrm>
            <a:off x="9690100" y="3200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6" name="Shape 170"/>
          <p:cNvSpPr/>
          <p:nvPr/>
        </p:nvSpPr>
        <p:spPr>
          <a:xfrm>
            <a:off x="9798050" y="3200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7" name="Shape 171"/>
          <p:cNvSpPr/>
          <p:nvPr/>
        </p:nvSpPr>
        <p:spPr>
          <a:xfrm>
            <a:off x="9906000" y="3200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78" name="Text 172"/>
          <p:cNvSpPr/>
          <p:nvPr/>
        </p:nvSpPr>
        <p:spPr>
          <a:xfrm>
            <a:off x="9537700" y="3581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79" name="Shape 173"/>
          <p:cNvSpPr/>
          <p:nvPr/>
        </p:nvSpPr>
        <p:spPr>
          <a:xfrm>
            <a:off x="9690100" y="3581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9798050" y="3581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9906000" y="3581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2" name="Text 176"/>
          <p:cNvSpPr/>
          <p:nvPr/>
        </p:nvSpPr>
        <p:spPr>
          <a:xfrm>
            <a:off x="9537700" y="3962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83" name="Shape 177"/>
          <p:cNvSpPr/>
          <p:nvPr/>
        </p:nvSpPr>
        <p:spPr>
          <a:xfrm>
            <a:off x="9690100" y="3962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9798050" y="3962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9906000" y="3962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6" name="Text 180"/>
          <p:cNvSpPr/>
          <p:nvPr/>
        </p:nvSpPr>
        <p:spPr>
          <a:xfrm>
            <a:off x="95377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87" name="Shape 181"/>
          <p:cNvSpPr/>
          <p:nvPr/>
        </p:nvSpPr>
        <p:spPr>
          <a:xfrm>
            <a:off x="9690100" y="4343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9798050" y="4343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9906000" y="4343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9766300" y="45720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191" name="Shape 185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2" name="Text 186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3" name="Shape 187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94" name="Text 188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5" name="Shape 189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96" name="Text 190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7" name="Shape 191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8" name="Text 192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99" name="Shape 193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00" name="Text 194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01" name="Shape 195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02" name="Text 196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03" name="Shape 197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04" name="Text 198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05" name="Shape 199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06" name="Text 200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07" name="Shape 201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08" name="Text 202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209" name="Shape 203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10" name="Text 204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11" name="Shape 205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212" name="Text 206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13" name="Shape 207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214" name="Text 208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215" name="Shape 209"/>
          <p:cNvSpPr/>
          <p:nvPr/>
        </p:nvSpPr>
        <p:spPr>
          <a:xfrm>
            <a:off x="9347200" y="5943600"/>
            <a:ext cx="2159000" cy="812800"/>
          </a:xfrm>
          <a:prstGeom prst="roundRect">
            <a:avLst>
              <a:gd name="adj" fmla="val 6750"/>
            </a:avLst>
          </a:prstGeom>
          <a:solidFill>
            <a:srgbClr val="E6FCE6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44880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51992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9104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6216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73328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80440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87552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94664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24" name="Text 218"/>
          <p:cNvSpPr/>
          <p:nvPr/>
        </p:nvSpPr>
        <p:spPr>
          <a:xfrm>
            <a:off x="9448800" y="6172200"/>
            <a:ext cx="558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600" dirty="0"/>
          </a:p>
        </p:txBody>
      </p:sp>
      <p:sp>
        <p:nvSpPr>
          <p:cNvPr id="225" name="Shape 219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solidFill>
            <a:srgbClr val="FBE8B8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226" name="Text 220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227" name="Text 221"/>
          <p:cNvSpPr/>
          <p:nvPr/>
        </p:nvSpPr>
        <p:spPr>
          <a:xfrm>
            <a:off x="10515600" y="6070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228" name="Shape 222"/>
          <p:cNvSpPr/>
          <p:nvPr/>
        </p:nvSpPr>
        <p:spPr>
          <a:xfrm>
            <a:off x="10744200" y="5994400"/>
            <a:ext cx="330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108267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10744200" y="60769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1090930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10744200" y="615950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3" name="Shape 227"/>
          <p:cNvSpPr/>
          <p:nvPr/>
        </p:nvSpPr>
        <p:spPr>
          <a:xfrm>
            <a:off x="109918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4" name="Shape 228"/>
          <p:cNvSpPr/>
          <p:nvPr/>
        </p:nvSpPr>
        <p:spPr>
          <a:xfrm>
            <a:off x="10744200" y="62420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235" name="Text 229"/>
          <p:cNvSpPr/>
          <p:nvPr/>
        </p:nvSpPr>
        <p:spPr>
          <a:xfrm>
            <a:off x="10668000" y="6350000"/>
            <a:ext cx="482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600" dirty="0"/>
          </a:p>
        </p:txBody>
      </p:sp>
      <p:sp>
        <p:nvSpPr>
          <p:cNvPr id="236" name="Text 230"/>
          <p:cNvSpPr/>
          <p:nvPr/>
        </p:nvSpPr>
        <p:spPr>
          <a:xfrm>
            <a:off x="9398000" y="652780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700" dirty="0"/>
          </a:p>
        </p:txBody>
      </p:sp>
      <p:sp>
        <p:nvSpPr>
          <p:cNvPr id="237" name="Text 231"/>
          <p:cNvSpPr/>
          <p:nvPr/>
        </p:nvSpPr>
        <p:spPr>
          <a:xfrm>
            <a:off x="6350000" y="6096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38" name="Shape 232"/>
          <p:cNvSpPr/>
          <p:nvPr/>
        </p:nvSpPr>
        <p:spPr>
          <a:xfrm>
            <a:off x="1168400" y="40386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39" name="Shape 233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0" name="Text 234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41" name="Shape 235"/>
          <p:cNvSpPr/>
          <p:nvPr/>
        </p:nvSpPr>
        <p:spPr>
          <a:xfrm>
            <a:off x="1447800" y="42545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42" name="Shape 236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Text 237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4" name="Shape 238"/>
          <p:cNvSpPr/>
          <p:nvPr/>
        </p:nvSpPr>
        <p:spPr>
          <a:xfrm>
            <a:off x="1447800" y="46101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45" name="Shape 239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6" name="Text 240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7" name="Shape 241"/>
          <p:cNvSpPr/>
          <p:nvPr/>
        </p:nvSpPr>
        <p:spPr>
          <a:xfrm>
            <a:off x="1447800" y="49657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48" name="Shape 242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9" name="Text 243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0" name="Shape 244"/>
          <p:cNvSpPr/>
          <p:nvPr/>
        </p:nvSpPr>
        <p:spPr>
          <a:xfrm>
            <a:off x="1447800" y="5321300"/>
            <a:ext cx="889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251" name="Shape 245"/>
          <p:cNvSpPr/>
          <p:nvPr/>
        </p:nvSpPr>
        <p:spPr>
          <a:xfrm>
            <a:off x="1549400" y="4089400"/>
            <a:ext cx="469900" cy="14732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252" name="Shape 246"/>
          <p:cNvSpPr/>
          <p:nvPr/>
        </p:nvSpPr>
        <p:spPr>
          <a:xfrm>
            <a:off x="1689100" y="41211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53" name="Text 247"/>
          <p:cNvSpPr/>
          <p:nvPr/>
        </p:nvSpPr>
        <p:spPr>
          <a:xfrm>
            <a:off x="1689100" y="41211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54" name="Shape 248"/>
          <p:cNvSpPr/>
          <p:nvPr/>
        </p:nvSpPr>
        <p:spPr>
          <a:xfrm>
            <a:off x="2070100" y="41592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5" name="Shape 249"/>
          <p:cNvSpPr/>
          <p:nvPr/>
        </p:nvSpPr>
        <p:spPr>
          <a:xfrm>
            <a:off x="2159000" y="41592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6" name="Shape 250"/>
          <p:cNvSpPr/>
          <p:nvPr/>
        </p:nvSpPr>
        <p:spPr>
          <a:xfrm>
            <a:off x="2247900" y="41592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7" name="Text 251"/>
          <p:cNvSpPr/>
          <p:nvPr/>
        </p:nvSpPr>
        <p:spPr>
          <a:xfrm>
            <a:off x="2247900" y="4000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258" name="Shape 252"/>
          <p:cNvSpPr/>
          <p:nvPr/>
        </p:nvSpPr>
        <p:spPr>
          <a:xfrm>
            <a:off x="2362200" y="42545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59" name="Shape 253"/>
          <p:cNvSpPr/>
          <p:nvPr/>
        </p:nvSpPr>
        <p:spPr>
          <a:xfrm>
            <a:off x="1689100" y="44767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60" name="Text 254"/>
          <p:cNvSpPr/>
          <p:nvPr/>
        </p:nvSpPr>
        <p:spPr>
          <a:xfrm>
            <a:off x="1689100" y="44767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61" name="Shape 255"/>
          <p:cNvSpPr/>
          <p:nvPr/>
        </p:nvSpPr>
        <p:spPr>
          <a:xfrm>
            <a:off x="2070100" y="45148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2" name="Shape 256"/>
          <p:cNvSpPr/>
          <p:nvPr/>
        </p:nvSpPr>
        <p:spPr>
          <a:xfrm>
            <a:off x="2159000" y="45148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3" name="Shape 257"/>
          <p:cNvSpPr/>
          <p:nvPr/>
        </p:nvSpPr>
        <p:spPr>
          <a:xfrm>
            <a:off x="2247900" y="45148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4" name="Text 258"/>
          <p:cNvSpPr/>
          <p:nvPr/>
        </p:nvSpPr>
        <p:spPr>
          <a:xfrm>
            <a:off x="2247900" y="4356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265" name="Shape 259"/>
          <p:cNvSpPr/>
          <p:nvPr/>
        </p:nvSpPr>
        <p:spPr>
          <a:xfrm>
            <a:off x="2362200" y="46101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66" name="Shape 260"/>
          <p:cNvSpPr/>
          <p:nvPr/>
        </p:nvSpPr>
        <p:spPr>
          <a:xfrm>
            <a:off x="1689100" y="48323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67" name="Text 261"/>
          <p:cNvSpPr/>
          <p:nvPr/>
        </p:nvSpPr>
        <p:spPr>
          <a:xfrm>
            <a:off x="1689100" y="48323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68" name="Shape 262"/>
          <p:cNvSpPr/>
          <p:nvPr/>
        </p:nvSpPr>
        <p:spPr>
          <a:xfrm>
            <a:off x="2070100" y="48704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69" name="Shape 263"/>
          <p:cNvSpPr/>
          <p:nvPr/>
        </p:nvSpPr>
        <p:spPr>
          <a:xfrm>
            <a:off x="2159000" y="48704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0" name="Shape 264"/>
          <p:cNvSpPr/>
          <p:nvPr/>
        </p:nvSpPr>
        <p:spPr>
          <a:xfrm>
            <a:off x="2247900" y="48704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1" name="Text 265"/>
          <p:cNvSpPr/>
          <p:nvPr/>
        </p:nvSpPr>
        <p:spPr>
          <a:xfrm>
            <a:off x="2247900" y="4711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272" name="Shape 266"/>
          <p:cNvSpPr/>
          <p:nvPr/>
        </p:nvSpPr>
        <p:spPr>
          <a:xfrm>
            <a:off x="2362200" y="49657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3" name="Shape 267"/>
          <p:cNvSpPr/>
          <p:nvPr/>
        </p:nvSpPr>
        <p:spPr>
          <a:xfrm>
            <a:off x="1689100" y="5187950"/>
            <a:ext cx="2921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274" name="Text 268"/>
          <p:cNvSpPr/>
          <p:nvPr/>
        </p:nvSpPr>
        <p:spPr>
          <a:xfrm>
            <a:off x="1689100" y="5187950"/>
            <a:ext cx="29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2070100" y="5226050"/>
            <a:ext cx="8890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6" name="Shape 270"/>
          <p:cNvSpPr/>
          <p:nvPr/>
        </p:nvSpPr>
        <p:spPr>
          <a:xfrm>
            <a:off x="2159000" y="5226050"/>
            <a:ext cx="8890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7" name="Shape 271"/>
          <p:cNvSpPr/>
          <p:nvPr/>
        </p:nvSpPr>
        <p:spPr>
          <a:xfrm>
            <a:off x="2247900" y="5226050"/>
            <a:ext cx="8890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78" name="Text 272"/>
          <p:cNvSpPr/>
          <p:nvPr/>
        </p:nvSpPr>
        <p:spPr>
          <a:xfrm>
            <a:off x="2247900" y="50673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279" name="Shape 273"/>
          <p:cNvSpPr/>
          <p:nvPr/>
        </p:nvSpPr>
        <p:spPr>
          <a:xfrm>
            <a:off x="2362200" y="53213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80" name="Shape 274"/>
          <p:cNvSpPr/>
          <p:nvPr/>
        </p:nvSpPr>
        <p:spPr>
          <a:xfrm>
            <a:off x="2476500" y="38227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81" name="Text 275"/>
          <p:cNvSpPr/>
          <p:nvPr/>
        </p:nvSpPr>
        <p:spPr>
          <a:xfrm>
            <a:off x="2476500" y="38481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endParaRPr lang="en-US" sz="650" dirty="0"/>
          </a:p>
        </p:txBody>
      </p:sp>
      <p:sp>
        <p:nvSpPr>
          <p:cNvPr id="282" name="Shape 276"/>
          <p:cNvSpPr/>
          <p:nvPr/>
        </p:nvSpPr>
        <p:spPr>
          <a:xfrm>
            <a:off x="2844800" y="55626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83" name="Shape 277"/>
          <p:cNvSpPr/>
          <p:nvPr/>
        </p:nvSpPr>
        <p:spPr>
          <a:xfrm>
            <a:off x="2578100" y="52578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84" name="Shape 278"/>
          <p:cNvSpPr/>
          <p:nvPr/>
        </p:nvSpPr>
        <p:spPr>
          <a:xfrm>
            <a:off x="2616200" y="52959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85" name="Shape 279"/>
          <p:cNvSpPr/>
          <p:nvPr/>
        </p:nvSpPr>
        <p:spPr>
          <a:xfrm>
            <a:off x="2844800" y="55626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86" name="Shape 280"/>
          <p:cNvSpPr/>
          <p:nvPr/>
        </p:nvSpPr>
        <p:spPr>
          <a:xfrm>
            <a:off x="2679700" y="4902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87" name="Shape 281"/>
          <p:cNvSpPr/>
          <p:nvPr/>
        </p:nvSpPr>
        <p:spPr>
          <a:xfrm>
            <a:off x="2717800" y="4940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88" name="Shape 282"/>
          <p:cNvSpPr/>
          <p:nvPr/>
        </p:nvSpPr>
        <p:spPr>
          <a:xfrm>
            <a:off x="2844800" y="55626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89" name="Shape 283"/>
          <p:cNvSpPr/>
          <p:nvPr/>
        </p:nvSpPr>
        <p:spPr>
          <a:xfrm>
            <a:off x="2806700" y="4546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90" name="Shape 284"/>
          <p:cNvSpPr/>
          <p:nvPr/>
        </p:nvSpPr>
        <p:spPr>
          <a:xfrm>
            <a:off x="2844800" y="4584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91" name="Shape 285"/>
          <p:cNvSpPr/>
          <p:nvPr/>
        </p:nvSpPr>
        <p:spPr>
          <a:xfrm>
            <a:off x="2844800" y="55626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292" name="Shape 286"/>
          <p:cNvSpPr/>
          <p:nvPr/>
        </p:nvSpPr>
        <p:spPr>
          <a:xfrm>
            <a:off x="2959100" y="4191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293" name="Shape 287"/>
          <p:cNvSpPr/>
          <p:nvPr/>
        </p:nvSpPr>
        <p:spPr>
          <a:xfrm>
            <a:off x="2997200" y="4229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294" name="Shape 288"/>
          <p:cNvSpPr/>
          <p:nvPr/>
        </p:nvSpPr>
        <p:spPr>
          <a:xfrm>
            <a:off x="2844800" y="5626100"/>
            <a:ext cx="0" cy="2540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95" name="Shape 289"/>
          <p:cNvSpPr/>
          <p:nvPr/>
        </p:nvSpPr>
        <p:spPr>
          <a:xfrm>
            <a:off x="5486400" y="4159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96" name="Text 290"/>
          <p:cNvSpPr/>
          <p:nvPr/>
        </p:nvSpPr>
        <p:spPr>
          <a:xfrm>
            <a:off x="5486400" y="4159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297" name="Shape 291"/>
          <p:cNvSpPr/>
          <p:nvPr/>
        </p:nvSpPr>
        <p:spPr>
          <a:xfrm>
            <a:off x="5308600" y="4013200"/>
            <a:ext cx="127000" cy="146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298" name="Text 292"/>
          <p:cNvSpPr/>
          <p:nvPr/>
        </p:nvSpPr>
        <p:spPr>
          <a:xfrm>
            <a:off x="5892800" y="4140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299" name="Shape 293"/>
          <p:cNvSpPr/>
          <p:nvPr/>
        </p:nvSpPr>
        <p:spPr>
          <a:xfrm>
            <a:off x="6096000" y="41656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0" name="Shape 294"/>
          <p:cNvSpPr/>
          <p:nvPr/>
        </p:nvSpPr>
        <p:spPr>
          <a:xfrm>
            <a:off x="6172200" y="41656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1" name="Shape 295"/>
          <p:cNvSpPr/>
          <p:nvPr/>
        </p:nvSpPr>
        <p:spPr>
          <a:xfrm>
            <a:off x="6248400" y="41656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2" name="Shape 296"/>
          <p:cNvSpPr/>
          <p:nvPr/>
        </p:nvSpPr>
        <p:spPr>
          <a:xfrm>
            <a:off x="5486400" y="4514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3" name="Text 297"/>
          <p:cNvSpPr/>
          <p:nvPr/>
        </p:nvSpPr>
        <p:spPr>
          <a:xfrm>
            <a:off x="5486400" y="4514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304" name="Shape 298"/>
          <p:cNvSpPr/>
          <p:nvPr/>
        </p:nvSpPr>
        <p:spPr>
          <a:xfrm>
            <a:off x="5308600" y="4064000"/>
            <a:ext cx="127000" cy="4508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05" name="Text 299"/>
          <p:cNvSpPr/>
          <p:nvPr/>
        </p:nvSpPr>
        <p:spPr>
          <a:xfrm>
            <a:off x="5892800" y="4495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306" name="Shape 300"/>
          <p:cNvSpPr/>
          <p:nvPr/>
        </p:nvSpPr>
        <p:spPr>
          <a:xfrm>
            <a:off x="6096000" y="45212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7" name="Shape 301"/>
          <p:cNvSpPr/>
          <p:nvPr/>
        </p:nvSpPr>
        <p:spPr>
          <a:xfrm>
            <a:off x="6172200" y="45212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8" name="Shape 302"/>
          <p:cNvSpPr/>
          <p:nvPr/>
        </p:nvSpPr>
        <p:spPr>
          <a:xfrm>
            <a:off x="6248400" y="45212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09" name="Shape 303"/>
          <p:cNvSpPr/>
          <p:nvPr/>
        </p:nvSpPr>
        <p:spPr>
          <a:xfrm>
            <a:off x="5486400" y="4870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0" name="Text 304"/>
          <p:cNvSpPr/>
          <p:nvPr/>
        </p:nvSpPr>
        <p:spPr>
          <a:xfrm>
            <a:off x="5486400" y="4870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311" name="Shape 305"/>
          <p:cNvSpPr/>
          <p:nvPr/>
        </p:nvSpPr>
        <p:spPr>
          <a:xfrm>
            <a:off x="5308600" y="4114800"/>
            <a:ext cx="127000" cy="7556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12" name="Text 306"/>
          <p:cNvSpPr/>
          <p:nvPr/>
        </p:nvSpPr>
        <p:spPr>
          <a:xfrm>
            <a:off x="5892800" y="4851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313" name="Shape 307"/>
          <p:cNvSpPr/>
          <p:nvPr/>
        </p:nvSpPr>
        <p:spPr>
          <a:xfrm>
            <a:off x="6096000" y="48768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14" name="Shape 308"/>
          <p:cNvSpPr/>
          <p:nvPr/>
        </p:nvSpPr>
        <p:spPr>
          <a:xfrm>
            <a:off x="6172200" y="48768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15" name="Shape 309"/>
          <p:cNvSpPr/>
          <p:nvPr/>
        </p:nvSpPr>
        <p:spPr>
          <a:xfrm>
            <a:off x="6248400" y="48768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16" name="Shape 310"/>
          <p:cNvSpPr/>
          <p:nvPr/>
        </p:nvSpPr>
        <p:spPr>
          <a:xfrm>
            <a:off x="5486400" y="52260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5486400" y="52260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318" name="Shape 312"/>
          <p:cNvSpPr/>
          <p:nvPr/>
        </p:nvSpPr>
        <p:spPr>
          <a:xfrm>
            <a:off x="5308600" y="4165600"/>
            <a:ext cx="127000" cy="10604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19" name="Text 313"/>
          <p:cNvSpPr/>
          <p:nvPr/>
        </p:nvSpPr>
        <p:spPr>
          <a:xfrm>
            <a:off x="5892800" y="52070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6096000" y="5232400"/>
            <a:ext cx="762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21" name="Shape 315"/>
          <p:cNvSpPr/>
          <p:nvPr/>
        </p:nvSpPr>
        <p:spPr>
          <a:xfrm>
            <a:off x="6172200" y="5232400"/>
            <a:ext cx="762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22" name="Shape 316"/>
          <p:cNvSpPr/>
          <p:nvPr/>
        </p:nvSpPr>
        <p:spPr>
          <a:xfrm>
            <a:off x="6248400" y="5232400"/>
            <a:ext cx="762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23" name="Shape 317"/>
          <p:cNvSpPr/>
          <p:nvPr/>
        </p:nvSpPr>
        <p:spPr>
          <a:xfrm>
            <a:off x="6337300" y="41211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24" name="Shape 318"/>
          <p:cNvSpPr/>
          <p:nvPr/>
        </p:nvSpPr>
        <p:spPr>
          <a:xfrm>
            <a:off x="6375400" y="41211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6375400" y="41211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6337300" y="44767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27" name="Shape 321"/>
          <p:cNvSpPr/>
          <p:nvPr/>
        </p:nvSpPr>
        <p:spPr>
          <a:xfrm>
            <a:off x="6375400" y="44767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28" name="Text 322"/>
          <p:cNvSpPr/>
          <p:nvPr/>
        </p:nvSpPr>
        <p:spPr>
          <a:xfrm>
            <a:off x="6375400" y="44767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29" name="Shape 323"/>
          <p:cNvSpPr/>
          <p:nvPr/>
        </p:nvSpPr>
        <p:spPr>
          <a:xfrm>
            <a:off x="6337300" y="48323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30" name="Shape 324"/>
          <p:cNvSpPr/>
          <p:nvPr/>
        </p:nvSpPr>
        <p:spPr>
          <a:xfrm>
            <a:off x="6375400" y="48323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31" name="Text 325"/>
          <p:cNvSpPr/>
          <p:nvPr/>
        </p:nvSpPr>
        <p:spPr>
          <a:xfrm>
            <a:off x="6375400" y="48323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32" name="Shape 326"/>
          <p:cNvSpPr/>
          <p:nvPr/>
        </p:nvSpPr>
        <p:spPr>
          <a:xfrm>
            <a:off x="6337300" y="5187950"/>
            <a:ext cx="482600" cy="266700"/>
          </a:xfrm>
          <a:prstGeom prst="rect">
            <a:avLst/>
          </a:prstGeom>
          <a:solidFill>
            <a:srgbClr val="F5CC50"/>
          </a:solidFill>
          <a:ln/>
        </p:spPr>
      </p:sp>
      <p:sp>
        <p:nvSpPr>
          <p:cNvPr id="333" name="Shape 327"/>
          <p:cNvSpPr/>
          <p:nvPr/>
        </p:nvSpPr>
        <p:spPr>
          <a:xfrm>
            <a:off x="6375400" y="5187950"/>
            <a:ext cx="406400" cy="266700"/>
          </a:xfrm>
          <a:prstGeom prst="rect">
            <a:avLst/>
          </a:prstGeom>
          <a:solidFill>
            <a:srgbClr val="D2E455"/>
          </a:solidFill>
          <a:ln w="12700">
            <a:solidFill>
              <a:srgbClr val="6B6B2A"/>
            </a:solidFill>
            <a:prstDash val="solid"/>
          </a:ln>
        </p:spPr>
      </p:sp>
      <p:sp>
        <p:nvSpPr>
          <p:cNvPr id="334" name="Text 328"/>
          <p:cNvSpPr/>
          <p:nvPr/>
        </p:nvSpPr>
        <p:spPr>
          <a:xfrm>
            <a:off x="6375400" y="5187950"/>
            <a:ext cx="40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35" name="Shape 329"/>
          <p:cNvSpPr/>
          <p:nvPr/>
        </p:nvSpPr>
        <p:spPr>
          <a:xfrm>
            <a:off x="7086600" y="40640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336" name="Text 330"/>
          <p:cNvSpPr/>
          <p:nvPr/>
        </p:nvSpPr>
        <p:spPr>
          <a:xfrm>
            <a:off x="71247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37" name="Shape 331"/>
          <p:cNvSpPr/>
          <p:nvPr/>
        </p:nvSpPr>
        <p:spPr>
          <a:xfrm>
            <a:off x="7289800" y="41402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8" name="Shape 332"/>
          <p:cNvSpPr/>
          <p:nvPr/>
        </p:nvSpPr>
        <p:spPr>
          <a:xfrm>
            <a:off x="7410450" y="41402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9" name="Shape 333"/>
          <p:cNvSpPr/>
          <p:nvPr/>
        </p:nvSpPr>
        <p:spPr>
          <a:xfrm>
            <a:off x="7531100" y="41402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0" name="Text 334"/>
          <p:cNvSpPr/>
          <p:nvPr/>
        </p:nvSpPr>
        <p:spPr>
          <a:xfrm>
            <a:off x="7124700" y="44831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41" name="Shape 335"/>
          <p:cNvSpPr/>
          <p:nvPr/>
        </p:nvSpPr>
        <p:spPr>
          <a:xfrm>
            <a:off x="7289800" y="44831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2" name="Shape 336"/>
          <p:cNvSpPr/>
          <p:nvPr/>
        </p:nvSpPr>
        <p:spPr>
          <a:xfrm>
            <a:off x="7410450" y="44831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3" name="Shape 337"/>
          <p:cNvSpPr/>
          <p:nvPr/>
        </p:nvSpPr>
        <p:spPr>
          <a:xfrm>
            <a:off x="7531100" y="44831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4" name="Text 338"/>
          <p:cNvSpPr/>
          <p:nvPr/>
        </p:nvSpPr>
        <p:spPr>
          <a:xfrm>
            <a:off x="7124700" y="4826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45" name="Shape 339"/>
          <p:cNvSpPr/>
          <p:nvPr/>
        </p:nvSpPr>
        <p:spPr>
          <a:xfrm>
            <a:off x="7289800" y="48260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6" name="Shape 340"/>
          <p:cNvSpPr/>
          <p:nvPr/>
        </p:nvSpPr>
        <p:spPr>
          <a:xfrm>
            <a:off x="7410450" y="48260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7" name="Shape 341"/>
          <p:cNvSpPr/>
          <p:nvPr/>
        </p:nvSpPr>
        <p:spPr>
          <a:xfrm>
            <a:off x="7531100" y="48260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8" name="Text 342"/>
          <p:cNvSpPr/>
          <p:nvPr/>
        </p:nvSpPr>
        <p:spPr>
          <a:xfrm>
            <a:off x="7124700" y="51689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49" name="Shape 343"/>
          <p:cNvSpPr/>
          <p:nvPr/>
        </p:nvSpPr>
        <p:spPr>
          <a:xfrm>
            <a:off x="7289800" y="51689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50" name="Shape 344"/>
          <p:cNvSpPr/>
          <p:nvPr/>
        </p:nvSpPr>
        <p:spPr>
          <a:xfrm>
            <a:off x="7410450" y="51689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51" name="Shape 345"/>
          <p:cNvSpPr/>
          <p:nvPr/>
        </p:nvSpPr>
        <p:spPr>
          <a:xfrm>
            <a:off x="7531100" y="51689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52" name="Shape 346"/>
          <p:cNvSpPr/>
          <p:nvPr/>
        </p:nvSpPr>
        <p:spPr>
          <a:xfrm>
            <a:off x="7010400" y="5740400"/>
            <a:ext cx="203200" cy="1143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3" name="Shape 347"/>
          <p:cNvSpPr/>
          <p:nvPr/>
        </p:nvSpPr>
        <p:spPr>
          <a:xfrm>
            <a:off x="7213600" y="5854700"/>
            <a:ext cx="660400" cy="-3175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4" name="Shape 348"/>
          <p:cNvSpPr/>
          <p:nvPr/>
        </p:nvSpPr>
        <p:spPr>
          <a:xfrm>
            <a:off x="7874000" y="5537200"/>
            <a:ext cx="1016000" cy="-5080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5" name="Shape 349"/>
          <p:cNvSpPr/>
          <p:nvPr/>
        </p:nvSpPr>
        <p:spPr>
          <a:xfrm>
            <a:off x="8890000" y="5029200"/>
            <a:ext cx="889000" cy="-444500"/>
          </a:xfrm>
          <a:prstGeom prst="line">
            <a:avLst/>
          </a:prstGeom>
          <a:noFill/>
          <a:ln w="88900">
            <a:solidFill>
              <a:srgbClr val="C00000"/>
            </a:solidFill>
            <a:prstDash val="solid"/>
          </a:ln>
        </p:spPr>
      </p:sp>
      <p:sp>
        <p:nvSpPr>
          <p:cNvPr id="356" name="Shape 350"/>
          <p:cNvSpPr/>
          <p:nvPr/>
        </p:nvSpPr>
        <p:spPr>
          <a:xfrm rot="3780000">
            <a:off x="9829800" y="4241800"/>
            <a:ext cx="304800" cy="2540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357" name="Text 351"/>
          <p:cNvSpPr/>
          <p:nvPr/>
        </p:nvSpPr>
        <p:spPr>
          <a:xfrm rot="19320000">
            <a:off x="9321800" y="45720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Heads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977388" y="3744849"/>
            <a:ext cx="5325237" cy="18992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1660" y="2545501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Position Information</a:t>
            </a:r>
            <a:endParaRPr lang="en-US" sz="3960" dirty="0"/>
          </a:p>
        </p:txBody>
      </p:sp>
      <p:sp>
        <p:nvSpPr>
          <p:cNvPr id="7" name="Text 5"/>
          <p:cNvSpPr/>
          <p:nvPr/>
        </p:nvSpPr>
        <p:spPr>
          <a:xfrm>
            <a:off x="3342513" y="3942316"/>
            <a:ext cx="5334000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10" b="1" spc="15" kern="0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Position </a:t>
            </a:r>
            <a:pPr algn="l" indent="0" marL="0">
              <a:buNone/>
            </a:pPr>
            <a:r>
              <a:rPr lang="en-US" sz="311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3110" dirty="0"/>
          </a:p>
        </p:txBody>
      </p:sp>
      <p:sp>
        <p:nvSpPr>
          <p:cNvPr id="8" name="Text 6"/>
          <p:cNvSpPr/>
          <p:nvPr/>
        </p:nvSpPr>
        <p:spPr>
          <a:xfrm>
            <a:off x="3342513" y="4818870"/>
            <a:ext cx="5334000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10" b="1" spc="15" kern="0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Position </a:t>
            </a:r>
            <a:pPr algn="l" indent="0" marL="0">
              <a:buNone/>
            </a:pPr>
            <a:r>
              <a:rPr lang="en-US" sz="311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31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0" name="Text 88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1" name="Shape 129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2" name="Shape 130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3" name="Shape 131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4" name="Shape 132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35" name="Text 133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9" name="Shape 157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0" name="Shape 158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Text 163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66" name="Shape 164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0" name="Shape 188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2" name="Shape 200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9" name="Shape 207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17" name="Shape 215"/>
          <p:cNvSpPr/>
          <p:nvPr/>
        </p:nvSpPr>
        <p:spPr>
          <a:xfrm>
            <a:off x="6413500" y="3111500"/>
            <a:ext cx="901700" cy="698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8" name="Shape 216"/>
          <p:cNvSpPr/>
          <p:nvPr/>
        </p:nvSpPr>
        <p:spPr>
          <a:xfrm>
            <a:off x="7315200" y="3810000"/>
            <a:ext cx="914400" cy="863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9" name="Shape 217"/>
          <p:cNvSpPr/>
          <p:nvPr/>
        </p:nvSpPr>
        <p:spPr>
          <a:xfrm>
            <a:off x="2425700" y="3454400"/>
            <a:ext cx="1003300" cy="927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0" name="Shape 218"/>
          <p:cNvSpPr/>
          <p:nvPr/>
        </p:nvSpPr>
        <p:spPr>
          <a:xfrm>
            <a:off x="3429000" y="4381500"/>
            <a:ext cx="304800" cy="139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1" name="Shape 219"/>
          <p:cNvSpPr/>
          <p:nvPr/>
        </p:nvSpPr>
        <p:spPr>
          <a:xfrm flipV="1">
            <a:off x="2451100" y="5499100"/>
            <a:ext cx="571500" cy="685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2" name="Shape 220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28" name="Text 226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29" name="Shape 227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013700" y="3403600"/>
            <a:ext cx="1193800" cy="10795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013700" y="4419600"/>
            <a:ext cx="228600" cy="2794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474200" y="2578100"/>
            <a:ext cx="1181100" cy="2159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474200" y="2806700"/>
            <a:ext cx="1181100" cy="5588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474200" y="3365500"/>
            <a:ext cx="1181100" cy="1524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7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00" dirty="0"/>
          </a:p>
        </p:txBody>
      </p:sp>
      <p:sp>
        <p:nvSpPr>
          <p:cNvPr id="240" name="Shape 238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solidFill>
            <a:srgbClr val="807560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242" name="Shape 240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7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44" name="Shape 242"/>
          <p:cNvSpPr/>
          <p:nvPr/>
        </p:nvSpPr>
        <p:spPr>
          <a:xfrm>
            <a:off x="8089900" y="3517900"/>
            <a:ext cx="0" cy="162560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089900" y="3568700"/>
            <a:ext cx="127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rot="5400000">
            <a:off x="8223250" y="35306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089900" y="4445000"/>
            <a:ext cx="127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rot="5400000">
            <a:off x="8223250" y="44069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191500" y="4178300"/>
            <a:ext cx="5207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16200000">
            <a:off x="8121650" y="41402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191500" y="5105400"/>
            <a:ext cx="5334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16200000">
            <a:off x="8121650" y="50673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55A044"/>
          </a:solidFill>
          <a:ln w="6350">
            <a:solidFill>
              <a:srgbClr val="55A044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255" name="Shape 253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57" name="Shape 255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solidFill>
            <a:srgbClr val="6E7E62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259" name="Shape 257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9474200" y="4140200"/>
            <a:ext cx="88900" cy="279400"/>
          </a:xfrm>
          <a:prstGeom prst="rect">
            <a:avLst/>
          </a:prstGeom>
          <a:solidFill>
            <a:srgbClr val="C8F8E0"/>
          </a:solidFill>
          <a:ln w="3175">
            <a:solidFill>
              <a:srgbClr val="C8F8E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375900" y="4140200"/>
            <a:ext cx="190500" cy="279400"/>
          </a:xfrm>
          <a:prstGeom prst="rect">
            <a:avLst/>
          </a:prstGeom>
          <a:solidFill>
            <a:srgbClr val="B5BB97"/>
          </a:solidFill>
          <a:ln w="3175">
            <a:solidFill>
              <a:srgbClr val="B5BB97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solidFill>
            <a:srgbClr val="6E87E0"/>
          </a:solidFill>
          <a:ln w="12700">
            <a:solidFill>
              <a:srgbClr val="3A5697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6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9499600" y="351790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99600" y="393065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420350" y="3517900"/>
            <a:ext cx="0" cy="419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591800" y="2667000"/>
            <a:ext cx="0" cy="2463800"/>
          </a:xfrm>
          <a:prstGeom prst="line">
            <a:avLst/>
          </a:prstGeom>
          <a:noFill/>
          <a:ln w="50800">
            <a:solidFill>
              <a:srgbClr val="8CC62E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414000" y="2692400"/>
            <a:ext cx="1778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020300" y="3276600"/>
            <a:ext cx="5842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401300" y="34544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007600" y="4064000"/>
            <a:ext cx="5969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401300" y="42926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045700" y="5105400"/>
            <a:ext cx="5588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766300" y="39465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766300" y="40100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65690" y="2458720"/>
            <a:ext cx="0" cy="16256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65690" y="3181350"/>
            <a:ext cx="0" cy="16510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131050" y="5238750"/>
            <a:ext cx="4457700" cy="1066800"/>
          </a:xfrm>
          <a:prstGeom prst="rect">
            <a:avLst>
              <a:gd name="adj" fmla="val 10286"/>
            </a:avLst>
          </a:prstGeom>
          <a:solidFill>
            <a:srgbClr val="FFFF00">
              <a:alpha val="50000"/>
            </a:srgbClr>
          </a:solidFill>
          <a:ln w="3175">
            <a:solidFill>
              <a:srgbClr val="FFFF00">
                <a:alpha val="5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753860" y="4239260"/>
            <a:ext cx="906780" cy="90678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flipV="1" rot="20400000">
            <a:off x="7274560" y="4973955"/>
            <a:ext cx="371475" cy="57023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rot="20520000">
            <a:off x="7073900" y="5105400"/>
            <a:ext cx="279400" cy="1524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20520000">
            <a:off x="7162800" y="5149850"/>
            <a:ext cx="2032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 rot="20520000">
            <a:off x="6826250" y="4356100"/>
            <a:ext cx="7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8450" y="714364"/>
            <a:ext cx="109220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 of Input Sequence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52826" y="1222744"/>
            <a:ext cx="1268374" cy="59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4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45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45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6402" y="2046766"/>
            <a:ext cx="1228737" cy="59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600" b="1" dirty="0">
                <a:solidFill>
                  <a:srgbClr val="00A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6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600" b="1" dirty="0">
                <a:solidFill>
                  <a:srgbClr val="00A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6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50" dirty="0">
                <a:solidFill>
                  <a:srgbClr val="00A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word2vec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2826" y="2963824"/>
            <a:ext cx="1070190" cy="34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  <a:p>
            <a:pPr algn="l" indent="0" marL="0">
              <a:lnSpc>
                <a:spcPts val="146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9614" y="3973917"/>
            <a:ext cx="1083402" cy="38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40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47112" y="1275906"/>
            <a:ext cx="9473165" cy="558209"/>
          </a:xfrm>
          <a:prstGeom prst="roundRect">
            <a:avLst>
              <a:gd name="adj" fmla="val 9829"/>
            </a:avLst>
          </a:prstGeom>
          <a:ln w="12700">
            <a:solidFill>
              <a:srgbClr val="595959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2131708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1708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101486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1486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071263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1263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41040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1040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10817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0817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80595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0595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504130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4130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481834" y="1408813"/>
            <a:ext cx="8331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81834" y="1408813"/>
            <a:ext cx="833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076458" y="1474455"/>
            <a:ext cx="107950" cy="10795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4278" y="1474455"/>
            <a:ext cx="107950" cy="10795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58704" y="1474455"/>
            <a:ext cx="107950" cy="10795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96524" y="1474455"/>
            <a:ext cx="107950" cy="10795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94708" y="1474455"/>
            <a:ext cx="107950" cy="107950"/>
          </a:xfrm>
          <a:prstGeom prst="ellipse">
            <a:avLst/>
          </a:prstGeom>
          <a:solidFill>
            <a:srgbClr val="7F7F7F"/>
          </a:solidFill>
          <a:ln w="3175">
            <a:solidFill>
              <a:srgbClr val="7F7F7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688" y="2053412"/>
            <a:ext cx="9499590" cy="505046"/>
          </a:xfrm>
          <a:prstGeom prst="roundRect">
            <a:avLst>
              <a:gd name="adj" fmla="val 10863"/>
            </a:avLst>
          </a:prstGeom>
          <a:solidFill>
            <a:srgbClr val="E7FEE9"/>
          </a:solidFill>
          <a:ln w="12700">
            <a:solidFill>
              <a:srgbClr val="00A550"/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>
            <a:off x="2211356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43479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75601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7723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39845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71968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25762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89061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21183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3306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85428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17550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9672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03467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40341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72464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04586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36708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8830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953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54747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118046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50168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82290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14413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46535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78657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32452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82538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14661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6783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78905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11027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43150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96944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033819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65941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98063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30185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62307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94430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48224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504505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36627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768749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900871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032994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165116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618910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0535058" y="2179673"/>
            <a:ext cx="132122" cy="239232"/>
          </a:xfrm>
          <a:prstGeom prst="rect">
            <a:avLst/>
          </a:prstGeom>
          <a:solidFill>
            <a:srgbClr val="EFE9BE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667180" y="2179673"/>
            <a:ext cx="132122" cy="239232"/>
          </a:xfrm>
          <a:prstGeom prst="rect">
            <a:avLst/>
          </a:prstGeom>
          <a:solidFill>
            <a:srgbClr val="EAF8D8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799303" y="2179673"/>
            <a:ext cx="132122" cy="239232"/>
          </a:xfrm>
          <a:prstGeom prst="rect">
            <a:avLst/>
          </a:prstGeom>
          <a:solidFill>
            <a:srgbClr val="F2A7C3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931425" y="2179673"/>
            <a:ext cx="132122" cy="239232"/>
          </a:xfrm>
          <a:prstGeom prst="rect">
            <a:avLst/>
          </a:prstGeom>
          <a:solidFill>
            <a:srgbClr val="E9E7F4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063547" y="2179673"/>
            <a:ext cx="132122" cy="239232"/>
          </a:xfrm>
          <a:prstGeom prst="rect">
            <a:avLst/>
          </a:prstGeom>
          <a:solidFill>
            <a:srgbClr val="F2DEE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195669" y="2179673"/>
            <a:ext cx="132122" cy="239232"/>
          </a:xfrm>
          <a:prstGeom prst="rect">
            <a:avLst/>
          </a:prstGeom>
          <a:solidFill>
            <a:srgbClr val="E6DDDB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649464" y="2166973"/>
            <a:ext cx="431800" cy="26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076458" y="2258605"/>
            <a:ext cx="107950" cy="10795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14278" y="2258605"/>
            <a:ext cx="107950" cy="10795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558704" y="2258605"/>
            <a:ext cx="107950" cy="10795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96524" y="2258605"/>
            <a:ext cx="107950" cy="10795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994708" y="2258605"/>
            <a:ext cx="107950" cy="107950"/>
          </a:xfrm>
          <a:prstGeom prst="ellipse">
            <a:avLst/>
          </a:prstGeom>
          <a:solidFill>
            <a:srgbClr val="00A550"/>
          </a:solidFill>
          <a:ln w="3175">
            <a:solidFill>
              <a:srgbClr val="00A55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920688" y="2884080"/>
            <a:ext cx="9499590" cy="518337"/>
          </a:xfrm>
          <a:prstGeom prst="roundRect">
            <a:avLst>
              <a:gd name="adj" fmla="val 10585"/>
            </a:avLst>
          </a:prstGeom>
          <a:solidFill>
            <a:srgbClr val="C9C7F6"/>
          </a:solidFill>
          <a:ln w="12700">
            <a:solidFill>
              <a:srgbClr val="3333CC"/>
            </a:solidFill>
            <a:prstDash val="sysDash"/>
          </a:ln>
        </p:spPr>
      </p:sp>
      <p:sp>
        <p:nvSpPr>
          <p:cNvPr id="95" name="Shape 93"/>
          <p:cNvSpPr/>
          <p:nvPr/>
        </p:nvSpPr>
        <p:spPr>
          <a:xfrm>
            <a:off x="2052810" y="2917307"/>
            <a:ext cx="753097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052810" y="2917307"/>
            <a:ext cx="753097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0</a:t>
            </a:r>
            <a:endParaRPr lang="en-US" sz="1350" dirty="0"/>
          </a:p>
        </p:txBody>
      </p:sp>
      <p:sp>
        <p:nvSpPr>
          <p:cNvPr id="97" name="Shape 95"/>
          <p:cNvSpPr/>
          <p:nvPr/>
        </p:nvSpPr>
        <p:spPr>
          <a:xfrm>
            <a:off x="3043727" y="2917307"/>
            <a:ext cx="792733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043727" y="2917307"/>
            <a:ext cx="792733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1</a:t>
            </a:r>
            <a:endParaRPr lang="en-US" sz="1350" dirty="0"/>
          </a:p>
        </p:txBody>
      </p:sp>
      <p:sp>
        <p:nvSpPr>
          <p:cNvPr id="99" name="Shape 97"/>
          <p:cNvSpPr/>
          <p:nvPr/>
        </p:nvSpPr>
        <p:spPr>
          <a:xfrm>
            <a:off x="4008219" y="2917307"/>
            <a:ext cx="805946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008219" y="2917307"/>
            <a:ext cx="805946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2</a:t>
            </a:r>
            <a:endParaRPr lang="en-US" sz="1350" dirty="0"/>
          </a:p>
        </p:txBody>
      </p:sp>
      <p:sp>
        <p:nvSpPr>
          <p:cNvPr id="101" name="Shape 99"/>
          <p:cNvSpPr/>
          <p:nvPr/>
        </p:nvSpPr>
        <p:spPr>
          <a:xfrm>
            <a:off x="4985924" y="2917307"/>
            <a:ext cx="673823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85924" y="2917307"/>
            <a:ext cx="673823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3</a:t>
            </a:r>
            <a:endParaRPr lang="en-US" sz="1350" dirty="0"/>
          </a:p>
        </p:txBody>
      </p:sp>
      <p:sp>
        <p:nvSpPr>
          <p:cNvPr id="103" name="Shape 101"/>
          <p:cNvSpPr/>
          <p:nvPr/>
        </p:nvSpPr>
        <p:spPr>
          <a:xfrm>
            <a:off x="6095751" y="2917307"/>
            <a:ext cx="660611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095751" y="2917307"/>
            <a:ext cx="660611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4</a:t>
            </a:r>
            <a:endParaRPr lang="en-US" sz="1350" dirty="0"/>
          </a:p>
        </p:txBody>
      </p:sp>
      <p:sp>
        <p:nvSpPr>
          <p:cNvPr id="105" name="Shape 103"/>
          <p:cNvSpPr/>
          <p:nvPr/>
        </p:nvSpPr>
        <p:spPr>
          <a:xfrm>
            <a:off x="6941333" y="2917307"/>
            <a:ext cx="779521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41333" y="2917307"/>
            <a:ext cx="779521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5</a:t>
            </a:r>
            <a:endParaRPr lang="en-US" sz="1350" dirty="0"/>
          </a:p>
        </p:txBody>
      </p:sp>
      <p:sp>
        <p:nvSpPr>
          <p:cNvPr id="107" name="Shape 105"/>
          <p:cNvSpPr/>
          <p:nvPr/>
        </p:nvSpPr>
        <p:spPr>
          <a:xfrm>
            <a:off x="9398807" y="2917307"/>
            <a:ext cx="872007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398807" y="2917307"/>
            <a:ext cx="872007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350" dirty="0"/>
          </a:p>
        </p:txBody>
      </p:sp>
      <p:sp>
        <p:nvSpPr>
          <p:cNvPr id="109" name="Shape 107"/>
          <p:cNvSpPr/>
          <p:nvPr/>
        </p:nvSpPr>
        <p:spPr>
          <a:xfrm>
            <a:off x="10389724" y="2917307"/>
            <a:ext cx="872007" cy="465174"/>
          </a:xfrm>
          <a:prstGeom prst="rect">
            <a:avLst/>
          </a:prstGeom>
          <a:ln w="12700">
            <a:solidFill>
              <a:srgbClr val="3333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0389724" y="2917307"/>
            <a:ext cx="872007" cy="4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3333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350" dirty="0"/>
          </a:p>
        </p:txBody>
      </p:sp>
      <p:sp>
        <p:nvSpPr>
          <p:cNvPr id="111" name="Shape 109"/>
          <p:cNvSpPr/>
          <p:nvPr/>
        </p:nvSpPr>
        <p:spPr>
          <a:xfrm>
            <a:off x="8076458" y="3049401"/>
            <a:ext cx="107950" cy="10795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14278" y="3049401"/>
            <a:ext cx="107950" cy="10795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58704" y="3049401"/>
            <a:ext cx="107950" cy="10795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796524" y="3049401"/>
            <a:ext cx="107950" cy="10795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994708" y="3049401"/>
            <a:ext cx="107950" cy="107950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3333013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4304112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5281817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6252915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7224014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10731859" y="3314625"/>
            <a:ext cx="95250" cy="82550"/>
          </a:xfrm>
          <a:prstGeom prst="triangl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617968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3" name="Text 121"/>
          <p:cNvSpPr/>
          <p:nvPr/>
        </p:nvSpPr>
        <p:spPr>
          <a:xfrm>
            <a:off x="3622097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4" name="Text 122"/>
          <p:cNvSpPr/>
          <p:nvPr/>
        </p:nvSpPr>
        <p:spPr>
          <a:xfrm>
            <a:off x="4613014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5" name="Text 123"/>
          <p:cNvSpPr/>
          <p:nvPr/>
        </p:nvSpPr>
        <p:spPr>
          <a:xfrm>
            <a:off x="5617143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6" name="Text 124"/>
          <p:cNvSpPr/>
          <p:nvPr/>
        </p:nvSpPr>
        <p:spPr>
          <a:xfrm>
            <a:off x="6568423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7" name="Text 125"/>
          <p:cNvSpPr/>
          <p:nvPr/>
        </p:nvSpPr>
        <p:spPr>
          <a:xfrm>
            <a:off x="10069662" y="35025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2000" dirty="0"/>
          </a:p>
        </p:txBody>
      </p:sp>
      <p:sp>
        <p:nvSpPr>
          <p:cNvPr id="128" name="Shape 126"/>
          <p:cNvSpPr/>
          <p:nvPr/>
        </p:nvSpPr>
        <p:spPr>
          <a:xfrm>
            <a:off x="1933900" y="3907463"/>
            <a:ext cx="9473165" cy="491756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791633" y="3985165"/>
            <a:ext cx="9652000" cy="38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2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</a:t>
            </a:r>
            <a:pPr algn="ctr" indent="0" marL="0">
              <a:buNone/>
            </a:pPr>
            <a:r>
              <a:rPr lang="en-US" sz="2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Encoding and Position Information (for Each Word)</a:t>
            </a:r>
            <a:endParaRPr lang="en-US" sz="2020" dirty="0"/>
          </a:p>
        </p:txBody>
      </p:sp>
      <p:sp>
        <p:nvSpPr>
          <p:cNvPr id="130" name="Shape 128"/>
          <p:cNvSpPr/>
          <p:nvPr/>
        </p:nvSpPr>
        <p:spPr>
          <a:xfrm>
            <a:off x="7820090" y="3508743"/>
            <a:ext cx="105410" cy="28958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7790245" y="3798332"/>
            <a:ext cx="165100" cy="825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213979" y="2604976"/>
            <a:ext cx="105410" cy="121993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9184134" y="3824913"/>
            <a:ext cx="165100" cy="825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564928" y="4399219"/>
            <a:ext cx="105410" cy="302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6535083" y="4702099"/>
            <a:ext cx="165100" cy="825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564928" y="5568800"/>
            <a:ext cx="105410" cy="27629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6535083" y="5845098"/>
            <a:ext cx="165100" cy="82550"/>
          </a:xfrm>
          <a:prstGeom prst="triangl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894263" y="4758068"/>
            <a:ext cx="9526014" cy="531628"/>
          </a:xfrm>
          <a:prstGeom prst="roundRect">
            <a:avLst>
              <a:gd name="adj" fmla="val 1032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ysDash"/>
          </a:ln>
        </p:spPr>
      </p:sp>
      <p:sp>
        <p:nvSpPr>
          <p:cNvPr id="139" name="Shape 137"/>
          <p:cNvSpPr/>
          <p:nvPr/>
        </p:nvSpPr>
        <p:spPr>
          <a:xfrm>
            <a:off x="2131708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131708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0</a:t>
            </a:r>
            <a:endParaRPr lang="en-US" sz="1350" dirty="0"/>
          </a:p>
        </p:txBody>
      </p:sp>
      <p:sp>
        <p:nvSpPr>
          <p:cNvPr id="141" name="Shape 139"/>
          <p:cNvSpPr/>
          <p:nvPr/>
        </p:nvSpPr>
        <p:spPr>
          <a:xfrm>
            <a:off x="3101486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101486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1</a:t>
            </a:r>
            <a:endParaRPr lang="en-US" sz="1350" dirty="0"/>
          </a:p>
        </p:txBody>
      </p:sp>
      <p:sp>
        <p:nvSpPr>
          <p:cNvPr id="143" name="Shape 141"/>
          <p:cNvSpPr/>
          <p:nvPr/>
        </p:nvSpPr>
        <p:spPr>
          <a:xfrm>
            <a:off x="4071263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071263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2</a:t>
            </a:r>
            <a:endParaRPr lang="en-US" sz="1350" dirty="0"/>
          </a:p>
        </p:txBody>
      </p:sp>
      <p:sp>
        <p:nvSpPr>
          <p:cNvPr id="145" name="Shape 143"/>
          <p:cNvSpPr/>
          <p:nvPr/>
        </p:nvSpPr>
        <p:spPr>
          <a:xfrm>
            <a:off x="5041040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041040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3</a:t>
            </a:r>
            <a:endParaRPr lang="en-US" sz="1350" dirty="0"/>
          </a:p>
        </p:txBody>
      </p:sp>
      <p:sp>
        <p:nvSpPr>
          <p:cNvPr id="147" name="Shape 145"/>
          <p:cNvSpPr/>
          <p:nvPr/>
        </p:nvSpPr>
        <p:spPr>
          <a:xfrm>
            <a:off x="6010817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010817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4</a:t>
            </a:r>
            <a:endParaRPr lang="en-US" sz="1350" dirty="0"/>
          </a:p>
        </p:txBody>
      </p:sp>
      <p:sp>
        <p:nvSpPr>
          <p:cNvPr id="149" name="Shape 147"/>
          <p:cNvSpPr/>
          <p:nvPr/>
        </p:nvSpPr>
        <p:spPr>
          <a:xfrm>
            <a:off x="6980595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980595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5</a:t>
            </a:r>
            <a:endParaRPr lang="en-US" sz="1350" dirty="0"/>
          </a:p>
        </p:txBody>
      </p:sp>
      <p:sp>
        <p:nvSpPr>
          <p:cNvPr id="151" name="Shape 149"/>
          <p:cNvSpPr/>
          <p:nvPr/>
        </p:nvSpPr>
        <p:spPr>
          <a:xfrm>
            <a:off x="9504130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504130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350" dirty="0"/>
          </a:p>
        </p:txBody>
      </p:sp>
      <p:sp>
        <p:nvSpPr>
          <p:cNvPr id="153" name="Shape 151"/>
          <p:cNvSpPr/>
          <p:nvPr/>
        </p:nvSpPr>
        <p:spPr>
          <a:xfrm>
            <a:off x="10481834" y="4797940"/>
            <a:ext cx="833120" cy="445238"/>
          </a:xfrm>
          <a:prstGeom prst="rect">
            <a:avLst/>
          </a:prstGeom>
          <a:solidFill>
            <a:srgbClr val="FAEEEE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481834" y="4797940"/>
            <a:ext cx="833120" cy="44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I/P </a:t>
            </a:r>
            <a:pPr algn="ctr" indent="0" marL="0">
              <a:lnSpc>
                <a:spcPts val="1350"/>
              </a:lnSpc>
              <a:buNone/>
            </a:pPr>
            <a:r>
              <a:rPr lang="en-US" sz="8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350" dirty="0"/>
          </a:p>
        </p:txBody>
      </p:sp>
      <p:pic>
        <p:nvPicPr>
          <p:cNvPr id="155" name="Image 0" descr="/home/ahmed/Projects/ai_llm_slides/videos/deep-learning/002_transformers_part2/recreated_pptx/build/assets/brace_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234" y="5316277"/>
            <a:ext cx="9076798" cy="279105"/>
          </a:xfrm>
          <a:prstGeom prst="rect">
            <a:avLst/>
          </a:prstGeom>
        </p:spPr>
      </p:pic>
      <p:sp>
        <p:nvSpPr>
          <p:cNvPr id="156" name="Text 153"/>
          <p:cNvSpPr/>
          <p:nvPr/>
        </p:nvSpPr>
        <p:spPr>
          <a:xfrm>
            <a:off x="2801027" y="6026373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first Self Attention Layer in Transformer</a:t>
            </a:r>
            <a:endParaRPr lang="en-US" sz="1400" dirty="0"/>
          </a:p>
        </p:txBody>
      </p:sp>
      <p:sp>
        <p:nvSpPr>
          <p:cNvPr id="157" name="Shape 154"/>
          <p:cNvSpPr/>
          <p:nvPr/>
        </p:nvSpPr>
        <p:spPr>
          <a:xfrm>
            <a:off x="625890" y="5515637"/>
            <a:ext cx="1770438" cy="1302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00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702090" y="5566437"/>
            <a:ext cx="787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00" dirty="0"/>
          </a:p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00" dirty="0"/>
          </a:p>
        </p:txBody>
      </p:sp>
      <p:sp>
        <p:nvSpPr>
          <p:cNvPr id="159" name="Shape 156"/>
          <p:cNvSpPr/>
          <p:nvPr/>
        </p:nvSpPr>
        <p:spPr>
          <a:xfrm>
            <a:off x="2081310" y="5515637"/>
            <a:ext cx="0" cy="15938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821595" y="5675022"/>
            <a:ext cx="158750" cy="1587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1821595" y="5675022"/>
            <a:ext cx="15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</a:t>
            </a:r>
            <a:endParaRPr lang="en-US" sz="1300" dirty="0"/>
          </a:p>
        </p:txBody>
      </p:sp>
      <p:sp>
        <p:nvSpPr>
          <p:cNvPr id="162" name="Shape 159"/>
          <p:cNvSpPr/>
          <p:nvPr/>
        </p:nvSpPr>
        <p:spPr>
          <a:xfrm>
            <a:off x="2001935" y="5675022"/>
            <a:ext cx="158750" cy="1587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2001935" y="5675022"/>
            <a:ext cx="158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64" name="Shape 161"/>
          <p:cNvSpPr/>
          <p:nvPr/>
        </p:nvSpPr>
        <p:spPr>
          <a:xfrm>
            <a:off x="1980345" y="5754397"/>
            <a:ext cx="2159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1485680" y="5967757"/>
            <a:ext cx="910590" cy="345440"/>
          </a:xfrm>
          <a:prstGeom prst="rect">
            <a:avLst/>
          </a:prstGeom>
          <a:solidFill>
            <a:srgbClr val="F4B8D0"/>
          </a:solidFill>
          <a:ln w="9525">
            <a:solidFill>
              <a:srgbClr val="C88AA6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1485680" y="5967757"/>
            <a:ext cx="91059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1991775" y="5833772"/>
            <a:ext cx="0" cy="13398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8" name="Shape 165"/>
          <p:cNvSpPr/>
          <p:nvPr/>
        </p:nvSpPr>
        <p:spPr>
          <a:xfrm>
            <a:off x="1991775" y="6351297"/>
            <a:ext cx="0" cy="2159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169" name="Text 166"/>
          <p:cNvSpPr/>
          <p:nvPr/>
        </p:nvSpPr>
        <p:spPr>
          <a:xfrm>
            <a:off x="1850170" y="6579897"/>
            <a:ext cx="5588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800" dirty="0"/>
          </a:p>
        </p:txBody>
      </p:sp>
      <p:sp>
        <p:nvSpPr>
          <p:cNvPr id="170" name="Shape 167"/>
          <p:cNvSpPr/>
          <p:nvPr/>
        </p:nvSpPr>
        <p:spPr>
          <a:xfrm>
            <a:off x="11492944" y="1993604"/>
            <a:ext cx="0" cy="398721"/>
          </a:xfrm>
          <a:prstGeom prst="line">
            <a:avLst/>
          </a:prstGeom>
          <a:noFill/>
          <a:ln w="15875">
            <a:solidFill>
              <a:srgbClr val="C00000"/>
            </a:solidFill>
            <a:prstDash val="sysDash"/>
          </a:ln>
        </p:spPr>
      </p:sp>
      <p:sp>
        <p:nvSpPr>
          <p:cNvPr id="171" name="Shape 168"/>
          <p:cNvSpPr/>
          <p:nvPr/>
        </p:nvSpPr>
        <p:spPr>
          <a:xfrm>
            <a:off x="11492944" y="2458778"/>
            <a:ext cx="0" cy="1129709"/>
          </a:xfrm>
          <a:prstGeom prst="line">
            <a:avLst/>
          </a:prstGeom>
          <a:noFill/>
          <a:ln w="15875">
            <a:solidFill>
              <a:srgbClr val="C00000"/>
            </a:solidFill>
            <a:prstDash val="sysDash"/>
          </a:ln>
        </p:spPr>
      </p:sp>
      <p:sp>
        <p:nvSpPr>
          <p:cNvPr id="172" name="Text 169"/>
          <p:cNvSpPr/>
          <p:nvPr/>
        </p:nvSpPr>
        <p:spPr>
          <a:xfrm>
            <a:off x="2449177" y="6207934"/>
            <a:ext cx="971558" cy="474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4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</a:t>
            </a:r>
            <a:endParaRPr lang="en-US" sz="140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4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8167" y="1475267"/>
            <a:ext cx="10814206" cy="3262865"/>
          </a:xfrm>
          <a:prstGeom prst="rect">
            <a:avLst/>
          </a:prstGeom>
          <a:solidFill>
            <a:srgbClr val="FFFFFF"/>
          </a:solidFill>
          <a:ln w="15875">
            <a:solidFill>
              <a:srgbClr val="3529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499" y="672438"/>
            <a:ext cx="990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AE1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Position </a:t>
            </a:r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000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920661" y="1800889"/>
            <a:ext cx="9532620" cy="531628"/>
          </a:xfrm>
          <a:prstGeom prst="roundRect">
            <a:avLst>
              <a:gd name="adj" fmla="val 10320"/>
            </a:avLst>
          </a:prstGeom>
          <a:solidFill>
            <a:srgbClr val="C8C5F6"/>
          </a:solidFill>
          <a:ln w="12700">
            <a:solidFill>
              <a:srgbClr val="2E2A62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2099026" y="1907214"/>
            <a:ext cx="779521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5269" y="1907214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63519" y="1907214"/>
            <a:ext cx="779521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9761" y="1907214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41223" y="1907214"/>
            <a:ext cx="792733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466" y="1907214"/>
            <a:ext cx="792733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05716" y="1907214"/>
            <a:ext cx="792733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1958" y="1907214"/>
            <a:ext cx="792733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83420" y="1907214"/>
            <a:ext cx="779521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9663" y="1907214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47913" y="1907214"/>
            <a:ext cx="792733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4155" y="1907214"/>
            <a:ext cx="792733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31811" y="1907214"/>
            <a:ext cx="845582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8054" y="1907214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35940" y="1907214"/>
            <a:ext cx="845582" cy="292395"/>
          </a:xfrm>
          <a:prstGeom prst="rect">
            <a:avLst/>
          </a:prstGeom>
          <a:solidFill>
            <a:srgbClr val="CFCEF8"/>
          </a:solidFill>
          <a:ln w="12700">
            <a:solidFill>
              <a:srgbClr val="2E2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82183" y="1907214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06287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7501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8534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19747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17931" y="2016198"/>
            <a:ext cx="114300" cy="114300"/>
          </a:xfrm>
          <a:prstGeom prst="ellipse">
            <a:avLst/>
          </a:prstGeom>
          <a:solidFill>
            <a:srgbClr val="7A96C0"/>
          </a:solidFill>
          <a:ln w="3175">
            <a:solidFill>
              <a:srgbClr val="7A96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13050" y="2339162"/>
            <a:ext cx="101600" cy="434901"/>
          </a:xfrm>
          <a:prstGeom prst="rect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587650" y="2774063"/>
            <a:ext cx="152400" cy="63500"/>
          </a:xfrm>
          <a:prstGeom prst="triangle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40479" y="2850853"/>
            <a:ext cx="9605287" cy="491756"/>
          </a:xfrm>
          <a:prstGeom prst="rect">
            <a:avLst/>
          </a:prstGeom>
          <a:solidFill>
            <a:srgbClr val="0000A6"/>
          </a:solidFill>
          <a:ln w="12700">
            <a:solidFill>
              <a:srgbClr val="0000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40479" y="2850853"/>
            <a:ext cx="9605287" cy="491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50" b="1" spc="170" kern="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pPr algn="ctr" indent="0" marL="0">
              <a:buNone/>
            </a:pPr>
            <a:r>
              <a:rPr lang="en-US" sz="1850" b="1" spc="6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map the positions to real valued vectors</a:t>
            </a:r>
            <a:endParaRPr lang="en-US" sz="2050" dirty="0"/>
          </a:p>
        </p:txBody>
      </p:sp>
      <p:sp>
        <p:nvSpPr>
          <p:cNvPr id="33" name="Shape 31"/>
          <p:cNvSpPr/>
          <p:nvPr/>
        </p:nvSpPr>
        <p:spPr>
          <a:xfrm>
            <a:off x="6599581" y="3349254"/>
            <a:ext cx="88900" cy="434901"/>
          </a:xfrm>
          <a:prstGeom prst="rect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567831" y="3784155"/>
            <a:ext cx="152400" cy="63500"/>
          </a:xfrm>
          <a:prstGeom prst="triangle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20661" y="3847655"/>
            <a:ext cx="9519408" cy="518337"/>
          </a:xfrm>
          <a:prstGeom prst="roundRect">
            <a:avLst>
              <a:gd name="adj" fmla="val 10585"/>
            </a:avLst>
          </a:prstGeom>
          <a:solidFill>
            <a:srgbClr val="EBFFD8"/>
          </a:solidFill>
          <a:ln w="12700">
            <a:solidFill>
              <a:srgbClr val="5A8568"/>
            </a:solidFill>
            <a:prstDash val="sysDash"/>
          </a:ln>
        </p:spPr>
      </p:sp>
      <p:sp>
        <p:nvSpPr>
          <p:cNvPr id="36" name="Shape 34"/>
          <p:cNvSpPr/>
          <p:nvPr/>
        </p:nvSpPr>
        <p:spPr>
          <a:xfrm>
            <a:off x="2099026" y="3980562"/>
            <a:ext cx="779521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9389" y="3987472"/>
            <a:ext cx="7795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P0</a:t>
            </a:r>
            <a:endParaRPr lang="en-US" sz="1560" dirty="0"/>
          </a:p>
        </p:txBody>
      </p:sp>
      <p:sp>
        <p:nvSpPr>
          <p:cNvPr id="38" name="Shape 36"/>
          <p:cNvSpPr/>
          <p:nvPr/>
        </p:nvSpPr>
        <p:spPr>
          <a:xfrm>
            <a:off x="3063519" y="3980562"/>
            <a:ext cx="779521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23882" y="3987472"/>
            <a:ext cx="7795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560" dirty="0"/>
          </a:p>
        </p:txBody>
      </p:sp>
      <p:sp>
        <p:nvSpPr>
          <p:cNvPr id="40" name="Shape 38"/>
          <p:cNvSpPr/>
          <p:nvPr/>
        </p:nvSpPr>
        <p:spPr>
          <a:xfrm>
            <a:off x="4041223" y="3980562"/>
            <a:ext cx="792733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1587" y="3987472"/>
            <a:ext cx="79273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560" dirty="0"/>
          </a:p>
        </p:txBody>
      </p:sp>
      <p:sp>
        <p:nvSpPr>
          <p:cNvPr id="42" name="Shape 40"/>
          <p:cNvSpPr/>
          <p:nvPr/>
        </p:nvSpPr>
        <p:spPr>
          <a:xfrm>
            <a:off x="5005716" y="3980562"/>
            <a:ext cx="792733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6079" y="3987472"/>
            <a:ext cx="79273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560" dirty="0"/>
          </a:p>
        </p:txBody>
      </p:sp>
      <p:sp>
        <p:nvSpPr>
          <p:cNvPr id="44" name="Shape 42"/>
          <p:cNvSpPr/>
          <p:nvPr/>
        </p:nvSpPr>
        <p:spPr>
          <a:xfrm>
            <a:off x="5983420" y="3980562"/>
            <a:ext cx="779521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784" y="3987472"/>
            <a:ext cx="7795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560" dirty="0"/>
          </a:p>
        </p:txBody>
      </p:sp>
      <p:sp>
        <p:nvSpPr>
          <p:cNvPr id="46" name="Shape 44"/>
          <p:cNvSpPr/>
          <p:nvPr/>
        </p:nvSpPr>
        <p:spPr>
          <a:xfrm>
            <a:off x="6947913" y="3980562"/>
            <a:ext cx="792733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8276" y="3987472"/>
            <a:ext cx="792733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1560" dirty="0"/>
          </a:p>
        </p:txBody>
      </p:sp>
      <p:sp>
        <p:nvSpPr>
          <p:cNvPr id="48" name="Shape 46"/>
          <p:cNvSpPr/>
          <p:nvPr/>
        </p:nvSpPr>
        <p:spPr>
          <a:xfrm>
            <a:off x="9431811" y="3980562"/>
            <a:ext cx="845582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92174" y="3987472"/>
            <a:ext cx="84558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PN-2</a:t>
            </a:r>
            <a:endParaRPr lang="en-US" sz="1560" dirty="0"/>
          </a:p>
        </p:txBody>
      </p:sp>
      <p:sp>
        <p:nvSpPr>
          <p:cNvPr id="50" name="Shape 48"/>
          <p:cNvSpPr/>
          <p:nvPr/>
        </p:nvSpPr>
        <p:spPr>
          <a:xfrm>
            <a:off x="10435940" y="3980562"/>
            <a:ext cx="845582" cy="292395"/>
          </a:xfrm>
          <a:prstGeom prst="rect">
            <a:avLst/>
          </a:prstGeom>
          <a:ln w="12700">
            <a:solidFill>
              <a:srgbClr val="D1CB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96303" y="3987472"/>
            <a:ext cx="84558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72"/>
              </a:lnSpc>
              <a:buNone/>
            </a:pPr>
            <a:r>
              <a:rPr lang="en-US" sz="1560" b="1" i="1" dirty="0">
                <a:solidFill>
                  <a:srgbClr val="14187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lnSpc>
                <a:spcPts val="1872"/>
              </a:lnSpc>
              <a:buNone/>
            </a:pPr>
            <a:r>
              <a:rPr lang="en-US" sz="1000" i="1" baseline="-4000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PN-1</a:t>
            </a:r>
            <a:endParaRPr lang="en-US" sz="1560" dirty="0"/>
          </a:p>
        </p:txBody>
      </p:sp>
      <p:sp>
        <p:nvSpPr>
          <p:cNvPr id="52" name="Shape 50"/>
          <p:cNvSpPr/>
          <p:nvPr/>
        </p:nvSpPr>
        <p:spPr>
          <a:xfrm flipH="1">
            <a:off x="3750554" y="3335964"/>
            <a:ext cx="290669" cy="1714499"/>
          </a:xfrm>
          <a:prstGeom prst="line">
            <a:avLst/>
          </a:prstGeom>
          <a:noFill/>
          <a:ln w="12700">
            <a:solidFill>
              <a:srgbClr val="D4C8A8"/>
            </a:solidFill>
            <a:prstDash val="solid"/>
          </a:ln>
        </p:spPr>
      </p:sp>
      <p:pic>
        <p:nvPicPr>
          <p:cNvPr id="53" name="Image 0" descr="/home/ahmed/Projects/ai_llm_slides/videos/deep-learning/002_transformers_part2/recreated_pptx/build/assets/brace_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814" y="4465672"/>
            <a:ext cx="9116435" cy="206006"/>
          </a:xfrm>
          <a:prstGeom prst="rect">
            <a:avLst/>
          </a:prstGeom>
        </p:spPr>
      </p:pic>
      <p:sp>
        <p:nvSpPr>
          <p:cNvPr id="54" name="Shape 51"/>
          <p:cNvSpPr/>
          <p:nvPr/>
        </p:nvSpPr>
        <p:spPr>
          <a:xfrm>
            <a:off x="738167" y="5057108"/>
            <a:ext cx="2536747" cy="1528430"/>
          </a:xfrm>
          <a:prstGeom prst="rect">
            <a:avLst/>
          </a:prstGeom>
          <a:solidFill>
            <a:srgbClr val="F8FCE0"/>
          </a:solidFill>
          <a:ln w="12700">
            <a:solidFill>
              <a:srgbClr val="DCD0B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70289" y="5248392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with</a:t>
            </a:r>
            <a:endParaRPr lang="en-US" sz="1610" dirty="0"/>
          </a:p>
        </p:txBody>
      </p:sp>
      <p:sp>
        <p:nvSpPr>
          <p:cNvPr id="56" name="Text 53"/>
          <p:cNvSpPr/>
          <p:nvPr/>
        </p:nvSpPr>
        <p:spPr>
          <a:xfrm>
            <a:off x="870289" y="5487625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610" dirty="0"/>
          </a:p>
        </p:txBody>
      </p:sp>
      <p:sp>
        <p:nvSpPr>
          <p:cNvPr id="57" name="Text 54"/>
          <p:cNvSpPr/>
          <p:nvPr/>
        </p:nvSpPr>
        <p:spPr>
          <a:xfrm>
            <a:off x="870289" y="5946154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with</a:t>
            </a:r>
            <a:endParaRPr lang="en-US" sz="1610" dirty="0"/>
          </a:p>
        </p:txBody>
      </p:sp>
      <p:sp>
        <p:nvSpPr>
          <p:cNvPr id="58" name="Text 55"/>
          <p:cNvSpPr/>
          <p:nvPr/>
        </p:nvSpPr>
        <p:spPr>
          <a:xfrm>
            <a:off x="870289" y="6165450"/>
            <a:ext cx="2435147" cy="30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610" b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</a:t>
            </a:r>
            <a:pPr algn="l" indent="0" marL="0">
              <a:lnSpc>
                <a:spcPts val="1932"/>
              </a:lnSpc>
              <a:buNone/>
            </a:pPr>
            <a:r>
              <a:rPr lang="en-US" sz="1610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610" dirty="0"/>
          </a:p>
        </p:txBody>
      </p:sp>
      <p:sp>
        <p:nvSpPr>
          <p:cNvPr id="59" name="Shape 56"/>
          <p:cNvSpPr/>
          <p:nvPr/>
        </p:nvSpPr>
        <p:spPr>
          <a:xfrm>
            <a:off x="3909101" y="4924201"/>
            <a:ext cx="5892652" cy="1581592"/>
          </a:xfrm>
          <a:prstGeom prst="rect">
            <a:avLst/>
          </a:prstGeom>
          <a:solidFill>
            <a:srgbClr val="FFFFFF"/>
          </a:solidFill>
          <a:ln w="15875">
            <a:solidFill>
              <a:srgbClr val="478345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2791427" y="4996275"/>
            <a:ext cx="8128000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8"/>
              </a:lnSpc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valued vectors representing  positions</a:t>
            </a:r>
            <a:endParaRPr lang="en-US" sz="1990" dirty="0"/>
          </a:p>
        </p:txBody>
      </p:sp>
      <p:sp>
        <p:nvSpPr>
          <p:cNvPr id="61" name="Text 58"/>
          <p:cNvSpPr/>
          <p:nvPr/>
        </p:nvSpPr>
        <p:spPr>
          <a:xfrm>
            <a:off x="2791427" y="5275379"/>
            <a:ext cx="8128000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8"/>
              </a:lnSpc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 for each position)</a:t>
            </a:r>
            <a:endParaRPr lang="en-US" sz="1990" dirty="0"/>
          </a:p>
        </p:txBody>
      </p:sp>
      <p:sp>
        <p:nvSpPr>
          <p:cNvPr id="62" name="Text 59"/>
          <p:cNvSpPr/>
          <p:nvPr/>
        </p:nvSpPr>
        <p:spPr>
          <a:xfrm>
            <a:off x="2791427" y="5846879"/>
            <a:ext cx="8128000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8"/>
              </a:lnSpc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Length  = Word Embedding length</a:t>
            </a:r>
            <a:endParaRPr lang="en-US" sz="1990" dirty="0"/>
          </a:p>
        </p:txBody>
      </p:sp>
      <p:sp>
        <p:nvSpPr>
          <p:cNvPr id="63" name="Text 60"/>
          <p:cNvSpPr/>
          <p:nvPr/>
        </p:nvSpPr>
        <p:spPr>
          <a:xfrm>
            <a:off x="857077" y="1825159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40" dirty="0"/>
          </a:p>
        </p:txBody>
      </p:sp>
      <p:sp>
        <p:nvSpPr>
          <p:cNvPr id="64" name="Text 61"/>
          <p:cNvSpPr/>
          <p:nvPr/>
        </p:nvSpPr>
        <p:spPr>
          <a:xfrm>
            <a:off x="857077" y="203781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2A2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440" dirty="0"/>
          </a:p>
        </p:txBody>
      </p:sp>
      <p:sp>
        <p:nvSpPr>
          <p:cNvPr id="65" name="Text 62"/>
          <p:cNvSpPr/>
          <p:nvPr/>
        </p:nvSpPr>
        <p:spPr>
          <a:xfrm>
            <a:off x="857077" y="2875123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1440" dirty="0"/>
          </a:p>
        </p:txBody>
      </p:sp>
      <p:sp>
        <p:nvSpPr>
          <p:cNvPr id="66" name="Text 63"/>
          <p:cNvSpPr/>
          <p:nvPr/>
        </p:nvSpPr>
        <p:spPr>
          <a:xfrm>
            <a:off x="857077" y="308777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1462" y="1475267"/>
            <a:ext cx="10952934" cy="3070150"/>
          </a:xfrm>
          <a:prstGeom prst="rect">
            <a:avLst/>
          </a:prstGeom>
          <a:solidFill>
            <a:srgbClr val="FFFFFF"/>
          </a:solidFill>
          <a:ln w="19050">
            <a:solidFill>
              <a:srgbClr val="2C24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3963" y="715043"/>
            <a:ext cx="9906000" cy="46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16"/>
              </a:lnSpc>
              <a:buNone/>
            </a:pPr>
            <a:r>
              <a:rPr lang="en-US" sz="2430" b="1" dirty="0">
                <a:solidFill>
                  <a:srgbClr val="90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Positional Encoders</a:t>
            </a:r>
            <a:endParaRPr lang="en-US" sz="2430" dirty="0"/>
          </a:p>
        </p:txBody>
      </p:sp>
      <p:sp>
        <p:nvSpPr>
          <p:cNvPr id="7" name="Text 5"/>
          <p:cNvSpPr/>
          <p:nvPr/>
        </p:nvSpPr>
        <p:spPr>
          <a:xfrm>
            <a:off x="2445236" y="1120545"/>
            <a:ext cx="83820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76"/>
              </a:lnSpc>
              <a:buNone/>
            </a:pPr>
            <a:r>
              <a:rPr lang="en-US" sz="2230" b="1" dirty="0">
                <a:solidFill>
                  <a:srgbClr val="000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</a:t>
            </a:r>
            <a:pPr algn="ctr" indent="0" marL="0">
              <a:lnSpc>
                <a:spcPts val="2676"/>
              </a:lnSpc>
              <a:buNone/>
            </a:pPr>
            <a:r>
              <a:rPr lang="en-US" sz="2230" b="1" u="sng" dirty="0">
                <a:solidFill>
                  <a:srgbClr val="000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Index</a:t>
            </a:r>
            <a:pPr algn="ctr" indent="0" marL="0">
              <a:lnSpc>
                <a:spcPts val="2676"/>
              </a:lnSpc>
              <a:buNone/>
            </a:pPr>
            <a:r>
              <a:rPr lang="en-US" sz="2230" b="1" dirty="0">
                <a:solidFill>
                  <a:srgbClr val="000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Position Encoding)</a:t>
            </a:r>
            <a:endParaRPr lang="en-US" sz="2230" dirty="0"/>
          </a:p>
        </p:txBody>
      </p:sp>
      <p:sp>
        <p:nvSpPr>
          <p:cNvPr id="8" name="Shape 6"/>
          <p:cNvSpPr/>
          <p:nvPr/>
        </p:nvSpPr>
        <p:spPr>
          <a:xfrm>
            <a:off x="1985533" y="1568302"/>
            <a:ext cx="9486377" cy="518337"/>
          </a:xfrm>
          <a:prstGeom prst="roundRect">
            <a:avLst>
              <a:gd name="adj" fmla="val 10585"/>
            </a:avLst>
          </a:prstGeom>
          <a:solidFill>
            <a:srgbClr val="E5E8E4"/>
          </a:solidFill>
          <a:ln w="12700">
            <a:solidFill>
              <a:srgbClr val="565652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2170504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0504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3148209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8209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112701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2701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5103618" y="1674627"/>
            <a:ext cx="766309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3618" y="1674627"/>
            <a:ext cx="766309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6068111" y="1674627"/>
            <a:ext cx="766309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8111" y="1674627"/>
            <a:ext cx="766309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7032603" y="1674627"/>
            <a:ext cx="779521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2603" y="1674627"/>
            <a:ext cx="779521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9516501" y="1674627"/>
            <a:ext cx="845582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16501" y="1674627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buNone/>
            </a:pPr>
            <a:r>
              <a:rPr lang="en-US" sz="120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10507418" y="1674627"/>
            <a:ext cx="845582" cy="292395"/>
          </a:xfrm>
          <a:prstGeom prst="rect">
            <a:avLst/>
          </a:prstGeom>
          <a:solidFill>
            <a:srgbClr val="F2EEDD"/>
          </a:solidFill>
          <a:ln w="12700">
            <a:solidFill>
              <a:srgbClr val="BFA9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07418" y="1674627"/>
            <a:ext cx="845582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</a:t>
            </a:r>
            <a:pPr algn="ctr" indent="0" marL="0">
              <a:buNone/>
            </a:pPr>
            <a:r>
              <a:rPr lang="en-US" sz="1200" b="1" i="1" dirty="0">
                <a:solidFill>
                  <a:srgbClr val="7A2C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8124917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62737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00557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44983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43166" y="1776965"/>
            <a:ext cx="114300" cy="114300"/>
          </a:xfrm>
          <a:prstGeom prst="ellipse">
            <a:avLst/>
          </a:prstGeom>
          <a:solidFill>
            <a:srgbClr val="A6AAA6"/>
          </a:solidFill>
          <a:ln w="3175">
            <a:solidFill>
              <a:srgbClr val="A6AA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59109" y="2472069"/>
            <a:ext cx="9473165" cy="518337"/>
          </a:xfrm>
          <a:prstGeom prst="roundRect">
            <a:avLst>
              <a:gd name="adj" fmla="val 10585"/>
            </a:avLst>
          </a:prstGeom>
          <a:solidFill>
            <a:srgbClr val="C8C6F8"/>
          </a:solidFill>
          <a:ln w="12700">
            <a:solidFill>
              <a:srgbClr val="241F58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2130868" y="2591685"/>
            <a:ext cx="766309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0868" y="2591685"/>
            <a:ext cx="7663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0</a:t>
            </a:r>
            <a:endParaRPr lang="en-US" sz="1940" dirty="0"/>
          </a:p>
        </p:txBody>
      </p:sp>
      <p:sp>
        <p:nvSpPr>
          <p:cNvPr id="33" name="Shape 31"/>
          <p:cNvSpPr/>
          <p:nvPr/>
        </p:nvSpPr>
        <p:spPr>
          <a:xfrm>
            <a:off x="3095360" y="2591685"/>
            <a:ext cx="779521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5360" y="2591685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1</a:t>
            </a:r>
            <a:endParaRPr lang="en-US" sz="1940" dirty="0"/>
          </a:p>
        </p:txBody>
      </p:sp>
      <p:sp>
        <p:nvSpPr>
          <p:cNvPr id="35" name="Shape 33"/>
          <p:cNvSpPr/>
          <p:nvPr/>
        </p:nvSpPr>
        <p:spPr>
          <a:xfrm>
            <a:off x="4073065" y="2591685"/>
            <a:ext cx="779521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73065" y="2591685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2</a:t>
            </a:r>
            <a:endParaRPr lang="en-US" sz="1940" dirty="0"/>
          </a:p>
        </p:txBody>
      </p:sp>
      <p:sp>
        <p:nvSpPr>
          <p:cNvPr id="37" name="Shape 35"/>
          <p:cNvSpPr/>
          <p:nvPr/>
        </p:nvSpPr>
        <p:spPr>
          <a:xfrm>
            <a:off x="5050769" y="2591685"/>
            <a:ext cx="766309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0769" y="2591685"/>
            <a:ext cx="7663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3</a:t>
            </a:r>
            <a:endParaRPr lang="en-US" sz="1940" dirty="0"/>
          </a:p>
        </p:txBody>
      </p:sp>
      <p:sp>
        <p:nvSpPr>
          <p:cNvPr id="39" name="Shape 37"/>
          <p:cNvSpPr/>
          <p:nvPr/>
        </p:nvSpPr>
        <p:spPr>
          <a:xfrm>
            <a:off x="6015262" y="2591685"/>
            <a:ext cx="779521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15262" y="2591685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4</a:t>
            </a:r>
            <a:endParaRPr lang="en-US" sz="1940" dirty="0"/>
          </a:p>
        </p:txBody>
      </p:sp>
      <p:sp>
        <p:nvSpPr>
          <p:cNvPr id="41" name="Shape 39"/>
          <p:cNvSpPr/>
          <p:nvPr/>
        </p:nvSpPr>
        <p:spPr>
          <a:xfrm>
            <a:off x="6992966" y="2591685"/>
            <a:ext cx="766309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2966" y="2591685"/>
            <a:ext cx="7663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5</a:t>
            </a:r>
            <a:endParaRPr lang="en-US" sz="1940" dirty="0"/>
          </a:p>
        </p:txBody>
      </p:sp>
      <p:sp>
        <p:nvSpPr>
          <p:cNvPr id="43" name="Shape 41"/>
          <p:cNvSpPr/>
          <p:nvPr/>
        </p:nvSpPr>
        <p:spPr>
          <a:xfrm>
            <a:off x="9463652" y="2591685"/>
            <a:ext cx="845582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63652" y="2591685"/>
            <a:ext cx="8455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buNone/>
            </a:pPr>
            <a:r>
              <a:rPr lang="en-US" sz="160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940" dirty="0"/>
          </a:p>
        </p:txBody>
      </p:sp>
      <p:sp>
        <p:nvSpPr>
          <p:cNvPr id="45" name="Shape 43"/>
          <p:cNvSpPr/>
          <p:nvPr/>
        </p:nvSpPr>
        <p:spPr>
          <a:xfrm>
            <a:off x="10454569" y="2591685"/>
            <a:ext cx="845582" cy="285750"/>
          </a:xfrm>
          <a:prstGeom prst="rect">
            <a:avLst/>
          </a:prstGeom>
          <a:ln w="12700">
            <a:solidFill>
              <a:srgbClr val="8482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54569" y="2591685"/>
            <a:ext cx="84558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4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 </a:t>
            </a:r>
            <a:pPr algn="ctr" indent="0" marL="0">
              <a:buNone/>
            </a:pPr>
            <a:r>
              <a:rPr lang="en-US" sz="1600" b="1" i="1" dirty="0">
                <a:solidFill>
                  <a:srgbClr val="1008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940" dirty="0"/>
          </a:p>
        </p:txBody>
      </p:sp>
      <p:sp>
        <p:nvSpPr>
          <p:cNvPr id="47" name="Shape 45"/>
          <p:cNvSpPr/>
          <p:nvPr/>
        </p:nvSpPr>
        <p:spPr>
          <a:xfrm>
            <a:off x="8131267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69087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06907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51333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49516" y="2707018"/>
            <a:ext cx="101600" cy="101600"/>
          </a:xfrm>
          <a:prstGeom prst="ellipse">
            <a:avLst/>
          </a:prstGeom>
          <a:solidFill>
            <a:srgbClr val="7A98C2"/>
          </a:solidFill>
          <a:ln w="3175">
            <a:solidFill>
              <a:srgbClr val="7A98C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59109" y="3482161"/>
            <a:ext cx="9459953" cy="531628"/>
          </a:xfrm>
          <a:prstGeom prst="roundRect">
            <a:avLst>
              <a:gd name="adj" fmla="val 10320"/>
            </a:avLst>
          </a:prstGeom>
          <a:solidFill>
            <a:srgbClr val="F9EDEF"/>
          </a:solidFill>
          <a:ln w="12700">
            <a:solidFill>
              <a:srgbClr val="782C3C"/>
            </a:solidFill>
            <a:prstDash val="sysDash"/>
          </a:ln>
        </p:spPr>
      </p:sp>
      <p:sp>
        <p:nvSpPr>
          <p:cNvPr id="53" name="Shape 51"/>
          <p:cNvSpPr/>
          <p:nvPr/>
        </p:nvSpPr>
        <p:spPr>
          <a:xfrm>
            <a:off x="2104443" y="3615068"/>
            <a:ext cx="792733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04443" y="3615068"/>
            <a:ext cx="792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50" dirty="0"/>
          </a:p>
        </p:txBody>
      </p:sp>
      <p:sp>
        <p:nvSpPr>
          <p:cNvPr id="55" name="Shape 53"/>
          <p:cNvSpPr/>
          <p:nvPr/>
        </p:nvSpPr>
        <p:spPr>
          <a:xfrm>
            <a:off x="3055723" y="3615068"/>
            <a:ext cx="792733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55723" y="3615068"/>
            <a:ext cx="792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50" dirty="0"/>
          </a:p>
        </p:txBody>
      </p:sp>
      <p:sp>
        <p:nvSpPr>
          <p:cNvPr id="57" name="Shape 55"/>
          <p:cNvSpPr/>
          <p:nvPr/>
        </p:nvSpPr>
        <p:spPr>
          <a:xfrm>
            <a:off x="4046640" y="3615068"/>
            <a:ext cx="805946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46640" y="3615068"/>
            <a:ext cx="80594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50" dirty="0"/>
          </a:p>
        </p:txBody>
      </p:sp>
      <p:sp>
        <p:nvSpPr>
          <p:cNvPr id="59" name="Shape 57"/>
          <p:cNvSpPr/>
          <p:nvPr/>
        </p:nvSpPr>
        <p:spPr>
          <a:xfrm>
            <a:off x="5011133" y="3615068"/>
            <a:ext cx="792733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11133" y="3615068"/>
            <a:ext cx="792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50" dirty="0"/>
          </a:p>
        </p:txBody>
      </p:sp>
      <p:sp>
        <p:nvSpPr>
          <p:cNvPr id="61" name="Shape 59"/>
          <p:cNvSpPr/>
          <p:nvPr/>
        </p:nvSpPr>
        <p:spPr>
          <a:xfrm>
            <a:off x="6002049" y="3615068"/>
            <a:ext cx="805946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02049" y="3615068"/>
            <a:ext cx="80594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50" dirty="0"/>
          </a:p>
        </p:txBody>
      </p:sp>
      <p:sp>
        <p:nvSpPr>
          <p:cNvPr id="63" name="Shape 61"/>
          <p:cNvSpPr/>
          <p:nvPr/>
        </p:nvSpPr>
        <p:spPr>
          <a:xfrm>
            <a:off x="6966542" y="3615068"/>
            <a:ext cx="779521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66542" y="3615068"/>
            <a:ext cx="7795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50" dirty="0"/>
          </a:p>
        </p:txBody>
      </p:sp>
      <p:sp>
        <p:nvSpPr>
          <p:cNvPr id="65" name="Shape 63"/>
          <p:cNvSpPr/>
          <p:nvPr/>
        </p:nvSpPr>
        <p:spPr>
          <a:xfrm>
            <a:off x="9437228" y="3615068"/>
            <a:ext cx="858795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37228" y="3615068"/>
            <a:ext cx="8587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850" dirty="0"/>
          </a:p>
        </p:txBody>
      </p:sp>
      <p:sp>
        <p:nvSpPr>
          <p:cNvPr id="67" name="Shape 65"/>
          <p:cNvSpPr/>
          <p:nvPr/>
        </p:nvSpPr>
        <p:spPr>
          <a:xfrm>
            <a:off x="10428145" y="3615068"/>
            <a:ext cx="872007" cy="285750"/>
          </a:xfrm>
          <a:prstGeom prst="rect">
            <a:avLst/>
          </a:prstGeom>
          <a:solidFill>
            <a:srgbClr val="F7F1E2"/>
          </a:solidFill>
          <a:ln w="12700">
            <a:solidFill>
              <a:srgbClr val="C4A09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428145" y="3615068"/>
            <a:ext cx="87200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74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850" dirty="0"/>
          </a:p>
        </p:txBody>
      </p:sp>
      <p:sp>
        <p:nvSpPr>
          <p:cNvPr id="69" name="Shape 67"/>
          <p:cNvSpPr/>
          <p:nvPr/>
        </p:nvSpPr>
        <p:spPr>
          <a:xfrm flipV="1">
            <a:off x="3346392" y="4033725"/>
            <a:ext cx="184971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4337309" y="4033725"/>
            <a:ext cx="132122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5288589" y="4033725"/>
            <a:ext cx="158547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6292718" y="4033725"/>
            <a:ext cx="105698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7257211" y="4033725"/>
            <a:ext cx="105698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V="1">
            <a:off x="10758450" y="4033725"/>
            <a:ext cx="118910" cy="-106326"/>
          </a:xfrm>
          <a:prstGeom prst="line">
            <a:avLst/>
          </a:prstGeom>
          <a:noFill/>
          <a:ln w="25400">
            <a:solidFill>
              <a:srgbClr val="BC621E"/>
            </a:solidFill>
            <a:prstDash val="solid"/>
            <a:tailEnd type="triangle"/>
          </a:ln>
        </p:spPr>
      </p:sp>
      <p:sp>
        <p:nvSpPr>
          <p:cNvPr id="75" name="Text 73"/>
          <p:cNvSpPr/>
          <p:nvPr/>
        </p:nvSpPr>
        <p:spPr>
          <a:xfrm>
            <a:off x="2504448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3422698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4506100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5497017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6448297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9995780" y="4132177"/>
            <a:ext cx="50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i="1" dirty="0">
                <a:solidFill>
                  <a:srgbClr val="8A243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δ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624674" y="4625161"/>
            <a:ext cx="10926510" cy="2060057"/>
          </a:xfrm>
          <a:prstGeom prst="roundRect">
            <a:avLst>
              <a:gd name="adj" fmla="val 3995"/>
            </a:avLst>
          </a:prstGeom>
          <a:solidFill>
            <a:srgbClr val="E8FBF8"/>
          </a:solidFill>
          <a:ln w="19050">
            <a:solidFill>
              <a:srgbClr val="1C1C7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2857" y="4822751"/>
            <a:ext cx="19050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620" i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1944"/>
              </a:lnSpc>
              <a:buNone/>
            </a:pPr>
            <a:r>
              <a:rPr lang="en-US" sz="1620" b="1" i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1944"/>
              </a:lnSpc>
              <a:buNone/>
            </a:pPr>
            <a:r>
              <a:rPr lang="en-US" sz="1620" i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</a:t>
            </a:r>
            <a:endParaRPr lang="en-US" sz="1620" dirty="0"/>
          </a:p>
        </p:txBody>
      </p:sp>
      <p:sp>
        <p:nvSpPr>
          <p:cNvPr id="83" name="Text 81"/>
          <p:cNvSpPr/>
          <p:nvPr/>
        </p:nvSpPr>
        <p:spPr>
          <a:xfrm>
            <a:off x="2236565" y="4817326"/>
            <a:ext cx="838200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6"/>
              </a:lnSpc>
              <a:buNone/>
            </a:pPr>
            <a:r>
              <a:rPr lang="en-US" sz="178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position Encoding =</a:t>
            </a:r>
            <a:pPr algn="l" indent="0" marL="0">
              <a:lnSpc>
                <a:spcPts val="2136"/>
              </a:lnSpc>
              <a:buNone/>
            </a:pPr>
            <a:r>
              <a:rPr lang="en-US" sz="178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2136"/>
              </a:lnSpc>
              <a:buNone/>
            </a:pPr>
            <a:r>
              <a:rPr lang="en-US" sz="178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Last Position Encoding = </a:t>
            </a:r>
            <a:pPr algn="l" indent="0" marL="0">
              <a:lnSpc>
                <a:spcPts val="2136"/>
              </a:lnSpc>
              <a:buNone/>
            </a:pPr>
            <a:r>
              <a:rPr lang="en-US" sz="178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pPr algn="l" indent="0" marL="0">
              <a:lnSpc>
                <a:spcPts val="2136"/>
              </a:lnSpc>
              <a:buNone/>
            </a:pPr>
            <a:r>
              <a:rPr lang="en-US" sz="178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136"/>
              </a:lnSpc>
              <a:buNone/>
            </a:pPr>
            <a:r>
              <a:rPr lang="en-US" sz="1780" u="sng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(Depends on Seq. Length)</a:t>
            </a:r>
            <a:endParaRPr lang="en-US" sz="1780" dirty="0"/>
          </a:p>
        </p:txBody>
      </p:sp>
      <p:sp>
        <p:nvSpPr>
          <p:cNvPr id="84" name="Text 82"/>
          <p:cNvSpPr/>
          <p:nvPr/>
        </p:nvSpPr>
        <p:spPr>
          <a:xfrm>
            <a:off x="822857" y="5122333"/>
            <a:ext cx="2540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8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060677" y="5402455"/>
            <a:ext cx="10414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 is large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 e.g. seq. Length = 1024 )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position Values will dominate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Combine Position</a:t>
            </a:r>
            <a:endParaRPr lang="en-US" sz="1770" dirty="0"/>
          </a:p>
        </p:txBody>
      </p:sp>
      <p:sp>
        <p:nvSpPr>
          <p:cNvPr id="86" name="Text 84"/>
          <p:cNvSpPr/>
          <p:nvPr/>
        </p:nvSpPr>
        <p:spPr>
          <a:xfrm>
            <a:off x="1060677" y="5694850"/>
            <a:ext cx="5080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to Word Embedding</a:t>
            </a:r>
            <a:endParaRPr lang="en-US" sz="1770" dirty="0"/>
          </a:p>
        </p:txBody>
      </p:sp>
      <p:sp>
        <p:nvSpPr>
          <p:cNvPr id="87" name="Text 85"/>
          <p:cNvSpPr/>
          <p:nvPr/>
        </p:nvSpPr>
        <p:spPr>
          <a:xfrm>
            <a:off x="1047465" y="5987246"/>
            <a:ext cx="10414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System is trained with Max seq length =256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the system deal with Larger sequence values</a:t>
            </a:r>
            <a:endParaRPr lang="en-US" sz="1770" dirty="0"/>
          </a:p>
        </p:txBody>
      </p:sp>
      <p:sp>
        <p:nvSpPr>
          <p:cNvPr id="88" name="Text 86"/>
          <p:cNvSpPr/>
          <p:nvPr/>
        </p:nvSpPr>
        <p:spPr>
          <a:xfrm>
            <a:off x="1047465" y="6266350"/>
            <a:ext cx="889000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Encoding is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Word embedding is </a:t>
            </a:r>
            <a:pPr algn="l" indent="0" marL="0">
              <a:lnSpc>
                <a:spcPts val="2124"/>
              </a:lnSpc>
              <a:buNone/>
            </a:pPr>
            <a:r>
              <a:rPr lang="en-US" sz="1770" b="1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pPr algn="l" indent="0" marL="0">
              <a:lnSpc>
                <a:spcPts val="2124"/>
              </a:lnSpc>
              <a:buNone/>
            </a:pPr>
            <a:r>
              <a:rPr lang="en-US" sz="1770" dirty="0">
                <a:solidFill>
                  <a:srgbClr val="00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(how to Combine them ?)</a:t>
            </a:r>
            <a:endParaRPr lang="en-US" sz="1770" dirty="0"/>
          </a:p>
        </p:txBody>
      </p:sp>
      <p:sp>
        <p:nvSpPr>
          <p:cNvPr id="89" name="Shape 87"/>
          <p:cNvSpPr/>
          <p:nvPr/>
        </p:nvSpPr>
        <p:spPr>
          <a:xfrm>
            <a:off x="814101" y="5507293"/>
            <a:ext cx="57150" cy="6985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4101" y="6078793"/>
            <a:ext cx="57150" cy="6985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14101" y="6371188"/>
            <a:ext cx="57150" cy="6985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9645" y="1487739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09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809645" y="1687099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09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809645" y="189975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i="1" dirty="0">
                <a:solidFill>
                  <a:srgbClr val="909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796433" y="2513835"/>
            <a:ext cx="1270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120" b="1" dirty="0">
                <a:solidFill>
                  <a:srgbClr val="1A1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120" dirty="0"/>
          </a:p>
        </p:txBody>
      </p:sp>
      <p:sp>
        <p:nvSpPr>
          <p:cNvPr id="96" name="Text 94"/>
          <p:cNvSpPr/>
          <p:nvPr/>
        </p:nvSpPr>
        <p:spPr>
          <a:xfrm>
            <a:off x="796433" y="2693259"/>
            <a:ext cx="127000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120" b="1" dirty="0">
                <a:solidFill>
                  <a:srgbClr val="1A1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120" dirty="0"/>
          </a:p>
        </p:txBody>
      </p:sp>
      <p:sp>
        <p:nvSpPr>
          <p:cNvPr id="97" name="Text 95"/>
          <p:cNvSpPr/>
          <p:nvPr/>
        </p:nvSpPr>
        <p:spPr>
          <a:xfrm>
            <a:off x="770008" y="3468052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i="1" dirty="0">
                <a:solidFill>
                  <a:srgbClr val="7C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Position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770008" y="3707284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i="1" dirty="0">
                <a:solidFill>
                  <a:srgbClr val="7C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2190" y="698500"/>
            <a:ext cx="110916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Positional Encoders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090930" y="1051560"/>
            <a:ext cx="1109167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(Normalize Seq. Length to “1”)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874520" y="1567180"/>
            <a:ext cx="9513570" cy="518160"/>
          </a:xfrm>
          <a:prstGeom prst="roundRect">
            <a:avLst>
              <a:gd name="adj" fmla="val 9706"/>
            </a:avLst>
          </a:prstGeom>
          <a:ln w="19050">
            <a:solidFill>
              <a:srgbClr val="00000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47850" y="2482850"/>
            <a:ext cx="9494520" cy="511810"/>
          </a:xfrm>
          <a:prstGeom prst="roundRect">
            <a:avLst>
              <a:gd name="adj" fmla="val 9826"/>
            </a:avLst>
          </a:prstGeom>
          <a:solidFill>
            <a:srgbClr val="CCCCFF"/>
          </a:solidFill>
          <a:ln w="19050">
            <a:solidFill>
              <a:srgbClr val="3333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828800" y="3472180"/>
            <a:ext cx="9530080" cy="544830"/>
          </a:xfrm>
          <a:prstGeom prst="roundRect">
            <a:avLst>
              <a:gd name="adj" fmla="val 9231"/>
            </a:avLst>
          </a:prstGeom>
          <a:solidFill>
            <a:srgbClr val="FFE0E0"/>
          </a:solidFill>
          <a:ln w="19050">
            <a:solidFill>
              <a:srgbClr val="CC000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N-2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2δ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3δ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4δ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5δ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1-δ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01370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5119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8868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2744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2683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0862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6008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8487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3506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2683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0400" y="146636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0400" y="166575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60400" y="187784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47700" y="250268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47700" y="270080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09600" y="344502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Position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09600" y="365711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2092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125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841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683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99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2101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1107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312928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3" name="Text 81"/>
          <p:cNvSpPr/>
          <p:nvPr/>
        </p:nvSpPr>
        <p:spPr>
          <a:xfrm>
            <a:off x="419989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519684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615442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6" name="Text 84"/>
          <p:cNvSpPr/>
          <p:nvPr/>
        </p:nvSpPr>
        <p:spPr>
          <a:xfrm>
            <a:off x="970280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7" name="Shape 85"/>
          <p:cNvSpPr/>
          <p:nvPr/>
        </p:nvSpPr>
        <p:spPr>
          <a:xfrm>
            <a:off x="692150" y="4621530"/>
            <a:ext cx="10834370" cy="2057400"/>
          </a:xfrm>
          <a:prstGeom prst="roundRect">
            <a:avLst>
              <a:gd name="adj" fmla="val 3111"/>
            </a:avLst>
          </a:prstGeom>
          <a:solidFill>
            <a:srgbClr val="E8FCFA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6450" y="4787900"/>
            <a:ext cx="1073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δ=1/Seq. Length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First position Encoding=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Last Position Encoding=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(Independent of Seq. Length)</a:t>
            </a:r>
            <a:endParaRPr lang="en-US" sz="1700" dirty="0"/>
          </a:p>
        </p:txBody>
      </p:sp>
      <p:sp>
        <p:nvSpPr>
          <p:cNvPr id="89" name="Text 87"/>
          <p:cNvSpPr/>
          <p:nvPr/>
        </p:nvSpPr>
        <p:spPr>
          <a:xfrm>
            <a:off x="793750" y="50927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700" dirty="0"/>
          </a:p>
        </p:txBody>
      </p:sp>
      <p:sp>
        <p:nvSpPr>
          <p:cNvPr id="90" name="Shape 88"/>
          <p:cNvSpPr/>
          <p:nvPr/>
        </p:nvSpPr>
        <p:spPr>
          <a:xfrm>
            <a:off x="1054735" y="549592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54735" y="578167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54735" y="6365875"/>
            <a:ext cx="120650" cy="120650"/>
          </a:xfrm>
          <a:prstGeom prst="ellipse">
            <a:avLst/>
          </a:prstGeom>
          <a:solidFill>
            <a:srgbClr val="0000CC"/>
          </a:solidFill>
          <a:ln w="3175">
            <a:solidFill>
              <a:srgbClr val="0000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244600" y="53848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depends on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Seq. Length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 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for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for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sequence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700" dirty="0"/>
          </a:p>
        </p:txBody>
      </p:sp>
      <p:sp>
        <p:nvSpPr>
          <p:cNvPr id="94" name="Text 92"/>
          <p:cNvSpPr/>
          <p:nvPr/>
        </p:nvSpPr>
        <p:spPr>
          <a:xfrm>
            <a:off x="1244600" y="56642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other words, Encoding value of 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# 4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seq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will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from  </a:t>
            </a:r>
            <a:pPr algn="l" indent="0" marL="0">
              <a:lnSpc>
                <a:spcPts val="2300"/>
              </a:lnSpc>
              <a:buNone/>
            </a:pPr>
            <a:r>
              <a:rPr lang="en-US" sz="1700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#4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seq</a:t>
            </a:r>
            <a:endParaRPr lang="en-US" sz="1700" dirty="0"/>
          </a:p>
        </p:txBody>
      </p:sp>
      <p:sp>
        <p:nvSpPr>
          <p:cNvPr id="95" name="Text 93"/>
          <p:cNvSpPr/>
          <p:nvPr/>
        </p:nvSpPr>
        <p:spPr>
          <a:xfrm>
            <a:off x="1060450" y="59563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(though they are same position)</a:t>
            </a:r>
            <a:endParaRPr lang="en-US" sz="1700" dirty="0"/>
          </a:p>
        </p:txBody>
      </p:sp>
      <p:sp>
        <p:nvSpPr>
          <p:cNvPr id="96" name="Text 94"/>
          <p:cNvSpPr/>
          <p:nvPr/>
        </p:nvSpPr>
        <p:spPr>
          <a:xfrm>
            <a:off x="1244600" y="624840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Encoding is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Word embedding is  </a:t>
            </a:r>
            <a:pPr algn="l" indent="0" marL="0">
              <a:lnSpc>
                <a:spcPts val="2300"/>
              </a:lnSpc>
              <a:buNone/>
            </a:pPr>
            <a:r>
              <a:rPr lang="en-US" sz="1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pPr algn="l"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(how to Combine them ?)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2190" y="698500"/>
            <a:ext cx="1109167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Positional Encoders</a:t>
            </a:r>
            <a:endParaRPr lang="en-US" sz="2450" dirty="0"/>
          </a:p>
        </p:txBody>
      </p:sp>
      <p:sp>
        <p:nvSpPr>
          <p:cNvPr id="6" name="Shape 4"/>
          <p:cNvSpPr/>
          <p:nvPr/>
        </p:nvSpPr>
        <p:spPr>
          <a:xfrm>
            <a:off x="1874520" y="1567180"/>
            <a:ext cx="9513570" cy="518160"/>
          </a:xfrm>
          <a:prstGeom prst="roundRect">
            <a:avLst>
              <a:gd name="adj" fmla="val 9706"/>
            </a:avLst>
          </a:prstGeom>
          <a:ln w="19050">
            <a:solidFill>
              <a:srgbClr val="00000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847850" y="2482850"/>
            <a:ext cx="9494520" cy="511810"/>
          </a:xfrm>
          <a:prstGeom prst="roundRect">
            <a:avLst>
              <a:gd name="adj" fmla="val 9826"/>
            </a:avLst>
          </a:prstGeom>
          <a:solidFill>
            <a:srgbClr val="CCCCFF"/>
          </a:solidFill>
          <a:ln w="19050">
            <a:solidFill>
              <a:srgbClr val="3333C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828800" y="3472180"/>
            <a:ext cx="9530080" cy="544830"/>
          </a:xfrm>
          <a:prstGeom prst="roundRect">
            <a:avLst>
              <a:gd name="adj" fmla="val 9231"/>
            </a:avLst>
          </a:prstGeom>
          <a:solidFill>
            <a:srgbClr val="FFE0E0"/>
          </a:solidFill>
          <a:ln w="19050">
            <a:solidFill>
              <a:srgbClr val="CC000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2320" y="1680210"/>
            <a:ext cx="78613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3870" y="1680210"/>
            <a:ext cx="7924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17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967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1500" y="1680210"/>
            <a:ext cx="77978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91650" y="1680210"/>
            <a:ext cx="8458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solidFill>
            <a:srgbClr val="FFFFFF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83520" y="1680210"/>
            <a:ext cx="858520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N-1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6440" y="2589530"/>
            <a:ext cx="7899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0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4843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98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1530" y="2589530"/>
            <a:ext cx="7861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68160" y="2589530"/>
            <a:ext cx="7797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29420" y="2589530"/>
            <a:ext cx="85598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ln w="6350">
            <a:solidFill>
              <a:srgbClr val="3333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23830" y="2589530"/>
            <a:ext cx="87884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N-1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86280" y="3618230"/>
            <a:ext cx="7734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45130" y="3618230"/>
            <a:ext cx="7721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5730" y="3618230"/>
            <a:ext cx="7797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2δ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33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3δ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1530" y="3618230"/>
            <a:ext cx="7785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4δ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49110" y="3618230"/>
            <a:ext cx="786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5δ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19260" y="3618230"/>
            <a:ext cx="8521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1-δ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17480" y="3618230"/>
            <a:ext cx="8585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01370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5119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8868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2744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26830" y="1781810"/>
            <a:ext cx="101600" cy="101600"/>
          </a:xfrm>
          <a:prstGeom prst="ellipse">
            <a:avLst/>
          </a:prstGeom>
          <a:solidFill>
            <a:srgbClr val="999999"/>
          </a:solidFill>
          <a:ln w="3175">
            <a:solidFill>
              <a:srgbClr val="99999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0862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6008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8487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506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26830" y="2693670"/>
            <a:ext cx="124460" cy="124460"/>
          </a:xfrm>
          <a:prstGeom prst="ellipse">
            <a:avLst/>
          </a:prstGeom>
          <a:solidFill>
            <a:srgbClr val="6B8BB4"/>
          </a:solidFill>
          <a:ln w="3175">
            <a:solidFill>
              <a:srgbClr val="6B8BB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0400" y="146636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60400" y="166575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with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60400" y="187784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N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47700" y="250268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47700" y="270080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33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09600" y="344502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Position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09600" y="3657117"/>
            <a:ext cx="1905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32092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125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841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6839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3994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21010" y="3897630"/>
            <a:ext cx="198120" cy="147320"/>
          </a:xfrm>
          <a:prstGeom prst="triangle">
            <a:avLst/>
          </a:prstGeom>
          <a:solidFill>
            <a:srgbClr val="FF9900"/>
          </a:solidFill>
          <a:ln w="3175">
            <a:solidFill>
              <a:srgbClr val="FF99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1107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1" name="Text 79"/>
          <p:cNvSpPr/>
          <p:nvPr/>
        </p:nvSpPr>
        <p:spPr>
          <a:xfrm>
            <a:off x="312928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419989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3" name="Text 81"/>
          <p:cNvSpPr/>
          <p:nvPr/>
        </p:nvSpPr>
        <p:spPr>
          <a:xfrm>
            <a:off x="519684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4" name="Text 82"/>
          <p:cNvSpPr/>
          <p:nvPr/>
        </p:nvSpPr>
        <p:spPr>
          <a:xfrm>
            <a:off x="615442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9702800" y="411607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+δ</a:t>
            </a:r>
            <a:endParaRPr lang="en-US" sz="1700" dirty="0"/>
          </a:p>
        </p:txBody>
      </p:sp>
      <p:sp>
        <p:nvSpPr>
          <p:cNvPr id="86" name="Shape 84"/>
          <p:cNvSpPr/>
          <p:nvPr/>
        </p:nvSpPr>
        <p:spPr>
          <a:xfrm>
            <a:off x="3743960" y="1076960"/>
            <a:ext cx="5812790" cy="34544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87" name="Text 85"/>
          <p:cNvSpPr/>
          <p:nvPr/>
        </p:nvSpPr>
        <p:spPr>
          <a:xfrm>
            <a:off x="1090930" y="1073150"/>
            <a:ext cx="1109167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(Rules Controlling Good Positional Encoder)</a:t>
            </a:r>
            <a:endParaRPr lang="en-US" sz="2200" dirty="0"/>
          </a:p>
        </p:txBody>
      </p:sp>
      <p:sp>
        <p:nvSpPr>
          <p:cNvPr id="88" name="Shape 86"/>
          <p:cNvSpPr/>
          <p:nvPr/>
        </p:nvSpPr>
        <p:spPr>
          <a:xfrm>
            <a:off x="745490" y="4638040"/>
            <a:ext cx="10721340" cy="2033270"/>
          </a:xfrm>
          <a:prstGeom prst="roundRect">
            <a:avLst>
              <a:gd name="adj" fmla="val 3148"/>
            </a:avLst>
          </a:prstGeom>
          <a:solidFill>
            <a:srgbClr val="FFFFCC"/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257300" y="5330190"/>
            <a:ext cx="1555750" cy="26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90" name="Shape 88"/>
          <p:cNvSpPr/>
          <p:nvPr/>
        </p:nvSpPr>
        <p:spPr>
          <a:xfrm>
            <a:off x="4972050" y="5330190"/>
            <a:ext cx="1244600" cy="26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91" name="Shape 89"/>
          <p:cNvSpPr/>
          <p:nvPr/>
        </p:nvSpPr>
        <p:spPr>
          <a:xfrm>
            <a:off x="7543800" y="6193790"/>
            <a:ext cx="3854450" cy="26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92" name="Text 90"/>
          <p:cNvSpPr/>
          <p:nvPr/>
        </p:nvSpPr>
        <p:spPr>
          <a:xfrm>
            <a:off x="789940" y="478917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 δ value </a:t>
            </a:r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 same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Long sequence and short sequence</a:t>
            </a:r>
            <a:endParaRPr lang="en-US" sz="1775" dirty="0"/>
          </a:p>
        </p:txBody>
      </p:sp>
      <p:sp>
        <p:nvSpPr>
          <p:cNvPr id="93" name="Text 91"/>
          <p:cNvSpPr/>
          <p:nvPr/>
        </p:nvSpPr>
        <p:spPr>
          <a:xfrm>
            <a:off x="1239520" y="5081270"/>
            <a:ext cx="990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(same positions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will be encoded with 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values</a:t>
            </a:r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irrespective of the length of the sequence)</a:t>
            </a:r>
            <a:endParaRPr lang="en-US" sz="1775" dirty="0"/>
          </a:p>
        </p:txBody>
      </p:sp>
      <p:sp>
        <p:nvSpPr>
          <p:cNvPr id="94" name="Text 92"/>
          <p:cNvSpPr/>
          <p:nvPr/>
        </p:nvSpPr>
        <p:spPr>
          <a:xfrm>
            <a:off x="777240" y="5360670"/>
            <a:ext cx="889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Range of position encoded values</a:t>
            </a:r>
            <a:pPr algn="l" indent="0" marL="0">
              <a:lnSpc>
                <a:spcPts val="2300"/>
              </a:lnSpc>
              <a:buNone/>
            </a:pPr>
            <a:r>
              <a:rPr lang="en-US" sz="1775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NOT depend on sequence length</a:t>
            </a:r>
            <a:endParaRPr lang="en-US" sz="1775" dirty="0"/>
          </a:p>
        </p:txBody>
      </p:sp>
      <p:sp>
        <p:nvSpPr>
          <p:cNvPr id="95" name="Text 93"/>
          <p:cNvSpPr/>
          <p:nvPr/>
        </p:nvSpPr>
        <p:spPr>
          <a:xfrm>
            <a:off x="1173480" y="5666740"/>
            <a:ext cx="635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(predefined fixed range  e.g. from 0 to 1 , form -1 to 1 , ...)</a:t>
            </a:r>
            <a:endParaRPr lang="en-US" sz="1775" dirty="0"/>
          </a:p>
        </p:txBody>
      </p:sp>
      <p:sp>
        <p:nvSpPr>
          <p:cNvPr id="96" name="Text 94"/>
          <p:cNvSpPr/>
          <p:nvPr/>
        </p:nvSpPr>
        <p:spPr>
          <a:xfrm>
            <a:off x="789940" y="5948680"/>
            <a:ext cx="1117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Position Encoding  should be a  VECTOR</a:t>
            </a:r>
            <a:pPr algn="l" indent="0" marL="0">
              <a:lnSpc>
                <a:spcPts val="2300"/>
              </a:lnSpc>
              <a:buNone/>
            </a:pPr>
            <a:r>
              <a:rPr lang="en-US" sz="175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(not scalar) and of </a:t>
            </a:r>
            <a:pPr algn="l" indent="0" marL="0">
              <a:lnSpc>
                <a:spcPts val="2300"/>
              </a:lnSpc>
              <a:buNone/>
            </a:pPr>
            <a:r>
              <a:rPr lang="en-US" sz="175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dimension as Word Embedding</a:t>
            </a:r>
            <a:endParaRPr lang="en-US" sz="1750" dirty="0"/>
          </a:p>
        </p:txBody>
      </p:sp>
      <p:sp>
        <p:nvSpPr>
          <p:cNvPr id="97" name="Text 95"/>
          <p:cNvSpPr/>
          <p:nvPr/>
        </p:nvSpPr>
        <p:spPr>
          <a:xfrm>
            <a:off x="1239520" y="6238240"/>
            <a:ext cx="812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75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order to easily  combine Position Encoding and Word Encoding vectors)</a:t>
            </a:r>
            <a:endParaRPr lang="en-US" sz="17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2605" y="904240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Sine/Cosine Encoders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9148" y="1208786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 industrial application of Motor Control System)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88319" y="2272699"/>
            <a:ext cx="2682084" cy="2591674"/>
          </a:xfrm>
          <a:prstGeom prst="roundRect">
            <a:avLst>
              <a:gd name="adj" fmla="val 2117"/>
            </a:avLst>
          </a:prstGeom>
          <a:solidFill>
            <a:srgbClr val="FFFFFF"/>
          </a:solidFill>
          <a:ln w="28575">
            <a:solidFill>
              <a:srgbClr val="00A651"/>
            </a:solidFill>
            <a:prstDash val="solid"/>
          </a:ln>
        </p:spPr>
      </p:sp>
      <p:pic>
        <p:nvPicPr>
          <p:cNvPr id="8" name="Image 0" descr="/home/ahmed/Projects/ai_llm_slides/videos/deep-learning/002_transformers_part2/recreated_pptx/build/assets/s025_mo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743" y="2312571"/>
            <a:ext cx="2616023" cy="16879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34895" y="2803652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Motor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52563" y="4040353"/>
            <a:ext cx="1360861" cy="651241"/>
          </a:xfrm>
          <a:prstGeom prst="roundRect">
            <a:avLst>
              <a:gd name="adj" fmla="val 11233"/>
            </a:avLst>
          </a:prstGeom>
          <a:solidFill>
            <a:srgbClr val="EED0AF"/>
          </a:solidFill>
          <a:ln/>
        </p:spPr>
      </p:sp>
      <p:sp>
        <p:nvSpPr>
          <p:cNvPr id="11" name="Text 8"/>
          <p:cNvSpPr/>
          <p:nvPr/>
        </p:nvSpPr>
        <p:spPr>
          <a:xfrm>
            <a:off x="1397013" y="3992093"/>
            <a:ext cx="1360861" cy="65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</a:t>
            </a:r>
            <a:endParaRPr lang="en-US" sz="185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4364954" y="2910649"/>
            <a:ext cx="726673" cy="292394"/>
          </a:xfrm>
          <a:prstGeom prst="rightArrow">
            <a:avLst/>
          </a:prstGeom>
          <a:solidFill>
            <a:srgbClr val="C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612388" y="332613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Encoder</a:t>
            </a:r>
            <a:endParaRPr lang="en-US" sz="1600" dirty="0"/>
          </a:p>
          <a:p>
            <a:pPr algn="ctr" indent="0" marL="0">
              <a:lnSpc>
                <a:spcPts val="325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Signals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99390" y="1860689"/>
            <a:ext cx="5073500" cy="3309368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28575">
            <a:solidFill>
              <a:srgbClr val="00A651"/>
            </a:solidFill>
            <a:prstDash val="solid"/>
          </a:ln>
        </p:spPr>
      </p:sp>
      <p:pic>
        <p:nvPicPr>
          <p:cNvPr id="15" name="Image 1" descr="/home/ahmed/Projects/ai_llm_slides/videos/deep-learning/002_transformers_part2/recreated_pptx/build/assets/s025_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120" y="1953723"/>
            <a:ext cx="3382333" cy="316317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31254" y="2707513"/>
            <a:ext cx="177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direction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985254" y="2933573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CCW/CW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118346" y="2674112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208262" y="2946527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99479" y="3897122"/>
            <a:ext cx="2032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count =16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33820" y="401574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 signal periods per</a:t>
            </a:r>
            <a:endParaRPr lang="en-US" sz="1050" dirty="0"/>
          </a:p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9209659" y="3605149"/>
            <a:ext cx="1524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signal period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816100" y="5407660"/>
            <a:ext cx="889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rotary  position encoders are used in many applications to</a:t>
            </a:r>
            <a:endParaRPr lang="en-US" sz="20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angular  position and speed.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50519" y="6269101"/>
            <a:ext cx="177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Info: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043178" y="6422390"/>
            <a:ext cx="660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OF HIGH RESOLUTION POSITION INFORMATION FROM SINUSOIDAL ENCODERS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928366" y="6594983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Burke, J. F. Moynhan, K. Unterkofler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634150" y="2099920"/>
            <a:ext cx="8495469" cy="41599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65202" y="2485349"/>
            <a:ext cx="3382333" cy="3721378"/>
          </a:xfrm>
          <a:prstGeom prst="rect">
            <a:avLst/>
          </a:prstGeom>
          <a:solidFill>
            <a:srgbClr val="C4DCA0"/>
          </a:solidFill>
          <a:ln w="12700">
            <a:solidFill>
              <a:srgbClr val="6D775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258434" y="2538511"/>
            <a:ext cx="1268375" cy="2923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258434" y="2538511"/>
            <a:ext cx="1268375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TIDA-00176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61321" y="3495437"/>
            <a:ext cx="1070191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61321" y="4226422"/>
            <a:ext cx="1017342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triangl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761321" y="4997279"/>
            <a:ext cx="1043767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triangl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011531" y="3482147"/>
            <a:ext cx="0" cy="2432186"/>
          </a:xfrm>
          <a:prstGeom prst="line">
            <a:avLst/>
          </a:prstGeom>
          <a:noFill/>
          <a:ln w="22225">
            <a:solidFill>
              <a:srgbClr val="3E5425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403769" y="3495437"/>
            <a:ext cx="620975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3769" y="4226422"/>
            <a:ext cx="951281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98319" y="4625141"/>
            <a:ext cx="35673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29944" y="5914333"/>
            <a:ext cx="1744015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805910" y="3176462"/>
            <a:ext cx="1955411" cy="1967014"/>
          </a:xfrm>
          <a:prstGeom prst="rect">
            <a:avLst/>
          </a:prstGeom>
          <a:solidFill>
            <a:srgbClr val="0EBFEB"/>
          </a:solidFill>
          <a:ln w="12700">
            <a:solidFill>
              <a:srgbClr val="0D89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2334" y="3349240"/>
            <a:ext cx="1149465" cy="425300"/>
          </a:xfrm>
          <a:prstGeom prst="rect">
            <a:avLst/>
          </a:prstGeom>
          <a:solidFill>
            <a:srgbClr val="F5D5BC"/>
          </a:solidFill>
          <a:ln/>
        </p:spPr>
      </p:sp>
      <p:sp>
        <p:nvSpPr>
          <p:cNvPr id="19" name="Text 17"/>
          <p:cNvSpPr/>
          <p:nvPr/>
        </p:nvSpPr>
        <p:spPr>
          <a:xfrm>
            <a:off x="2858758" y="3322659"/>
            <a:ext cx="1096616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C00000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Fine Angle: </a:t>
            </a:r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1A1A1A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atan(A/B)</a:t>
            </a:r>
            <a:endParaRPr lang="en-US" sz="8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Option 1: 16 bit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32334" y="4066935"/>
            <a:ext cx="1149465" cy="398719"/>
          </a:xfrm>
          <a:prstGeom prst="rect">
            <a:avLst/>
          </a:prstGeom>
          <a:solidFill>
            <a:srgbClr val="D6E6BF"/>
          </a:solidFill>
          <a:ln/>
        </p:spPr>
      </p:sp>
      <p:sp>
        <p:nvSpPr>
          <p:cNvPr id="21" name="Text 19"/>
          <p:cNvSpPr/>
          <p:nvPr/>
        </p:nvSpPr>
        <p:spPr>
          <a:xfrm>
            <a:off x="2858758" y="4040353"/>
            <a:ext cx="1096616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C00000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Fine Angle: </a:t>
            </a:r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1A1A1A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atan(A/B)</a:t>
            </a:r>
            <a:endParaRPr lang="en-US" sz="8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Option 2: 12-bit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58758" y="4758048"/>
            <a:ext cx="1096616" cy="398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885183" y="4771338"/>
            <a:ext cx="1043767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800" b="1" u="sng" dirty="0">
                <a:solidFill>
                  <a:srgbClr val="1A1A1A"/>
                </a:solidFill>
                <a:uFill>
                  <a:solidFill>
                    <a:srgbClr val="1A1A1A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Coarse Angle</a:t>
            </a:r>
            <a:endParaRPr lang="en-US" sz="800" dirty="0"/>
          </a:p>
          <a:p>
            <a:pPr algn="l" indent="0" marL="0">
              <a:lnSpc>
                <a:spcPts val="145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count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48109" y="3349240"/>
            <a:ext cx="158547" cy="14619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4533" y="3349240"/>
            <a:ext cx="0" cy="-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827382" y="3349240"/>
            <a:ext cx="0" cy="-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4880231" y="3349240"/>
            <a:ext cx="0" cy="-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774533" y="3495437"/>
            <a:ext cx="0" cy="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827382" y="3495437"/>
            <a:ext cx="0" cy="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4880231" y="3495437"/>
            <a:ext cx="0" cy="26581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4536713" y="3535309"/>
            <a:ext cx="44921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3864" y="4106806"/>
            <a:ext cx="449216" cy="4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12-bit</a:t>
            </a:r>
            <a:endParaRPr lang="en-US" sz="10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83864" y="4917535"/>
            <a:ext cx="475641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eQEP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72717" y="3375822"/>
            <a:ext cx="224608" cy="1741073"/>
          </a:xfrm>
          <a:prstGeom prst="rect">
            <a:avLst/>
          </a:prstGeom>
          <a:solidFill>
            <a:srgbClr val="D7D7D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3262" y="3561890"/>
            <a:ext cx="277457" cy="13822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MCU Interface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10537" y="3189753"/>
            <a:ext cx="594551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210537" y="3987191"/>
            <a:ext cx="554914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10537" y="4678304"/>
            <a:ext cx="594551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A, B, R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78663" y="2923940"/>
            <a:ext cx="1744015" cy="305685"/>
          </a:xfrm>
          <a:prstGeom prst="rect">
            <a:avLst/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78663" y="2923940"/>
            <a:ext cx="1744015" cy="30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16-bit high-res path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857937" y="3203043"/>
            <a:ext cx="1677954" cy="611369"/>
          </a:xfrm>
          <a:prstGeom prst="roundRect">
            <a:avLst>
              <a:gd name="adj" fmla="val 8974"/>
            </a:avLst>
          </a:prstGeom>
          <a:solidFill>
            <a:srgbClr val="F6D7BC"/>
          </a:solidFill>
          <a:ln w="12700">
            <a:solidFill>
              <a:srgbClr val="6E6A2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976847" y="3296078"/>
            <a:ext cx="792734" cy="412010"/>
          </a:xfrm>
          <a:prstGeom prst="homePlate">
            <a:avLst/>
          </a:prstGeom>
          <a:solidFill>
            <a:srgbClr val="E99968"/>
          </a:solidFill>
          <a:ln/>
        </p:spPr>
      </p:sp>
      <p:sp>
        <p:nvSpPr>
          <p:cNvPr id="43" name="Text 41"/>
          <p:cNvSpPr/>
          <p:nvPr/>
        </p:nvSpPr>
        <p:spPr>
          <a:xfrm>
            <a:off x="6003271" y="3322659"/>
            <a:ext cx="528490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</a:t>
            </a:r>
            <a:endParaRPr lang="en-US" sz="7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769581" y="3482147"/>
            <a:ext cx="158547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 rot="16200000">
            <a:off x="6941340" y="3256206"/>
            <a:ext cx="462428" cy="451882"/>
          </a:xfrm>
          <a:prstGeom prst="triangle">
            <a:avLst/>
          </a:prstGeom>
          <a:solidFill>
            <a:srgbClr val="6CCE93"/>
          </a:solidFill>
          <a:ln/>
        </p:spPr>
      </p:sp>
      <p:sp>
        <p:nvSpPr>
          <p:cNvPr id="46" name="Text 44"/>
          <p:cNvSpPr/>
          <p:nvPr/>
        </p:nvSpPr>
        <p:spPr>
          <a:xfrm>
            <a:off x="7549103" y="3282787"/>
            <a:ext cx="79273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A+,A-,B+,B-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78663" y="3920738"/>
            <a:ext cx="1757228" cy="637951"/>
          </a:xfrm>
          <a:prstGeom prst="roundRect">
            <a:avLst>
              <a:gd name="adj" fmla="val 8600"/>
            </a:avLst>
          </a:prstGeom>
          <a:solidFill>
            <a:srgbClr val="C4DCA0"/>
          </a:solidFill>
          <a:ln w="12700">
            <a:solidFill>
              <a:srgbClr val="6E6A28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778663" y="3827703"/>
            <a:ext cx="1744015" cy="385428"/>
          </a:xfrm>
          <a:prstGeom prst="rect">
            <a:avLst/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78663" y="3827703"/>
            <a:ext cx="1744015" cy="38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 path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 rot="16200000">
            <a:off x="6941340" y="4000481"/>
            <a:ext cx="462428" cy="465172"/>
          </a:xfrm>
          <a:prstGeom prst="triangle">
            <a:avLst/>
          </a:prstGeom>
          <a:solidFill>
            <a:srgbClr val="6CCE93"/>
          </a:solidFill>
          <a:ln/>
        </p:spPr>
      </p:sp>
      <p:sp>
        <p:nvSpPr>
          <p:cNvPr id="51" name="Text 49"/>
          <p:cNvSpPr/>
          <p:nvPr/>
        </p:nvSpPr>
        <p:spPr>
          <a:xfrm>
            <a:off x="7549103" y="4226422"/>
            <a:ext cx="79273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A+,A-,B+,B-,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549103" y="4372619"/>
            <a:ext cx="634187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R+,R-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84610" y="4983988"/>
            <a:ext cx="-132122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805088" y="4651723"/>
            <a:ext cx="1849713" cy="664532"/>
          </a:xfrm>
          <a:prstGeom prst="rect">
            <a:avLst/>
          </a:prstGeom>
          <a:solidFill>
            <a:srgbClr val="ECE9F0"/>
          </a:solidFill>
          <a:ln/>
        </p:spPr>
      </p:sp>
      <p:sp>
        <p:nvSpPr>
          <p:cNvPr id="55" name="Shape 53"/>
          <p:cNvSpPr/>
          <p:nvPr/>
        </p:nvSpPr>
        <p:spPr>
          <a:xfrm rot="16200000">
            <a:off x="6003271" y="4758048"/>
            <a:ext cx="436004" cy="478463"/>
          </a:xfrm>
          <a:prstGeom prst="triangle">
            <a:avLst/>
          </a:prstGeom>
          <a:solidFill>
            <a:srgbClr val="6CCE93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48606" y="4877663"/>
            <a:ext cx="145335" cy="2658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7" name="Shape 55"/>
          <p:cNvSpPr/>
          <p:nvPr/>
        </p:nvSpPr>
        <p:spPr>
          <a:xfrm>
            <a:off x="6148606" y="4877663"/>
            <a:ext cx="26424" cy="1594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8" name="Shape 56"/>
          <p:cNvSpPr/>
          <p:nvPr/>
        </p:nvSpPr>
        <p:spPr>
          <a:xfrm>
            <a:off x="6108969" y="5010570"/>
            <a:ext cx="66061" cy="2658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9" name="Shape 57"/>
          <p:cNvSpPr/>
          <p:nvPr/>
        </p:nvSpPr>
        <p:spPr>
          <a:xfrm>
            <a:off x="6267516" y="4877663"/>
            <a:ext cx="26424" cy="18606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0" name="Shape 58"/>
          <p:cNvSpPr/>
          <p:nvPr/>
        </p:nvSpPr>
        <p:spPr>
          <a:xfrm>
            <a:off x="6597822" y="5050442"/>
            <a:ext cx="1083404" cy="265813"/>
          </a:xfrm>
          <a:prstGeom prst="rect">
            <a:avLst/>
          </a:prstGeom>
          <a:solidFill>
            <a:srgbClr val="FFFFFF"/>
          </a:solidFill>
          <a:ln w="9525">
            <a:solidFill>
              <a:srgbClr val="9C9C9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97822" y="5050442"/>
            <a:ext cx="1083404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Comparators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510288" y="5648520"/>
            <a:ext cx="449216" cy="239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V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985929" y="5648520"/>
            <a:ext cx="237820" cy="239231"/>
          </a:xfrm>
          <a:prstGeom prst="rect">
            <a:avLst/>
          </a:prstGeom>
          <a:solidFill>
            <a:srgbClr val="D7D7D7"/>
          </a:solidFill>
          <a:ln w="9525">
            <a:solidFill>
              <a:srgbClr val="8C8C8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23749" y="5768136"/>
            <a:ext cx="607763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857937" y="5528905"/>
            <a:ext cx="845583" cy="531625"/>
          </a:xfrm>
          <a:prstGeom prst="rect">
            <a:avLst/>
          </a:prstGeom>
          <a:solidFill>
            <a:srgbClr val="D0BA6F"/>
          </a:solidFill>
          <a:ln/>
        </p:spPr>
      </p:sp>
      <p:sp>
        <p:nvSpPr>
          <p:cNvPr id="66" name="Text 64"/>
          <p:cNvSpPr/>
          <p:nvPr/>
        </p:nvSpPr>
        <p:spPr>
          <a:xfrm>
            <a:off x="5857937" y="5555486"/>
            <a:ext cx="845583" cy="47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729944" y="5741555"/>
            <a:ext cx="317094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7073463" y="5635230"/>
            <a:ext cx="422792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729944" y="5980786"/>
            <a:ext cx="317094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headEnd type="none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7073463" y="5874461"/>
            <a:ext cx="50206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V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654801" y="5940914"/>
            <a:ext cx="1321224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Supply: 5.25 V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328625" y="3721378"/>
            <a:ext cx="224608" cy="1236029"/>
          </a:xfrm>
          <a:prstGeom prst="rect">
            <a:avLst/>
          </a:prstGeom>
          <a:solidFill>
            <a:srgbClr val="D7D7D7"/>
          </a:solidFill>
          <a:ln w="9525">
            <a:solidFill>
              <a:srgbClr val="4A4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08807" y="3880866"/>
            <a:ext cx="264245" cy="93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connector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830690" y="2485349"/>
            <a:ext cx="2219656" cy="3694797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31750">
            <a:solidFill>
              <a:srgbClr val="1E753E"/>
            </a:solidFill>
            <a:prstDash val="solid"/>
          </a:ln>
        </p:spPr>
      </p:sp>
      <p:pic>
        <p:nvPicPr>
          <p:cNvPr id="75" name="Image 0" descr="/home/ahmed/Projects/ai_llm_slides/videos/deep-learning/002_transformers_part2/recreated_pptx/build/assets/slide026_wi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809" y="3269496"/>
            <a:ext cx="2589599" cy="2445477"/>
          </a:xfrm>
          <a:prstGeom prst="rect">
            <a:avLst/>
          </a:prstGeom>
        </p:spPr>
      </p:pic>
      <p:sp>
        <p:nvSpPr>
          <p:cNvPr id="76" name="Text 73"/>
          <p:cNvSpPr/>
          <p:nvPr/>
        </p:nvSpPr>
        <p:spPr>
          <a:xfrm>
            <a:off x="8751417" y="4000481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</a:t>
            </a:r>
            <a:endParaRPr lang="en-US" sz="650" dirty="0"/>
          </a:p>
        </p:txBody>
      </p:sp>
      <p:sp>
        <p:nvSpPr>
          <p:cNvPr id="77" name="Text 74"/>
          <p:cNvSpPr/>
          <p:nvPr/>
        </p:nvSpPr>
        <p:spPr>
          <a:xfrm>
            <a:off x="8751417" y="4166614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A-,</a:t>
            </a:r>
            <a:endParaRPr lang="en-US" sz="650" dirty="0"/>
          </a:p>
        </p:txBody>
      </p:sp>
      <p:sp>
        <p:nvSpPr>
          <p:cNvPr id="78" name="Text 75"/>
          <p:cNvSpPr/>
          <p:nvPr/>
        </p:nvSpPr>
        <p:spPr>
          <a:xfrm>
            <a:off x="8751417" y="4332747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B+,</a:t>
            </a:r>
            <a:endParaRPr lang="en-US" sz="650" dirty="0"/>
          </a:p>
        </p:txBody>
      </p:sp>
      <p:sp>
        <p:nvSpPr>
          <p:cNvPr id="79" name="Text 76"/>
          <p:cNvSpPr/>
          <p:nvPr/>
        </p:nvSpPr>
        <p:spPr>
          <a:xfrm>
            <a:off x="8751417" y="4498880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B-,</a:t>
            </a:r>
            <a:endParaRPr lang="en-US" sz="650" dirty="0"/>
          </a:p>
        </p:txBody>
      </p:sp>
      <p:sp>
        <p:nvSpPr>
          <p:cNvPr id="80" name="Text 77"/>
          <p:cNvSpPr/>
          <p:nvPr/>
        </p:nvSpPr>
        <p:spPr>
          <a:xfrm>
            <a:off x="8751417" y="4665013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R+,</a:t>
            </a:r>
            <a:endParaRPr lang="en-US" sz="650" dirty="0"/>
          </a:p>
        </p:txBody>
      </p:sp>
      <p:sp>
        <p:nvSpPr>
          <p:cNvPr id="81" name="Text 78"/>
          <p:cNvSpPr/>
          <p:nvPr/>
        </p:nvSpPr>
        <p:spPr>
          <a:xfrm>
            <a:off x="8751417" y="4831146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R-,</a:t>
            </a:r>
            <a:endParaRPr lang="en-US" sz="650" dirty="0"/>
          </a:p>
        </p:txBody>
      </p:sp>
      <p:sp>
        <p:nvSpPr>
          <p:cNvPr id="82" name="Text 79"/>
          <p:cNvSpPr/>
          <p:nvPr/>
        </p:nvSpPr>
        <p:spPr>
          <a:xfrm>
            <a:off x="8751417" y="4997279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650" dirty="0"/>
          </a:p>
        </p:txBody>
      </p:sp>
      <p:sp>
        <p:nvSpPr>
          <p:cNvPr id="83" name="Text 80"/>
          <p:cNvSpPr/>
          <p:nvPr/>
        </p:nvSpPr>
        <p:spPr>
          <a:xfrm>
            <a:off x="8751417" y="5163412"/>
            <a:ext cx="502065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8923176" y="3269496"/>
            <a:ext cx="1810077" cy="451882"/>
          </a:xfrm>
          <a:prstGeom prst="rect">
            <a:avLst/>
          </a:prstGeom>
          <a:solidFill>
            <a:srgbClr val="F1D3B2"/>
          </a:solidFill>
          <a:ln/>
        </p:spPr>
      </p:sp>
      <p:sp>
        <p:nvSpPr>
          <p:cNvPr id="85" name="Text 82"/>
          <p:cNvSpPr/>
          <p:nvPr/>
        </p:nvSpPr>
        <p:spPr>
          <a:xfrm>
            <a:off x="8949600" y="3242915"/>
            <a:ext cx="1757228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Sine and Cosine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A+, A-, B+, B- and Marker R+/R-</a:t>
            </a:r>
            <a:endParaRPr lang="en-US" sz="850" dirty="0"/>
          </a:p>
        </p:txBody>
      </p:sp>
      <p:sp>
        <p:nvSpPr>
          <p:cNvPr id="86" name="Text 83"/>
          <p:cNvSpPr/>
          <p:nvPr/>
        </p:nvSpPr>
        <p:spPr>
          <a:xfrm>
            <a:off x="9544151" y="4266294"/>
            <a:ext cx="1479771" cy="49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 twisted</a:t>
            </a:r>
            <a:endParaRPr lang="en-US" sz="7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cable, up</a:t>
            </a:r>
            <a:endParaRPr lang="en-US" sz="700" dirty="0"/>
          </a:p>
          <a:p>
            <a:pPr algn="l" indent="0" marL="0">
              <a:lnSpc>
                <a:spcPts val="1150"/>
              </a:lnSpc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50...150m</a:t>
            </a:r>
            <a:endParaRPr lang="en-US" sz="700" dirty="0"/>
          </a:p>
        </p:txBody>
      </p:sp>
      <p:pic>
        <p:nvPicPr>
          <p:cNvPr id="87" name="Image 1" descr="/home/ahmed/Projects/ai_llm_slides/videos/deep-learning/002_transformers_part2/recreated_pptx/build/assets/slide026_mo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061" y="4691594"/>
            <a:ext cx="1136253" cy="651241"/>
          </a:xfrm>
          <a:prstGeom prst="rect">
            <a:avLst/>
          </a:prstGeom>
        </p:spPr>
      </p:pic>
      <p:sp>
        <p:nvSpPr>
          <p:cNvPr id="88" name="Text 84"/>
          <p:cNvSpPr/>
          <p:nvPr/>
        </p:nvSpPr>
        <p:spPr>
          <a:xfrm>
            <a:off x="10165126" y="5289673"/>
            <a:ext cx="924857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Motor</a:t>
            </a:r>
            <a:endParaRPr lang="en-US" sz="700" dirty="0"/>
          </a:p>
        </p:txBody>
      </p:sp>
      <p:sp>
        <p:nvSpPr>
          <p:cNvPr id="89" name="Shape 85"/>
          <p:cNvSpPr/>
          <p:nvPr/>
        </p:nvSpPr>
        <p:spPr>
          <a:xfrm>
            <a:off x="9544151" y="5302964"/>
            <a:ext cx="766310" cy="345557"/>
          </a:xfrm>
          <a:prstGeom prst="rect">
            <a:avLst/>
          </a:prstGeom>
          <a:solidFill>
            <a:srgbClr val="F1D3B2"/>
          </a:solidFill>
          <a:ln/>
        </p:spPr>
      </p:sp>
      <p:sp>
        <p:nvSpPr>
          <p:cNvPr id="90" name="Text 86"/>
          <p:cNvSpPr/>
          <p:nvPr/>
        </p:nvSpPr>
        <p:spPr>
          <a:xfrm>
            <a:off x="9544151" y="5302964"/>
            <a:ext cx="766310" cy="345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A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7A4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050" dirty="0"/>
          </a:p>
        </p:txBody>
      </p:sp>
      <p:sp>
        <p:nvSpPr>
          <p:cNvPr id="91" name="Shape 87"/>
          <p:cNvSpPr/>
          <p:nvPr/>
        </p:nvSpPr>
        <p:spPr>
          <a:xfrm>
            <a:off x="1801779" y="3907447"/>
            <a:ext cx="938069" cy="332266"/>
          </a:xfrm>
          <a:prstGeom prst="leftArrow">
            <a:avLst/>
          </a:prstGeom>
          <a:solidFill>
            <a:srgbClr val="B00011"/>
          </a:solidFill>
          <a:ln/>
        </p:spPr>
      </p:sp>
      <p:sp>
        <p:nvSpPr>
          <p:cNvPr id="92" name="Text 88"/>
          <p:cNvSpPr/>
          <p:nvPr/>
        </p:nvSpPr>
        <p:spPr>
          <a:xfrm>
            <a:off x="1405412" y="4239713"/>
            <a:ext cx="1162677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3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(Angle)</a:t>
            </a:r>
            <a:endParaRPr lang="en-US" sz="1350" dirty="0"/>
          </a:p>
        </p:txBody>
      </p:sp>
      <p:sp>
        <p:nvSpPr>
          <p:cNvPr id="93" name="Text 89"/>
          <p:cNvSpPr/>
          <p:nvPr/>
        </p:nvSpPr>
        <p:spPr>
          <a:xfrm>
            <a:off x="524510" y="757566"/>
            <a:ext cx="10668000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Encoders</a:t>
            </a:r>
            <a:endParaRPr lang="en-US" sz="2200" dirty="0"/>
          </a:p>
        </p:txBody>
      </p:sp>
      <p:sp>
        <p:nvSpPr>
          <p:cNvPr id="94" name="Text 90"/>
          <p:cNvSpPr/>
          <p:nvPr/>
        </p:nvSpPr>
        <p:spPr>
          <a:xfrm>
            <a:off x="552450" y="1076542"/>
            <a:ext cx="10668000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 industrial application of Motor Control System)</a:t>
            </a:r>
            <a:endParaRPr lang="en-US" sz="2200" dirty="0"/>
          </a:p>
        </p:txBody>
      </p:sp>
      <p:sp>
        <p:nvSpPr>
          <p:cNvPr id="95" name="Text 91"/>
          <p:cNvSpPr/>
          <p:nvPr/>
        </p:nvSpPr>
        <p:spPr>
          <a:xfrm>
            <a:off x="2247900" y="6352924"/>
            <a:ext cx="9652000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EMC-compliant interface to Sin/Cos incremental position encoder switch</a:t>
            </a:r>
            <a:endParaRPr lang="en-US" sz="1350" dirty="0"/>
          </a:p>
        </p:txBody>
      </p:sp>
      <p:sp>
        <p:nvSpPr>
          <p:cNvPr id="96" name="Text 92"/>
          <p:cNvSpPr/>
          <p:nvPr/>
        </p:nvSpPr>
        <p:spPr>
          <a:xfrm>
            <a:off x="2247900" y="6552283"/>
            <a:ext cx="9652000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1-VPP  Differential analog output signals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6985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5 words</a:t>
            </a:r>
            <a:endParaRPr lang="en-US" sz="2430" dirty="0"/>
          </a:p>
        </p:txBody>
      </p:sp>
      <p:sp>
        <p:nvSpPr>
          <p:cNvPr id="88" name="Text 86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89" name="Text 87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 rot="1800000">
            <a:off x="4920620" y="246316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010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 rot="-1800000">
            <a:off x="4920620" y="478091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 rot="-3600000">
            <a:off x="5768975" y="562927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85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9 words</a:t>
            </a:r>
            <a:endParaRPr lang="en-US" sz="2430" dirty="0"/>
          </a:p>
        </p:txBody>
      </p:sp>
      <p:sp>
        <p:nvSpPr>
          <p:cNvPr id="28" name="Text 26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29" name="Text 27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  <p:sp>
        <p:nvSpPr>
          <p:cNvPr id="30" name="Shape 28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 flipH="1">
            <a:off x="5432076" y="1660342"/>
            <a:ext cx="43081" cy="396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H="1">
            <a:off x="5389819" y="1699942"/>
            <a:ext cx="42258" cy="404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5348403" y="1740420"/>
            <a:ext cx="41416" cy="4133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>
            <a:off x="5307846" y="1781758"/>
            <a:ext cx="40557" cy="4218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5268165" y="1823940"/>
            <a:ext cx="39681" cy="4300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>
            <a:off x="5229377" y="1866947"/>
            <a:ext cx="38788" cy="438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5191499" y="1910761"/>
            <a:ext cx="37878" cy="4460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H="1">
            <a:off x="5154546" y="1955364"/>
            <a:ext cx="36953" cy="4537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H="1">
            <a:off x="5118534" y="2000736"/>
            <a:ext cx="36012" cy="4612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H="1">
            <a:off x="5083478" y="2046859"/>
            <a:ext cx="35056" cy="468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5049394" y="2093713"/>
            <a:ext cx="34084" cy="4756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5016295" y="2141278"/>
            <a:ext cx="33099" cy="482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4984196" y="2189533"/>
            <a:ext cx="32099" cy="48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4953109" y="2238460"/>
            <a:ext cx="31086" cy="4957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834890" y="228092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86020" y="145796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10" name="Shape 108"/>
          <p:cNvSpPr/>
          <p:nvPr/>
        </p:nvSpPr>
        <p:spPr>
          <a:xfrm flipH="1">
            <a:off x="4655625" y="2895348"/>
            <a:ext cx="17509" cy="55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H="1">
            <a:off x="4639268" y="2951184"/>
            <a:ext cx="16357" cy="561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H="1">
            <a:off x="4624070" y="3007368"/>
            <a:ext cx="15198" cy="5650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H="1">
            <a:off x="4610038" y="3063876"/>
            <a:ext cx="14032" cy="568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H="1">
            <a:off x="4597177" y="3120685"/>
            <a:ext cx="12861" cy="57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H="1">
            <a:off x="4585492" y="3177770"/>
            <a:ext cx="11684" cy="573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H="1">
            <a:off x="4574990" y="3235108"/>
            <a:ext cx="10502" cy="5756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H="1">
            <a:off x="4565674" y="3292675"/>
            <a:ext cx="9316" cy="5777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H="1">
            <a:off x="4557548" y="3350445"/>
            <a:ext cx="8126" cy="579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H="1">
            <a:off x="4550616" y="3408394"/>
            <a:ext cx="6932" cy="5810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4544880" y="3466498"/>
            <a:ext cx="5736" cy="582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H="1">
            <a:off x="4540344" y="3524733"/>
            <a:ext cx="4537" cy="5834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4537008" y="3583073"/>
            <a:ext cx="3336" cy="5842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H="1">
            <a:off x="4534875" y="3641494"/>
            <a:ext cx="2133" cy="5847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4470400" y="363855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976370" y="2819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26" name="Shape 124"/>
          <p:cNvSpPr/>
          <p:nvPr/>
        </p:nvSpPr>
        <p:spPr>
          <a:xfrm>
            <a:off x="4596066" y="4365907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08820" y="4423017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22746" y="447985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37839" y="4536388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54090" y="4592603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71495" y="464847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90045" y="4703969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09733" y="4759074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30550" y="4813762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52488" y="4868011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75537" y="4921797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99687" y="4975097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24928" y="5027890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51250" y="5080152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4832350" y="50761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989070" y="4425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42" name="Shape 140"/>
          <p:cNvSpPr/>
          <p:nvPr/>
        </p:nvSpPr>
        <p:spPr>
          <a:xfrm>
            <a:off x="5264602" y="5677983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304202" y="5721064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344680" y="5763321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86018" y="5804737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28200" y="5845294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1207" y="5884975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15021" y="5923763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59624" y="5961641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604996" y="599859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651119" y="6034606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697973" y="6069662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45538" y="6103746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93793" y="6136845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842720" y="6168944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5909310" y="61937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542790" y="611124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 rot="1800000">
            <a:off x="4920620" y="246316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010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 rot="-1800000">
            <a:off x="4920620" y="478091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 rot="-3600000">
            <a:off x="5768975" y="562927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 rot="-5400000">
            <a:off x="6927850" y="593979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 rot="3600000">
            <a:off x="8086725" y="562927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 rot="1800000">
            <a:off x="8935080" y="4780915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59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12 words</a:t>
            </a:r>
            <a:endParaRPr lang="en-US" sz="2430" dirty="0"/>
          </a:p>
        </p:txBody>
      </p:sp>
      <p:sp>
        <p:nvSpPr>
          <p:cNvPr id="31" name="Text 29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32" name="Text 30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  <p:sp>
        <p:nvSpPr>
          <p:cNvPr id="33" name="Shape 31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1" name="Shape 79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97" name="Shape 95"/>
          <p:cNvSpPr/>
          <p:nvPr/>
        </p:nvSpPr>
        <p:spPr>
          <a:xfrm flipH="1">
            <a:off x="5432076" y="1660342"/>
            <a:ext cx="43081" cy="396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>
            <a:off x="5389819" y="1699942"/>
            <a:ext cx="42258" cy="404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>
            <a:off x="5348403" y="1740420"/>
            <a:ext cx="41416" cy="4133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5307846" y="1781758"/>
            <a:ext cx="40557" cy="4218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H="1">
            <a:off x="5268165" y="1823940"/>
            <a:ext cx="39681" cy="4300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H="1">
            <a:off x="5229377" y="1866947"/>
            <a:ext cx="38788" cy="438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H="1">
            <a:off x="5191499" y="1910761"/>
            <a:ext cx="37878" cy="4460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5154546" y="1955364"/>
            <a:ext cx="36953" cy="4537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5118534" y="2000736"/>
            <a:ext cx="36012" cy="4612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5083478" y="2046859"/>
            <a:ext cx="35056" cy="468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5049394" y="2093713"/>
            <a:ext cx="34084" cy="4756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H="1">
            <a:off x="5016295" y="2141278"/>
            <a:ext cx="33099" cy="482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H="1">
            <a:off x="4984196" y="2189533"/>
            <a:ext cx="32099" cy="48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H="1">
            <a:off x="4953109" y="2238460"/>
            <a:ext cx="31086" cy="4957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4834890" y="228092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986020" y="145796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13" name="Shape 111"/>
          <p:cNvSpPr/>
          <p:nvPr/>
        </p:nvSpPr>
        <p:spPr>
          <a:xfrm flipH="1">
            <a:off x="4655625" y="2895348"/>
            <a:ext cx="17509" cy="55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H="1">
            <a:off x="4639268" y="2951184"/>
            <a:ext cx="16357" cy="561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H="1">
            <a:off x="4624070" y="3007368"/>
            <a:ext cx="15198" cy="5650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H="1">
            <a:off x="4610038" y="3063876"/>
            <a:ext cx="14032" cy="568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H="1">
            <a:off x="4597177" y="3120685"/>
            <a:ext cx="12861" cy="57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H="1">
            <a:off x="4585492" y="3177770"/>
            <a:ext cx="11684" cy="573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H="1">
            <a:off x="4574990" y="3235108"/>
            <a:ext cx="10502" cy="5756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4565674" y="3292675"/>
            <a:ext cx="9316" cy="5777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H="1">
            <a:off x="4557548" y="3350445"/>
            <a:ext cx="8126" cy="579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4550616" y="3408394"/>
            <a:ext cx="6932" cy="5810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H="1">
            <a:off x="4544880" y="3466498"/>
            <a:ext cx="5736" cy="582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H="1">
            <a:off x="4540344" y="3524733"/>
            <a:ext cx="4537" cy="5834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H="1">
            <a:off x="4537008" y="3583073"/>
            <a:ext cx="3336" cy="5842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H="1">
            <a:off x="4534875" y="3641494"/>
            <a:ext cx="2133" cy="5847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4470400" y="363855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76370" y="28194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29" name="Shape 127"/>
          <p:cNvSpPr/>
          <p:nvPr/>
        </p:nvSpPr>
        <p:spPr>
          <a:xfrm>
            <a:off x="4596066" y="4365907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08820" y="4423017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22746" y="447985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37839" y="4536388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54090" y="4592603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671495" y="464847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690045" y="4703969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09733" y="4759074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30550" y="4813762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52488" y="4868011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775537" y="4921797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799687" y="4975097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24928" y="5027890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51250" y="5080152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4832350" y="50761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989070" y="4425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45" name="Shape 143"/>
          <p:cNvSpPr/>
          <p:nvPr/>
        </p:nvSpPr>
        <p:spPr>
          <a:xfrm>
            <a:off x="5264602" y="5677983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04202" y="5721064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344680" y="5763321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386018" y="5804737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28200" y="5845294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1207" y="5884975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515021" y="5923763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559624" y="5961641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604996" y="599859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651119" y="6034606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697973" y="6069662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745538" y="6103746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793793" y="6136845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42720" y="6168944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5909310" y="61937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069840" y="598932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61" name="Shape 159"/>
          <p:cNvSpPr/>
          <p:nvPr/>
        </p:nvSpPr>
        <p:spPr>
          <a:xfrm>
            <a:off x="6499608" y="6480006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555444" y="6497515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611628" y="6513872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668136" y="6529070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24945" y="6543102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782030" y="6555963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839368" y="6567648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896935" y="6578150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954705" y="6587466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012654" y="6595592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070758" y="6602524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128993" y="6608260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87333" y="6612796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245754" y="6616132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7254240" y="656844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544310" y="654939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77" name="Shape 175"/>
          <p:cNvSpPr/>
          <p:nvPr/>
        </p:nvSpPr>
        <p:spPr>
          <a:xfrm flipV="1">
            <a:off x="7970167" y="6544320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8027277" y="6530394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8084112" y="6515301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8140648" y="6499050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8196863" y="6481645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8252731" y="646309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8308229" y="6443407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8363334" y="6422590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8418022" y="6400652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8472271" y="6377603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8526057" y="6353453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flipV="1">
            <a:off x="8579357" y="6328212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8632150" y="6301890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8684412" y="6274499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8688070" y="61963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7973060" y="65913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193" name="Shape 191"/>
          <p:cNvSpPr/>
          <p:nvPr/>
        </p:nvSpPr>
        <p:spPr>
          <a:xfrm flipV="1">
            <a:off x="9282243" y="5848938"/>
            <a:ext cx="43081" cy="396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9325324" y="5808460"/>
            <a:ext cx="42258" cy="404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flipV="1">
            <a:off x="9367581" y="5767122"/>
            <a:ext cx="41416" cy="4133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flipV="1">
            <a:off x="9408997" y="5724940"/>
            <a:ext cx="40557" cy="4218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flipV="1">
            <a:off x="9449554" y="5681933"/>
            <a:ext cx="39681" cy="4300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flipV="1">
            <a:off x="9489235" y="5638119"/>
            <a:ext cx="38788" cy="438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flipV="1">
            <a:off x="9528023" y="5593516"/>
            <a:ext cx="37878" cy="4460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9565901" y="5548144"/>
            <a:ext cx="36953" cy="4537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9602854" y="5502021"/>
            <a:ext cx="36012" cy="4612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9638866" y="5455167"/>
            <a:ext cx="35056" cy="468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9673922" y="5407602"/>
            <a:ext cx="34084" cy="4756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flipV="1">
            <a:off x="9708006" y="5359347"/>
            <a:ext cx="33099" cy="482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flipV="1">
            <a:off x="9741105" y="5310420"/>
            <a:ext cx="32099" cy="48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flipV="1">
            <a:off x="9773204" y="5260844"/>
            <a:ext cx="31086" cy="4957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flipV="1">
            <a:off x="9804400" y="512064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9326880" y="611124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209" name="Shape 207"/>
          <p:cNvSpPr/>
          <p:nvPr/>
        </p:nvSpPr>
        <p:spPr>
          <a:xfrm>
            <a:off x="612648" y="5203190"/>
            <a:ext cx="3949700" cy="157861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802130" y="5289550"/>
            <a:ext cx="726440" cy="22606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421640" y="5275072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</a:t>
            </a:r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</a:t>
            </a:r>
            <a:pPr algn="ctr" indent="0" marL="0">
              <a:buNone/>
            </a:pPr>
            <a:r>
              <a:rPr lang="en-US" sz="16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ω </a:t>
            </a:r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value, allow</a:t>
            </a:r>
            <a:endParaRPr lang="en-US" sz="1675" dirty="0"/>
          </a:p>
        </p:txBody>
      </p:sp>
      <p:sp>
        <p:nvSpPr>
          <p:cNvPr id="212" name="Text 210"/>
          <p:cNvSpPr/>
          <p:nvPr/>
        </p:nvSpPr>
        <p:spPr>
          <a:xfrm>
            <a:off x="421640" y="5515102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of longer sequences</a:t>
            </a:r>
            <a:endParaRPr lang="en-US" sz="1675" dirty="0"/>
          </a:p>
        </p:txBody>
      </p:sp>
      <p:sp>
        <p:nvSpPr>
          <p:cNvPr id="213" name="Text 211"/>
          <p:cNvSpPr/>
          <p:nvPr/>
        </p:nvSpPr>
        <p:spPr>
          <a:xfrm>
            <a:off x="421640" y="5993892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(practically use  ω = 1/10000)</a:t>
            </a:r>
            <a:endParaRPr lang="en-US" sz="1675" dirty="0"/>
          </a:p>
        </p:txBody>
      </p:sp>
    </p:spTree>
  </p:cSld>
  <p:clrMapOvr>
    <a:masterClrMapping/>
  </p:clrMapOvr>
</p:sld>
</file>

<file path=ppt/slides/slide30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6170" y="717694"/>
            <a:ext cx="3765488" cy="2405605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6400" y="1355645"/>
            <a:ext cx="4597859" cy="1116413"/>
          </a:xfrm>
          <a:prstGeom prst="rect">
            <a:avLst/>
          </a:prstGeom>
          <a:solidFill>
            <a:srgbClr val="F9FCC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6533" y="3203043"/>
            <a:ext cx="7597037" cy="1129704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6533" y="4425782"/>
            <a:ext cx="7015699" cy="2206246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98293" y="4678304"/>
            <a:ext cx="3289847" cy="1621458"/>
          </a:xfrm>
          <a:prstGeom prst="rect">
            <a:avLst/>
          </a:prstGeom>
          <a:solidFill>
            <a:srgbClr val="F0FCE4"/>
          </a:solidFill>
          <a:ln w="22225">
            <a:solidFill>
              <a:srgbClr val="4686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83589" y="2033467"/>
            <a:ext cx="541702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3952" y="2565093"/>
            <a:ext cx="541702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267" y="3256206"/>
            <a:ext cx="554914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74755" y="3296078"/>
            <a:ext cx="805947" cy="265813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62289" y="3242915"/>
            <a:ext cx="819159" cy="345557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01753" y="3867575"/>
            <a:ext cx="541702" cy="31897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4029" y="3947319"/>
            <a:ext cx="951281" cy="239231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83016" y="3880866"/>
            <a:ext cx="885220" cy="279103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5271" y="4718176"/>
            <a:ext cx="554914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18847" y="5236511"/>
            <a:ext cx="541702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7164" y="4704885"/>
            <a:ext cx="964493" cy="292394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841" y="4718176"/>
            <a:ext cx="845583" cy="279103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83589" y="5316254"/>
            <a:ext cx="819159" cy="279103"/>
          </a:xfrm>
          <a:prstGeom prst="rect">
            <a:avLst/>
          </a:prstGeom>
          <a:solidFill>
            <a:srgbClr val="8DCE9B"/>
          </a:solidFill>
          <a:ln w="12700">
            <a:solidFill>
              <a:srgbClr val="8DCE9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1294" y="5276382"/>
            <a:ext cx="1096616" cy="305685"/>
          </a:xfrm>
          <a:prstGeom prst="rect">
            <a:avLst/>
          </a:prstGeom>
          <a:solidFill>
            <a:srgbClr val="F8FE7A"/>
          </a:solidFill>
          <a:ln w="12700">
            <a:solidFill>
              <a:srgbClr val="F8F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8885" y="4027063"/>
            <a:ext cx="52849" cy="13291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72193" y="5462451"/>
            <a:ext cx="52849" cy="13291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64430" y="770857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64430" y="770857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64430" y="1791578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3895" y="770857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37264" y="770857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37264" y="1791578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7642" y="2020177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77642" y="2020177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7642" y="3014316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10262" y="2020177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3631" y="2020177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3631" y="3014316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2537" y="4691594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2537" y="469159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2537" y="568573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85157" y="4691594"/>
            <a:ext cx="29067" cy="102337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8526" y="469159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08526" y="5685734"/>
            <a:ext cx="105698" cy="29239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53283" y="4678304"/>
            <a:ext cx="29067" cy="104996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53283" y="4678304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53283" y="5699025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90033" y="4678304"/>
            <a:ext cx="29067" cy="104996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13402" y="4678304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13402" y="5699025"/>
            <a:ext cx="105698" cy="29239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61792" y="4678304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1792" y="4678304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61792" y="5699025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98044" y="4678304"/>
            <a:ext cx="29067" cy="10499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1413" y="4678304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1413" y="5699025"/>
            <a:ext cx="105698" cy="29239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4717" y="1141549"/>
            <a:ext cx="1934847" cy="31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“t”</a:t>
            </a:r>
            <a:endParaRPr lang="en-US" sz="1570" dirty="0"/>
          </a:p>
        </p:txBody>
      </p:sp>
      <p:sp>
        <p:nvSpPr>
          <p:cNvPr id="57" name="Text 55"/>
          <p:cNvSpPr/>
          <p:nvPr/>
        </p:nvSpPr>
        <p:spPr>
          <a:xfrm>
            <a:off x="1141141" y="2390868"/>
            <a:ext cx="2242479" cy="31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“t+δ”</a:t>
            </a:r>
            <a:endParaRPr lang="en-US" sz="1570" dirty="0"/>
          </a:p>
        </p:txBody>
      </p:sp>
      <p:sp>
        <p:nvSpPr>
          <p:cNvPr id="58" name="Text 56"/>
          <p:cNvSpPr/>
          <p:nvPr/>
        </p:nvSpPr>
        <p:spPr>
          <a:xfrm>
            <a:off x="6531734" y="1447616"/>
            <a:ext cx="1381562" cy="297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7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470" dirty="0"/>
          </a:p>
        </p:txBody>
      </p:sp>
      <p:sp>
        <p:nvSpPr>
          <p:cNvPr id="59" name="Shape 57"/>
          <p:cNvSpPr/>
          <p:nvPr/>
        </p:nvSpPr>
        <p:spPr>
          <a:xfrm>
            <a:off x="6531734" y="1634748"/>
            <a:ext cx="1030555" cy="19936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61868" y="5859724"/>
            <a:ext cx="2242479" cy="319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“t+δ”</a:t>
            </a:r>
            <a:endParaRPr lang="en-US" sz="1570" dirty="0"/>
          </a:p>
        </p:txBody>
      </p:sp>
      <p:sp>
        <p:nvSpPr>
          <p:cNvPr id="61" name="Text 59"/>
          <p:cNvSpPr/>
          <p:nvPr/>
        </p:nvSpPr>
        <p:spPr>
          <a:xfrm>
            <a:off x="6241065" y="5980100"/>
            <a:ext cx="1901398" cy="314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“t”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2805883" y="6336071"/>
            <a:ext cx="4525063" cy="412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3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of Position “t”</a:t>
            </a:r>
            <a:endParaRPr lang="en-US" sz="2030" dirty="0"/>
          </a:p>
        </p:txBody>
      </p:sp>
      <p:sp>
        <p:nvSpPr>
          <p:cNvPr id="63" name="Text 61"/>
          <p:cNvSpPr/>
          <p:nvPr/>
        </p:nvSpPr>
        <p:spPr>
          <a:xfrm>
            <a:off x="8143627" y="4739130"/>
            <a:ext cx="3679108" cy="35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Computer Graphics:</a:t>
            </a:r>
            <a:endParaRPr lang="en-US" sz="1720" dirty="0"/>
          </a:p>
        </p:txBody>
      </p:sp>
      <p:sp>
        <p:nvSpPr>
          <p:cNvPr id="64" name="Text 62"/>
          <p:cNvSpPr/>
          <p:nvPr/>
        </p:nvSpPr>
        <p:spPr>
          <a:xfrm>
            <a:off x="8130415" y="5157418"/>
            <a:ext cx="3983042" cy="362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8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Matrix of Vector at</a:t>
            </a:r>
            <a:endParaRPr lang="en-US" sz="1780" dirty="0"/>
          </a:p>
        </p:txBody>
      </p:sp>
      <p:sp>
        <p:nvSpPr>
          <p:cNvPr id="65" name="Text 63"/>
          <p:cNvSpPr/>
          <p:nvPr/>
        </p:nvSpPr>
        <p:spPr>
          <a:xfrm>
            <a:off x="8130415" y="5406551"/>
            <a:ext cx="3516864" cy="367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1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“t” with angle “ωδ”</a:t>
            </a:r>
            <a:endParaRPr lang="en-US" sz="1810" dirty="0"/>
          </a:p>
        </p:txBody>
      </p:sp>
      <p:sp>
        <p:nvSpPr>
          <p:cNvPr id="66" name="Text 64"/>
          <p:cNvSpPr/>
          <p:nvPr/>
        </p:nvSpPr>
        <p:spPr>
          <a:xfrm>
            <a:off x="8130415" y="5747379"/>
            <a:ext cx="3389981" cy="344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 “ω” , “2ω” , “3ω” , ...</a:t>
            </a:r>
            <a:endParaRPr lang="en-US" sz="1690" dirty="0"/>
          </a:p>
        </p:txBody>
      </p:sp>
      <mc:AlternateContent>
        <mc:Choice xmlns:a14="http://schemas.microsoft.com/office/drawing/2010/main" Requires="a14">
          <p:sp>
            <p:nvSpPr>
              <p:cNvPr id="67" name="Equation OMML" descr="\mathrm{sin}(\omega t)"/>
              <p:cNvSpPr txBox="1"/>
              <p:nvPr/>
            </p:nvSpPr>
            <p:spPr>
              <a:xfrm>
                <a:off x="3203270" y="929386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0" descr="/home/ahmed/Projects/ai_llm_slides/videos/deep-learning/002_transformers_part2/recreated_pptx/build/assets/vb1_r1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203270" y="929386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8" name="Equation OMML" descr="\mathrm{cos}(\omega t)"/>
              <p:cNvSpPr txBox="1"/>
              <p:nvPr/>
            </p:nvSpPr>
            <p:spPr>
              <a:xfrm>
                <a:off x="3203270" y="1545327"/>
                <a:ext cx="754380" cy="2072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1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1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1" descr="/home/ahmed/Projects/ai_llm_slides/videos/deep-learning/002_transformers_part2/recreated_pptx/build/assets/vb1_r2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203270" y="1545327"/>
                <a:ext cx="754380" cy="2072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9" name="Equation OMML" descr="\mathrm{Sin}\;(\omega"/>
              <p:cNvSpPr txBox="1"/>
              <p:nvPr/>
            </p:nvSpPr>
            <p:spPr>
              <a:xfrm>
                <a:off x="2991875" y="2053669"/>
                <a:ext cx="765048" cy="2514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200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200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9" name="Image 2" descr="/home/ahmed/Projects/ai_llm_slides/videos/deep-learning/002_transformers_part2/recreated_pptx/build/assets/vb2_r1a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91875" y="2053669"/>
                <a:ext cx="765048" cy="2514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0" name="Equation OMML" descr="(t{+}\delta))"/>
              <p:cNvSpPr txBox="1"/>
              <p:nvPr/>
            </p:nvSpPr>
            <p:spPr>
              <a:xfrm>
                <a:off x="3758184" y="2099389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0" name="Image 3" descr="/home/ahmed/Projects/ai_llm_slides/videos/deep-learning/002_transformers_part2/recreated_pptx/build/assets/vb2_r1b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8184" y="2099389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1" name="Equation OMML" descr="\mathrm{cos}(\omega"/>
              <p:cNvSpPr txBox="1"/>
              <p:nvPr/>
            </p:nvSpPr>
            <p:spPr>
              <a:xfrm>
                <a:off x="3057936" y="2603582"/>
                <a:ext cx="673608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1" name="Image 4" descr="/home/ahmed/Projects/ai_llm_slides/videos/deep-learning/002_transformers_part2/recreated_pptx/build/assets/vb2_r2a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57936" y="2603582"/>
                <a:ext cx="673608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2" name="Equation OMML" descr="(t{+}\delta))"/>
              <p:cNvSpPr txBox="1"/>
              <p:nvPr/>
            </p:nvSpPr>
            <p:spPr>
              <a:xfrm>
                <a:off x="3731760" y="2631014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5" descr="/home/ahmed/Projects/ai_llm_slides/videos/deep-learning/002_transformers_part2/recreated_pptx/build/assets/vb2_r2b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1760" y="2631014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\mathrm{sin}(\omega"/>
              <p:cNvSpPr txBox="1"/>
              <p:nvPr/>
            </p:nvSpPr>
            <p:spPr>
              <a:xfrm>
                <a:off x="1115737" y="3317130"/>
                <a:ext cx="580644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2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2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6" descr="/home/ahmed/Projects/ai_llm_slides/videos/deep-learning/002_transformers_part2/recreated_pptx/build/assets/d1_s1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5737" y="3317130"/>
                <a:ext cx="580644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4" name="Equation OMML" descr="(t{+}\delta))"/>
              <p:cNvSpPr txBox="1"/>
              <p:nvPr/>
            </p:nvSpPr>
            <p:spPr>
              <a:xfrm>
                <a:off x="1697075" y="3335418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4" name="Image 7" descr="/home/ahmed/Projects/ai_llm_slides/videos/deep-learning/002_transformers_part2/recreated_pptx/build/assets/d1_s2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7075" y="3335418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5" name="Equation OMML" descr="="/>
              <p:cNvSpPr txBox="1"/>
              <p:nvPr/>
            </p:nvSpPr>
            <p:spPr>
              <a:xfrm>
                <a:off x="2397324" y="3407045"/>
                <a:ext cx="129540" cy="716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1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5" name="Image 8" descr="/home/ahmed/Projects/ai_llm_slides/videos/deep-learning/002_transformers_part2/recreated_pptx/build/assets/d1_s3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97324" y="3407045"/>
                <a:ext cx="129540" cy="716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6" name="Equation OMML" descr="\mathrm{sin}(\omega t\;+\omega\delta)"/>
              <p:cNvSpPr txBox="1"/>
              <p:nvPr/>
            </p:nvSpPr>
            <p:spPr>
              <a:xfrm>
                <a:off x="2621932" y="3330845"/>
                <a:ext cx="1286256" cy="2042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9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9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(ωt +ωδ)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9" descr="/home/ahmed/Projects/ai_llm_slides/videos/deep-learning/002_transformers_part2/recreated_pptx/build/assets/d1_s4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21932" y="3330845"/>
                <a:ext cx="1286256" cy="2042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7" name="Equation OMML" descr="="/>
              <p:cNvSpPr txBox="1"/>
              <p:nvPr/>
            </p:nvSpPr>
            <p:spPr>
              <a:xfrm>
                <a:off x="4379160" y="3414665"/>
                <a:ext cx="120396" cy="670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7" name="Image 10" descr="/home/ahmed/Projects/ai_llm_slides/videos/deep-learning/002_transformers_part2/recreated_pptx/build/assets/d1_s5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79160" y="3414665"/>
                <a:ext cx="120396" cy="670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8" name="Equation OMML" descr="\mathrm{sin}(\omega t)"/>
              <p:cNvSpPr txBox="1"/>
              <p:nvPr/>
            </p:nvSpPr>
            <p:spPr>
              <a:xfrm>
                <a:off x="4590556" y="3321700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8" name="Image 11" descr="/home/ahmed/Projects/ai_llm_slides/videos/deep-learning/002_transformers_part2/recreated_pptx/build/assets/d1_s6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90556" y="3321700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9" name="Equation OMML" descr="\mathrm{cos}(\omega\delta)"/>
              <p:cNvSpPr txBox="1"/>
              <p:nvPr/>
            </p:nvSpPr>
            <p:spPr>
              <a:xfrm>
                <a:off x="5422927" y="3312556"/>
                <a:ext cx="871728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9" name="Image 12" descr="/home/ahmed/Projects/ai_llm_slides/videos/deep-learning/002_transformers_part2/recreated_pptx/build/assets/d1_s7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22927" y="3312556"/>
                <a:ext cx="871728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0" name="Equation OMML" descr="+"/>
              <p:cNvSpPr txBox="1"/>
              <p:nvPr/>
            </p:nvSpPr>
            <p:spPr>
              <a:xfrm>
                <a:off x="6400632" y="3399425"/>
                <a:ext cx="108204" cy="1066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05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0" name="Image 13" descr="/home/ahmed/Projects/ai_llm_slides/videos/deep-learning/002_transformers_part2/recreated_pptx/build/assets/d1_s8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00632" y="3399425"/>
                <a:ext cx="108204" cy="1066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1" name="Equation OMML" descr="\mathrm{cos}(\omega t)"/>
              <p:cNvSpPr txBox="1"/>
              <p:nvPr/>
            </p:nvSpPr>
            <p:spPr>
              <a:xfrm>
                <a:off x="6612028" y="3317129"/>
                <a:ext cx="804672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1" name="Image 14" descr="/home/ahmed/Projects/ai_llm_slides/videos/deep-learning/002_transformers_part2/recreated_pptx/build/assets/d1_s9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12028" y="3317129"/>
                <a:ext cx="804672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2" name="Equation OMML" descr="\mathrm{sin}(\omega\delta)"/>
              <p:cNvSpPr txBox="1"/>
              <p:nvPr/>
            </p:nvSpPr>
            <p:spPr>
              <a:xfrm>
                <a:off x="7510460" y="3314081"/>
                <a:ext cx="807720" cy="2225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2" name="Image 15" descr="/home/ahmed/Projects/ai_llm_slides/videos/deep-learning/002_transformers_part2/recreated_pptx/build/assets/d1_s10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10460" y="3314081"/>
                <a:ext cx="807720" cy="2225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3" name="Equation OMML" descr="\mathrm{cos}(\omega"/>
              <p:cNvSpPr txBox="1"/>
              <p:nvPr/>
            </p:nvSpPr>
            <p:spPr>
              <a:xfrm>
                <a:off x="1128949" y="3907589"/>
                <a:ext cx="661416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9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9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3" name="Image 16" descr="/home/ahmed/Projects/ai_llm_slides/videos/deep-learning/002_transformers_part2/recreated_pptx/build/assets/d2_s1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8949" y="3907589"/>
                <a:ext cx="661416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4" name="Equation OMML" descr="(t{+}\delta))"/>
              <p:cNvSpPr txBox="1"/>
              <p:nvPr/>
            </p:nvSpPr>
            <p:spPr>
              <a:xfrm>
                <a:off x="1789561" y="3933497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17" descr="/home/ahmed/Projects/ai_llm_slides/videos/deep-learning/002_transformers_part2/recreated_pptx/build/assets/d2_s2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789561" y="3933497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5" name="Equation OMML" descr="="/>
              <p:cNvSpPr txBox="1"/>
              <p:nvPr/>
            </p:nvSpPr>
            <p:spPr>
              <a:xfrm>
                <a:off x="2489810" y="4012744"/>
                <a:ext cx="120396" cy="670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5" name="Image 18" descr="/home/ahmed/Projects/ai_llm_slides/videos/deep-learning/002_transformers_part2/recreated_pptx/build/assets/d2_s3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89810" y="4012744"/>
                <a:ext cx="120396" cy="670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6" name="Equation OMML" descr="\mathrm{cos}(\omega t\;+\omega\delta)"/>
              <p:cNvSpPr txBox="1"/>
              <p:nvPr/>
            </p:nvSpPr>
            <p:spPr>
              <a:xfrm>
                <a:off x="2701205" y="3924351"/>
                <a:ext cx="1363980" cy="2072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2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2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(ωt +ωδ)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19" descr="/home/ahmed/Projects/ai_llm_slides/videos/deep-learning/002_transformers_part2/recreated_pptx/build/assets/d2_s4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01205" y="3924351"/>
                <a:ext cx="1363980" cy="2072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7" name="Equation OMML" descr="="/>
              <p:cNvSpPr txBox="1"/>
              <p:nvPr/>
            </p:nvSpPr>
            <p:spPr>
              <a:xfrm>
                <a:off x="4379160" y="4012744"/>
                <a:ext cx="120396" cy="670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7" name="Image 20" descr="/home/ahmed/Projects/ai_llm_slides/videos/deep-learning/002_transformers_part2/recreated_pptx/build/assets/d2_s5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79160" y="4012744"/>
                <a:ext cx="120396" cy="670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8" name="Equation OMML" descr="\mathrm{cos}(\omega t)"/>
              <p:cNvSpPr txBox="1"/>
              <p:nvPr/>
            </p:nvSpPr>
            <p:spPr>
              <a:xfrm>
                <a:off x="4590556" y="3915208"/>
                <a:ext cx="804672" cy="2194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3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8" name="Image 21" descr="/home/ahmed/Projects/ai_llm_slides/videos/deep-learning/002_transformers_part2/recreated_pptx/build/assets/d2_s6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590556" y="3915208"/>
                <a:ext cx="804672" cy="2194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9" name="Equation OMML" descr="\mathrm{cos}(\omega\delta)"/>
              <p:cNvSpPr txBox="1"/>
              <p:nvPr/>
            </p:nvSpPr>
            <p:spPr>
              <a:xfrm>
                <a:off x="5488988" y="3910635"/>
                <a:ext cx="871728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9" name="Image 22" descr="/home/ahmed/Projects/ai_llm_slides/videos/deep-learning/002_transformers_part2/recreated_pptx/build/assets/d2_s7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88988" y="3910635"/>
                <a:ext cx="871728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0" name="Equation OMML" descr="\mathrm{sin}(\omega t)"/>
              <p:cNvSpPr txBox="1"/>
              <p:nvPr/>
            </p:nvSpPr>
            <p:spPr>
              <a:xfrm>
                <a:off x="6625240" y="3919779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0" name="Image 23" descr="/home/ahmed/Projects/ai_llm_slides/videos/deep-learning/002_transformers_part2/recreated_pptx/build/assets/d2_s9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25240" y="3919779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1" name="Equation OMML" descr="\mathrm{sin}(\omega\delta)"/>
              <p:cNvSpPr txBox="1"/>
              <p:nvPr/>
            </p:nvSpPr>
            <p:spPr>
              <a:xfrm>
                <a:off x="7484036" y="3899969"/>
                <a:ext cx="859536" cy="2362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67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867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1" name="Image 24" descr="/home/ahmed/Projects/ai_llm_slides/videos/deep-learning/002_transformers_part2/recreated_pptx/build/assets/d2_s10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84036" y="3899969"/>
                <a:ext cx="859536" cy="2362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2" name="Equation OMML" descr="\mathrm{Sin}\;(\omega"/>
              <p:cNvSpPr txBox="1"/>
              <p:nvPr/>
            </p:nvSpPr>
            <p:spPr>
              <a:xfrm>
                <a:off x="1446043" y="4759713"/>
                <a:ext cx="687324" cy="227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8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8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2" name="Image 25" descr="/home/ahmed/Projects/ai_llm_slides/videos/deep-learning/002_transformers_part2/recreated_pptx/build/assets/m_la.png">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46043" y="4759713"/>
                <a:ext cx="687324" cy="2270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3" name="Equation OMML" descr="(t{+}\delta))"/>
              <p:cNvSpPr txBox="1"/>
              <p:nvPr/>
            </p:nvSpPr>
            <p:spPr>
              <a:xfrm>
                <a:off x="2133079" y="4784097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3" name="Image 26" descr="/home/ahmed/Projects/ai_llm_slides/videos/deep-learning/002_transformers_part2/recreated_pptx/build/assets/m_lb.png">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33079" y="4784097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4" name="Equation OMML" descr="\mathrm{cos}(\omega"/>
              <p:cNvSpPr txBox="1"/>
              <p:nvPr/>
            </p:nvSpPr>
            <p:spPr>
              <a:xfrm>
                <a:off x="1432831" y="5274999"/>
                <a:ext cx="673608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4" name="Image 27" descr="/home/ahmed/Projects/ai_llm_slides/videos/deep-learning/002_transformers_part2/recreated_pptx/build/assets/m_l2a.png">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432831" y="5274999"/>
                <a:ext cx="673608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5" name="Equation OMML" descr="(t{+}\delta))"/>
              <p:cNvSpPr txBox="1"/>
              <p:nvPr/>
            </p:nvSpPr>
            <p:spPr>
              <a:xfrm>
                <a:off x="2106655" y="5302432"/>
                <a:ext cx="577596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28" descr="/home/ahmed/Projects/ai_llm_slides/videos/deep-learning/002_transformers_part2/recreated_pptx/build/assets/m_l2b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106655" y="5302432"/>
                <a:ext cx="577596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6" name="Equation OMML" descr="="/>
              <p:cNvSpPr txBox="1"/>
              <p:nvPr/>
            </p:nvSpPr>
            <p:spPr>
              <a:xfrm>
                <a:off x="3123997" y="5171156"/>
                <a:ext cx="129540" cy="716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17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6" name="Image 29" descr="/home/ahmed/Projects/ai_llm_slides/videos/deep-learning/002_transformers_part2/recreated_pptx/build/assets/m_eq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23997" y="5171156"/>
                <a:ext cx="129540" cy="716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7" name="Equation OMML" descr="\mathrm{cos}(\omega\delta)"/>
              <p:cNvSpPr txBox="1"/>
              <p:nvPr/>
            </p:nvSpPr>
            <p:spPr>
              <a:xfrm>
                <a:off x="3758184" y="4743374"/>
                <a:ext cx="896112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23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23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30" descr="/home/ahmed/Projects/ai_llm_slides/videos/deep-learning/002_transformers_part2/recreated_pptx/build/assets/m_r1c1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58184" y="4743374"/>
                <a:ext cx="896112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8" name="Equation OMML" descr="\mathrm{sin}(\omega\delta)"/>
              <p:cNvSpPr txBox="1"/>
              <p:nvPr/>
            </p:nvSpPr>
            <p:spPr>
              <a:xfrm>
                <a:off x="4881225" y="4749470"/>
                <a:ext cx="807720" cy="2225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8" name="Image 31" descr="/home/ahmed/Projects/ai_llm_slides/videos/deep-learning/002_transformers_part2/recreated_pptx/build/assets/m_r1c2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881225" y="4749470"/>
                <a:ext cx="807720" cy="2225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9" name="Equation OMML" descr="\mathrm{sin}(\omega\delta)"/>
              <p:cNvSpPr txBox="1"/>
              <p:nvPr/>
            </p:nvSpPr>
            <p:spPr>
              <a:xfrm>
                <a:off x="3784609" y="5372606"/>
                <a:ext cx="816864" cy="2255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76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76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9" name="Image 32" descr="/home/ahmed/Projects/ai_llm_slides/videos/deep-learning/002_transformers_part2/recreated_pptx/build/assets/m_r2c1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84609" y="5372606"/>
                <a:ext cx="816864" cy="2255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0" name="Equation OMML" descr="\mathrm{cos}(\omega\delta)"/>
              <p:cNvSpPr txBox="1"/>
              <p:nvPr/>
            </p:nvSpPr>
            <p:spPr>
              <a:xfrm>
                <a:off x="4828376" y="5372605"/>
                <a:ext cx="871728" cy="22402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6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0" name="Image 33" descr="/home/ahmed/Projects/ai_llm_slides/videos/deep-learning/002_transformers_part2/recreated_pptx/build/assets/m_r2c2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28376" y="5372605"/>
                <a:ext cx="871728" cy="22402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1" name="Equation OMML" descr="\mathrm{sin}(\omega t)"/>
              <p:cNvSpPr txBox="1"/>
              <p:nvPr/>
            </p:nvSpPr>
            <p:spPr>
              <a:xfrm>
                <a:off x="6413844" y="4850123"/>
                <a:ext cx="725424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1" name="Image 34" descr="/home/ahmed/Projects/ai_llm_slides/videos/deep-learning/002_transformers_part2/recreated_pptx/build/assets/m_ra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413844" y="4850123"/>
                <a:ext cx="725424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2" name="Equation OMML" descr="\mathrm{cos}(\omega t)"/>
              <p:cNvSpPr txBox="1"/>
              <p:nvPr/>
            </p:nvSpPr>
            <p:spPr>
              <a:xfrm>
                <a:off x="6413844" y="5448203"/>
                <a:ext cx="783336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82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82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2" name="Image 35" descr="/home/ahmed/Projects/ai_llm_slides/videos/deep-learning/002_transformers_part2/recreated_pptx/build/assets/m_rb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413844" y="5448203"/>
                <a:ext cx="783336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3" name="Equation OMML" descr="sin(a{+}b)=sin\,(a)\,cos(b)\;+\;cos(a)\,sin(b)"/>
              <p:cNvSpPr txBox="1"/>
              <p:nvPr/>
            </p:nvSpPr>
            <p:spPr>
              <a:xfrm>
                <a:off x="6532755" y="1968431"/>
                <a:ext cx="3442716" cy="1813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79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sin(a+b)=sin (a) cos(b) + cos(a) sin(b)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3" name="Image 36" descr="/home/ahmed/Projects/ai_llm_slides/videos/deep-learning/002_transformers_part2/recreated_pptx/build/assets/rm_id1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32755" y="1968431"/>
                <a:ext cx="3442716" cy="1813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4" name="Equation OMML" descr="cos(a{+}b)=cos(a)\,cos(b)-sin(a)\,sin(b)"/>
              <p:cNvSpPr txBox="1"/>
              <p:nvPr/>
            </p:nvSpPr>
            <p:spPr>
              <a:xfrm>
                <a:off x="6519542" y="2188276"/>
                <a:ext cx="3508248" cy="1874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441">
                          <a:solidFill>
                            <a:srgbClr val="000080"/>
                          </a:solidFill>
                          <a:latin typeface="Cambria Math" panose="02040503050406030204" pitchFamily="18" charset="0"/>
                        </a:rPr>
                        <m:t xml:space="preserve">cos(a+b)=cos(a) cos(b)-sin(a) sin(b)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4" name="Image 37" descr="/home/ahmed/Projects/ai_llm_slides/videos/deep-learning/002_transformers_part2/recreated_pptx/build/assets/rm_id2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519542" y="2188276"/>
                <a:ext cx="3508248" cy="187452"/>
              </a:xfrm>
              <a:prstGeom prst="rect">
                <a:avLst/>
              </a:prstGeom>
            </p:spPr>
          </p:pic>
        </mc:Fallback>
      </mc:AlternateContent>
      <p:pic>
        <p:nvPicPr>
          <p:cNvPr id="105" name="Image 38" descr="/home/ahmed/Projects/ai_llm_slides/videos/deep-learning/002_transformers_part2/recreated_pptx/build/assets/brace_030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48605" y="5928722"/>
            <a:ext cx="2616708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" y="584200"/>
            <a:ext cx="1752600" cy="2159000"/>
          </a:xfrm>
          <a:prstGeom prst="rect">
            <a:avLst/>
          </a:prstGeom>
          <a:solidFill>
            <a:srgbClr val="CEFFE3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90800" y="584200"/>
            <a:ext cx="6070600" cy="2159000"/>
          </a:xfrm>
          <a:prstGeom prst="rect">
            <a:avLst/>
          </a:prstGeom>
          <a:solidFill>
            <a:srgbClr val="FEFFE6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584200"/>
            <a:ext cx="1752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at Pos “t”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596900"/>
            <a:ext cx="2349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at Pos “t+δ”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7400" y="3213100"/>
            <a:ext cx="10096500" cy="3314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1879600"/>
            <a:ext cx="7493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2311400"/>
            <a:ext cx="812800" cy="2794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27500" y="3378200"/>
            <a:ext cx="5588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59800" y="3378200"/>
            <a:ext cx="5969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7900" y="5994400"/>
            <a:ext cx="685800" cy="279400"/>
          </a:xfrm>
          <a:prstGeom prst="rect">
            <a:avLst/>
          </a:prstGeom>
          <a:solidFill>
            <a:srgbClr val="1CFBE1"/>
          </a:solidFill>
          <a:ln w="12700">
            <a:solidFill>
              <a:srgbClr val="1CFB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5000" y="5994400"/>
            <a:ext cx="647700" cy="279400"/>
          </a:xfrm>
          <a:prstGeom prst="rect">
            <a:avLst/>
          </a:prstGeom>
          <a:solidFill>
            <a:srgbClr val="1CFBE1"/>
          </a:solidFill>
          <a:ln w="12700">
            <a:solidFill>
              <a:srgbClr val="1CF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7600" y="901700"/>
            <a:ext cx="27940" cy="8001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600" y="9017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7600" y="16738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09800" y="901700"/>
            <a:ext cx="27940" cy="8001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6140" y="9017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6140" y="16738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7600" y="1828800"/>
            <a:ext cx="27940" cy="8509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600" y="18288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7600" y="26517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7900" y="1828800"/>
            <a:ext cx="27940" cy="8509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74240" y="18288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74240" y="26517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05100" y="9398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5100" y="9398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05100" y="1750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4500" y="9398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80840" y="9398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80840" y="1750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2800" y="9144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22800" y="9144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22800" y="17246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56600" y="9144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2940" y="9144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82940" y="17246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5200" y="1905000"/>
            <a:ext cx="27940" cy="76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5200" y="19050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5200" y="2639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28000" y="1905000"/>
            <a:ext cx="27940" cy="76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54340" y="19050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4340" y="2639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12900" y="1612900"/>
            <a:ext cx="152400" cy="330200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26200" y="1676400"/>
            <a:ext cx="139700" cy="317500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88400" y="1587500"/>
            <a:ext cx="2171700" cy="393700"/>
          </a:xfrm>
          <a:prstGeom prst="rect">
            <a:avLst/>
          </a:prstGeom>
          <a:solidFill>
            <a:srgbClr val="FCFEE0"/>
          </a:solidFill>
          <a:ln w="9525">
            <a:solidFill>
              <a:srgbClr val="98DD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1100" y="2159000"/>
            <a:ext cx="2159000" cy="393700"/>
          </a:xfrm>
          <a:prstGeom prst="rect">
            <a:avLst/>
          </a:prstGeom>
          <a:solidFill>
            <a:srgbClr val="FAFDD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0100" y="2819400"/>
            <a:ext cx="10248900" cy="342900"/>
          </a:xfrm>
          <a:prstGeom prst="rect">
            <a:avLst/>
          </a:prstGeom>
          <a:solidFill>
            <a:srgbClr val="EBFFD5"/>
          </a:solidFill>
          <a:ln w="25400">
            <a:solidFill>
              <a:srgbClr val="4686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2844800"/>
            <a:ext cx="34893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 Between</a:t>
            </a:r>
            <a:endParaRPr lang="en-US" sz="1620" dirty="0"/>
          </a:p>
        </p:txBody>
      </p:sp>
      <p:sp>
        <p:nvSpPr>
          <p:cNvPr id="52" name="Text 50"/>
          <p:cNvSpPr/>
          <p:nvPr/>
        </p:nvSpPr>
        <p:spPr>
          <a:xfrm>
            <a:off x="3619500" y="2844800"/>
            <a:ext cx="25209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88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“t+δ”</a:t>
            </a:r>
            <a:endParaRPr lang="en-US" sz="1588" dirty="0"/>
          </a:p>
        </p:txBody>
      </p:sp>
      <p:sp>
        <p:nvSpPr>
          <p:cNvPr id="53" name="Text 51"/>
          <p:cNvSpPr/>
          <p:nvPr/>
        </p:nvSpPr>
        <p:spPr>
          <a:xfrm>
            <a:off x="5549900" y="2844800"/>
            <a:ext cx="6318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18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518" dirty="0"/>
          </a:p>
        </p:txBody>
      </p:sp>
      <p:sp>
        <p:nvSpPr>
          <p:cNvPr id="54" name="Text 52"/>
          <p:cNvSpPr/>
          <p:nvPr/>
        </p:nvSpPr>
        <p:spPr>
          <a:xfrm>
            <a:off x="6019800" y="2844800"/>
            <a:ext cx="22034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“t”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7988300" y="2844800"/>
            <a:ext cx="37750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Two Consecutive Positions ]</a:t>
            </a:r>
            <a:endParaRPr lang="en-US" sz="1590" dirty="0"/>
          </a:p>
        </p:txBody>
      </p:sp>
      <mc:AlternateContent>
        <mc:Choice xmlns:a14="http://schemas.microsoft.com/office/drawing/2010/main" Requires="a14">
          <p:sp>
            <p:nvSpPr>
              <p:cNvPr id="56" name="Equation OMML" descr="\mathrm{sin}(\omega t)"/>
              <p:cNvSpPr txBox="1"/>
              <p:nvPr/>
            </p:nvSpPr>
            <p:spPr>
              <a:xfrm>
                <a:off x="1257808" y="953008"/>
                <a:ext cx="734568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9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9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0" descr="/home/ahmed/Projects/ai_llm_slides/videos/deep-learning/002_transformers_part2/recreated_pptx/build/assets/lv1_r1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57808" y="953008"/>
                <a:ext cx="734568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7" name="Equation OMML" descr="\mathrm{cos}(\omega t)"/>
              <p:cNvSpPr txBox="1"/>
              <p:nvPr/>
            </p:nvSpPr>
            <p:spPr>
              <a:xfrm>
                <a:off x="1257808" y="1384808"/>
                <a:ext cx="774192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6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6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7" name="Image 1" descr="/home/ahmed/Projects/ai_llm_slides/videos/deep-learning/002_transformers_part2/recreated_pptx/build/assets/lv1_r2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57808" y="1384808"/>
                <a:ext cx="774192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8" name="Equation OMML" descr="\mathrm{sin}(a)"/>
              <p:cNvSpPr txBox="1"/>
              <p:nvPr/>
            </p:nvSpPr>
            <p:spPr>
              <a:xfrm>
                <a:off x="1410208" y="1892808"/>
                <a:ext cx="557784" cy="2026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8" name="Image 2" descr="/home/ahmed/Projects/ai_llm_slides/videos/deep-learning/002_transformers_part2/recreated_pptx/build/assets/lv2_r1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0208" y="1892808"/>
                <a:ext cx="557784" cy="2026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59" name="Equation OMML" descr="\mathrm{cos}(a)"/>
              <p:cNvSpPr txBox="1"/>
              <p:nvPr/>
            </p:nvSpPr>
            <p:spPr>
              <a:xfrm>
                <a:off x="1410208" y="2350008"/>
                <a:ext cx="615696" cy="20421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8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8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9" name="Image 3" descr="/home/ahmed/Projects/ai_llm_slides/videos/deep-learning/002_transformers_part2/recreated_pptx/build/assets/lv2_r2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0208" y="2350008"/>
                <a:ext cx="615696" cy="20421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0" name="Equation OMML" descr="\mathrm{Sin}\;(\omega(t{+}\delta))"/>
              <p:cNvSpPr txBox="1"/>
              <p:nvPr/>
            </p:nvSpPr>
            <p:spPr>
              <a:xfrm>
                <a:off x="2858008" y="978408"/>
                <a:ext cx="1246632" cy="2087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3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 (ω(t+δ))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4" descr="/home/ahmed/Projects/ai_llm_slides/videos/deep-learning/002_transformers_part2/recreated_pptx/build/assets/mva_r1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8008" y="978408"/>
                <a:ext cx="1246632" cy="2087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1" name="Equation OMML" descr="\mathrm{cos}\,(\omega(t{+}\delta))"/>
              <p:cNvSpPr txBox="1"/>
              <p:nvPr/>
            </p:nvSpPr>
            <p:spPr>
              <a:xfrm>
                <a:off x="2858008" y="1410208"/>
                <a:ext cx="1211580" cy="2026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7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7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 (ω(t+δ))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1" name="Image 5" descr="/home/ahmed/Projects/ai_llm_slides/videos/deep-learning/002_transformers_part2/recreated_pptx/build/assets/mva_r2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58008" y="1410208"/>
                <a:ext cx="1211580" cy="2026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2" name="Equation OMML" descr="="/>
              <p:cNvSpPr txBox="1"/>
              <p:nvPr/>
            </p:nvSpPr>
            <p:spPr>
              <a:xfrm>
                <a:off x="4407408" y="1397508"/>
                <a:ext cx="201168" cy="1036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1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2" name="Image 6" descr="/home/ahmed/Projects/ai_llm_slides/videos/deep-learning/002_transformers_part2/recreated_pptx/build/assets/dEqMid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07408" y="1397508"/>
                <a:ext cx="201168" cy="1036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3" name="Equation OMML" descr="\mathrm{sin}(\omega t)"/>
              <p:cNvSpPr txBox="1"/>
              <p:nvPr/>
            </p:nvSpPr>
            <p:spPr>
              <a:xfrm>
                <a:off x="4699508" y="1016508"/>
                <a:ext cx="710184" cy="2087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3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3" name="Image 7" descr="/home/ahmed/Projects/ai_llm_slides/videos/deep-learning/002_transformers_part2/recreated_pptx/build/assets/mvb1_s1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99508" y="1016508"/>
                <a:ext cx="710184" cy="2087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4" name="Equation OMML" descr="\mathrm{cos}(\omega \delta)"/>
              <p:cNvSpPr txBox="1"/>
              <p:nvPr/>
            </p:nvSpPr>
            <p:spPr>
              <a:xfrm>
                <a:off x="5499608" y="1016508"/>
                <a:ext cx="829056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7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8" descr="/home/ahmed/Projects/ai_llm_slides/videos/deep-learning/002_transformers_part2/recreated_pptx/build/assets/mvb1_s2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99608" y="1016508"/>
                <a:ext cx="829056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5" name="Equation OMML" descr="+"/>
              <p:cNvSpPr txBox="1"/>
              <p:nvPr/>
            </p:nvSpPr>
            <p:spPr>
              <a:xfrm>
                <a:off x="6426708" y="1054608"/>
                <a:ext cx="124968" cy="1264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6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5" name="Image 9" descr="/home/ahmed/Projects/ai_llm_slides/videos/deep-learning/002_transformers_part2/recreated_pptx/build/assets/mvb1_s3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26708" y="1054608"/>
                <a:ext cx="124968" cy="1264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6" name="Equation OMML" descr="\mathrm{cos}(\omega t)"/>
              <p:cNvSpPr txBox="1"/>
              <p:nvPr/>
            </p:nvSpPr>
            <p:spPr>
              <a:xfrm>
                <a:off x="6642608" y="1016508"/>
                <a:ext cx="774192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6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6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10" descr="/home/ahmed/Projects/ai_llm_slides/videos/deep-learning/002_transformers_part2/recreated_pptx/build/assets/mvb1_s4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2608" y="1016508"/>
                <a:ext cx="774192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7" name="Equation OMML" descr="\mathrm{sin}(\omega \delta)"/>
              <p:cNvSpPr txBox="1"/>
              <p:nvPr/>
            </p:nvSpPr>
            <p:spPr>
              <a:xfrm>
                <a:off x="7506208" y="1016508"/>
                <a:ext cx="77419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7" name="Image 11" descr="/home/ahmed/Projects/ai_llm_slides/videos/deep-learning/002_transformers_part2/recreated_pptx/build/assets/mvb1_s5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06208" y="1016508"/>
                <a:ext cx="77419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8" name="Equation OMML" descr="\mathrm{cos}(\omega t)"/>
              <p:cNvSpPr txBox="1"/>
              <p:nvPr/>
            </p:nvSpPr>
            <p:spPr>
              <a:xfrm>
                <a:off x="4737608" y="1448308"/>
                <a:ext cx="728472" cy="2011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6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6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8" name="Image 12" descr="/home/ahmed/Projects/ai_llm_slides/videos/deep-learning/002_transformers_part2/recreated_pptx/build/assets/mvb2_s1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37608" y="1448308"/>
                <a:ext cx="728472" cy="2011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69" name="Equation OMML" descr="\mathrm{cos}(\omega \delta)"/>
              <p:cNvSpPr txBox="1"/>
              <p:nvPr/>
            </p:nvSpPr>
            <p:spPr>
              <a:xfrm>
                <a:off x="5563108" y="1448308"/>
                <a:ext cx="841248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05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05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9" name="Image 13" descr="/home/ahmed/Projects/ai_llm_slides/videos/deep-learning/002_transformers_part2/recreated_pptx/build/assets/mvb2_s2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63108" y="1448308"/>
                <a:ext cx="841248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0" name="Equation OMML" descr="-"/>
              <p:cNvSpPr txBox="1"/>
              <p:nvPr/>
            </p:nvSpPr>
            <p:spPr>
              <a:xfrm>
                <a:off x="6490208" y="1511808"/>
                <a:ext cx="77724" cy="304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678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0" name="Image 14" descr="/home/ahmed/Projects/ai_llm_slides/videos/deep-learning/002_transformers_part2/recreated_pptx/build/assets/mvb2_s3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90208" y="1511808"/>
                <a:ext cx="77724" cy="304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1" name="Equation OMML" descr="\mathrm{sin}(\omega t)"/>
              <p:cNvSpPr txBox="1"/>
              <p:nvPr/>
            </p:nvSpPr>
            <p:spPr>
              <a:xfrm>
                <a:off x="6642608" y="1448308"/>
                <a:ext cx="710184" cy="2087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3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7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(ωt)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1" name="Image 15" descr="/home/ahmed/Projects/ai_llm_slides/videos/deep-learning/002_transformers_part2/recreated_pptx/build/assets/mvb2_s4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42608" y="1448308"/>
                <a:ext cx="710184" cy="2087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2" name="Equation OMML" descr="\mathrm{sin}(\omega \delta)"/>
              <p:cNvSpPr txBox="1"/>
              <p:nvPr/>
            </p:nvSpPr>
            <p:spPr>
              <a:xfrm>
                <a:off x="7442708" y="1448308"/>
                <a:ext cx="774192" cy="2148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7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(ωδ)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2" name="Image 16" descr="/home/ahmed/Projects/ai_llm_slides/videos/deep-learning/002_transformers_part2/recreated_pptx/build/assets/mvb2_s5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42708" y="1448308"/>
                <a:ext cx="774192" cy="21488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3" name="Equation OMML" descr="\mathrm{sin}(a)"/>
              <p:cNvSpPr txBox="1"/>
              <p:nvPr/>
            </p:nvSpPr>
            <p:spPr>
              <a:xfrm>
                <a:off x="5017008" y="1981708"/>
                <a:ext cx="585216" cy="2103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4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4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3" name="Image 17" descr="/home/ahmed/Projects/ai_llm_slides/videos/deep-learning/002_transformers_part2/recreated_pptx/build/assets/mvr1_s1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17008" y="1981708"/>
                <a:ext cx="585216" cy="2103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4" name="Equation OMML" descr="\mathrm{cos}(b)"/>
              <p:cNvSpPr txBox="1"/>
              <p:nvPr/>
            </p:nvSpPr>
            <p:spPr>
              <a:xfrm>
                <a:off x="5690108" y="1981708"/>
                <a:ext cx="710184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82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829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4" name="Image 18" descr="/home/ahmed/Projects/ai_llm_slides/videos/deep-learning/002_transformers_part2/recreated_pptx/build/assets/mvr1_s2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90108" y="1981708"/>
                <a:ext cx="710184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5" name="Equation OMML" descr="+"/>
              <p:cNvSpPr txBox="1"/>
              <p:nvPr/>
            </p:nvSpPr>
            <p:spPr>
              <a:xfrm>
                <a:off x="6439408" y="2019808"/>
                <a:ext cx="124968" cy="1264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6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5" name="Image 19" descr="/home/ahmed/Projects/ai_llm_slides/videos/deep-learning/002_transformers_part2/recreated_pptx/build/assets/mvr1_s3.png">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39408" y="2019808"/>
                <a:ext cx="124968" cy="1264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6" name="Equation OMML" descr="\mathrm{cos}(a)"/>
              <p:cNvSpPr txBox="1"/>
              <p:nvPr/>
            </p:nvSpPr>
            <p:spPr>
              <a:xfrm>
                <a:off x="6642608" y="1981708"/>
                <a:ext cx="658368" cy="2179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70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0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6" name="Image 20" descr="/home/ahmed/Projects/ai_llm_slides/videos/deep-learning/002_transformers_part2/recreated_pptx/build/assets/mvr1_s4.png">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42608" y="1981708"/>
                <a:ext cx="658368" cy="21793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7" name="Equation OMML" descr="\mathrm{sin}(b)"/>
              <p:cNvSpPr txBox="1"/>
              <p:nvPr/>
            </p:nvSpPr>
            <p:spPr>
              <a:xfrm>
                <a:off x="7379208" y="1981708"/>
                <a:ext cx="594360" cy="21183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6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6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7" name="Image 21" descr="/home/ahmed/Projects/ai_llm_slides/videos/deep-learning/002_transformers_part2/recreated_pptx/build/assets/mvr1_s5.png">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79208" y="1981708"/>
                <a:ext cx="594360" cy="21183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8" name="Equation OMML" descr="\mathrm{cos}(a)"/>
              <p:cNvSpPr txBox="1"/>
              <p:nvPr/>
            </p:nvSpPr>
            <p:spPr>
              <a:xfrm>
                <a:off x="4966208" y="2388108"/>
                <a:ext cx="647700" cy="21336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7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74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8" name="Image 22" descr="/home/ahmed/Projects/ai_llm_slides/videos/deep-learning/002_transformers_part2/recreated_pptx/build/assets/mvr2_s1.png">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66208" y="2388108"/>
                <a:ext cx="647700" cy="21336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79" name="Equation OMML" descr="\mathrm{cos}(b)"/>
              <p:cNvSpPr txBox="1"/>
              <p:nvPr/>
            </p:nvSpPr>
            <p:spPr>
              <a:xfrm>
                <a:off x="5702808" y="2388108"/>
                <a:ext cx="658368" cy="2164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9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9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79" name="Image 23" descr="/home/ahmed/Projects/ai_llm_slides/videos/deep-learning/002_transformers_part2/recreated_pptx/build/assets/mvr2_s2.png">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02808" y="2388108"/>
                <a:ext cx="658368" cy="2164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0" name="Equation OMML" descr="-"/>
              <p:cNvSpPr txBox="1"/>
              <p:nvPr/>
            </p:nvSpPr>
            <p:spPr>
              <a:xfrm>
                <a:off x="6515608" y="2451608"/>
                <a:ext cx="77724" cy="304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678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0" name="Image 24" descr="/home/ahmed/Projects/ai_llm_slides/videos/deep-learning/002_transformers_part2/recreated_pptx/build/assets/mvr2_s3.png">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515608" y="2451608"/>
                <a:ext cx="77724" cy="304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1" name="Equation OMML" descr="\mathrm{sin}(a)"/>
              <p:cNvSpPr txBox="1"/>
              <p:nvPr/>
            </p:nvSpPr>
            <p:spPr>
              <a:xfrm>
                <a:off x="6668008" y="2388108"/>
                <a:ext cx="585216" cy="21031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4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4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1" name="Image 25" descr="/home/ahmed/Projects/ai_llm_slides/videos/deep-learning/002_transformers_part2/recreated_pptx/build/assets/mvr2_s4.png">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668008" y="2388108"/>
                <a:ext cx="585216" cy="21031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2" name="Equation OMML" descr="\mathrm{sin}(b)"/>
              <p:cNvSpPr txBox="1"/>
              <p:nvPr/>
            </p:nvSpPr>
            <p:spPr>
              <a:xfrm>
                <a:off x="7341108" y="2388108"/>
                <a:ext cx="585216" cy="20878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3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2" name="Image 26" descr="/home/ahmed/Projects/ai_llm_slides/videos/deep-learning/002_transformers_part2/recreated_pptx/build/assets/mvr2_s5.png">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41108" y="2388108"/>
                <a:ext cx="585216" cy="20878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3" name="Equation OMML" descr="\mathrm{Let}"/>
              <p:cNvSpPr txBox="1"/>
              <p:nvPr/>
            </p:nvSpPr>
            <p:spPr>
              <a:xfrm>
                <a:off x="8915908" y="1689608"/>
                <a:ext cx="291084" cy="1645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Let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3" name="Image 27" descr="/home/ahmed/Projects/ai_llm_slides/videos/deep-learning/002_transformers_part2/recreated_pptx/build/assets/db1_let.png">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15908" y="1689608"/>
                <a:ext cx="291084" cy="1645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4" name="Equation OMML" descr="\omega t=a\;,"/>
              <p:cNvSpPr txBox="1"/>
              <p:nvPr/>
            </p:nvSpPr>
            <p:spPr>
              <a:xfrm>
                <a:off x="9322308" y="1689608"/>
                <a:ext cx="582168" cy="1539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53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ωt=a ,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4" name="Image 28" descr="/home/ahmed/Projects/ai_llm_slides/videos/deep-learning/002_transformers_part2/recreated_pptx/build/assets/db1_a.png">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322308" y="1689608"/>
                <a:ext cx="582168" cy="1539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5" name="Equation OMML" descr="\omega \delta=b"/>
              <p:cNvSpPr txBox="1"/>
              <p:nvPr/>
            </p:nvSpPr>
            <p:spPr>
              <a:xfrm>
                <a:off x="9982708" y="1689608"/>
                <a:ext cx="519684" cy="1432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217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ωδ=b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5" name="Image 29" descr="/home/ahmed/Projects/ai_llm_slides/videos/deep-learning/002_transformers_part2/recreated_pptx/build/assets/db1_b.png">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982708" y="1689608"/>
                <a:ext cx="519684" cy="1432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6" name="Equation OMML" descr="\mathrm{sin}^{2}(a)+\mathrm{cos}^{2}(a)=1"/>
              <p:cNvSpPr txBox="1"/>
              <p:nvPr/>
            </p:nvSpPr>
            <p:spPr>
              <a:xfrm>
                <a:off x="8776208" y="2223008"/>
                <a:ext cx="1874520" cy="2255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48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(a)+</m:t>
                      </m:r>
                      <m:sSup>
                        <m:sSupPr>
                          <m:ctrlPr>
                            <a:rPr lang="en-US" i="1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484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484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6" name="Image 30" descr="/home/ahmed/Projects/ai_llm_slides/videos/deep-learning/002_transformers_part2/recreated_pptx/build/assets/db2.png">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76208" y="2223008"/>
                <a:ext cx="1874520" cy="2255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7" name="Equation OMML" descr="[\,\mathrm{sin}(a)\,(\mathrm{cos}(b)-1)+\mathrm{cos}(a)\,\mathrm{sin}(b)\,]^{2}+\,[\,-\mathrm{sin}(a)\,\mathrm{sin}(b)+\mathrm{cos}(a)\,(\mathrm{cos}(b)-1)\,]^{2}"/>
              <p:cNvSpPr txBox="1"/>
              <p:nvPr/>
            </p:nvSpPr>
            <p:spPr>
              <a:xfrm>
                <a:off x="1067308" y="3785108"/>
                <a:ext cx="8394192" cy="26060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(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(b)-1)+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</m:t>
                      </m:r>
                      <m:sSup>
                        <m:sSupPr>
                          <m:ctrlP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]</m:t>
                          </m:r>
                        </m:e>
                        <m:sup>
                          <m: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 [ -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(b)+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(</m:t>
                      </m:r>
                      <m:r>
                        <m:rPr>
                          <m:sty m:val="p"/>
                        </m:rPr>
                        <a:rPr lang="en-US" i="0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749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(b)-1) </m:t>
                      </m:r>
                      <m:sSup>
                        <m:sSupPr>
                          <m:ctrlP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]</m:t>
                          </m:r>
                        </m:e>
                        <m:sup>
                          <m:r>
                            <a:rPr lang="en-US" i="1" smtClean="0" sz="1749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7" name="Image 31" descr="/home/ahmed/Projects/ai_llm_slides/videos/deep-learning/002_transformers_part2/recreated_pptx/build/assets/dR2.png">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67308" y="3785108"/>
                <a:ext cx="8394192" cy="26060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8" name="Equation OMML" descr="[\,\mathrm{sin}(a)^{2}(\mathrm{cos}(b)-1)^{2}+\mathrm{cos}^{2}(a)\,\mathrm{sin}^{2}(b)+\,2\,\mathrm{sin}(a)\,\mathrm{cos}(a)\,\mathrm{sin}(b)\,(\mathrm{cos}(b)-1)\,]\,+"/>
              <p:cNvSpPr txBox="1"/>
              <p:nvPr/>
            </p:nvSpPr>
            <p:spPr>
              <a:xfrm>
                <a:off x="1105408" y="4280408"/>
                <a:ext cx="7706868" cy="24536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</m:t>
                      </m:r>
                      <m:sSup>
                        <m:sSupPr>
                          <m:ctrlP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p>
                        <m:sSupPr>
                          <m:ctrlP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sSup>
                        <m:sSupPr>
                          <m:ctrlP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63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(b)+ 2 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(</m:t>
                      </m:r>
                      <m:r>
                        <m:rPr>
                          <m:sty m:val="p"/>
                        </m:rPr>
                        <a:rPr lang="en-US" i="0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3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(b)-1) ] 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8" name="Image 32" descr="/home/ahmed/Projects/ai_llm_slides/videos/deep-learning/002_transformers_part2/recreated_pptx/build/assets/dR3.png">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05408" y="4280408"/>
                <a:ext cx="7706868" cy="24536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89" name="Equation OMML" descr="[\,\mathrm{sin}^{2}(a)\,\mathrm{sin}^{2}(b)+\mathrm{cos}^{2}(a)\,(\mathrm{cos}(b)-1)^{2}-\,2\,\mathrm{sin}(a)\,\mathrm{cos}(a)\,\mathrm{sin}(b)\,(\mathrm{cos}(b)-1)\,]"/>
              <p:cNvSpPr txBox="1"/>
              <p:nvPr/>
            </p:nvSpPr>
            <p:spPr>
              <a:xfrm>
                <a:off x="1105408" y="4572508"/>
                <a:ext cx="7240524" cy="23622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sSup>
                        <m:sSupPr>
                          <m:ctrlP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sSup>
                        <m:sSupPr>
                          <m:ctrlP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(b)+</m:t>
                      </m:r>
                      <m:sSup>
                        <m:sSupPr>
                          <m:ctrlP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(</m:t>
                      </m:r>
                      <m:r>
                        <m:rPr>
                          <m:sty m:val="p"/>
                        </m:rPr>
                        <a:rPr lang="en-US" i="0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576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- 2 </m:t>
                      </m:r>
                      <m:r>
                        <m:rPr>
                          <m:sty m:val="p"/>
                        </m:rPr>
                        <a:rPr lang="en-US" i="0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r>
                        <m:rPr>
                          <m:sty m:val="p"/>
                        </m:rPr>
                        <a:rPr lang="en-US" i="0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(</m:t>
                      </m:r>
                      <m:r>
                        <m:rPr>
                          <m:sty m:val="p"/>
                        </m:rPr>
                        <a:rPr lang="en-US" i="0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7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(b)-1) 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9" name="Image 33" descr="/home/ahmed/Projects/ai_llm_slides/videos/deep-learning/002_transformers_part2/recreated_pptx/build/assets/dR4.png">    </p:cNvPr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05408" y="4572508"/>
                <a:ext cx="7240524" cy="23622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0" name="Equation OMML" descr="\mathrm{sin}(a)^{2}\,(\mathrm{cos}(b)-1)^{2}+\mathrm{cos}^{2}(a)\,\mathrm{sin}^{2}(b)+\mathrm{sin}^{2}(a)\,\mathrm{sin}^{2}(b)+\mathrm{cos}^{2}(a)\,(\mathrm{cos}(b)-1)^{2}"/>
              <p:cNvSpPr txBox="1"/>
              <p:nvPr/>
            </p:nvSpPr>
            <p:spPr>
              <a:xfrm>
                <a:off x="1118108" y="5029708"/>
                <a:ext cx="7554468" cy="2407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 (</m:t>
                      </m:r>
                      <m:r>
                        <m:rPr>
                          <m:sty m:val="p"/>
                        </m:rPr>
                        <a:rPr lang="en-US" i="0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(b)+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(b)+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(</m:t>
                      </m:r>
                      <m:r>
                        <m:rPr>
                          <m:sty m:val="p"/>
                        </m:rPr>
                        <a:rPr lang="en-US" i="0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603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603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0" name="Image 34" descr="/home/ahmed/Projects/ai_llm_slides/videos/deep-learning/002_transformers_part2/recreated_pptx/build/assets/dR5.png">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18108" y="5029708"/>
                <a:ext cx="7554468" cy="2407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1" name="Equation OMML" descr="[\,\mathrm{sin}(a)^{2}+\mathrm{cos}^{2}(a)\,]\,(\mathrm{cos}(b)-1)^{2}+\,[\,\mathrm{sin}(a)^{2}+\mathrm{cos}^{2}(a)\,]\,(\mathrm{sin}^{2}(b)\,)=(\mathrm{cos}(b)-1)^{2}+\mathrm{sin}^{2}(b)"/>
              <p:cNvSpPr txBox="1"/>
              <p:nvPr/>
            </p:nvSpPr>
            <p:spPr>
              <a:xfrm>
                <a:off x="1041908" y="5461508"/>
                <a:ext cx="8269224" cy="2301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[ </m:t>
                      </m:r>
                      <m:r>
                        <m:rPr>
                          <m:sty m:val="p"/>
                        </m:rPr>
                        <a:rPr lang="en-US" i="0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] (</m:t>
                      </m:r>
                      <m:r>
                        <m:rPr>
                          <m:sty m:val="p"/>
                        </m:rPr>
                        <a:rPr lang="en-US" i="0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 [ </m:t>
                      </m:r>
                      <m:r>
                        <m:rPr>
                          <m:sty m:val="p"/>
                        </m:rPr>
                        <a:rPr lang="en-US" i="0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(a) ] (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)=(</m:t>
                      </m:r>
                      <m:r>
                        <m:rPr>
                          <m:sty m:val="p"/>
                        </m:rPr>
                        <a:rPr lang="en-US" i="0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(b)-1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</m:t>
                      </m:r>
                      <m:sSup>
                        <m:sSupPr>
                          <m:ctrlP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53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3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1" name="Image 35" descr="/home/ahmed/Projects/ai_llm_slides/videos/deep-learning/002_transformers_part2/recreated_pptx/build/assets/dR6.png">    </p:cNvPr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41908" y="5461508"/>
                <a:ext cx="8269224" cy="2301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2" name="Equation OMML" descr="["/>
              <p:cNvSpPr txBox="1"/>
              <p:nvPr/>
            </p:nvSpPr>
            <p:spPr>
              <a:xfrm>
                <a:off x="1067308" y="3366008"/>
                <a:ext cx="82296" cy="2758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22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[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2" name="Image 36" descr="/home/ahmed/Projects/ai_llm_slides/videos/deep-learning/002_transformers_part2/recreated_pptx/build/assets/r1_s01.png">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67308" y="3366008"/>
                <a:ext cx="82296" cy="27584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3" name="Equation OMML" descr="\mathrm{sin}(a)"/>
              <p:cNvSpPr txBox="1"/>
              <p:nvPr/>
            </p:nvSpPr>
            <p:spPr>
              <a:xfrm>
                <a:off x="1207008" y="3378708"/>
                <a:ext cx="533400" cy="1935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9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49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3" name="Image 37" descr="/home/ahmed/Projects/ai_llm_slides/videos/deep-learning/002_transformers_part2/recreated_pptx/build/assets/r1_s02.png">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207008" y="3378708"/>
                <a:ext cx="533400" cy="1935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4" name="Equation OMML" descr="\mathrm{cos}(b)\,+"/>
              <p:cNvSpPr txBox="1"/>
              <p:nvPr/>
            </p:nvSpPr>
            <p:spPr>
              <a:xfrm>
                <a:off x="1816608" y="3378708"/>
                <a:ext cx="781812" cy="18745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45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445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 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4" name="Image 38" descr="/home/ahmed/Projects/ai_llm_slides/videos/deep-learning/002_transformers_part2/recreated_pptx/build/assets/r1_s03.png">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16608" y="3378708"/>
                <a:ext cx="781812" cy="18745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5" name="Equation OMML" descr="\mathrm{cos}(a)"/>
              <p:cNvSpPr txBox="1"/>
              <p:nvPr/>
            </p:nvSpPr>
            <p:spPr>
              <a:xfrm>
                <a:off x="2680208" y="3378708"/>
                <a:ext cx="579120" cy="1935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8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489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5" name="Image 39" descr="/home/ahmed/Projects/ai_llm_slides/videos/deep-learning/002_transformers_part2/recreated_pptx/build/assets/r1_s04.png">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680208" y="3378708"/>
                <a:ext cx="579120" cy="1935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6" name="Equation OMML" descr="\mathrm{sin}(b)\,-"/>
              <p:cNvSpPr txBox="1"/>
              <p:nvPr/>
            </p:nvSpPr>
            <p:spPr>
              <a:xfrm>
                <a:off x="3340608" y="3378708"/>
                <a:ext cx="694944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36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36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 -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6" name="Image 40" descr="/home/ahmed/Projects/ai_llm_slides/videos/deep-learning/002_transformers_part2/recreated_pptx/build/assets/r1_s05.png">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40608" y="3378708"/>
                <a:ext cx="694944" cy="1783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7" name="Equation OMML" descr="\mathrm{sin}(a)"/>
              <p:cNvSpPr txBox="1"/>
              <p:nvPr/>
            </p:nvSpPr>
            <p:spPr>
              <a:xfrm>
                <a:off x="4115308" y="3378708"/>
                <a:ext cx="557784" cy="20269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568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7" name="Image 41" descr="/home/ahmed/Projects/ai_llm_slides/videos/deep-learning/002_transformers_part2/recreated_pptx/build/assets/r1_s06.png">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115308" y="3378708"/>
                <a:ext cx="557784" cy="20269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8" name="Equation OMML" descr="]^{2}\,+\,[\,-"/>
              <p:cNvSpPr txBox="1"/>
              <p:nvPr/>
            </p:nvSpPr>
            <p:spPr>
              <a:xfrm>
                <a:off x="4737608" y="3378708"/>
                <a:ext cx="888492" cy="26822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79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79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]</m:t>
                          </m:r>
                        </m:e>
                        <m:sup>
                          <m:r>
                            <a:rPr lang="en-US" i="1" smtClean="0" sz="179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79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 + [ -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8" name="Image 42" descr="/home/ahmed/Projects/ai_llm_slides/videos/deep-learning/002_transformers_part2/recreated_pptx/build/assets/r1_s07.png">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37608" y="3378708"/>
                <a:ext cx="888492" cy="268224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99" name="Equation OMML" descr="\mathrm{sin}(a)"/>
              <p:cNvSpPr txBox="1"/>
              <p:nvPr/>
            </p:nvSpPr>
            <p:spPr>
              <a:xfrm>
                <a:off x="5639308" y="3378708"/>
                <a:ext cx="533400" cy="1935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9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495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9" name="Image 43" descr="/home/ahmed/Projects/ai_llm_slides/videos/deep-learning/002_transformers_part2/recreated_pptx/build/assets/r1_s08.png">    </p:cNvPr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639308" y="3378708"/>
                <a:ext cx="533400" cy="1935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0" name="Equation OMML" descr="\mathrm{sin}(b)\,+"/>
              <p:cNvSpPr txBox="1"/>
              <p:nvPr/>
            </p:nvSpPr>
            <p:spPr>
              <a:xfrm>
                <a:off x="6248908" y="3378708"/>
                <a:ext cx="743712" cy="1905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6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sin</m:t>
                      </m:r>
                      <m:r>
                        <a:rPr lang="en-US" i="1" smtClean="0" sz="146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 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0" name="Image 44" descr="/home/ahmed/Projects/ai_llm_slides/videos/deep-learning/002_transformers_part2/recreated_pptx/build/assets/r1_s09.png">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48908" y="3378708"/>
                <a:ext cx="743712" cy="1905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1" name="Equation OMML" descr="\mathrm{cos}(a)"/>
              <p:cNvSpPr txBox="1"/>
              <p:nvPr/>
            </p:nvSpPr>
            <p:spPr>
              <a:xfrm>
                <a:off x="7087108" y="3378708"/>
                <a:ext cx="566928" cy="1889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45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456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1" name="Image 45" descr="/home/ahmed/Projects/ai_llm_slides/videos/deep-learning/002_transformers_part2/recreated_pptx/build/assets/r1_s10.png">    </p:cNvPr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087108" y="3378708"/>
                <a:ext cx="566928" cy="18897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2" name="Equation OMML" descr="\mathrm{cos}(b)\,-"/>
              <p:cNvSpPr txBox="1"/>
              <p:nvPr/>
            </p:nvSpPr>
            <p:spPr>
              <a:xfrm>
                <a:off x="7734808" y="3378708"/>
                <a:ext cx="733044" cy="17830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35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352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(b) -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2" name="Image 46" descr="/home/ahmed/Projects/ai_llm_slides/videos/deep-learning/002_transformers_part2/recreated_pptx/build/assets/r1_s11.png">    </p:cNvPr>
              <p:cNvPicPr>
                <a:picLocks noChangeAspect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734808" y="3378708"/>
                <a:ext cx="733044" cy="17830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3" name="Equation OMML" descr="\mathrm{cos}(a)"/>
              <p:cNvSpPr txBox="1"/>
              <p:nvPr/>
            </p:nvSpPr>
            <p:spPr>
              <a:xfrm>
                <a:off x="8547608" y="3378708"/>
                <a:ext cx="589788" cy="1965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2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2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 xml:space="preserve">(a)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3" name="Image 47" descr="/home/ahmed/Projects/ai_llm_slides/videos/deep-learning/002_transformers_part2/recreated_pptx/build/assets/r1_s12.png">    </p:cNvPr>
              <p:cNvPicPr>
                <a:picLocks noChangeAspect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547608" y="3378708"/>
                <a:ext cx="589788" cy="1965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4" name="Equation OMML" descr="]^{2}"/>
              <p:cNvSpPr txBox="1"/>
              <p:nvPr/>
            </p:nvSpPr>
            <p:spPr>
              <a:xfrm>
                <a:off x="9169908" y="3378708"/>
                <a:ext cx="179832" cy="2727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82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82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]</m:t>
                          </m:r>
                        </m:e>
                        <m:sup>
                          <m:r>
                            <a:rPr lang="en-US" i="1" smtClean="0" sz="182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4" name="Image 48" descr="/home/ahmed/Projects/ai_llm_slides/videos/deep-learning/002_transformers_part2/recreated_pptx/build/assets/r1_s13.png">    </p:cNvPr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169908" y="3378708"/>
                <a:ext cx="179832" cy="2727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5" name="Equation OMML" descr="\mathrm{cos}^{2}(b)"/>
              <p:cNvSpPr txBox="1"/>
              <p:nvPr/>
            </p:nvSpPr>
            <p:spPr>
              <a:xfrm>
                <a:off x="965708" y="5994908"/>
                <a:ext cx="679704" cy="2286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</m:e>
                        <m:sup>
                          <m:r>
                            <a:rPr lang="en-US" i="1" smtClean="0" sz="1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5" name="Image 49" descr="/home/ahmed/Projects/ai_llm_slides/videos/deep-learning/002_transformers_part2/recreated_pptx/build/assets/dR7_s1.png">    </p:cNvPr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65708" y="5994908"/>
                <a:ext cx="679704" cy="22860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6" name="Equation OMML" descr="-2\,\mathrm{cos}(b)\,+1\,+"/>
              <p:cNvSpPr txBox="1"/>
              <p:nvPr/>
            </p:nvSpPr>
            <p:spPr>
              <a:xfrm>
                <a:off x="1715008" y="5994908"/>
                <a:ext cx="1507236" cy="19507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0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-2 </m:t>
                      </m:r>
                      <m:r>
                        <m:rPr>
                          <m:sty m:val="p"/>
                        </m:rPr>
                        <a:rPr lang="en-US" i="0" smtClean="0" sz="150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506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+1 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6" name="Image 50" descr="/home/ahmed/Projects/ai_llm_slides/videos/deep-learning/002_transformers_part2/recreated_pptx/build/assets/dR7_s2.png">    </p:cNvPr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715008" y="5994908"/>
                <a:ext cx="1507236" cy="195072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7" name="Equation OMML" descr="\mathrm{sin}^{2}(b)"/>
              <p:cNvSpPr txBox="1"/>
              <p:nvPr/>
            </p:nvSpPr>
            <p:spPr>
              <a:xfrm>
                <a:off x="3162808" y="5994908"/>
                <a:ext cx="640080" cy="23164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522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522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sin</m:t>
                          </m:r>
                        </m:e>
                        <m:sup>
                          <m:r>
                            <a:rPr lang="en-US" i="1" smtClean="0" sz="1522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mtClean="0" sz="1522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7" name="Image 51" descr="/home/ahmed/Projects/ai_llm_slides/videos/deep-learning/002_transformers_part2/recreated_pptx/build/assets/dR7_s3.png">    </p:cNvPr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162808" y="5994908"/>
                <a:ext cx="640080" cy="23164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8" name="Equation OMML" descr="=\,2\,-2\,\mathrm{cos}(b)\,=\,2(1-\mathrm{cos}(b)\,)"/>
              <p:cNvSpPr txBox="1"/>
              <p:nvPr/>
            </p:nvSpPr>
            <p:spPr>
              <a:xfrm>
                <a:off x="3874008" y="5994908"/>
                <a:ext cx="2674620" cy="18135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39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 2 -2 </m:t>
                      </m:r>
                      <m:r>
                        <m:rPr>
                          <m:sty m:val="p"/>
                        </m:rPr>
                        <a:rPr lang="en-US" i="0" smtClean="0" sz="139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39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= 2(1-</m:t>
                      </m:r>
                      <m:r>
                        <m:rPr>
                          <m:sty m:val="p"/>
                        </m:rPr>
                        <a:rPr lang="en-US" i="0" smtClean="0" sz="139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cos</m:t>
                      </m:r>
                      <m:r>
                        <a:rPr lang="en-US" i="1" smtClean="0" sz="139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(b) 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8" name="Image 52" descr="/home/ahmed/Projects/ai_llm_slides/videos/deep-learning/002_transformers_part2/recreated_pptx/build/assets/dR7_s4.png">    </p:cNvPr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74008" y="5994908"/>
                <a:ext cx="2674620" cy="18135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09" name="Equation OMML" descr="="/>
              <p:cNvSpPr txBox="1"/>
              <p:nvPr/>
            </p:nvSpPr>
            <p:spPr>
              <a:xfrm>
                <a:off x="9728708" y="3429508"/>
                <a:ext cx="150876" cy="822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09" name="Image 53" descr="/home/ahmed/Projects/ai_llm_slides/videos/deep-learning/002_transformers_part2/recreated_pptx/build/assets/dEq.png">    </p:cNvPr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728708" y="3429508"/>
                <a:ext cx="150876" cy="822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0" name="Equation OMML" descr="="/>
              <p:cNvSpPr txBox="1"/>
              <p:nvPr/>
            </p:nvSpPr>
            <p:spPr>
              <a:xfrm>
                <a:off x="9741408" y="3861308"/>
                <a:ext cx="150876" cy="822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0" name="Image 54" descr="/home/ahmed/Projects/ai_llm_slides/videos/deep-learning/002_transformers_part2/recreated_pptx/build/assets/dEq.png">    </p:cNvPr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741408" y="3861308"/>
                <a:ext cx="150876" cy="822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1" name="Equation OMML" descr="="/>
              <p:cNvSpPr txBox="1"/>
              <p:nvPr/>
            </p:nvSpPr>
            <p:spPr>
              <a:xfrm>
                <a:off x="9792208" y="4636008"/>
                <a:ext cx="150876" cy="822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1" name="Image 55" descr="/home/ahmed/Projects/ai_llm_slides/videos/deep-learning/002_transformers_part2/recreated_pptx/build/assets/dEq.png">    </p:cNvPr>
              <p:cNvPicPr>
                <a:picLocks noChangeAspect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792208" y="4636008"/>
                <a:ext cx="150876" cy="822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2" name="Equation OMML" descr="="/>
              <p:cNvSpPr txBox="1"/>
              <p:nvPr/>
            </p:nvSpPr>
            <p:spPr>
              <a:xfrm>
                <a:off x="9817608" y="5105908"/>
                <a:ext cx="150876" cy="822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2" name="Image 56" descr="/home/ahmed/Projects/ai_llm_slides/videos/deep-learning/002_transformers_part2/recreated_pptx/build/assets/dEq.png">    </p:cNvPr>
              <p:cNvPicPr>
                <a:picLocks noChangeAspect="1"/>
              </p:cNvPicPr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817608" y="5105908"/>
                <a:ext cx="150876" cy="822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113" name="Equation OMML" descr="="/>
              <p:cNvSpPr txBox="1"/>
              <p:nvPr/>
            </p:nvSpPr>
            <p:spPr>
              <a:xfrm>
                <a:off x="9830308" y="5537708"/>
                <a:ext cx="150876" cy="822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60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3" name="Image 57" descr="/home/ahmed/Projects/ai_llm_slides/videos/deep-learning/002_transformers_part2/recreated_pptx/build/assets/dEq.png">    </p:cNvPr>
              <p:cNvPicPr>
                <a:picLocks noChangeAspect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830308" y="5537708"/>
                <a:ext cx="150876" cy="82296"/>
              </a:xfrm>
              <a:prstGeom prst="rect">
                <a:avLst/>
              </a:prstGeom>
            </p:spPr>
          </p:pic>
        </mc:Fallback>
      </mc:AlternateContent>
      <p:sp>
        <p:nvSpPr>
          <p:cNvPr id="114" name="Shape 54"/>
          <p:cNvSpPr/>
          <p:nvPr/>
        </p:nvSpPr>
        <p:spPr>
          <a:xfrm>
            <a:off x="7289800" y="5956300"/>
            <a:ext cx="2044700" cy="419100"/>
          </a:xfrm>
          <a:prstGeom prst="rect">
            <a:avLst/>
          </a:prstGeom>
          <a:solidFill>
            <a:srgbClr val="E9FFD7"/>
          </a:solidFill>
          <a:ln w="19050">
            <a:solidFill>
              <a:srgbClr val="00CC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15" name="Equation OMML" descr="\mathbf{=2}\,(\mathbf{1-cos}(\omega\delta))"/>
              <p:cNvSpPr txBox="1"/>
              <p:nvPr/>
            </p:nvSpPr>
            <p:spPr>
              <a:xfrm>
                <a:off x="7404608" y="6045708"/>
                <a:ext cx="1706880" cy="2011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b"/>
                        </m:rPr>
                        <a:rPr lang="en-US" i="0" smtClean="0" sz="1559" b="1">
                          <a:solidFill>
                            <a:srgbClr val="0A0A66"/>
                          </a:solidFill>
                          <a:latin typeface="Cambria Math" panose="02040503050406030204" pitchFamily="18" charset="0"/>
                        </a:rPr>
                        <m:t xml:space="preserve">=2</m:t>
                      </m:r>
                      <m:r>
                        <a:rPr lang="en-US" i="1" smtClean="0" sz="1559">
                          <a:solidFill>
                            <a:srgbClr val="0A0A66"/>
                          </a:solidFill>
                          <a:latin typeface="Cambria Math" panose="02040503050406030204" pitchFamily="18" charset="0"/>
                        </a:rPr>
                        <m:t xml:space="preserve"> (</m:t>
                      </m:r>
                      <m:r>
                        <m:rPr>
                          <m:sty m:val="b"/>
                        </m:rPr>
                        <a:rPr lang="en-US" i="0" smtClean="0" sz="1559" b="1">
                          <a:solidFill>
                            <a:srgbClr val="0A0A66"/>
                          </a:solidFill>
                          <a:latin typeface="Cambria Math" panose="02040503050406030204" pitchFamily="18" charset="0"/>
                        </a:rPr>
                        <m:t xml:space="preserve">1-cos</m:t>
                      </m:r>
                      <m:r>
                        <a:rPr lang="en-US" i="1" smtClean="0" sz="1559">
                          <a:solidFill>
                            <a:srgbClr val="0A0A66"/>
                          </a:solidFill>
                          <a:latin typeface="Cambria Math" panose="02040503050406030204" pitchFamily="18" charset="0"/>
                        </a:rPr>
                        <m:t xml:space="preserve">(ωδ))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5" name="Image 58" descr="/home/ahmed/Projects/ai_llm_slides/videos/deep-learning/002_transformers_part2/recreated_pptx/build/assets/callout.png">    </p:cNvPr>
              <p:cNvPicPr>
                <a:picLocks noChangeAspect="1"/>
              </p:cNvPicPr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04608" y="6045708"/>
                <a:ext cx="1706880" cy="201168"/>
              </a:xfrm>
              <a:prstGeom prst="rect">
                <a:avLst/>
              </a:prstGeom>
            </p:spPr>
          </p:pic>
        </mc:Fallback>
      </mc:AlternateContent>
      <p:sp>
        <p:nvSpPr>
          <p:cNvPr id="116" name="Text 55"/>
          <p:cNvSpPr/>
          <p:nvPr/>
        </p:nvSpPr>
        <p:spPr>
          <a:xfrm rot="-2880000">
            <a:off x="9271000" y="5626100"/>
            <a:ext cx="1727200" cy="330200"/>
          </a:xfrm>
          <a:prstGeom prst="rect">
            <a:avLst/>
          </a:prstGeom>
          <a:solidFill>
            <a:srgbClr val="FBFDD2"/>
          </a:solidFill>
          <a:ln>
            <a:solidFill>
              <a:srgbClr val="FBFD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Irrespective of Position “t”</a:t>
            </a:r>
            <a:endParaRPr lang="en-US" sz="1100" dirty="0"/>
          </a:p>
        </p:txBody>
      </p:sp>
      <p:sp>
        <p:nvSpPr>
          <p:cNvPr id="117" name="Shape 56"/>
          <p:cNvSpPr/>
          <p:nvPr/>
        </p:nvSpPr>
        <p:spPr>
          <a:xfrm>
            <a:off x="469900" y="6578600"/>
            <a:ext cx="11239500" cy="279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64790"/>
            <a:ext cx="10621010" cy="3982720"/>
          </a:xfrm>
          <a:prstGeom prst="rect">
            <a:avLst/>
          </a:prstGeom>
          <a:solidFill>
            <a:srgbClr val="E9FEF9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0270" y="1303020"/>
            <a:ext cx="1551940" cy="130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7" name="Image 0" descr="/home/ahmed/Projects/ai_llm_slides/videos/deep-learning/002_transformers_part2/recreated_pptx/build/assets/eq_032_vec_brk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0" y="1488440"/>
            <a:ext cx="124971" cy="929643"/>
          </a:xfrm>
          <a:prstGeom prst="rect">
            <a:avLst/>
          </a:prstGeom>
        </p:spPr>
      </p:pic>
      <p:pic>
        <p:nvPicPr>
          <p:cNvPr id="8" name="Image 1" descr="/home/ahmed/Projects/ai_llm_slides/videos/deep-learning/002_transformers_part2/recreated_pptx/build/assets/eq_032_vec_brk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44" y="1488440"/>
            <a:ext cx="123444" cy="9296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0150" y="159512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sin(ωt)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1200150" y="204724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cos(ωt)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2640330" y="1568450"/>
            <a:ext cx="8385810" cy="717550"/>
          </a:xfrm>
          <a:prstGeom prst="rect">
            <a:avLst/>
          </a:prstGeom>
          <a:solidFill>
            <a:srgbClr val="FFFFCC"/>
          </a:solidFill>
          <a:ln w="15875">
            <a:solidFill>
              <a:srgbClr val="CC66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7010" y="1631950"/>
            <a:ext cx="8191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</a:t>
            </a:r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“t”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step (position) and </a:t>
            </a:r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frequency of trigonometric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747010" y="1910080"/>
            <a:ext cx="508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Sine/Cosine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212975" y="71628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Sin/Cos Positional Encoder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246630" y="105029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spc="10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Dimension “2” to define Position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69950" y="296926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vector can be used to define word position at step “t” , t=0,1,2,3,4,5,6,7,....</a:t>
            </a:r>
            <a:endParaRPr lang="en-US" sz="1990" dirty="0"/>
          </a:p>
        </p:txBody>
      </p:sp>
      <p:sp>
        <p:nvSpPr>
          <p:cNvPr id="17" name="Text 13"/>
          <p:cNvSpPr/>
          <p:nvPr/>
        </p:nvSpPr>
        <p:spPr>
          <a:xfrm>
            <a:off x="866140" y="3808730"/>
            <a:ext cx="2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116330" y="383286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are 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between -1 and 1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99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(bounded values)</a:t>
            </a:r>
            <a:endParaRPr lang="en-US" sz="1990" dirty="0"/>
          </a:p>
        </p:txBody>
      </p:sp>
      <p:sp>
        <p:nvSpPr>
          <p:cNvPr id="19" name="Text 15"/>
          <p:cNvSpPr/>
          <p:nvPr/>
        </p:nvSpPr>
        <p:spPr>
          <a:xfrm>
            <a:off x="1092200" y="425831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vectors representing positions 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“t” and “t+1”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</a:t>
            </a:r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constant</a:t>
            </a:r>
            <a:endParaRPr lang="en-US" sz="1990" dirty="0"/>
          </a:p>
        </p:txBody>
      </p:sp>
      <p:sp>
        <p:nvSpPr>
          <p:cNvPr id="20" name="Text 16"/>
          <p:cNvSpPr/>
          <p:nvPr/>
        </p:nvSpPr>
        <p:spPr>
          <a:xfrm>
            <a:off x="1092200" y="468376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irrespective of “t”  </a:t>
            </a:r>
            <a:pPr indent="0" marL="0">
              <a:buNone/>
            </a:pPr>
            <a:r>
              <a:rPr lang="en-US" sz="199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[Distance (Pos1, Pos2) = Distance (Pos90, Pos91)]</a:t>
            </a:r>
            <a:endParaRPr lang="en-US" sz="1990" dirty="0"/>
          </a:p>
        </p:txBody>
      </p:sp>
      <p:sp>
        <p:nvSpPr>
          <p:cNvPr id="21" name="Text 17"/>
          <p:cNvSpPr/>
          <p:nvPr/>
        </p:nvSpPr>
        <p:spPr>
          <a:xfrm>
            <a:off x="866140" y="5085080"/>
            <a:ext cx="2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1116330" y="5107940"/>
            <a:ext cx="990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i="1" dirty="0">
                <a:solidFill>
                  <a:srgbClr val="00008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"t" may take any positive value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99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limitation of length of Sequence )</a:t>
            </a:r>
            <a:endParaRPr lang="en-US" sz="1990" dirty="0"/>
          </a:p>
        </p:txBody>
      </p:sp>
      <p:sp>
        <p:nvSpPr>
          <p:cNvPr id="23" name="Text 19"/>
          <p:cNvSpPr/>
          <p:nvPr/>
        </p:nvSpPr>
        <p:spPr>
          <a:xfrm>
            <a:off x="866140" y="5948680"/>
            <a:ext cx="25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1092200" y="595884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Vector Length = 2</a:t>
            </a:r>
            <a:pPr indent="0" marL="0">
              <a:buNone/>
            </a:pPr>
            <a:r>
              <a:rPr lang="en-US" sz="199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(Cannot be combined with Word Embedding Vector) ??</a:t>
            </a:r>
            <a:endParaRPr lang="en-US" sz="199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21630" y="1342390"/>
            <a:ext cx="4373880" cy="2485390"/>
          </a:xfrm>
          <a:prstGeom prst="rect">
            <a:avLst/>
          </a:prstGeom>
          <a:solidFill>
            <a:srgbClr val="FCFF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20300" y="1342390"/>
            <a:ext cx="1452880" cy="2471420"/>
          </a:xfrm>
          <a:prstGeom prst="rect">
            <a:avLst/>
          </a:prstGeom>
          <a:solidFill>
            <a:srgbClr val="FCFF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13450" y="3949700"/>
            <a:ext cx="5327650" cy="2832100"/>
          </a:xfrm>
          <a:prstGeom prst="rect">
            <a:avLst/>
          </a:prstGeom>
          <a:solidFill>
            <a:srgbClr val="E9FEF9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21140" y="4598670"/>
            <a:ext cx="2061210" cy="651510"/>
          </a:xfrm>
          <a:prstGeom prst="roundRect">
            <a:avLst>
              <a:gd name="adj" fmla="val 7018"/>
            </a:avLst>
          </a:prstGeom>
          <a:solidFill>
            <a:srgbClr val="FDFDFC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140" y="3017520"/>
            <a:ext cx="1955800" cy="1262380"/>
          </a:xfrm>
          <a:prstGeom prst="rect">
            <a:avLst/>
          </a:prstGeom>
          <a:solidFill>
            <a:srgbClr val="E0F8E8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7870" y="1621790"/>
            <a:ext cx="530860" cy="5182870"/>
          </a:xfrm>
          <a:prstGeom prst="rect">
            <a:avLst/>
          </a:prstGeom>
          <a:solidFill>
            <a:srgbClr val="FCFEE9"/>
          </a:solidFill>
          <a:ln w="12700">
            <a:solidFill>
              <a:srgbClr val="FCF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0760" y="1692910"/>
            <a:ext cx="1216660" cy="1144270"/>
          </a:xfrm>
          <a:prstGeom prst="roundRect">
            <a:avLst>
              <a:gd name="adj" fmla="val 4795"/>
            </a:avLst>
          </a:prstGeom>
          <a:solidFill>
            <a:srgbClr val="655241"/>
          </a:solidFill>
          <a:ln w="12700">
            <a:solidFill>
              <a:srgbClr val="6552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010" y="1661160"/>
            <a:ext cx="1216660" cy="1144270"/>
          </a:xfrm>
          <a:prstGeom prst="roundRect">
            <a:avLst>
              <a:gd name="adj" fmla="val 4795"/>
            </a:avLst>
          </a:prstGeom>
          <a:solidFill>
            <a:srgbClr val="E1E0D6"/>
          </a:solidFill>
          <a:ln w="25400">
            <a:solidFill>
              <a:srgbClr val="7F6B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1290" y="1661160"/>
            <a:ext cx="373380" cy="758190"/>
          </a:xfrm>
          <a:prstGeom prst="roundRect">
            <a:avLst>
              <a:gd name="adj" fmla="val 12245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1290" y="2578100"/>
            <a:ext cx="373380" cy="759460"/>
          </a:xfrm>
          <a:prstGeom prst="roundRect">
            <a:avLst>
              <a:gd name="adj" fmla="val 12245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01290" y="3429000"/>
            <a:ext cx="373380" cy="797560"/>
          </a:xfrm>
          <a:prstGeom prst="roundRect">
            <a:avLst>
              <a:gd name="adj" fmla="val 12245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01290" y="4705350"/>
            <a:ext cx="373380" cy="798830"/>
          </a:xfrm>
          <a:prstGeom prst="roundRect">
            <a:avLst>
              <a:gd name="adj" fmla="val 12245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980" y="5980430"/>
            <a:ext cx="608330" cy="797560"/>
          </a:xfrm>
          <a:prstGeom prst="roundRect">
            <a:avLst>
              <a:gd name="adj" fmla="val 7516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11930" y="1661160"/>
            <a:ext cx="1093470" cy="784860"/>
          </a:xfrm>
          <a:prstGeom prst="roundRect">
            <a:avLst>
              <a:gd name="adj" fmla="val 5825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11930" y="2578100"/>
            <a:ext cx="1093470" cy="744220"/>
          </a:xfrm>
          <a:prstGeom prst="roundRect">
            <a:avLst>
              <a:gd name="adj" fmla="val 6143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11930" y="3429000"/>
            <a:ext cx="1093470" cy="797560"/>
          </a:xfrm>
          <a:prstGeom prst="roundRect">
            <a:avLst>
              <a:gd name="adj" fmla="val 5732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11930" y="4705350"/>
            <a:ext cx="1093470" cy="770890"/>
          </a:xfrm>
          <a:prstGeom prst="roundRect">
            <a:avLst>
              <a:gd name="adj" fmla="val 5931"/>
            </a:avLst>
          </a:prstGeom>
          <a:solidFill>
            <a:srgbClr val="EDDDA4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1930" y="5980430"/>
            <a:ext cx="1093470" cy="797560"/>
          </a:xfrm>
          <a:prstGeom prst="roundRect">
            <a:avLst>
              <a:gd name="adj" fmla="val 5732"/>
            </a:avLst>
          </a:prstGeom>
          <a:solidFill>
            <a:srgbClr val="A6D8AC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7440" y="1780540"/>
            <a:ext cx="27940" cy="9042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7440" y="17805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7440" y="26568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28190" y="1780540"/>
            <a:ext cx="27940" cy="9042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92630" y="17805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92630" y="265684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51910" y="1621790"/>
            <a:ext cx="27940" cy="518287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6350" y="162179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6350" y="677672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22240" y="1595120"/>
            <a:ext cx="27940" cy="5196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86680" y="159512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86680" y="6764020"/>
            <a:ext cx="635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5110" y="43027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5110" y="44551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85110" y="46075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85110" y="55473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85110" y="56997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85110" y="58521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80560" y="34899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36423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37947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80560" y="48742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80560" y="50266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80560" y="5179060"/>
            <a:ext cx="30480" cy="30480"/>
          </a:xfrm>
          <a:prstGeom prst="ellipse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41220" y="540385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8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Sin/Cos Positional Encoder</a:t>
            </a:r>
            <a:endParaRPr lang="en-US" sz="1880" dirty="0"/>
          </a:p>
        </p:txBody>
      </p:sp>
      <p:sp>
        <p:nvSpPr>
          <p:cNvPr id="48" name="Text 46"/>
          <p:cNvSpPr/>
          <p:nvPr/>
        </p:nvSpPr>
        <p:spPr>
          <a:xfrm>
            <a:off x="1539240" y="843915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2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Vector with Same dimension as Embedding dimension</a:t>
            </a:r>
            <a:endParaRPr lang="en-US" sz="2220" dirty="0"/>
          </a:p>
        </p:txBody>
      </p:sp>
      <p:sp>
        <p:nvSpPr>
          <p:cNvPr id="49" name="Text 47"/>
          <p:cNvSpPr/>
          <p:nvPr/>
        </p:nvSpPr>
        <p:spPr>
          <a:xfrm>
            <a:off x="2032000" y="1234675"/>
            <a:ext cx="1524000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2032000" y="1435335"/>
            <a:ext cx="1524000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“K”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813050" y="1468971"/>
            <a:ext cx="1524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“i”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506980" y="199409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506980" y="287166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2506980" y="377590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2506980" y="5024317"/>
            <a:ext cx="762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367280" y="6366707"/>
            <a:ext cx="114300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[d/2]-1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2921000" y="168356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921000" y="218775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921000" y="257383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921000" y="306532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921000" y="347680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921000" y="394289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921000" y="439628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921000" y="474045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921000" y="519130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2k+1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921000" y="601553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d-1-1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921000" y="6467653"/>
            <a:ext cx="1143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d-1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999490" y="1804600"/>
            <a:ext cx="1143000" cy="39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sin(ωt)</a:t>
            </a:r>
            <a:endParaRPr lang="en-US" sz="1850" dirty="0"/>
          </a:p>
        </p:txBody>
      </p:sp>
      <p:sp>
        <p:nvSpPr>
          <p:cNvPr id="69" name="Text 67"/>
          <p:cNvSpPr/>
          <p:nvPr/>
        </p:nvSpPr>
        <p:spPr>
          <a:xfrm>
            <a:off x="999490" y="2324030"/>
            <a:ext cx="1143000" cy="39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cos(ωt)</a:t>
            </a:r>
            <a:endParaRPr lang="en-US" sz="1850" dirty="0"/>
          </a:p>
        </p:txBody>
      </p:sp>
      <p:pic>
        <p:nvPicPr>
          <p:cNvPr id="70" name="Image 0" descr="/home/ahmed/Projects/ai_llm_slides/videos/deep-learning/002_transformers_part2/recreated_pptx/build/assets/p33_s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0416" y="1774953"/>
            <a:ext cx="810768" cy="216408"/>
          </a:xfrm>
          <a:prstGeom prst="rect">
            <a:avLst/>
          </a:prstGeom>
        </p:spPr>
      </p:pic>
      <p:pic>
        <p:nvPicPr>
          <p:cNvPr id="71" name="Image 1" descr="/home/ahmed/Projects/ai_llm_slides/videos/deep-learning/002_transformers_part2/recreated_pptx/build/assets/p33_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70" y="2206753"/>
            <a:ext cx="861060" cy="216408"/>
          </a:xfrm>
          <a:prstGeom prst="rect">
            <a:avLst/>
          </a:prstGeom>
        </p:spPr>
      </p:pic>
      <p:pic>
        <p:nvPicPr>
          <p:cNvPr id="72" name="Image 2" descr="/home/ahmed/Projects/ai_llm_slides/videos/deep-learning/002_transformers_part2/recreated_pptx/build/assets/p33_s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416" y="2619501"/>
            <a:ext cx="810768" cy="214884"/>
          </a:xfrm>
          <a:prstGeom prst="rect">
            <a:avLst/>
          </a:prstGeom>
        </p:spPr>
      </p:pic>
      <p:pic>
        <p:nvPicPr>
          <p:cNvPr id="73" name="Image 3" descr="/home/ahmed/Projects/ai_llm_slides/videos/deep-learning/002_transformers_part2/recreated_pptx/build/assets/p33_c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270" y="3090671"/>
            <a:ext cx="861060" cy="214884"/>
          </a:xfrm>
          <a:prstGeom prst="rect">
            <a:avLst/>
          </a:prstGeom>
        </p:spPr>
      </p:pic>
      <p:pic>
        <p:nvPicPr>
          <p:cNvPr id="74" name="Image 4" descr="/home/ahmed/Projects/ai_llm_slides/videos/deep-learning/002_transformers_part2/recreated_pptx/build/assets/p33_s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748" y="3516121"/>
            <a:ext cx="832104" cy="214884"/>
          </a:xfrm>
          <a:prstGeom prst="rect">
            <a:avLst/>
          </a:prstGeom>
        </p:spPr>
      </p:pic>
      <p:pic>
        <p:nvPicPr>
          <p:cNvPr id="75" name="Image 5" descr="/home/ahmed/Projects/ai_llm_slides/videos/deep-learning/002_transformers_part2/recreated_pptx/build/assets/p33_c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270" y="3968241"/>
            <a:ext cx="861060" cy="214884"/>
          </a:xfrm>
          <a:prstGeom prst="rect">
            <a:avLst/>
          </a:prstGeom>
        </p:spPr>
      </p:pic>
      <p:pic>
        <p:nvPicPr>
          <p:cNvPr id="76" name="Image 6" descr="/home/ahmed/Projects/ai_llm_slides/videos/deep-learning/002_transformers_part2/recreated_pptx/build/assets/p33_s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4988" y="4786121"/>
            <a:ext cx="801624" cy="214884"/>
          </a:xfrm>
          <a:prstGeom prst="rect">
            <a:avLst/>
          </a:prstGeom>
        </p:spPr>
      </p:pic>
      <p:pic>
        <p:nvPicPr>
          <p:cNvPr id="77" name="Image 7" descr="/home/ahmed/Projects/ai_llm_slides/videos/deep-learning/002_transformers_part2/recreated_pptx/build/assets/p33_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9080" y="5224271"/>
            <a:ext cx="853440" cy="214884"/>
          </a:xfrm>
          <a:prstGeom prst="rect">
            <a:avLst/>
          </a:prstGeom>
        </p:spPr>
      </p:pic>
      <p:pic>
        <p:nvPicPr>
          <p:cNvPr id="78" name="Image 8" descr="/home/ahmed/Projects/ai_llm_slides/videos/deep-learning/002_transformers_part2/recreated_pptx/build/assets/p33_sd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9550" y="6048501"/>
            <a:ext cx="952500" cy="228600"/>
          </a:xfrm>
          <a:prstGeom prst="rect">
            <a:avLst/>
          </a:prstGeom>
        </p:spPr>
      </p:pic>
      <p:pic>
        <p:nvPicPr>
          <p:cNvPr id="79" name="Image 9" descr="/home/ahmed/Projects/ai_llm_slides/videos/deep-learning/002_transformers_part2/recreated_pptx/build/assets/p33_cd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3642" y="6513321"/>
            <a:ext cx="1004316" cy="228600"/>
          </a:xfrm>
          <a:prstGeom prst="rect">
            <a:avLst/>
          </a:prstGeom>
        </p:spPr>
      </p:pic>
      <p:sp>
        <p:nvSpPr>
          <p:cNvPr id="80" name="Text 68"/>
          <p:cNvSpPr/>
          <p:nvPr/>
        </p:nvSpPr>
        <p:spPr>
          <a:xfrm>
            <a:off x="508000" y="3078563"/>
            <a:ext cx="2159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pairs</a:t>
            </a:r>
            <a:endParaRPr lang="en-US" sz="1450" dirty="0"/>
          </a:p>
        </p:txBody>
      </p:sp>
      <p:sp>
        <p:nvSpPr>
          <p:cNvPr id="81" name="Text 69"/>
          <p:cNvSpPr/>
          <p:nvPr/>
        </p:nvSpPr>
        <p:spPr>
          <a:xfrm>
            <a:off x="508000" y="3291923"/>
            <a:ext cx="2159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Represents</a:t>
            </a:r>
            <a:endParaRPr lang="en-US" sz="1450" dirty="0"/>
          </a:p>
        </p:txBody>
      </p:sp>
      <p:sp>
        <p:nvSpPr>
          <p:cNvPr id="82" name="Text 70"/>
          <p:cNvSpPr/>
          <p:nvPr/>
        </p:nvSpPr>
        <p:spPr>
          <a:xfrm>
            <a:off x="508000" y="3488773"/>
            <a:ext cx="2159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</a:t>
            </a:r>
            <a:pPr algn="ctr"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“t”</a:t>
            </a:r>
            <a:endParaRPr lang="en-US" sz="1450" dirty="0"/>
          </a:p>
        </p:txBody>
      </p:sp>
      <p:sp>
        <p:nvSpPr>
          <p:cNvPr id="83" name="Text 71"/>
          <p:cNvSpPr/>
          <p:nvPr/>
        </p:nvSpPr>
        <p:spPr>
          <a:xfrm>
            <a:off x="381000" y="3933273"/>
            <a:ext cx="24130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“</a:t>
            </a:r>
            <a:pPr algn="ctr" indent="0" marL="0">
              <a:buNone/>
            </a:pPr>
            <a:r>
              <a:rPr lang="en-US" sz="14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ctr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is accepted</a:t>
            </a:r>
            <a:endParaRPr lang="en-US" sz="1450" dirty="0"/>
          </a:p>
        </p:txBody>
      </p:sp>
      <p:sp>
        <p:nvSpPr>
          <p:cNvPr id="84" name="Text 72"/>
          <p:cNvSpPr/>
          <p:nvPr/>
        </p:nvSpPr>
        <p:spPr>
          <a:xfrm>
            <a:off x="5527040" y="150495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Word 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Embedding Dimension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“d”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indent="0" marL="0">
              <a:buNone/>
            </a:pPr>
            <a:r>
              <a:rPr lang="en-US" sz="1300" b="1" i="1" dirty="0">
                <a:solidFill>
                  <a:srgbClr val="00B0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[Even Num]</a:t>
            </a:r>
            <a:endParaRPr lang="en-US" sz="1300" dirty="0"/>
          </a:p>
        </p:txBody>
      </p:sp>
      <p:sp>
        <p:nvSpPr>
          <p:cNvPr id="85" name="Text 73"/>
          <p:cNvSpPr/>
          <p:nvPr/>
        </p:nvSpPr>
        <p:spPr>
          <a:xfrm>
            <a:off x="5527040" y="186309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Position 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Encoding Dimension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“d”</a:t>
            </a:r>
            <a:endParaRPr lang="en-US" sz="1300" dirty="0"/>
          </a:p>
        </p:txBody>
      </p:sp>
      <p:sp>
        <p:nvSpPr>
          <p:cNvPr id="86" name="Text 74"/>
          <p:cNvSpPr/>
          <p:nvPr/>
        </p:nvSpPr>
        <p:spPr>
          <a:xfrm>
            <a:off x="5527040" y="237363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Number of Vector Pairs “</a:t>
            </a:r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K”=d/2</a:t>
            </a:r>
            <a:pPr indent="0" marL="0">
              <a:buNone/>
            </a:pPr>
            <a:r>
              <a:rPr lang="en-US" sz="8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[0, 1, 2,... d/2-1]</a:t>
            </a:r>
            <a:endParaRPr lang="en-US" sz="1300" dirty="0"/>
          </a:p>
        </p:txBody>
      </p:sp>
      <p:sp>
        <p:nvSpPr>
          <p:cNvPr id="87" name="Text 75"/>
          <p:cNvSpPr/>
          <p:nvPr/>
        </p:nvSpPr>
        <p:spPr>
          <a:xfrm>
            <a:off x="5527040" y="286385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Elements Index </a:t>
            </a:r>
            <a:pPr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“i”</a:t>
            </a:r>
            <a:pPr indent="0" marL="0">
              <a:buNone/>
            </a:pPr>
            <a:r>
              <a:rPr lang="en-US" sz="8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[0, 1, 2, ..., d-1]</a:t>
            </a:r>
            <a:endParaRPr lang="en-US" sz="1300" dirty="0"/>
          </a:p>
        </p:txBody>
      </p:sp>
      <p:sp>
        <p:nvSpPr>
          <p:cNvPr id="88" name="Text 76"/>
          <p:cNvSpPr/>
          <p:nvPr/>
        </p:nvSpPr>
        <p:spPr>
          <a:xfrm>
            <a:off x="5527040" y="321056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Even 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Index </a:t>
            </a:r>
            <a:pPr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“i”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is </a:t>
            </a:r>
            <a:pPr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Sine Term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, 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i=2*k</a:t>
            </a:r>
            <a:endParaRPr lang="en-US" sz="1300" dirty="0"/>
          </a:p>
        </p:txBody>
      </p:sp>
      <p:sp>
        <p:nvSpPr>
          <p:cNvPr id="89" name="Text 77"/>
          <p:cNvSpPr/>
          <p:nvPr/>
        </p:nvSpPr>
        <p:spPr>
          <a:xfrm>
            <a:off x="5527040" y="3569970"/>
            <a:ext cx="4445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Odd 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Index </a:t>
            </a:r>
            <a:pPr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“i”</a:t>
            </a:r>
            <a:pPr indent="0" marL="0">
              <a:buNone/>
            </a:pPr>
            <a:r>
              <a:rPr lang="en-US" sz="1300" dirty="0">
                <a:solidFill>
                  <a:srgbClr val="0000C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is </a:t>
            </a:r>
            <a:pPr indent="0" marL="0">
              <a:buNone/>
            </a:pPr>
            <a:r>
              <a:rPr lang="en-US" sz="1300" b="1" dirty="0">
                <a:solidFill>
                  <a:srgbClr val="00B05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Cosine Term,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</a:t>
            </a:r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i=2*k+1</a:t>
            </a:r>
            <a:endParaRPr lang="en-US" sz="1300" dirty="0"/>
          </a:p>
        </p:txBody>
      </p:sp>
      <p:sp>
        <p:nvSpPr>
          <p:cNvPr id="90" name="Text 78"/>
          <p:cNvSpPr/>
          <p:nvPr/>
        </p:nvSpPr>
        <p:spPr>
          <a:xfrm>
            <a:off x="10111740" y="151072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500" dirty="0"/>
          </a:p>
        </p:txBody>
      </p:sp>
      <p:sp>
        <p:nvSpPr>
          <p:cNvPr id="91" name="Text 79"/>
          <p:cNvSpPr/>
          <p:nvPr/>
        </p:nvSpPr>
        <p:spPr>
          <a:xfrm>
            <a:off x="10111740" y="187521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indent="0" marL="0">
              <a:buNone/>
            </a:pPr>
            <a:r>
              <a:rPr lang="en-US" sz="150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=100</a:t>
            </a:r>
            <a:endParaRPr lang="en-US" sz="1500" dirty="0"/>
          </a:p>
        </p:txBody>
      </p:sp>
      <p:sp>
        <p:nvSpPr>
          <p:cNvPr id="92" name="Text 80"/>
          <p:cNvSpPr/>
          <p:nvPr/>
        </p:nvSpPr>
        <p:spPr>
          <a:xfrm>
            <a:off x="10111740" y="238067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indent="0" marL="0">
              <a:buNone/>
            </a:pPr>
            <a:r>
              <a:rPr lang="en-US" sz="15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=[0 ..49]</a:t>
            </a:r>
            <a:endParaRPr lang="en-US" sz="1500" dirty="0"/>
          </a:p>
        </p:txBody>
      </p:sp>
      <p:sp>
        <p:nvSpPr>
          <p:cNvPr id="93" name="Text 81"/>
          <p:cNvSpPr/>
          <p:nvPr/>
        </p:nvSpPr>
        <p:spPr>
          <a:xfrm>
            <a:off x="10111740" y="285692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buNone/>
            </a:pPr>
            <a:r>
              <a:rPr lang="en-US" sz="15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=[0 .. 99]</a:t>
            </a:r>
            <a:endParaRPr lang="en-US" sz="1500" dirty="0"/>
          </a:p>
        </p:txBody>
      </p:sp>
      <p:sp>
        <p:nvSpPr>
          <p:cNvPr id="94" name="Text 82"/>
          <p:cNvSpPr/>
          <p:nvPr/>
        </p:nvSpPr>
        <p:spPr>
          <a:xfrm>
            <a:off x="10111740" y="320363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50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[0,2,4,...]</a:t>
            </a:r>
            <a:endParaRPr lang="en-US" sz="1500" dirty="0"/>
          </a:p>
        </p:txBody>
      </p:sp>
      <p:sp>
        <p:nvSpPr>
          <p:cNvPr id="95" name="Text 83"/>
          <p:cNvSpPr/>
          <p:nvPr/>
        </p:nvSpPr>
        <p:spPr>
          <a:xfrm>
            <a:off x="10111740" y="3563049"/>
            <a:ext cx="165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50" kern="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[1,3,5,...]</a:t>
            </a:r>
            <a:endParaRPr lang="en-US" sz="1500" dirty="0"/>
          </a:p>
        </p:txBody>
      </p:sp>
      <p:sp>
        <p:nvSpPr>
          <p:cNvPr id="96" name="Text 84"/>
          <p:cNvSpPr/>
          <p:nvPr/>
        </p:nvSpPr>
        <p:spPr>
          <a:xfrm>
            <a:off x="6122670" y="4027170"/>
            <a:ext cx="3937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different “</a:t>
            </a:r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values for different “</a:t>
            </a:r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Pairs</a:t>
            </a:r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</a:t>
            </a:r>
            <a:endParaRPr lang="en-US" sz="1100" dirty="0"/>
          </a:p>
        </p:txBody>
      </p:sp>
      <p:sp>
        <p:nvSpPr>
          <p:cNvPr id="97" name="Text 85"/>
          <p:cNvSpPr/>
          <p:nvPr/>
        </p:nvSpPr>
        <p:spPr>
          <a:xfrm>
            <a:off x="6122670" y="4248150"/>
            <a:ext cx="39370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Select “</a:t>
            </a:r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25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Based on “</a:t>
            </a:r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</a:t>
            </a:r>
            <a:pPr indent="0" marL="0">
              <a:buNone/>
            </a:pPr>
            <a:r>
              <a:rPr lang="en-US" sz="125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index </a:t>
            </a:r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</a:t>
            </a:r>
            <a:endParaRPr lang="en-US" sz="1250" dirty="0"/>
          </a:p>
        </p:txBody>
      </p:sp>
      <p:sp>
        <p:nvSpPr>
          <p:cNvPr id="98" name="Text 86"/>
          <p:cNvSpPr/>
          <p:nvPr/>
        </p:nvSpPr>
        <p:spPr>
          <a:xfrm>
            <a:off x="6201410" y="5359400"/>
            <a:ext cx="2794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Largest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= 1</a:t>
            </a:r>
            <a:endParaRPr lang="en-US" sz="1300" dirty="0"/>
          </a:p>
        </p:txBody>
      </p:sp>
      <p:sp>
        <p:nvSpPr>
          <p:cNvPr id="99" name="Text 87"/>
          <p:cNvSpPr/>
          <p:nvPr/>
        </p:nvSpPr>
        <p:spPr>
          <a:xfrm>
            <a:off x="9358630" y="5384800"/>
            <a:ext cx="177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(Used in First Pair)</a:t>
            </a:r>
            <a:endParaRPr lang="en-US" sz="1100" dirty="0"/>
          </a:p>
        </p:txBody>
      </p:sp>
      <p:sp>
        <p:nvSpPr>
          <p:cNvPr id="100" name="Text 88"/>
          <p:cNvSpPr/>
          <p:nvPr/>
        </p:nvSpPr>
        <p:spPr>
          <a:xfrm>
            <a:off x="6201410" y="5600700"/>
            <a:ext cx="2794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Smallest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 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≈  1/10000</a:t>
            </a:r>
            <a:endParaRPr lang="en-US" sz="1300" dirty="0"/>
          </a:p>
        </p:txBody>
      </p:sp>
      <p:sp>
        <p:nvSpPr>
          <p:cNvPr id="101" name="Text 89"/>
          <p:cNvSpPr/>
          <p:nvPr/>
        </p:nvSpPr>
        <p:spPr>
          <a:xfrm>
            <a:off x="9240520" y="5626100"/>
            <a:ext cx="177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(Used in Last Pair)</a:t>
            </a:r>
            <a:endParaRPr lang="en-US" sz="1100" dirty="0"/>
          </a:p>
        </p:txBody>
      </p:sp>
      <p:sp>
        <p:nvSpPr>
          <p:cNvPr id="102" name="Text 90"/>
          <p:cNvSpPr/>
          <p:nvPr/>
        </p:nvSpPr>
        <p:spPr>
          <a:xfrm>
            <a:off x="6188710" y="5975350"/>
            <a:ext cx="1270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u="sng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Note:</a:t>
            </a:r>
            <a:endParaRPr lang="en-US" sz="1200" dirty="0"/>
          </a:p>
        </p:txBody>
      </p:sp>
      <p:sp>
        <p:nvSpPr>
          <p:cNvPr id="103" name="Text 91"/>
          <p:cNvSpPr/>
          <p:nvPr/>
        </p:nvSpPr>
        <p:spPr>
          <a:xfrm>
            <a:off x="6240780" y="6223000"/>
            <a:ext cx="5080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depends on Embedding Dimension 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</a:t>
            </a:r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ONLY</a:t>
            </a:r>
            <a:endParaRPr lang="en-US" sz="1300" dirty="0"/>
          </a:p>
        </p:txBody>
      </p:sp>
      <p:sp>
        <p:nvSpPr>
          <p:cNvPr id="104" name="Text 92"/>
          <p:cNvSpPr/>
          <p:nvPr/>
        </p:nvSpPr>
        <p:spPr>
          <a:xfrm>
            <a:off x="6240780" y="6463030"/>
            <a:ext cx="5080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</a:t>
            </a:r>
            <a:pPr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ω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Value does </a:t>
            </a:r>
            <a:pPr indent="0" marL="0">
              <a:buNone/>
            </a:pPr>
            <a:r>
              <a:rPr lang="en-US" sz="1300" b="1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00008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depend on Sequence Length</a:t>
            </a:r>
            <a:endParaRPr lang="en-US" sz="1300" dirty="0"/>
          </a:p>
        </p:txBody>
      </p:sp>
      <p:sp>
        <p:nvSpPr>
          <p:cNvPr id="105" name="Text 93"/>
          <p:cNvSpPr/>
          <p:nvPr/>
        </p:nvSpPr>
        <p:spPr>
          <a:xfrm>
            <a:off x="9283700" y="4675188"/>
            <a:ext cx="5080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endParaRPr lang="en-US" sz="2500" dirty="0"/>
          </a:p>
        </p:txBody>
      </p:sp>
      <p:sp>
        <p:nvSpPr>
          <p:cNvPr id="106" name="Text 94"/>
          <p:cNvSpPr/>
          <p:nvPr/>
        </p:nvSpPr>
        <p:spPr>
          <a:xfrm>
            <a:off x="9525000" y="4959045"/>
            <a:ext cx="25400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800" dirty="0"/>
          </a:p>
        </p:txBody>
      </p:sp>
      <p:sp>
        <p:nvSpPr>
          <p:cNvPr id="107" name="Shape 95"/>
          <p:cNvSpPr/>
          <p:nvPr/>
        </p:nvSpPr>
        <p:spPr>
          <a:xfrm>
            <a:off x="9742170" y="4856480"/>
            <a:ext cx="105410" cy="152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08" name="Shape 96"/>
          <p:cNvSpPr/>
          <p:nvPr/>
        </p:nvSpPr>
        <p:spPr>
          <a:xfrm>
            <a:off x="9742170" y="4926330"/>
            <a:ext cx="105410" cy="1524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09" name="Shape 97"/>
          <p:cNvSpPr/>
          <p:nvPr/>
        </p:nvSpPr>
        <p:spPr>
          <a:xfrm>
            <a:off x="9979660" y="4888230"/>
            <a:ext cx="977900" cy="1778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110" name="Text 98"/>
          <p:cNvSpPr/>
          <p:nvPr/>
        </p:nvSpPr>
        <p:spPr>
          <a:xfrm>
            <a:off x="10375900" y="4612030"/>
            <a:ext cx="254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1" name="Text 99"/>
          <p:cNvSpPr/>
          <p:nvPr/>
        </p:nvSpPr>
        <p:spPr>
          <a:xfrm>
            <a:off x="9982200" y="4961858"/>
            <a:ext cx="1016000" cy="37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750" dirty="0"/>
          </a:p>
        </p:txBody>
      </p:sp>
      <p:sp>
        <p:nvSpPr>
          <p:cNvPr id="112" name="Text 100"/>
          <p:cNvSpPr/>
          <p:nvPr/>
        </p:nvSpPr>
        <p:spPr>
          <a:xfrm>
            <a:off x="10674350" y="4944269"/>
            <a:ext cx="50800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2k/d</a:t>
            </a:r>
            <a:endParaRPr lang="en-US" sz="1250" dirty="0"/>
          </a:p>
        </p:txBody>
      </p:sp>
      <p:sp>
        <p:nvSpPr>
          <p:cNvPr id="113" name="Text 101"/>
          <p:cNvSpPr/>
          <p:nvPr/>
        </p:nvSpPr>
        <p:spPr>
          <a:xfrm>
            <a:off x="5273040" y="6642875"/>
            <a:ext cx="762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dx1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09363" y="676792"/>
            <a:ext cx="6096000" cy="752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740"/>
              </a:lnSpc>
              <a:buNone/>
            </a:pPr>
            <a:r>
              <a:rPr lang="en-US" sz="3950" b="1" dirty="0">
                <a:solidFill>
                  <a:srgbClr val="9C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Position </a:t>
            </a:r>
            <a:pPr algn="ctr" indent="0" marL="0">
              <a:lnSpc>
                <a:spcPts val="4740"/>
              </a:lnSpc>
              <a:buNone/>
            </a:pPr>
            <a:r>
              <a:rPr lang="en-US" sz="3950" b="1" dirty="0">
                <a:solidFill>
                  <a:srgbClr val="000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3950" dirty="0"/>
          </a:p>
        </p:txBody>
      </p:sp>
      <p:sp>
        <p:nvSpPr>
          <p:cNvPr id="6" name="Text 4"/>
          <p:cNvSpPr/>
          <p:nvPr/>
        </p:nvSpPr>
        <p:spPr>
          <a:xfrm>
            <a:off x="3742739" y="1309191"/>
            <a:ext cx="508000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20"/>
              </a:lnSpc>
              <a:buNone/>
            </a:pPr>
            <a:r>
              <a:rPr lang="en-US" sz="2350" b="1" dirty="0">
                <a:solidFill>
                  <a:srgbClr val="9C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(Similar to Word Embedding)</a:t>
            </a:r>
            <a:endParaRPr lang="en-US" sz="2350" dirty="0"/>
          </a:p>
        </p:txBody>
      </p:sp>
      <p:sp>
        <p:nvSpPr>
          <p:cNvPr id="7" name="Shape 5"/>
          <p:cNvSpPr/>
          <p:nvPr/>
        </p:nvSpPr>
        <p:spPr>
          <a:xfrm>
            <a:off x="1953975" y="1807534"/>
            <a:ext cx="9515363" cy="518337"/>
          </a:xfrm>
          <a:prstGeom prst="roundRect">
            <a:avLst>
              <a:gd name="adj" fmla="val 24697"/>
            </a:avLst>
          </a:prstGeom>
          <a:solidFill>
            <a:srgbClr val="CCCCFC"/>
          </a:solidFill>
          <a:ln w="12700">
            <a:solidFill>
              <a:srgbClr val="26266E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2138739" y="1913860"/>
            <a:ext cx="778650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8739" y="1913860"/>
            <a:ext cx="778650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2153" y="1913860"/>
            <a:ext cx="79184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2153" y="1913860"/>
            <a:ext cx="79184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78765" y="1913860"/>
            <a:ext cx="778650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78765" y="1913860"/>
            <a:ext cx="778650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2179" y="1913860"/>
            <a:ext cx="79184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2179" y="1913860"/>
            <a:ext cx="79184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18790" y="1913860"/>
            <a:ext cx="778650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8790" y="1913860"/>
            <a:ext cx="778650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82204" y="1913860"/>
            <a:ext cx="79184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2204" y="1913860"/>
            <a:ext cx="79184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63325" y="1913860"/>
            <a:ext cx="844637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3325" y="1913860"/>
            <a:ext cx="844637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53134" y="1913860"/>
            <a:ext cx="857834" cy="292395"/>
          </a:xfrm>
          <a:prstGeom prst="rect">
            <a:avLst/>
          </a:prstGeom>
          <a:ln w="12700">
            <a:solidFill>
              <a:srgbClr val="6664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53134" y="1913860"/>
            <a:ext cx="857834" cy="292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12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870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57226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07978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45532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43494" y="2043075"/>
            <a:ext cx="127000" cy="127000"/>
          </a:xfrm>
          <a:prstGeom prst="ellipse">
            <a:avLst/>
          </a:prstGeom>
          <a:solidFill>
            <a:srgbClr val="8A9ABC"/>
          </a:solidFill>
          <a:ln w="3175">
            <a:solidFill>
              <a:srgbClr val="8A9A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9810" y="1827532"/>
            <a:ext cx="1651000" cy="260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4"/>
              </a:lnSpc>
              <a:buNone/>
            </a:pPr>
            <a:r>
              <a:rPr lang="en-US" sz="137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739810" y="2030147"/>
            <a:ext cx="165100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47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470" dirty="0"/>
          </a:p>
        </p:txBody>
      </p:sp>
      <p:sp>
        <p:nvSpPr>
          <p:cNvPr id="31" name="Text 29"/>
          <p:cNvSpPr/>
          <p:nvPr/>
        </p:nvSpPr>
        <p:spPr>
          <a:xfrm>
            <a:off x="581440" y="2383301"/>
            <a:ext cx="1651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(similar to word tokenization)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0625" y="2861154"/>
            <a:ext cx="1651000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2"/>
              </a:lnSpc>
              <a:buNone/>
            </a:pPr>
            <a:r>
              <a:rPr lang="en-US" sz="146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1460" dirty="0"/>
          </a:p>
        </p:txBody>
      </p:sp>
      <p:sp>
        <p:nvSpPr>
          <p:cNvPr id="33" name="Text 31"/>
          <p:cNvSpPr/>
          <p:nvPr/>
        </p:nvSpPr>
        <p:spPr>
          <a:xfrm>
            <a:off x="660625" y="3077262"/>
            <a:ext cx="1651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5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581440" y="3386749"/>
            <a:ext cx="1651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414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(Trained on Position Values)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993567" y="2844208"/>
            <a:ext cx="9475770" cy="505046"/>
          </a:xfrm>
          <a:prstGeom prst="rect">
            <a:avLst/>
          </a:prstGeom>
          <a:solidFill>
            <a:srgbClr val="8E0094"/>
          </a:solidFill>
          <a:ln w="12700">
            <a:solidFill>
              <a:srgbClr val="8E00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2650" y="2929213"/>
            <a:ext cx="25400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FFF5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4893962" y="2985391"/>
            <a:ext cx="25400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to</a:t>
            </a:r>
            <a:endParaRPr lang="en-US" sz="1850" dirty="0"/>
          </a:p>
        </p:txBody>
      </p:sp>
      <p:sp>
        <p:nvSpPr>
          <p:cNvPr id="38" name="Text 36"/>
          <p:cNvSpPr/>
          <p:nvPr/>
        </p:nvSpPr>
        <p:spPr>
          <a:xfrm>
            <a:off x="5910166" y="2929213"/>
            <a:ext cx="25400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FFF5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7414675" y="2985391"/>
            <a:ext cx="25400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Vectors</a:t>
            </a:r>
            <a:endParaRPr lang="en-US" sz="1850" dirty="0"/>
          </a:p>
        </p:txBody>
      </p:sp>
      <p:sp>
        <p:nvSpPr>
          <p:cNvPr id="40" name="Shape 38"/>
          <p:cNvSpPr/>
          <p:nvPr/>
        </p:nvSpPr>
        <p:spPr>
          <a:xfrm>
            <a:off x="6672038" y="2339162"/>
            <a:ext cx="66040" cy="431947"/>
          </a:xfrm>
          <a:prstGeom prst="rect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6645669" y="2771109"/>
            <a:ext cx="131975" cy="73099"/>
          </a:xfrm>
          <a:prstGeom prst="triangle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45643" y="3349254"/>
            <a:ext cx="66040" cy="431947"/>
          </a:xfrm>
          <a:prstGeom prst="rect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632472" y="3781202"/>
            <a:ext cx="118777" cy="59808"/>
          </a:xfrm>
          <a:prstGeom prst="triangle">
            <a:avLst/>
          </a:prstGeom>
          <a:solidFill>
            <a:srgbClr val="8A1620"/>
          </a:solidFill>
          <a:ln w="12700">
            <a:solidFill>
              <a:srgbClr val="8A16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67173" y="3854301"/>
            <a:ext cx="9502165" cy="505046"/>
          </a:xfrm>
          <a:prstGeom prst="roundRect">
            <a:avLst>
              <a:gd name="adj" fmla="val 25347"/>
            </a:avLst>
          </a:prstGeom>
          <a:solidFill>
            <a:srgbClr val="FBDCFC"/>
          </a:solidFill>
          <a:ln w="12700">
            <a:solidFill>
              <a:srgbClr val="5F7382"/>
            </a:solidFill>
            <a:prstDash val="sysDash"/>
          </a:ln>
        </p:spPr>
      </p:sp>
      <p:sp>
        <p:nvSpPr>
          <p:cNvPr id="45" name="Shape 43"/>
          <p:cNvSpPr/>
          <p:nvPr/>
        </p:nvSpPr>
        <p:spPr>
          <a:xfrm>
            <a:off x="2112345" y="3987207"/>
            <a:ext cx="79184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12345" y="3987207"/>
            <a:ext cx="79184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P0</a:t>
            </a:r>
            <a:endParaRPr lang="en-US" sz="1330" dirty="0"/>
          </a:p>
        </p:txBody>
      </p:sp>
      <p:sp>
        <p:nvSpPr>
          <p:cNvPr id="47" name="Shape 45"/>
          <p:cNvSpPr/>
          <p:nvPr/>
        </p:nvSpPr>
        <p:spPr>
          <a:xfrm>
            <a:off x="3062561" y="3987207"/>
            <a:ext cx="805045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2561" y="3987207"/>
            <a:ext cx="805045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330" dirty="0"/>
          </a:p>
        </p:txBody>
      </p:sp>
      <p:sp>
        <p:nvSpPr>
          <p:cNvPr id="49" name="Shape 47"/>
          <p:cNvSpPr/>
          <p:nvPr/>
        </p:nvSpPr>
        <p:spPr>
          <a:xfrm>
            <a:off x="4065567" y="3987207"/>
            <a:ext cx="778650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65567" y="3987207"/>
            <a:ext cx="778650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330" dirty="0"/>
          </a:p>
        </p:txBody>
      </p:sp>
      <p:sp>
        <p:nvSpPr>
          <p:cNvPr id="51" name="Shape 49"/>
          <p:cNvSpPr/>
          <p:nvPr/>
        </p:nvSpPr>
        <p:spPr>
          <a:xfrm>
            <a:off x="5015784" y="3987207"/>
            <a:ext cx="79184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5784" y="3987207"/>
            <a:ext cx="79184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330" dirty="0"/>
          </a:p>
        </p:txBody>
      </p:sp>
      <p:sp>
        <p:nvSpPr>
          <p:cNvPr id="53" name="Shape 51"/>
          <p:cNvSpPr/>
          <p:nvPr/>
        </p:nvSpPr>
        <p:spPr>
          <a:xfrm>
            <a:off x="6018790" y="3987207"/>
            <a:ext cx="765452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8790" y="3987207"/>
            <a:ext cx="765452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330" dirty="0"/>
          </a:p>
        </p:txBody>
      </p:sp>
      <p:sp>
        <p:nvSpPr>
          <p:cNvPr id="55" name="Shape 53"/>
          <p:cNvSpPr/>
          <p:nvPr/>
        </p:nvSpPr>
        <p:spPr>
          <a:xfrm>
            <a:off x="6982204" y="3987207"/>
            <a:ext cx="778650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82204" y="3987207"/>
            <a:ext cx="778650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1330" dirty="0"/>
          </a:p>
        </p:txBody>
      </p:sp>
      <p:sp>
        <p:nvSpPr>
          <p:cNvPr id="57" name="Shape 55"/>
          <p:cNvSpPr/>
          <p:nvPr/>
        </p:nvSpPr>
        <p:spPr>
          <a:xfrm>
            <a:off x="9436930" y="3987207"/>
            <a:ext cx="84463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36930" y="3987207"/>
            <a:ext cx="84463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PN-2</a:t>
            </a:r>
            <a:endParaRPr lang="en-US" sz="1330" dirty="0"/>
          </a:p>
        </p:txBody>
      </p:sp>
      <p:sp>
        <p:nvSpPr>
          <p:cNvPr id="59" name="Shape 57"/>
          <p:cNvSpPr/>
          <p:nvPr/>
        </p:nvSpPr>
        <p:spPr>
          <a:xfrm>
            <a:off x="10439936" y="3987207"/>
            <a:ext cx="844637" cy="279105"/>
          </a:xfrm>
          <a:prstGeom prst="rect">
            <a:avLst/>
          </a:prstGeom>
          <a:solidFill>
            <a:srgbClr val="F9D1DC"/>
          </a:solidFill>
          <a:ln w="12700">
            <a:solidFill>
              <a:srgbClr val="9C687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439936" y="3987207"/>
            <a:ext cx="84463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0" b="1" i="1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 </a:t>
            </a:r>
            <a:pPr algn="ctr" indent="0" marL="0">
              <a:buNone/>
            </a:pPr>
            <a:r>
              <a:rPr lang="en-US" sz="900" b="1" i="1" baseline="-40000" dirty="0">
                <a:solidFill>
                  <a:srgbClr val="1810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PN-1</a:t>
            </a:r>
            <a:endParaRPr lang="en-US" sz="1330" dirty="0"/>
          </a:p>
        </p:txBody>
      </p:sp>
      <p:pic>
        <p:nvPicPr>
          <p:cNvPr id="61" name="Image 0" descr="/home/ahmed/Projects/ai_llm_slides/videos/deep-learning/002_transformers_part2/recreated_pptx/build/assets/brace_0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345" y="4452972"/>
            <a:ext cx="9132697" cy="224028"/>
          </a:xfrm>
          <a:prstGeom prst="rect">
            <a:avLst/>
          </a:prstGeom>
        </p:spPr>
      </p:pic>
      <p:sp>
        <p:nvSpPr>
          <p:cNvPr id="62" name="Shape 59"/>
          <p:cNvSpPr/>
          <p:nvPr/>
        </p:nvSpPr>
        <p:spPr>
          <a:xfrm>
            <a:off x="2706230" y="4797940"/>
            <a:ext cx="7944866" cy="1900569"/>
          </a:xfrm>
          <a:prstGeom prst="rect">
            <a:avLst/>
          </a:prstGeom>
          <a:ln w="22225">
            <a:solidFill>
              <a:srgbClr val="447E4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51300" y="5449184"/>
            <a:ext cx="805045" cy="318977"/>
          </a:xfrm>
          <a:prstGeom prst="rect">
            <a:avLst/>
          </a:prstGeom>
          <a:solidFill>
            <a:srgbClr val="FFF59B"/>
          </a:solidFill>
          <a:ln w="12700">
            <a:solidFill>
              <a:srgbClr val="FFF59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370064" y="4916191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valued vectors representing  positions</a:t>
            </a:r>
            <a:endParaRPr lang="en-US" sz="2000" dirty="0"/>
          </a:p>
        </p:txBody>
      </p:sp>
      <p:sp>
        <p:nvSpPr>
          <p:cNvPr id="65" name="Text 62"/>
          <p:cNvSpPr/>
          <p:nvPr/>
        </p:nvSpPr>
        <p:spPr>
          <a:xfrm>
            <a:off x="3370064" y="5186955"/>
            <a:ext cx="6604000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6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(Vector for each position)</a:t>
            </a:r>
            <a:endParaRPr lang="en-US" sz="2050" dirty="0"/>
          </a:p>
        </p:txBody>
      </p:sp>
      <p:sp>
        <p:nvSpPr>
          <p:cNvPr id="66" name="Text 63"/>
          <p:cNvSpPr/>
          <p:nvPr/>
        </p:nvSpPr>
        <p:spPr>
          <a:xfrm>
            <a:off x="3370064" y="5467755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&gt; </a:t>
            </a:r>
            <a:pPr algn="ctr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pPr algn="ctr"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can NOT be Embedded</a:t>
            </a:r>
            <a:endParaRPr lang="en-US" sz="2000" dirty="0"/>
          </a:p>
        </p:txBody>
      </p:sp>
      <p:sp>
        <p:nvSpPr>
          <p:cNvPr id="67" name="Text 64"/>
          <p:cNvSpPr/>
          <p:nvPr/>
        </p:nvSpPr>
        <p:spPr>
          <a:xfrm>
            <a:off x="3116064" y="576015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i="1" u="sng" dirty="0">
                <a:solidFill>
                  <a:srgbClr val="8A2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(Must  Train Embedding on Max Expected Seq. Length)</a:t>
            </a:r>
            <a:endParaRPr lang="en-US" sz="2000" dirty="0"/>
          </a:p>
        </p:txBody>
      </p:sp>
      <p:sp>
        <p:nvSpPr>
          <p:cNvPr id="68" name="Text 65"/>
          <p:cNvSpPr/>
          <p:nvPr/>
        </p:nvSpPr>
        <p:spPr>
          <a:xfrm>
            <a:off x="3370064" y="6320055"/>
            <a:ext cx="66040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Length  = Word Embedding length</a:t>
            </a:r>
            <a:endParaRPr lang="en-US" sz="1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2379" y="1913700"/>
            <a:ext cx="11091672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Transformer Block</a:t>
            </a:r>
            <a:endParaRPr lang="en-US" sz="4850" dirty="0"/>
          </a:p>
        </p:txBody>
      </p:sp>
      <p:sp>
        <p:nvSpPr>
          <p:cNvPr id="6" name="Text 4"/>
          <p:cNvSpPr/>
          <p:nvPr/>
        </p:nvSpPr>
        <p:spPr>
          <a:xfrm>
            <a:off x="1324762" y="3771011"/>
            <a:ext cx="23774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531174" y="4405630"/>
            <a:ext cx="56692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2531174" y="4922647"/>
            <a:ext cx="56692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2518728" y="5428234"/>
            <a:ext cx="566928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00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</a:t>
            </a:r>
            <a:endParaRPr lang="en-US" sz="3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32815" y="938947"/>
            <a:ext cx="11091672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009044" y="1461976"/>
            <a:ext cx="10133776" cy="2977115"/>
          </a:xfrm>
          <a:prstGeom prst="rect">
            <a:avLst/>
          </a:prstGeom>
          <a:solidFill>
            <a:srgbClr val="FFFFE6"/>
          </a:solidFill>
          <a:ln w="19050">
            <a:solidFill>
              <a:srgbClr val="2121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2784" y="1525014"/>
            <a:ext cx="98959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136913" y="1764246"/>
            <a:ext cx="889182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   [First Transformer Block]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50126" y="2016769"/>
            <a:ext cx="88786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Previous Transformer Block      [Stacked Transformer Blocks]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32784" y="2548397"/>
            <a:ext cx="98959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150126" y="2800920"/>
            <a:ext cx="887861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Vectors of Input Sequence   [With Same Input Vectors Dimension]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32784" y="3345839"/>
            <a:ext cx="989595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74485" y="3585071"/>
            <a:ext cx="935425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Input Sequences should be of Same Length  (Fixed Length Sequences)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744676" y="3837594"/>
            <a:ext cx="828406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[Apply  Pad or Cut]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48061" y="4090117"/>
            <a:ext cx="93806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Sequence is of same Length as Input Sequence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12677" y="4625161"/>
            <a:ext cx="10926510" cy="2166383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79234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92446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50993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96328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81299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39845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2895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43727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56939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5486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0820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45791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4338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7387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08219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1431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79978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5312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10284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8830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51880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72711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85924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44470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89805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74776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33323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6372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37204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50416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08963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297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39268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97815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80864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901696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14908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73455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18790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03761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62307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45357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412019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25231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83778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729112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914084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72630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55680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363299" y="4771358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76511" y="4784649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535058" y="4784649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680393" y="4784649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865364" y="4784649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023910" y="4784649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06960" y="4776674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079234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092446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50993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396328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581299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39845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22895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3043727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56939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215486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360820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45791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04338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887387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4008219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021431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79978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25312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10284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68830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851880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4972711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985924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144470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289805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74776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633323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816372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5937204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50416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08963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54297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39268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597815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780864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6901696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914908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73455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18790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3761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562307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745357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9412019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425231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583778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729112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914084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072630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255680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0363299" y="6140299"/>
            <a:ext cx="792733" cy="239232"/>
          </a:xfrm>
          <a:prstGeom prst="rect">
            <a:avLst/>
          </a:prstGeom>
          <a:solidFill>
            <a:srgbClr val="FFFF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376511" y="6153590"/>
            <a:ext cx="118910" cy="212651"/>
          </a:xfrm>
          <a:prstGeom prst="rect">
            <a:avLst/>
          </a:prstGeom>
          <a:solidFill>
            <a:srgbClr val="FAFDC3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535058" y="6153590"/>
            <a:ext cx="118910" cy="212651"/>
          </a:xfrm>
          <a:prstGeom prst="rect">
            <a:avLst/>
          </a:prstGeom>
          <a:solidFill>
            <a:srgbClr val="F0FFDE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80393" y="6153590"/>
            <a:ext cx="145334" cy="212651"/>
          </a:xfrm>
          <a:prstGeom prst="rect">
            <a:avLst/>
          </a:prstGeom>
          <a:solidFill>
            <a:srgbClr val="FFCC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865364" y="6153590"/>
            <a:ext cx="105698" cy="212651"/>
          </a:xfrm>
          <a:prstGeom prst="rect">
            <a:avLst/>
          </a:prstGeom>
          <a:solidFill>
            <a:srgbClr val="E9E5F5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1023910" y="6153590"/>
            <a:ext cx="92486" cy="212651"/>
          </a:xfrm>
          <a:prstGeom prst="rect">
            <a:avLst/>
          </a:prstGeom>
          <a:solidFill>
            <a:srgbClr val="F7DEF4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206960" y="6145616"/>
            <a:ext cx="1092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8013316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16491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57742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60917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495562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498737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733382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736557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931566" y="4846524"/>
            <a:ext cx="88900" cy="88900"/>
          </a:xfrm>
          <a:prstGeom prst="ellipse">
            <a:avLst/>
          </a:prstGeom>
          <a:solidFill>
            <a:srgbClr val="2222CC"/>
          </a:solidFill>
          <a:ln w="3175">
            <a:solidFill>
              <a:srgbClr val="2222C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934741" y="6211995"/>
            <a:ext cx="82550" cy="82550"/>
          </a:xfrm>
          <a:prstGeom prst="ellipse">
            <a:avLst/>
          </a:prstGeom>
          <a:solidFill>
            <a:srgbClr val="22CC22"/>
          </a:solidFill>
          <a:ln w="3175">
            <a:solidFill>
              <a:srgbClr val="22CC2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933900" y="5236532"/>
            <a:ext cx="9499590" cy="664535"/>
          </a:xfrm>
          <a:prstGeom prst="rect">
            <a:avLst/>
          </a:prstGeom>
          <a:solidFill>
            <a:srgbClr val="1A0EAE"/>
          </a:solidFill>
          <a:ln/>
        </p:spPr>
      </p:sp>
      <p:sp>
        <p:nvSpPr>
          <p:cNvPr id="140" name="Text 138"/>
          <p:cNvSpPr/>
          <p:nvPr/>
        </p:nvSpPr>
        <p:spPr>
          <a:xfrm>
            <a:off x="1933900" y="5236532"/>
            <a:ext cx="9499590" cy="6645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750" dirty="0"/>
          </a:p>
        </p:txBody>
      </p:sp>
      <p:sp>
        <p:nvSpPr>
          <p:cNvPr id="141" name="Shape 139"/>
          <p:cNvSpPr/>
          <p:nvPr/>
        </p:nvSpPr>
        <p:spPr>
          <a:xfrm>
            <a:off x="2350085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350085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314577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314577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279070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279070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243562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243562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208054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208054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72547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72547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682870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682870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634150" y="5023881"/>
            <a:ext cx="237820" cy="225942"/>
          </a:xfrm>
          <a:custGeom>
            <a:avLst/>
            <a:gdLst/>
            <a:ahLst/>
            <a:cxnLst/>
            <a:rect l="l" t="t" r="r" b="b"/>
            <a:pathLst>
              <a:path w="237820" h="225942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25942"/>
                </a:lnTo>
                <a:lnTo>
                  <a:pt x="66061" y="225942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634150" y="5914358"/>
            <a:ext cx="237820" cy="212651"/>
          </a:xfrm>
          <a:custGeom>
            <a:avLst/>
            <a:gdLst/>
            <a:ahLst/>
            <a:cxnLst/>
            <a:rect l="l" t="t" r="r" b="b"/>
            <a:pathLst>
              <a:path w="237820" h="212651">
                <a:moveTo>
                  <a:pt x="118910" y="0"/>
                </a:moveTo>
                <a:lnTo>
                  <a:pt x="237820" y="79744"/>
                </a:lnTo>
                <a:lnTo>
                  <a:pt x="171759" y="79744"/>
                </a:lnTo>
                <a:lnTo>
                  <a:pt x="171759" y="212651"/>
                </a:lnTo>
                <a:lnTo>
                  <a:pt x="66061" y="212651"/>
                </a:lnTo>
                <a:lnTo>
                  <a:pt x="66061" y="79744"/>
                </a:lnTo>
                <a:lnTo>
                  <a:pt x="0" y="79744"/>
                </a:lnTo>
                <a:lnTo>
                  <a:pt x="118910" y="0"/>
                </a:lnTo>
              </a:path>
            </a:pathLst>
          </a:custGeom>
          <a:solidFill>
            <a:srgbClr val="BCB8F4"/>
          </a:solidFill>
          <a:ln w="12700">
            <a:solidFill>
              <a:srgbClr val="2121A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23332" y="4779944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300" dirty="0"/>
          </a:p>
        </p:txBody>
      </p:sp>
      <p:sp>
        <p:nvSpPr>
          <p:cNvPr id="158" name="Text 156"/>
          <p:cNvSpPr/>
          <p:nvPr/>
        </p:nvSpPr>
        <p:spPr>
          <a:xfrm>
            <a:off x="269989" y="4979304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12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159" name="Text 157"/>
          <p:cNvSpPr/>
          <p:nvPr/>
        </p:nvSpPr>
        <p:spPr>
          <a:xfrm>
            <a:off x="696908" y="5909653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 to Self</a:t>
            </a:r>
            <a:endParaRPr lang="en-US" sz="1300" dirty="0"/>
          </a:p>
        </p:txBody>
      </p:sp>
      <p:sp>
        <p:nvSpPr>
          <p:cNvPr id="160" name="Text 158"/>
          <p:cNvSpPr/>
          <p:nvPr/>
        </p:nvSpPr>
        <p:spPr>
          <a:xfrm>
            <a:off x="696908" y="6122304"/>
            <a:ext cx="201168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161" name="Shape 159"/>
          <p:cNvSpPr/>
          <p:nvPr/>
        </p:nvSpPr>
        <p:spPr>
          <a:xfrm>
            <a:off x="3611852" y="6485857"/>
            <a:ext cx="3712635" cy="172779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62" name="Text 160"/>
          <p:cNvSpPr/>
          <p:nvPr/>
        </p:nvSpPr>
        <p:spPr>
          <a:xfrm>
            <a:off x="3436170" y="6466147"/>
            <a:ext cx="40690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 Embedding  +  Positional  Information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7" name="Shape 5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8" name="Text 6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" name="Shape 9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77" name="Text 75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94" name="Text 92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08" name="Shape 106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09" name="Shape 107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10" name="Shape 108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11" name="Shape 109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12" name="Text 110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13" name="Shape 111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2" name="Text 140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43" name="Shape 141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2" name="Shape 150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5" name="Shape 153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56" name="Shape 154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57" name="Shape 155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Shape 163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1" name="Shape 169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2" name="Shape 170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3" name="Shape 171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7" name="Shape 175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6413500" y="3111500"/>
            <a:ext cx="901700" cy="698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5" name="Shape 193"/>
          <p:cNvSpPr/>
          <p:nvPr/>
        </p:nvSpPr>
        <p:spPr>
          <a:xfrm>
            <a:off x="7315200" y="3810000"/>
            <a:ext cx="914400" cy="863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6" name="Shape 194"/>
          <p:cNvSpPr/>
          <p:nvPr/>
        </p:nvSpPr>
        <p:spPr>
          <a:xfrm>
            <a:off x="2425700" y="3454400"/>
            <a:ext cx="1003300" cy="927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7" name="Shape 195"/>
          <p:cNvSpPr/>
          <p:nvPr/>
        </p:nvSpPr>
        <p:spPr>
          <a:xfrm>
            <a:off x="3429000" y="4381500"/>
            <a:ext cx="304800" cy="139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8" name="Shape 196"/>
          <p:cNvSpPr/>
          <p:nvPr/>
        </p:nvSpPr>
        <p:spPr>
          <a:xfrm flipV="1">
            <a:off x="2451100" y="5499100"/>
            <a:ext cx="571500" cy="685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199" name="Shape 197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05" name="Text 203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474200" y="2578100"/>
            <a:ext cx="1181100" cy="2159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474200" y="2806700"/>
            <a:ext cx="1181100" cy="5588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474200" y="3365500"/>
            <a:ext cx="1181100" cy="1524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solidFill>
            <a:srgbClr val="6E7E62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217" name="Shape 215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>
            <a:off x="9474200" y="4140200"/>
            <a:ext cx="88900" cy="279400"/>
          </a:xfrm>
          <a:prstGeom prst="rect">
            <a:avLst/>
          </a:prstGeom>
          <a:solidFill>
            <a:srgbClr val="C8F8E0"/>
          </a:solidFill>
          <a:ln w="3175">
            <a:solidFill>
              <a:srgbClr val="C8F8E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375900" y="4140200"/>
            <a:ext cx="190500" cy="279400"/>
          </a:xfrm>
          <a:prstGeom prst="rect">
            <a:avLst/>
          </a:prstGeom>
          <a:solidFill>
            <a:srgbClr val="B5BB97"/>
          </a:solidFill>
          <a:ln w="3175">
            <a:solidFill>
              <a:srgbClr val="B5BB97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solidFill>
            <a:srgbClr val="6E87E0"/>
          </a:solidFill>
          <a:ln w="12700">
            <a:solidFill>
              <a:srgbClr val="3A5697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6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23" name="Shape 221"/>
          <p:cNvSpPr/>
          <p:nvPr/>
        </p:nvSpPr>
        <p:spPr>
          <a:xfrm>
            <a:off x="9499600" y="351790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499600" y="393065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420350" y="3517900"/>
            <a:ext cx="0" cy="419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9965690" y="2458720"/>
            <a:ext cx="0" cy="16256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965690" y="3181350"/>
            <a:ext cx="0" cy="16510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591800" y="2667000"/>
            <a:ext cx="0" cy="2463800"/>
          </a:xfrm>
          <a:prstGeom prst="line">
            <a:avLst/>
          </a:prstGeom>
          <a:noFill/>
          <a:ln w="50800">
            <a:solidFill>
              <a:srgbClr val="8CC62E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414000" y="2692400"/>
            <a:ext cx="1778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020300" y="3276600"/>
            <a:ext cx="5842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401300" y="34544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007600" y="4064000"/>
            <a:ext cx="5969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401300" y="42926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045700" y="5105400"/>
            <a:ext cx="5588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766300" y="39465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766300" y="40100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007350" y="3422650"/>
            <a:ext cx="1206500" cy="1073150"/>
          </a:xfrm>
          <a:prstGeom prst="rect">
            <a:avLst/>
          </a:prstGeom>
          <a:solidFill>
            <a:srgbClr val="C8965A"/>
          </a:solidFill>
          <a:ln w="3175">
            <a:solidFill>
              <a:srgbClr val="C8965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293100" y="3517900"/>
            <a:ext cx="876300" cy="184150"/>
          </a:xfrm>
          <a:prstGeom prst="rect">
            <a:avLst/>
          </a:prstGeom>
          <a:solidFill>
            <a:srgbClr val="857F73"/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8293100" y="3517900"/>
            <a:ext cx="8763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A3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8305800" y="3708400"/>
            <a:ext cx="749300" cy="336550"/>
          </a:xfrm>
          <a:prstGeom prst="rect">
            <a:avLst/>
          </a:prstGeom>
          <a:solidFill>
            <a:srgbClr val="997343"/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8305800" y="3708400"/>
            <a:ext cx="7493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E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2E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8293100" y="4343400"/>
            <a:ext cx="876300" cy="146050"/>
          </a:xfrm>
          <a:prstGeom prst="rect">
            <a:avLst/>
          </a:prstGeom>
          <a:solidFill>
            <a:srgbClr val="857F73"/>
          </a:solidFill>
          <a:ln w="9525">
            <a:solidFill>
              <a:srgbClr val="3F3F3F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8293100" y="4343400"/>
            <a:ext cx="8763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b="1" dirty="0">
                <a:solidFill>
                  <a:srgbClr val="3A36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00" dirty="0"/>
          </a:p>
        </p:txBody>
      </p:sp>
      <p:sp>
        <p:nvSpPr>
          <p:cNvPr id="244" name="Shape 242"/>
          <p:cNvSpPr/>
          <p:nvPr/>
        </p:nvSpPr>
        <p:spPr>
          <a:xfrm>
            <a:off x="8058150" y="3568700"/>
            <a:ext cx="0" cy="939800"/>
          </a:xfrm>
          <a:prstGeom prst="line">
            <a:avLst/>
          </a:prstGeom>
          <a:noFill/>
          <a:ln w="31750">
            <a:solidFill>
              <a:srgbClr val="C3B744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001000" y="4521200"/>
            <a:ext cx="0" cy="622300"/>
          </a:xfrm>
          <a:prstGeom prst="line">
            <a:avLst/>
          </a:prstGeom>
          <a:noFill/>
          <a:ln w="44450">
            <a:solidFill>
              <a:srgbClr val="81C124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975600" y="5124450"/>
            <a:ext cx="762000" cy="0"/>
          </a:xfrm>
          <a:prstGeom prst="line">
            <a:avLst/>
          </a:prstGeom>
          <a:noFill/>
          <a:ln w="50800">
            <a:solidFill>
              <a:srgbClr val="81C124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886700" y="3175000"/>
            <a:ext cx="1524000" cy="1701800"/>
          </a:xfrm>
          <a:prstGeom prst="roundRect">
            <a:avLst>
              <a:gd name="adj" fmla="val 4800"/>
            </a:avLst>
          </a:prstGeom>
          <a:ln w="15875">
            <a:solidFill>
              <a:srgbClr val="B01515"/>
            </a:solidFill>
            <a:prstDash val="dash"/>
          </a:ln>
        </p:spPr>
      </p:sp>
      <p:sp>
        <p:nvSpPr>
          <p:cNvPr id="248" name="Shape 246"/>
          <p:cNvSpPr/>
          <p:nvPr/>
        </p:nvSpPr>
        <p:spPr>
          <a:xfrm flipV="1">
            <a:off x="2451100" y="4889500"/>
            <a:ext cx="1104900" cy="1295400"/>
          </a:xfrm>
          <a:prstGeom prst="line">
            <a:avLst/>
          </a:prstGeom>
          <a:noFill/>
          <a:ln w="12700">
            <a:solidFill>
              <a:srgbClr val="B01515"/>
            </a:solidFill>
            <a:prstDash val="dash"/>
          </a:ln>
        </p:spPr>
      </p:sp>
      <p:sp>
        <p:nvSpPr>
          <p:cNvPr id="249" name="Shape 247"/>
          <p:cNvSpPr/>
          <p:nvPr/>
        </p:nvSpPr>
        <p:spPr>
          <a:xfrm flipV="1">
            <a:off x="6502400" y="4724400"/>
            <a:ext cx="1625600" cy="1524000"/>
          </a:xfrm>
          <a:prstGeom prst="line">
            <a:avLst/>
          </a:prstGeom>
          <a:noFill/>
          <a:ln w="12700">
            <a:solidFill>
              <a:srgbClr val="B01515"/>
            </a:solidFill>
            <a:prstDash val="dash"/>
          </a:ln>
        </p:spPr>
      </p:sp>
      <p:sp>
        <p:nvSpPr>
          <p:cNvPr id="250" name="Shape 248"/>
          <p:cNvSpPr/>
          <p:nvPr/>
        </p:nvSpPr>
        <p:spPr>
          <a:xfrm>
            <a:off x="7566660" y="2200910"/>
            <a:ext cx="906780" cy="90678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flipV="1" rot="20400000">
            <a:off x="8088630" y="2934335"/>
            <a:ext cx="371475" cy="4572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20520000">
            <a:off x="7887970" y="3065780"/>
            <a:ext cx="279400" cy="1524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20520000">
            <a:off x="7976870" y="3110230"/>
            <a:ext cx="2032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 rot="20520000">
            <a:off x="7640320" y="2316480"/>
            <a:ext cx="7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250" dirty="0"/>
          </a:p>
        </p:txBody>
      </p:sp>
      <p:sp>
        <p:nvSpPr>
          <p:cNvPr id="255" name="Shape 253"/>
          <p:cNvSpPr/>
          <p:nvPr/>
        </p:nvSpPr>
        <p:spPr>
          <a:xfrm>
            <a:off x="8534400" y="4210050"/>
            <a:ext cx="298450" cy="298450"/>
          </a:xfrm>
          <a:prstGeom prst="ellipse">
            <a:avLst/>
          </a:prstGeom>
          <a:solidFill>
            <a:srgbClr val="DC1A20"/>
          </a:solidFill>
          <a:ln w="6350">
            <a:solidFill>
              <a:srgbClr val="DC1A2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242300" y="527685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274050" y="5308600"/>
            <a:ext cx="304800" cy="304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2E2E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8299450" y="5461000"/>
            <a:ext cx="127000" cy="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8426450" y="5461000"/>
            <a:ext cx="0" cy="12700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8648700" y="541655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715375" y="549910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8782050" y="541655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848725" y="5499100"/>
            <a:ext cx="66675" cy="8255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265" name="Shape 263"/>
          <p:cNvSpPr/>
          <p:nvPr/>
        </p:nvSpPr>
        <p:spPr>
          <a:xfrm>
            <a:off x="10101580" y="5292090"/>
            <a:ext cx="368300" cy="368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2E2E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126980" y="5476240"/>
            <a:ext cx="158750" cy="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285730" y="5476240"/>
            <a:ext cx="0" cy="158750"/>
          </a:xfrm>
          <a:prstGeom prst="line">
            <a:avLst/>
          </a:prstGeom>
          <a:noFill/>
          <a:ln w="22225">
            <a:solidFill>
              <a:srgbClr val="2E2E2E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269" name="Text 267"/>
          <p:cNvSpPr/>
          <p:nvPr/>
        </p:nvSpPr>
        <p:spPr>
          <a:xfrm>
            <a:off x="1219200" y="635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Blocks (stacked over Multi-Head)</a:t>
            </a:r>
            <a:endParaRPr lang="en-US" sz="35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07540" y="845491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8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 and Normalization</a:t>
            </a:r>
            <a:endParaRPr lang="en-US" sz="2830" dirty="0"/>
          </a:p>
        </p:txBody>
      </p:sp>
      <p:sp>
        <p:nvSpPr>
          <p:cNvPr id="6" name="Shape 4"/>
          <p:cNvSpPr/>
          <p:nvPr/>
        </p:nvSpPr>
        <p:spPr>
          <a:xfrm>
            <a:off x="1009650" y="1461770"/>
            <a:ext cx="10133330" cy="167386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6810" y="151124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Residual Connection: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137410" y="177667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   [First Transformer Block]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51380" y="201670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Previous Transformer Block      [Stacked Transformer Blocks]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46810" y="254756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“LAYER” Normalization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151380" y="2800293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Vectors of Input Sequence   [With Same Input Vectors Dimension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2140" y="3308350"/>
            <a:ext cx="10939780" cy="348361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560" y="3774440"/>
            <a:ext cx="10675620" cy="1023620"/>
          </a:xfrm>
          <a:prstGeom prst="roundRect">
            <a:avLst>
              <a:gd name="adj" fmla="val 7146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14" name="Shape 12"/>
          <p:cNvSpPr/>
          <p:nvPr/>
        </p:nvSpPr>
        <p:spPr>
          <a:xfrm>
            <a:off x="2063750" y="3934460"/>
            <a:ext cx="9118600" cy="31877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63750" y="3934460"/>
            <a:ext cx="9118600" cy="318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(NOT Batch Normalization)</a:t>
            </a:r>
            <a:endParaRPr lang="en-US" sz="1600" dirty="0"/>
          </a:p>
        </p:txBody>
      </p:sp>
      <p:pic>
        <p:nvPicPr>
          <p:cNvPr id="16" name="Image 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830" y="4457700"/>
            <a:ext cx="685800" cy="1892300"/>
          </a:xfrm>
          <a:prstGeom prst="rect">
            <a:avLst/>
          </a:prstGeom>
        </p:spPr>
      </p:pic>
      <p:pic>
        <p:nvPicPr>
          <p:cNvPr id="17" name="Image 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4457700"/>
            <a:ext cx="685800" cy="1892300"/>
          </a:xfrm>
          <a:prstGeom prst="rect">
            <a:avLst/>
          </a:prstGeom>
        </p:spPr>
      </p:pic>
      <p:pic>
        <p:nvPicPr>
          <p:cNvPr id="18" name="Image 2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4457700"/>
            <a:ext cx="685800" cy="1892300"/>
          </a:xfrm>
          <a:prstGeom prst="rect">
            <a:avLst/>
          </a:prstGeom>
        </p:spPr>
      </p:pic>
      <p:pic>
        <p:nvPicPr>
          <p:cNvPr id="19" name="Image 3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457700"/>
            <a:ext cx="685800" cy="1892300"/>
          </a:xfrm>
          <a:prstGeom prst="rect">
            <a:avLst/>
          </a:prstGeom>
        </p:spPr>
      </p:pic>
      <p:pic>
        <p:nvPicPr>
          <p:cNvPr id="20" name="Image 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060" y="4457700"/>
            <a:ext cx="685800" cy="1892300"/>
          </a:xfrm>
          <a:prstGeom prst="rect">
            <a:avLst/>
          </a:prstGeom>
        </p:spPr>
      </p:pic>
      <p:pic>
        <p:nvPicPr>
          <p:cNvPr id="21" name="Image 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670" y="4457700"/>
            <a:ext cx="685800" cy="1892300"/>
          </a:xfrm>
          <a:prstGeom prst="rect">
            <a:avLst/>
          </a:prstGeom>
        </p:spPr>
      </p:pic>
      <p:pic>
        <p:nvPicPr>
          <p:cNvPr id="22" name="Image 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460" y="4457700"/>
            <a:ext cx="685800" cy="1892300"/>
          </a:xfrm>
          <a:prstGeom prst="rect">
            <a:avLst/>
          </a:prstGeom>
        </p:spPr>
      </p:pic>
      <p:pic>
        <p:nvPicPr>
          <p:cNvPr id="23" name="Image 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9360" y="4457700"/>
            <a:ext cx="685800" cy="189230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946910" y="5328920"/>
            <a:ext cx="948690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5" name="Text 15"/>
          <p:cNvSpPr/>
          <p:nvPr/>
        </p:nvSpPr>
        <p:spPr>
          <a:xfrm>
            <a:off x="1946910" y="5328920"/>
            <a:ext cx="948690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sp>
        <p:nvSpPr>
          <p:cNvPr id="26" name="Shape 16"/>
          <p:cNvSpPr/>
          <p:nvPr/>
        </p:nvSpPr>
        <p:spPr>
          <a:xfrm>
            <a:off x="215773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231648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247523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263398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231013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311531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327406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343281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359156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326771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408051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423926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439801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455676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423291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50520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52108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53695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5283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52044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60299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1887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63474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65062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61823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Shape 41"/>
          <p:cNvSpPr/>
          <p:nvPr/>
        </p:nvSpPr>
        <p:spPr>
          <a:xfrm>
            <a:off x="697357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713232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729107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744982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712597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6" name="Shape 46"/>
          <p:cNvSpPr/>
          <p:nvPr/>
        </p:nvSpPr>
        <p:spPr>
          <a:xfrm>
            <a:off x="94843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96431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98018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99606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96367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1" name="Shape 51"/>
          <p:cNvSpPr/>
          <p:nvPr/>
        </p:nvSpPr>
        <p:spPr>
          <a:xfrm>
            <a:off x="10462260" y="3455670"/>
            <a:ext cx="158750" cy="22606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10621010" y="3455670"/>
            <a:ext cx="158750" cy="22606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10779760" y="3455670"/>
            <a:ext cx="158750" cy="22606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10938510" y="3455670"/>
            <a:ext cx="158750" cy="2260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10614660" y="343662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66" name="Shape 56"/>
          <p:cNvSpPr/>
          <p:nvPr/>
        </p:nvSpPr>
        <p:spPr>
          <a:xfrm>
            <a:off x="80098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7" name="Shape 57"/>
          <p:cNvSpPr/>
          <p:nvPr/>
        </p:nvSpPr>
        <p:spPr>
          <a:xfrm>
            <a:off x="825627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8" name="Shape 58"/>
          <p:cNvSpPr/>
          <p:nvPr/>
        </p:nvSpPr>
        <p:spPr>
          <a:xfrm>
            <a:off x="84924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9" name="Shape 59"/>
          <p:cNvSpPr/>
          <p:nvPr/>
        </p:nvSpPr>
        <p:spPr>
          <a:xfrm>
            <a:off x="872998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0" name="Shape 60"/>
          <p:cNvSpPr/>
          <p:nvPr/>
        </p:nvSpPr>
        <p:spPr>
          <a:xfrm>
            <a:off x="8936990" y="351917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1" name="Shape 61"/>
          <p:cNvSpPr/>
          <p:nvPr/>
        </p:nvSpPr>
        <p:spPr>
          <a:xfrm>
            <a:off x="215773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231648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247523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263398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5" name="Text 65"/>
          <p:cNvSpPr/>
          <p:nvPr/>
        </p:nvSpPr>
        <p:spPr>
          <a:xfrm>
            <a:off x="231013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6" name="Shape 66"/>
          <p:cNvSpPr/>
          <p:nvPr/>
        </p:nvSpPr>
        <p:spPr>
          <a:xfrm>
            <a:off x="311531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327406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343281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359156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326771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1" name="Shape 71"/>
          <p:cNvSpPr/>
          <p:nvPr/>
        </p:nvSpPr>
        <p:spPr>
          <a:xfrm>
            <a:off x="408051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423926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439801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4" name="Shape 74"/>
          <p:cNvSpPr/>
          <p:nvPr/>
        </p:nvSpPr>
        <p:spPr>
          <a:xfrm>
            <a:off x="455676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5" name="Text 75"/>
          <p:cNvSpPr/>
          <p:nvPr/>
        </p:nvSpPr>
        <p:spPr>
          <a:xfrm>
            <a:off x="423291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6" name="Shape 76"/>
          <p:cNvSpPr/>
          <p:nvPr/>
        </p:nvSpPr>
        <p:spPr>
          <a:xfrm>
            <a:off x="50520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7" name="Shape 77"/>
          <p:cNvSpPr/>
          <p:nvPr/>
        </p:nvSpPr>
        <p:spPr>
          <a:xfrm>
            <a:off x="52108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53695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9" name="Shape 79"/>
          <p:cNvSpPr/>
          <p:nvPr/>
        </p:nvSpPr>
        <p:spPr>
          <a:xfrm>
            <a:off x="55283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0" name="Text 80"/>
          <p:cNvSpPr/>
          <p:nvPr/>
        </p:nvSpPr>
        <p:spPr>
          <a:xfrm>
            <a:off x="52044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1"/>
          <p:cNvSpPr/>
          <p:nvPr/>
        </p:nvSpPr>
        <p:spPr>
          <a:xfrm>
            <a:off x="60299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2" name="Shape 82"/>
          <p:cNvSpPr/>
          <p:nvPr/>
        </p:nvSpPr>
        <p:spPr>
          <a:xfrm>
            <a:off x="61887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3" name="Shape 83"/>
          <p:cNvSpPr/>
          <p:nvPr/>
        </p:nvSpPr>
        <p:spPr>
          <a:xfrm>
            <a:off x="63474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4" name="Shape 84"/>
          <p:cNvSpPr/>
          <p:nvPr/>
        </p:nvSpPr>
        <p:spPr>
          <a:xfrm>
            <a:off x="65062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5" name="Text 85"/>
          <p:cNvSpPr/>
          <p:nvPr/>
        </p:nvSpPr>
        <p:spPr>
          <a:xfrm>
            <a:off x="61823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6" name="Shape 86"/>
          <p:cNvSpPr/>
          <p:nvPr/>
        </p:nvSpPr>
        <p:spPr>
          <a:xfrm>
            <a:off x="697357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7" name="Shape 87"/>
          <p:cNvSpPr/>
          <p:nvPr/>
        </p:nvSpPr>
        <p:spPr>
          <a:xfrm>
            <a:off x="713232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8" name="Shape 88"/>
          <p:cNvSpPr/>
          <p:nvPr/>
        </p:nvSpPr>
        <p:spPr>
          <a:xfrm>
            <a:off x="729107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9" name="Shape 89"/>
          <p:cNvSpPr/>
          <p:nvPr/>
        </p:nvSpPr>
        <p:spPr>
          <a:xfrm>
            <a:off x="744982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0" name="Text 90"/>
          <p:cNvSpPr/>
          <p:nvPr/>
        </p:nvSpPr>
        <p:spPr>
          <a:xfrm>
            <a:off x="712597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01" name="Shape 91"/>
          <p:cNvSpPr/>
          <p:nvPr/>
        </p:nvSpPr>
        <p:spPr>
          <a:xfrm>
            <a:off x="94843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2" name="Shape 92"/>
          <p:cNvSpPr/>
          <p:nvPr/>
        </p:nvSpPr>
        <p:spPr>
          <a:xfrm>
            <a:off x="96431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3" name="Shape 93"/>
          <p:cNvSpPr/>
          <p:nvPr/>
        </p:nvSpPr>
        <p:spPr>
          <a:xfrm>
            <a:off x="98018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4" name="Shape 94"/>
          <p:cNvSpPr/>
          <p:nvPr/>
        </p:nvSpPr>
        <p:spPr>
          <a:xfrm>
            <a:off x="99606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5" name="Text 95"/>
          <p:cNvSpPr/>
          <p:nvPr/>
        </p:nvSpPr>
        <p:spPr>
          <a:xfrm>
            <a:off x="96367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06" name="Shape 96"/>
          <p:cNvSpPr/>
          <p:nvPr/>
        </p:nvSpPr>
        <p:spPr>
          <a:xfrm>
            <a:off x="10462260" y="48641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7" name="Shape 97"/>
          <p:cNvSpPr/>
          <p:nvPr/>
        </p:nvSpPr>
        <p:spPr>
          <a:xfrm>
            <a:off x="10621010" y="48641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8" name="Shape 98"/>
          <p:cNvSpPr/>
          <p:nvPr/>
        </p:nvSpPr>
        <p:spPr>
          <a:xfrm>
            <a:off x="10779760" y="48641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9" name="Shape 99"/>
          <p:cNvSpPr/>
          <p:nvPr/>
        </p:nvSpPr>
        <p:spPr>
          <a:xfrm>
            <a:off x="10938510" y="48641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0" name="Text 100"/>
          <p:cNvSpPr/>
          <p:nvPr/>
        </p:nvSpPr>
        <p:spPr>
          <a:xfrm>
            <a:off x="10614660" y="48450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11" name="Shape 101"/>
          <p:cNvSpPr/>
          <p:nvPr/>
        </p:nvSpPr>
        <p:spPr>
          <a:xfrm>
            <a:off x="80098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2" name="Shape 102"/>
          <p:cNvSpPr/>
          <p:nvPr/>
        </p:nvSpPr>
        <p:spPr>
          <a:xfrm>
            <a:off x="825627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3" name="Shape 103"/>
          <p:cNvSpPr/>
          <p:nvPr/>
        </p:nvSpPr>
        <p:spPr>
          <a:xfrm>
            <a:off x="84924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4" name="Shape 104"/>
          <p:cNvSpPr/>
          <p:nvPr/>
        </p:nvSpPr>
        <p:spPr>
          <a:xfrm>
            <a:off x="872998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5" name="Shape 105"/>
          <p:cNvSpPr/>
          <p:nvPr/>
        </p:nvSpPr>
        <p:spPr>
          <a:xfrm>
            <a:off x="8936990" y="492125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6" name="Shape 106"/>
          <p:cNvSpPr/>
          <p:nvPr/>
        </p:nvSpPr>
        <p:spPr>
          <a:xfrm>
            <a:off x="215773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7" name="Shape 107"/>
          <p:cNvSpPr/>
          <p:nvPr/>
        </p:nvSpPr>
        <p:spPr>
          <a:xfrm>
            <a:off x="231648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8" name="Shape 108"/>
          <p:cNvSpPr/>
          <p:nvPr/>
        </p:nvSpPr>
        <p:spPr>
          <a:xfrm>
            <a:off x="247523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19" name="Shape 109"/>
          <p:cNvSpPr/>
          <p:nvPr/>
        </p:nvSpPr>
        <p:spPr>
          <a:xfrm>
            <a:off x="263398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0" name="Text 110"/>
          <p:cNvSpPr/>
          <p:nvPr/>
        </p:nvSpPr>
        <p:spPr>
          <a:xfrm>
            <a:off x="231013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1" name="Shape 111"/>
          <p:cNvSpPr/>
          <p:nvPr/>
        </p:nvSpPr>
        <p:spPr>
          <a:xfrm>
            <a:off x="311531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2" name="Shape 112"/>
          <p:cNvSpPr/>
          <p:nvPr/>
        </p:nvSpPr>
        <p:spPr>
          <a:xfrm>
            <a:off x="327406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3" name="Shape 113"/>
          <p:cNvSpPr/>
          <p:nvPr/>
        </p:nvSpPr>
        <p:spPr>
          <a:xfrm>
            <a:off x="343281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4" name="Shape 114"/>
          <p:cNvSpPr/>
          <p:nvPr/>
        </p:nvSpPr>
        <p:spPr>
          <a:xfrm>
            <a:off x="359156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5" name="Text 115"/>
          <p:cNvSpPr/>
          <p:nvPr/>
        </p:nvSpPr>
        <p:spPr>
          <a:xfrm>
            <a:off x="326771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6" name="Shape 116"/>
          <p:cNvSpPr/>
          <p:nvPr/>
        </p:nvSpPr>
        <p:spPr>
          <a:xfrm>
            <a:off x="408051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7" name="Shape 117"/>
          <p:cNvSpPr/>
          <p:nvPr/>
        </p:nvSpPr>
        <p:spPr>
          <a:xfrm>
            <a:off x="423926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8" name="Shape 118"/>
          <p:cNvSpPr/>
          <p:nvPr/>
        </p:nvSpPr>
        <p:spPr>
          <a:xfrm>
            <a:off x="439801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9" name="Shape 119"/>
          <p:cNvSpPr/>
          <p:nvPr/>
        </p:nvSpPr>
        <p:spPr>
          <a:xfrm>
            <a:off x="455676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0" name="Text 120"/>
          <p:cNvSpPr/>
          <p:nvPr/>
        </p:nvSpPr>
        <p:spPr>
          <a:xfrm>
            <a:off x="423291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1" name="Shape 121"/>
          <p:cNvSpPr/>
          <p:nvPr/>
        </p:nvSpPr>
        <p:spPr>
          <a:xfrm>
            <a:off x="50520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2" name="Shape 122"/>
          <p:cNvSpPr/>
          <p:nvPr/>
        </p:nvSpPr>
        <p:spPr>
          <a:xfrm>
            <a:off x="52108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3" name="Shape 123"/>
          <p:cNvSpPr/>
          <p:nvPr/>
        </p:nvSpPr>
        <p:spPr>
          <a:xfrm>
            <a:off x="53695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4" name="Shape 124"/>
          <p:cNvSpPr/>
          <p:nvPr/>
        </p:nvSpPr>
        <p:spPr>
          <a:xfrm>
            <a:off x="55283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5" name="Text 125"/>
          <p:cNvSpPr/>
          <p:nvPr/>
        </p:nvSpPr>
        <p:spPr>
          <a:xfrm>
            <a:off x="52044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36" name="Shape 126"/>
          <p:cNvSpPr/>
          <p:nvPr/>
        </p:nvSpPr>
        <p:spPr>
          <a:xfrm>
            <a:off x="60299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7" name="Shape 127"/>
          <p:cNvSpPr/>
          <p:nvPr/>
        </p:nvSpPr>
        <p:spPr>
          <a:xfrm>
            <a:off x="61887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8" name="Shape 128"/>
          <p:cNvSpPr/>
          <p:nvPr/>
        </p:nvSpPr>
        <p:spPr>
          <a:xfrm>
            <a:off x="63474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9" name="Shape 129"/>
          <p:cNvSpPr/>
          <p:nvPr/>
        </p:nvSpPr>
        <p:spPr>
          <a:xfrm>
            <a:off x="65062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0" name="Text 130"/>
          <p:cNvSpPr/>
          <p:nvPr/>
        </p:nvSpPr>
        <p:spPr>
          <a:xfrm>
            <a:off x="61823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41" name="Shape 131"/>
          <p:cNvSpPr/>
          <p:nvPr/>
        </p:nvSpPr>
        <p:spPr>
          <a:xfrm>
            <a:off x="697357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2" name="Shape 132"/>
          <p:cNvSpPr/>
          <p:nvPr/>
        </p:nvSpPr>
        <p:spPr>
          <a:xfrm>
            <a:off x="713232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3" name="Shape 133"/>
          <p:cNvSpPr/>
          <p:nvPr/>
        </p:nvSpPr>
        <p:spPr>
          <a:xfrm>
            <a:off x="729107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4" name="Shape 134"/>
          <p:cNvSpPr/>
          <p:nvPr/>
        </p:nvSpPr>
        <p:spPr>
          <a:xfrm>
            <a:off x="744982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5" name="Text 135"/>
          <p:cNvSpPr/>
          <p:nvPr/>
        </p:nvSpPr>
        <p:spPr>
          <a:xfrm>
            <a:off x="712597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46" name="Shape 136"/>
          <p:cNvSpPr/>
          <p:nvPr/>
        </p:nvSpPr>
        <p:spPr>
          <a:xfrm>
            <a:off x="94843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7" name="Shape 137"/>
          <p:cNvSpPr/>
          <p:nvPr/>
        </p:nvSpPr>
        <p:spPr>
          <a:xfrm>
            <a:off x="96431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8" name="Shape 138"/>
          <p:cNvSpPr/>
          <p:nvPr/>
        </p:nvSpPr>
        <p:spPr>
          <a:xfrm>
            <a:off x="98018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9" name="Shape 139"/>
          <p:cNvSpPr/>
          <p:nvPr/>
        </p:nvSpPr>
        <p:spPr>
          <a:xfrm>
            <a:off x="99606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0" name="Text 140"/>
          <p:cNvSpPr/>
          <p:nvPr/>
        </p:nvSpPr>
        <p:spPr>
          <a:xfrm>
            <a:off x="96367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51" name="Shape 141"/>
          <p:cNvSpPr/>
          <p:nvPr/>
        </p:nvSpPr>
        <p:spPr>
          <a:xfrm>
            <a:off x="10462260" y="6233160"/>
            <a:ext cx="158750" cy="1993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2" name="Shape 142"/>
          <p:cNvSpPr/>
          <p:nvPr/>
        </p:nvSpPr>
        <p:spPr>
          <a:xfrm>
            <a:off x="10621010" y="6233160"/>
            <a:ext cx="158750" cy="1993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3" name="Shape 143"/>
          <p:cNvSpPr/>
          <p:nvPr/>
        </p:nvSpPr>
        <p:spPr>
          <a:xfrm>
            <a:off x="10779760" y="6233160"/>
            <a:ext cx="158750" cy="1993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4" name="Shape 144"/>
          <p:cNvSpPr/>
          <p:nvPr/>
        </p:nvSpPr>
        <p:spPr>
          <a:xfrm>
            <a:off x="10938510" y="6233160"/>
            <a:ext cx="158750" cy="1993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5" name="Text 145"/>
          <p:cNvSpPr/>
          <p:nvPr/>
        </p:nvSpPr>
        <p:spPr>
          <a:xfrm>
            <a:off x="10614660" y="6214110"/>
            <a:ext cx="3302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156" name="Shape 146"/>
          <p:cNvSpPr/>
          <p:nvPr/>
        </p:nvSpPr>
        <p:spPr>
          <a:xfrm>
            <a:off x="80098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7" name="Shape 147"/>
          <p:cNvSpPr/>
          <p:nvPr/>
        </p:nvSpPr>
        <p:spPr>
          <a:xfrm>
            <a:off x="825627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8" name="Shape 148"/>
          <p:cNvSpPr/>
          <p:nvPr/>
        </p:nvSpPr>
        <p:spPr>
          <a:xfrm>
            <a:off x="84924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59" name="Shape 149"/>
          <p:cNvSpPr/>
          <p:nvPr/>
        </p:nvSpPr>
        <p:spPr>
          <a:xfrm>
            <a:off x="872998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0" name="Shape 150"/>
          <p:cNvSpPr/>
          <p:nvPr/>
        </p:nvSpPr>
        <p:spPr>
          <a:xfrm>
            <a:off x="8936990" y="628269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61" name="Shape 151"/>
          <p:cNvSpPr/>
          <p:nvPr/>
        </p:nvSpPr>
        <p:spPr>
          <a:xfrm>
            <a:off x="237617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2" name="Text 152"/>
          <p:cNvSpPr/>
          <p:nvPr/>
        </p:nvSpPr>
        <p:spPr>
          <a:xfrm>
            <a:off x="237617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3" name="Shape 153"/>
          <p:cNvSpPr/>
          <p:nvPr/>
        </p:nvSpPr>
        <p:spPr>
          <a:xfrm>
            <a:off x="333375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4" name="Text 154"/>
          <p:cNvSpPr/>
          <p:nvPr/>
        </p:nvSpPr>
        <p:spPr>
          <a:xfrm>
            <a:off x="333375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5" name="Shape 155"/>
          <p:cNvSpPr/>
          <p:nvPr/>
        </p:nvSpPr>
        <p:spPr>
          <a:xfrm>
            <a:off x="429895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6" name="Text 156"/>
          <p:cNvSpPr/>
          <p:nvPr/>
        </p:nvSpPr>
        <p:spPr>
          <a:xfrm>
            <a:off x="429895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7" name="Shape 157"/>
          <p:cNvSpPr/>
          <p:nvPr/>
        </p:nvSpPr>
        <p:spPr>
          <a:xfrm>
            <a:off x="52705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68" name="Text 158"/>
          <p:cNvSpPr/>
          <p:nvPr/>
        </p:nvSpPr>
        <p:spPr>
          <a:xfrm>
            <a:off x="52705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9" name="Shape 159"/>
          <p:cNvSpPr/>
          <p:nvPr/>
        </p:nvSpPr>
        <p:spPr>
          <a:xfrm>
            <a:off x="62484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0" name="Text 160"/>
          <p:cNvSpPr/>
          <p:nvPr/>
        </p:nvSpPr>
        <p:spPr>
          <a:xfrm>
            <a:off x="62484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1" name="Shape 161"/>
          <p:cNvSpPr/>
          <p:nvPr/>
        </p:nvSpPr>
        <p:spPr>
          <a:xfrm>
            <a:off x="719201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2" name="Text 162"/>
          <p:cNvSpPr/>
          <p:nvPr/>
        </p:nvSpPr>
        <p:spPr>
          <a:xfrm>
            <a:off x="719201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3" name="Shape 163"/>
          <p:cNvSpPr/>
          <p:nvPr/>
        </p:nvSpPr>
        <p:spPr>
          <a:xfrm>
            <a:off x="97028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4" name="Text 164"/>
          <p:cNvSpPr/>
          <p:nvPr/>
        </p:nvSpPr>
        <p:spPr>
          <a:xfrm>
            <a:off x="97028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5" name="Shape 165"/>
          <p:cNvSpPr/>
          <p:nvPr/>
        </p:nvSpPr>
        <p:spPr>
          <a:xfrm>
            <a:off x="10680700" y="4432300"/>
            <a:ext cx="198120" cy="19812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176" name="Text 166"/>
          <p:cNvSpPr/>
          <p:nvPr/>
        </p:nvSpPr>
        <p:spPr>
          <a:xfrm>
            <a:off x="10680700" y="443230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7" name="Shape 167"/>
          <p:cNvSpPr/>
          <p:nvPr/>
        </p:nvSpPr>
        <p:spPr>
          <a:xfrm>
            <a:off x="247523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8" name="Shape 168"/>
          <p:cNvSpPr/>
          <p:nvPr/>
        </p:nvSpPr>
        <p:spPr>
          <a:xfrm>
            <a:off x="247523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79" name="Shape 169"/>
          <p:cNvSpPr/>
          <p:nvPr/>
        </p:nvSpPr>
        <p:spPr>
          <a:xfrm>
            <a:off x="247523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0" name="Shape 170"/>
          <p:cNvSpPr/>
          <p:nvPr/>
        </p:nvSpPr>
        <p:spPr>
          <a:xfrm>
            <a:off x="343281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1" name="Shape 171"/>
          <p:cNvSpPr/>
          <p:nvPr/>
        </p:nvSpPr>
        <p:spPr>
          <a:xfrm>
            <a:off x="343281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2" name="Shape 172"/>
          <p:cNvSpPr/>
          <p:nvPr/>
        </p:nvSpPr>
        <p:spPr>
          <a:xfrm>
            <a:off x="343281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3" name="Shape 173"/>
          <p:cNvSpPr/>
          <p:nvPr/>
        </p:nvSpPr>
        <p:spPr>
          <a:xfrm>
            <a:off x="439801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4" name="Shape 174"/>
          <p:cNvSpPr/>
          <p:nvPr/>
        </p:nvSpPr>
        <p:spPr>
          <a:xfrm>
            <a:off x="439801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5" name="Shape 175"/>
          <p:cNvSpPr/>
          <p:nvPr/>
        </p:nvSpPr>
        <p:spPr>
          <a:xfrm>
            <a:off x="439801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6" name="Shape 176"/>
          <p:cNvSpPr/>
          <p:nvPr/>
        </p:nvSpPr>
        <p:spPr>
          <a:xfrm>
            <a:off x="53695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7" name="Shape 177"/>
          <p:cNvSpPr/>
          <p:nvPr/>
        </p:nvSpPr>
        <p:spPr>
          <a:xfrm>
            <a:off x="53695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88" name="Shape 178"/>
          <p:cNvSpPr/>
          <p:nvPr/>
        </p:nvSpPr>
        <p:spPr>
          <a:xfrm>
            <a:off x="53695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89" name="Shape 179"/>
          <p:cNvSpPr/>
          <p:nvPr/>
        </p:nvSpPr>
        <p:spPr>
          <a:xfrm>
            <a:off x="63474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0" name="Shape 180"/>
          <p:cNvSpPr/>
          <p:nvPr/>
        </p:nvSpPr>
        <p:spPr>
          <a:xfrm>
            <a:off x="63474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1" name="Shape 181"/>
          <p:cNvSpPr/>
          <p:nvPr/>
        </p:nvSpPr>
        <p:spPr>
          <a:xfrm>
            <a:off x="63474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2" name="Shape 182"/>
          <p:cNvSpPr/>
          <p:nvPr/>
        </p:nvSpPr>
        <p:spPr>
          <a:xfrm>
            <a:off x="729107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3" name="Shape 183"/>
          <p:cNvSpPr/>
          <p:nvPr/>
        </p:nvSpPr>
        <p:spPr>
          <a:xfrm>
            <a:off x="729107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4" name="Shape 184"/>
          <p:cNvSpPr/>
          <p:nvPr/>
        </p:nvSpPr>
        <p:spPr>
          <a:xfrm>
            <a:off x="729107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5" name="Shape 185"/>
          <p:cNvSpPr/>
          <p:nvPr/>
        </p:nvSpPr>
        <p:spPr>
          <a:xfrm>
            <a:off x="98018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6" name="Shape 186"/>
          <p:cNvSpPr/>
          <p:nvPr/>
        </p:nvSpPr>
        <p:spPr>
          <a:xfrm>
            <a:off x="98018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97" name="Shape 187"/>
          <p:cNvSpPr/>
          <p:nvPr/>
        </p:nvSpPr>
        <p:spPr>
          <a:xfrm>
            <a:off x="98018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98" name="Shape 188"/>
          <p:cNvSpPr/>
          <p:nvPr/>
        </p:nvSpPr>
        <p:spPr>
          <a:xfrm>
            <a:off x="10779760" y="3689350"/>
            <a:ext cx="0" cy="24511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9" name="Shape 189"/>
          <p:cNvSpPr/>
          <p:nvPr/>
        </p:nvSpPr>
        <p:spPr>
          <a:xfrm>
            <a:off x="10779760" y="4267200"/>
            <a:ext cx="0" cy="1714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200" name="Shape 190"/>
          <p:cNvSpPr/>
          <p:nvPr/>
        </p:nvSpPr>
        <p:spPr>
          <a:xfrm>
            <a:off x="10779760" y="4635500"/>
            <a:ext cx="0" cy="2286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pic>
        <p:nvPicPr>
          <p:cNvPr id="201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55" y="5076190"/>
            <a:ext cx="133350" cy="254000"/>
          </a:xfrm>
          <a:prstGeom prst="rect">
            <a:avLst/>
          </a:prstGeom>
        </p:spPr>
      </p:pic>
      <p:pic>
        <p:nvPicPr>
          <p:cNvPr id="202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8555" y="5980430"/>
            <a:ext cx="133350" cy="254000"/>
          </a:xfrm>
          <a:prstGeom prst="rect">
            <a:avLst/>
          </a:prstGeom>
        </p:spPr>
      </p:pic>
      <p:pic>
        <p:nvPicPr>
          <p:cNvPr id="203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5076190"/>
            <a:ext cx="133350" cy="254000"/>
          </a:xfrm>
          <a:prstGeom prst="rect">
            <a:avLst/>
          </a:prstGeom>
        </p:spPr>
      </p:pic>
      <p:pic>
        <p:nvPicPr>
          <p:cNvPr id="204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135" y="5980430"/>
            <a:ext cx="133350" cy="254000"/>
          </a:xfrm>
          <a:prstGeom prst="rect">
            <a:avLst/>
          </a:prstGeom>
        </p:spPr>
      </p:pic>
      <p:pic>
        <p:nvPicPr>
          <p:cNvPr id="205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1335" y="5076190"/>
            <a:ext cx="133350" cy="254000"/>
          </a:xfrm>
          <a:prstGeom prst="rect">
            <a:avLst/>
          </a:prstGeom>
        </p:spPr>
      </p:pic>
      <p:pic>
        <p:nvPicPr>
          <p:cNvPr id="206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335" y="5980430"/>
            <a:ext cx="133350" cy="254000"/>
          </a:xfrm>
          <a:prstGeom prst="rect">
            <a:avLst/>
          </a:prstGeom>
        </p:spPr>
      </p:pic>
      <p:pic>
        <p:nvPicPr>
          <p:cNvPr id="207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885" y="5076190"/>
            <a:ext cx="133350" cy="254000"/>
          </a:xfrm>
          <a:prstGeom prst="rect">
            <a:avLst/>
          </a:prstGeom>
        </p:spPr>
      </p:pic>
      <p:pic>
        <p:nvPicPr>
          <p:cNvPr id="208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885" y="5980430"/>
            <a:ext cx="133350" cy="254000"/>
          </a:xfrm>
          <a:prstGeom prst="rect">
            <a:avLst/>
          </a:prstGeom>
        </p:spPr>
      </p:pic>
      <p:pic>
        <p:nvPicPr>
          <p:cNvPr id="209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785" y="5076190"/>
            <a:ext cx="133350" cy="254000"/>
          </a:xfrm>
          <a:prstGeom prst="rect">
            <a:avLst/>
          </a:prstGeom>
        </p:spPr>
      </p:pic>
      <p:pic>
        <p:nvPicPr>
          <p:cNvPr id="210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785" y="5980430"/>
            <a:ext cx="133350" cy="254000"/>
          </a:xfrm>
          <a:prstGeom prst="rect">
            <a:avLst/>
          </a:prstGeom>
        </p:spPr>
      </p:pic>
      <p:pic>
        <p:nvPicPr>
          <p:cNvPr id="211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4395" y="5076190"/>
            <a:ext cx="133350" cy="254000"/>
          </a:xfrm>
          <a:prstGeom prst="rect">
            <a:avLst/>
          </a:prstGeom>
        </p:spPr>
      </p:pic>
      <p:pic>
        <p:nvPicPr>
          <p:cNvPr id="212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4395" y="5980430"/>
            <a:ext cx="133350" cy="254000"/>
          </a:xfrm>
          <a:prstGeom prst="rect">
            <a:avLst/>
          </a:prstGeom>
        </p:spPr>
      </p:pic>
      <p:pic>
        <p:nvPicPr>
          <p:cNvPr id="213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5185" y="5076190"/>
            <a:ext cx="133350" cy="254000"/>
          </a:xfrm>
          <a:prstGeom prst="rect">
            <a:avLst/>
          </a:prstGeom>
        </p:spPr>
      </p:pic>
      <p:pic>
        <p:nvPicPr>
          <p:cNvPr id="214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185" y="5980430"/>
            <a:ext cx="133350" cy="254000"/>
          </a:xfrm>
          <a:prstGeom prst="rect">
            <a:avLst/>
          </a:prstGeom>
        </p:spPr>
      </p:pic>
      <p:pic>
        <p:nvPicPr>
          <p:cNvPr id="215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3085" y="5076190"/>
            <a:ext cx="133350" cy="254000"/>
          </a:xfrm>
          <a:prstGeom prst="rect">
            <a:avLst/>
          </a:prstGeom>
        </p:spPr>
      </p:pic>
      <p:pic>
        <p:nvPicPr>
          <p:cNvPr id="216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085" y="5980430"/>
            <a:ext cx="133350" cy="254000"/>
          </a:xfrm>
          <a:prstGeom prst="rect">
            <a:avLst/>
          </a:prstGeom>
        </p:spPr>
      </p:pic>
      <p:sp>
        <p:nvSpPr>
          <p:cNvPr id="217" name="Text 191"/>
          <p:cNvSpPr/>
          <p:nvPr/>
        </p:nvSpPr>
        <p:spPr>
          <a:xfrm>
            <a:off x="508000" y="486313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218" name="Text 192"/>
          <p:cNvSpPr/>
          <p:nvPr/>
        </p:nvSpPr>
        <p:spPr>
          <a:xfrm>
            <a:off x="508000" y="50752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19" name="Text 193"/>
          <p:cNvSpPr/>
          <p:nvPr/>
        </p:nvSpPr>
        <p:spPr>
          <a:xfrm>
            <a:off x="508000" y="55006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36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220" name="Text 194"/>
          <p:cNvSpPr/>
          <p:nvPr/>
        </p:nvSpPr>
        <p:spPr>
          <a:xfrm>
            <a:off x="508000" y="570006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36C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221" name="Text 195"/>
          <p:cNvSpPr/>
          <p:nvPr/>
        </p:nvSpPr>
        <p:spPr>
          <a:xfrm>
            <a:off x="508000" y="600613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222" name="Text 196"/>
          <p:cNvSpPr/>
          <p:nvPr/>
        </p:nvSpPr>
        <p:spPr>
          <a:xfrm>
            <a:off x="508000" y="62055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223" name="Shape 197"/>
          <p:cNvSpPr/>
          <p:nvPr/>
        </p:nvSpPr>
        <p:spPr>
          <a:xfrm>
            <a:off x="3347720" y="6565900"/>
            <a:ext cx="3738880" cy="17272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24" name="Text 198"/>
          <p:cNvSpPr/>
          <p:nvPr/>
        </p:nvSpPr>
        <p:spPr>
          <a:xfrm>
            <a:off x="1400175" y="6544031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Information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276350"/>
            <a:ext cx="10648950" cy="75819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850" y="2152650"/>
            <a:ext cx="10648950" cy="3124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850" y="5449570"/>
            <a:ext cx="10648950" cy="1235710"/>
          </a:xfrm>
          <a:prstGeom prst="rect">
            <a:avLst/>
          </a:prstGeom>
          <a:solidFill>
            <a:srgbClr val="E0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6510" y="2273300"/>
            <a:ext cx="2331720" cy="98298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9580" y="2273300"/>
            <a:ext cx="3037840" cy="98298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5750" y="2273300"/>
            <a:ext cx="2959100" cy="982980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4580" y="2771140"/>
            <a:ext cx="63500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97420" y="2764790"/>
            <a:ext cx="62103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7245" y="5934075"/>
            <a:ext cx="80010" cy="80010"/>
          </a:xfrm>
          <a:prstGeom prst="ellipse">
            <a:avLst/>
          </a:prstGeom>
          <a:solidFill>
            <a:srgbClr val="000080"/>
          </a:solidFill>
          <a:ln w="6350">
            <a:solidFill>
              <a:srgbClr val="000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7245" y="6226175"/>
            <a:ext cx="80010" cy="80010"/>
          </a:xfrm>
          <a:prstGeom prst="ellipse">
            <a:avLst/>
          </a:prstGeom>
          <a:solidFill>
            <a:srgbClr val="000080"/>
          </a:solidFill>
          <a:ln w="6350">
            <a:solidFill>
              <a:srgbClr val="000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879" y="657119"/>
            <a:ext cx="4075430" cy="72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3560" dirty="0"/>
          </a:p>
        </p:txBody>
      </p:sp>
      <p:sp>
        <p:nvSpPr>
          <p:cNvPr id="16" name="Text 14"/>
          <p:cNvSpPr/>
          <p:nvPr/>
        </p:nvSpPr>
        <p:spPr>
          <a:xfrm>
            <a:off x="833501" y="1387678"/>
            <a:ext cx="1362329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20" i="1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behavior of machine learning algorithms  changes when the input distribution changes.</a:t>
            </a:r>
            <a:endParaRPr lang="en-US" sz="2220" dirty="0"/>
          </a:p>
        </p:txBody>
      </p:sp>
      <p:sp>
        <p:nvSpPr>
          <p:cNvPr id="17" name="Text 15"/>
          <p:cNvSpPr/>
          <p:nvPr/>
        </p:nvSpPr>
        <p:spPr>
          <a:xfrm>
            <a:off x="8181721" y="1704277"/>
            <a:ext cx="275971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50" b="1" spc="77" kern="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{Covariate shift }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1045337" y="2381241"/>
            <a:ext cx="280924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weights changes</a:t>
            </a:r>
            <a:endParaRPr lang="en-US" sz="1475" dirty="0"/>
          </a:p>
        </p:txBody>
      </p:sp>
      <p:sp>
        <p:nvSpPr>
          <p:cNvPr id="19" name="Text 17"/>
          <p:cNvSpPr/>
          <p:nvPr/>
        </p:nvSpPr>
        <p:spPr>
          <a:xfrm>
            <a:off x="1158748" y="2806691"/>
            <a:ext cx="263525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training steps</a:t>
            </a:r>
            <a:endParaRPr lang="en-US" sz="1475" dirty="0"/>
          </a:p>
        </p:txBody>
      </p:sp>
      <p:sp>
        <p:nvSpPr>
          <p:cNvPr id="20" name="Text 18"/>
          <p:cNvSpPr/>
          <p:nvPr/>
        </p:nvSpPr>
        <p:spPr>
          <a:xfrm>
            <a:off x="3896487" y="2418545"/>
            <a:ext cx="37007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of Activation functions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01896" y="2762715"/>
            <a:ext cx="254127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each layer </a:t>
            </a:r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74838" y="2418545"/>
            <a:ext cx="283337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to the next layer,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62266" y="2762715"/>
            <a:ext cx="386207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different Input distribution)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6940" y="3305668"/>
            <a:ext cx="182626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55" kern="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921510" y="3598049"/>
            <a:ext cx="8402320" cy="37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distribution of each layer changes with each step .</a:t>
            </a:r>
            <a:endParaRPr lang="en-US" sz="1840" dirty="0"/>
          </a:p>
        </p:txBody>
      </p:sp>
      <p:sp>
        <p:nvSpPr>
          <p:cNvPr id="26" name="Text 24"/>
          <p:cNvSpPr/>
          <p:nvPr/>
        </p:nvSpPr>
        <p:spPr>
          <a:xfrm>
            <a:off x="916940" y="4102261"/>
            <a:ext cx="63627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 idea behind Normalization is to: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934210" y="4405834"/>
            <a:ext cx="956183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</a:t>
            </a:r>
            <a:pPr algn="l" indent="0" marL="0">
              <a:buNone/>
            </a:pPr>
            <a:r>
              <a:rPr lang="en-US" sz="1870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covariate shift</a:t>
            </a:r>
            <a:pPr algn="l" indent="0" marL="0">
              <a:buNone/>
            </a:pPr>
            <a:r>
              <a:rPr lang="en-US" sz="187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normalizing the activations of each layer</a:t>
            </a:r>
            <a:endParaRPr lang="en-US" sz="1870" dirty="0"/>
          </a:p>
        </p:txBody>
      </p:sp>
      <p:sp>
        <p:nvSpPr>
          <p:cNvPr id="28" name="Text 26"/>
          <p:cNvSpPr/>
          <p:nvPr/>
        </p:nvSpPr>
        <p:spPr>
          <a:xfrm>
            <a:off x="916940" y="4925221"/>
            <a:ext cx="25400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Normalization:  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2702560" y="4925201"/>
            <a:ext cx="3810000" cy="38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spc="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the inputs to be 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913120" y="4925221"/>
            <a:ext cx="381000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mean and unit variance.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838200" y="5522164"/>
            <a:ext cx="534797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allows each layer to:</a:t>
            </a:r>
            <a:endParaRPr lang="en-US" sz="1870" dirty="0"/>
          </a:p>
        </p:txBody>
      </p:sp>
      <p:sp>
        <p:nvSpPr>
          <p:cNvPr id="32" name="Text 30"/>
          <p:cNvSpPr/>
          <p:nvPr/>
        </p:nvSpPr>
        <p:spPr>
          <a:xfrm>
            <a:off x="1062990" y="5860093"/>
            <a:ext cx="6019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25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on a more </a:t>
            </a:r>
            <a:pPr algn="l" indent="0" marL="0">
              <a:buNone/>
            </a:pPr>
            <a:r>
              <a:rPr lang="en-US" sz="1625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distribution of inputs,</a:t>
            </a:r>
            <a:endParaRPr lang="en-US" sz="1625" dirty="0"/>
          </a:p>
        </p:txBody>
      </p:sp>
      <p:sp>
        <p:nvSpPr>
          <p:cNvPr id="33" name="Text 31"/>
          <p:cNvSpPr/>
          <p:nvPr/>
        </p:nvSpPr>
        <p:spPr>
          <a:xfrm>
            <a:off x="1049020" y="6137099"/>
            <a:ext cx="10704830" cy="332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34" b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the training</a:t>
            </a:r>
            <a:pPr algn="l" indent="0" marL="0">
              <a:buNone/>
            </a:pPr>
            <a:r>
              <a:rPr lang="en-US" sz="1634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network (don't stick with very small learning rates).</a:t>
            </a:r>
            <a:endParaRPr lang="en-US" sz="1634" dirty="0"/>
          </a:p>
        </p:txBody>
      </p:sp>
    </p:spTree>
  </p:cSld>
  <p:clrMapOvr>
    <a:masterClrMapping/>
  </p:clrMapOvr>
</p:sld>
</file>

<file path=ppt/slides/slide40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6940" y="1381760"/>
            <a:ext cx="10622280" cy="1076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70050" y="2711450"/>
            <a:ext cx="5377180" cy="38938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4580" y="1926590"/>
            <a:ext cx="1880870" cy="172720"/>
          </a:xfrm>
          <a:prstGeom prst="rect">
            <a:avLst/>
          </a:prstGeom>
          <a:solidFill>
            <a:srgbClr val="D8F8D8"/>
          </a:solidFill>
          <a:ln w="12700">
            <a:solidFill>
              <a:srgbClr val="D8F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2050" y="3002280"/>
            <a:ext cx="2943860" cy="306070"/>
          </a:xfrm>
          <a:prstGeom prst="rect">
            <a:avLst/>
          </a:prstGeom>
          <a:solidFill>
            <a:srgbClr val="B0E8B0"/>
          </a:solidFill>
          <a:ln w="12700">
            <a:solidFill>
              <a:srgbClr val="B0E8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8970" y="4011930"/>
            <a:ext cx="317500" cy="33274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5640" y="4782820"/>
            <a:ext cx="331470" cy="31877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2940" y="5288280"/>
            <a:ext cx="276860" cy="33274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2100" y="5633720"/>
            <a:ext cx="342900" cy="306070"/>
          </a:xfrm>
          <a:prstGeom prst="rect">
            <a:avLst/>
          </a:prstGeom>
          <a:solidFill>
            <a:srgbClr val="9999CC"/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5010" y="5448300"/>
            <a:ext cx="317500" cy="332740"/>
          </a:xfrm>
          <a:prstGeom prst="rect">
            <a:avLst/>
          </a:prstGeom>
          <a:solidFill>
            <a:srgbClr val="FF9C9C"/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11520" y="5462270"/>
            <a:ext cx="1168400" cy="279400"/>
          </a:xfrm>
          <a:prstGeom prst="rect">
            <a:avLst/>
          </a:prstGeom>
          <a:solidFill>
            <a:srgbClr val="FF9C9C"/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1270" y="6004560"/>
            <a:ext cx="185420" cy="279400"/>
          </a:xfrm>
          <a:prstGeom prst="rect">
            <a:avLst/>
          </a:prstGeom>
          <a:solidFill>
            <a:srgbClr val="B0E8B0"/>
          </a:solidFill>
          <a:ln w="12700">
            <a:solidFill>
              <a:srgbClr val="B0E8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5420" y="6004560"/>
            <a:ext cx="238760" cy="306070"/>
          </a:xfrm>
          <a:prstGeom prst="rect">
            <a:avLst/>
          </a:prstGeom>
          <a:solidFill>
            <a:srgbClr val="FF9C9C"/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0240" y="6004560"/>
            <a:ext cx="185420" cy="279400"/>
          </a:xfrm>
          <a:prstGeom prst="rect">
            <a:avLst/>
          </a:prstGeom>
          <a:solidFill>
            <a:srgbClr val="B0E8B0"/>
          </a:solidFill>
          <a:ln w="12700">
            <a:solidFill>
              <a:srgbClr val="B0E8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8610" y="6004560"/>
            <a:ext cx="1592580" cy="279400"/>
          </a:xfrm>
          <a:prstGeom prst="rect">
            <a:avLst/>
          </a:prstGeom>
          <a:solidFill>
            <a:srgbClr val="FFA64D"/>
          </a:solidFill>
          <a:ln w="12700">
            <a:solidFill>
              <a:srgbClr val="FFA6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5303520"/>
            <a:ext cx="1621790" cy="6235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999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5994400"/>
            <a:ext cx="2736850" cy="3187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9C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0250" y="6033770"/>
            <a:ext cx="276860" cy="279400"/>
          </a:xfrm>
          <a:prstGeom prst="ellipse">
            <a:avLst/>
          </a:prstGeom>
          <a:solidFill>
            <a:srgbClr val="F0B880"/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9841" y="2086630"/>
            <a:ext cx="1981836" cy="0"/>
          </a:xfrm>
          <a:prstGeom prst="line">
            <a:avLst/>
          </a:prstGeom>
          <a:noFill/>
          <a:ln w="12700">
            <a:solidFill>
              <a:srgbClr val="008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6782" y="2086630"/>
            <a:ext cx="2140383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4353" y="2405605"/>
            <a:ext cx="4333614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2250" y="739520"/>
            <a:ext cx="635000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Parameters</a:t>
            </a:r>
            <a:endParaRPr lang="en-US" sz="3550" dirty="0"/>
          </a:p>
        </p:txBody>
      </p:sp>
      <p:sp>
        <p:nvSpPr>
          <p:cNvPr id="26" name="Text 24"/>
          <p:cNvSpPr/>
          <p:nvPr/>
        </p:nvSpPr>
        <p:spPr>
          <a:xfrm>
            <a:off x="1117600" y="1479550"/>
            <a:ext cx="1016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Instead of restricting the Activations of each layer to be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strictly </a:t>
            </a:r>
            <a:pPr algn="l" indent="0" marL="0">
              <a:buNone/>
            </a:pPr>
            <a:r>
              <a:rPr lang="en-US" sz="2000" b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</a:t>
            </a:r>
            <a:pPr algn="l" indent="0" marL="0">
              <a:buNone/>
            </a:pPr>
            <a:r>
              <a:rPr lang="en-US" sz="2000" b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</a:t>
            </a:r>
            <a:pPr algn="l" indent="0" marL="0">
              <a:buNone/>
            </a:pPr>
            <a:r>
              <a:rPr lang="en-US" sz="2000" i="1" dirty="0">
                <a:solidFill>
                  <a:srgbClr val="2222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variance,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17600" y="1812290"/>
            <a:ext cx="406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Normalization allows the network to 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07280" y="1812290"/>
            <a:ext cx="660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parameters </a:t>
            </a:r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γ </a:t>
            </a:r>
            <a:pPr algn="l" indent="0" marL="0">
              <a:buNone/>
            </a:pPr>
            <a:r>
              <a:rPr lang="en-US" sz="2000" dirty="0">
                <a:solidFill>
                  <a:srgbClr val="008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</a:t>
            </a:r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 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can </a:t>
            </a:r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the mean and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17600" y="2145030"/>
            <a:ext cx="635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variance to any value that </a:t>
            </a:r>
            <a:pPr algn="l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Minimizes Loss.</a:t>
            </a:r>
            <a:endParaRPr lang="en-US" sz="2000" dirty="0"/>
          </a:p>
        </p:txBody>
      </p:sp>
      <mc:AlternateContent>
        <mc:Choice xmlns:a14="http://schemas.microsoft.com/office/drawing/2010/main" Requires="a14">
          <p:sp>
            <p:nvSpPr>
              <p:cNvPr id="30" name="Equation OMML" descr="\mathbf{Input:}\ \ \mathrm{Values\ of}\ x\ \mathrm{over\ a\ mini-batch:}\ \mathbb{B}=\{x_{1\ldots m}\};"/>
              <p:cNvSpPr txBox="1"/>
              <p:nvPr/>
            </p:nvSpPr>
            <p:spPr>
              <a:xfrm>
                <a:off x="1761490" y="2778762"/>
                <a:ext cx="4856991" cy="2636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b"/>
                        </m:rPr>
                        <a:rPr lang="en-US" i="0" smtClean="0" sz="1575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Input:</m:t>
                      </m:r>
                      <m:r>
                        <a:rPr lang="en-US" i="1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 </m:t>
                      </m:r>
                      <m:r>
                        <m:rPr>
                          <m:sty m:val="p"/>
                        </m:rPr>
                        <a:rPr lang="en-US" i="0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Values of</m:t>
                      </m:r>
                      <m:r>
                        <a:rPr lang="en-US" i="1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x </m:t>
                      </m:r>
                      <m:r>
                        <m:rPr>
                          <m:sty m:val="p"/>
                        </m:rPr>
                        <a:rPr lang="en-US" i="0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over a mini-batch:</m:t>
                      </m:r>
                      <m:r>
                        <a:rPr lang="en-US" i="1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i="0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ℬ</m:t>
                      </m:r>
                      <m:r>
                        <a:rPr lang="en-US" i="1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={</m:t>
                      </m:r>
                      <m:sSub>
                        <m:sSubPr>
                          <m:ctrlPr>
                            <a:rPr lang="en-US" i="1" smtClean="0" sz="157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57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57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1…m</m:t>
                          </m:r>
                        </m:sub>
                      </m:sSub>
                      <m:r>
                        <a:rPr lang="en-US" i="1" smtClean="0" sz="157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};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0" name="Image 0" descr="/home/ahmed/Projects/ai_llm_slides/videos/deep-learning/002_transformers_part2/recreated_pptx/build/assets/slide040_h1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761490" y="2778762"/>
                <a:ext cx="4856991" cy="263649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1" name="Equation OMML" descr="\mathrm{Parameters\ to\ be\ learned:}\ \gamma,\ \beta"/>
              <p:cNvSpPr txBox="1"/>
              <p:nvPr/>
            </p:nvSpPr>
            <p:spPr>
              <a:xfrm>
                <a:off x="2489200" y="3078735"/>
                <a:ext cx="2763015" cy="20421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 sz="155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 xml:space="preserve">Parameters to be learned:</m:t>
                      </m:r>
                      <m:r>
                        <a:rPr lang="en-US" i="1" smtClean="0" sz="155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 xml:space="preserve"> γ, 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1" name="Image 1" descr="/home/ahmed/Projects/ai_llm_slides/videos/deep-learning/002_transformers_part2/recreated_pptx/build/assets/slide040_h2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89200" y="3078735"/>
                <a:ext cx="2763015" cy="204213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2" name="Equation OMML" descr="\mathbf{Output:}\ \ \{y_i=\mathrm{BN}_{\gamma,\beta}(x_i)\}"/>
              <p:cNvSpPr txBox="1"/>
              <p:nvPr/>
            </p:nvSpPr>
            <p:spPr>
              <a:xfrm>
                <a:off x="1748790" y="3321050"/>
                <a:ext cx="2561847" cy="2971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b"/>
                        </m:rPr>
                        <a:rPr lang="en-US" i="0" smtClean="0" sz="1695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Output:</m:t>
                      </m:r>
                      <m:r>
                        <a:rPr lang="en-US" i="1" smtClean="0" sz="169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 {</m:t>
                      </m:r>
                      <m:sSub>
                        <m:sSubPr>
                          <m:ctrlP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69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BN</m:t>
                          </m:r>
                        </m:e>
                        <m:sub>
                          <m: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γ,β</m:t>
                          </m:r>
                        </m:sub>
                      </m:sSub>
                      <m:r>
                        <a:rPr lang="en-US" i="1" smtClean="0" sz="169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b>
                        <m:sSubPr>
                          <m:ctrlP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695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695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2" name="Image 2" descr="/home/ahmed/Projects/ai_llm_slides/videos/deep-learning/002_transformers_part2/recreated_pptx/build/assets/slide040_h3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8790" y="3321050"/>
                <a:ext cx="2561847" cy="297180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3" name="Equation OMML" descr="\mu_{\mathbb{B}} ⟵ \frac{1}{m} \sum_{i=1}^{m} x_i"/>
              <p:cNvSpPr txBox="1"/>
              <p:nvPr/>
            </p:nvSpPr>
            <p:spPr>
              <a:xfrm>
                <a:off x="1906270" y="3874260"/>
                <a:ext cx="1508760" cy="6583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ℬ</m:t>
                          </m:r>
                        </m:sub>
                      </m:sSub>
                      <m:r>
                        <a:rPr lang="en-US" i="1" smtClean="0" sz="19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⟵</m:t>
                      </m:r>
                      <m:f>
                        <m:fPr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i=1</m:t>
                          </m:r>
                        </m:sub>
                        <m:sup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3" name="Image 3" descr="/home/ahmed/Projects/ai_llm_slides/videos/deep-learning/002_transformers_part2/recreated_pptx/build/assets/slide040_eq1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6270" y="3874260"/>
                <a:ext cx="1508760" cy="6583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4" name="Equation OMML" descr="\sigma_{\mathbb{B}}^{2} ⟵ \frac{1}{m} \sum_{i=1}^{m} (x_i - \mu_{\mathbb{B}})^2"/>
              <p:cNvSpPr txBox="1"/>
              <p:nvPr/>
            </p:nvSpPr>
            <p:spPr>
              <a:xfrm>
                <a:off x="1906270" y="4632450"/>
                <a:ext cx="2371341" cy="658368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ℬ</m:t>
                          </m:r>
                        </m:sub>
                        <m:sup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bSup>
                      <m:r>
                        <a:rPr lang="en-US" i="1" smtClean="0" sz="19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⟵</m:t>
                      </m:r>
                      <m:f>
                        <m:fPr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i=1</m:t>
                          </m:r>
                        </m:sub>
                        <m:sup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p>
                        <m:e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(</m:t>
                          </m:r>
                          <m:sSub>
                            <m:sSubPr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</m:sSub>
                          <m:r>
                            <a:rPr lang="en-US" i="1" smtClean="0" sz="19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-</m:t>
                          </m:r>
                          <m:sSub>
                            <m:sSubPr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ℬ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a:rPr lang="en-US" i="1" smtClean="0" sz="19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4" name="Image 4" descr="/home/ahmed/Projects/ai_llm_slides/videos/deep-learning/002_transformers_part2/recreated_pptx/build/assets/slide040_eq2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6270" y="4632450"/>
                <a:ext cx="2371341" cy="658368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5" name="Equation OMML" descr="\hat{x}_i \leftarrow \frac{x_i - \mu_{\mathbb{B}}}{\sqrt{\sigma_{\mathbb{B}}^2 + \epsilon}}"/>
              <p:cNvSpPr txBox="1"/>
              <p:nvPr/>
            </p:nvSpPr>
            <p:spPr>
              <a:xfrm>
                <a:off x="2039620" y="5441440"/>
                <a:ext cx="1487427" cy="53949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^"/>
                              <m:ctrlP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</m:acc>
                        </m:e>
                        <m:sub>
                          <m:r>
                            <a:rPr lang="en-US" i="1" smtClean="0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←</m:t>
                      </m:r>
                      <m:f>
                        <m:fPr>
                          <m:ctrlPr>
                            <a:rPr lang="en-US" i="1" smtClean="0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</m:sSub>
                          <m:r>
                            <a:rPr lang="en-US" i="1" smtClean="0" sz="2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-</m:t>
                          </m:r>
                          <m:sSub>
                            <m:sSubPr>
                              <m:ctrlP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ℬ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i="1" smtClean="0" sz="23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smtClean="0" sz="23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 smtClean="0" sz="23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ℬ</m:t>
                                  </m:r>
                                </m:sub>
                                <m:sup>
                                  <m:r>
                                    <a:rPr lang="en-US" i="1" smtClean="0" sz="23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2</m:t>
                                  </m:r>
                                </m:sup>
                              </m:sSubSup>
                              <m:r>
                                <a:rPr lang="en-US" i="1" smtClean="0" sz="23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+ε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5" name="Image 5" descr="/home/ahmed/Projects/ai_llm_slides/videos/deep-learning/002_transformers_part2/recreated_pptx/build/assets/slide040_eq3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39620" y="5441440"/>
                <a:ext cx="1487427" cy="539496"/>
              </a:xfrm>
              <a:prstGeom prst="rect">
                <a:avLst/>
              </a:prstGeom>
            </p:spPr>
          </p:pic>
        </mc:Fallback>
      </mc:AlternateContent>
      <mc:AlternateContent>
        <mc:Choice xmlns:a14="http://schemas.microsoft.com/office/drawing/2010/main" Requires="a14">
          <p:sp>
            <p:nvSpPr>
              <p:cNvPr id="36" name="Equation OMML" descr="y_i \leftarrow \gamma\, \hat{x}_i + \beta \equiv \mathrm{BN}_{\gamma,\beta}(x_i)"/>
              <p:cNvSpPr txBox="1"/>
              <p:nvPr/>
            </p:nvSpPr>
            <p:spPr>
              <a:xfrm>
                <a:off x="2066290" y="6055612"/>
                <a:ext cx="2590797" cy="27127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86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←γ </m:t>
                      </m:r>
                      <m:sSub>
                        <m:sSubPr>
                          <m:ctrlP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^"/>
                              <m:ctrlPr>
                                <a:rPr lang="en-US" i="1" smtClean="0" sz="186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smtClean="0" sz="186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</m:acc>
                        </m:e>
                        <m:sub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86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+β≡</m:t>
                      </m:r>
                      <m:sSub>
                        <m:sSubPr>
                          <m:ctrlP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BN</m:t>
                          </m:r>
                        </m:e>
                        <m:sub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γ,β</m:t>
                          </m:r>
                        </m:sub>
                      </m:sSub>
                      <m:r>
                        <a:rPr lang="en-US" i="1" smtClean="0" sz="186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(</m:t>
                      </m:r>
                      <m:sSub>
                        <m:sSubPr>
                          <m:ctrlP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6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86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6" name="Image 6" descr="/home/ahmed/Projects/ai_llm_slides/videos/deep-learning/002_transformers_part2/recreated_pptx/build/assets/slide040_eq4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66290" y="6055612"/>
                <a:ext cx="2590797" cy="271275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Shape 28"/>
          <p:cNvSpPr/>
          <p:nvPr/>
        </p:nvSpPr>
        <p:spPr>
          <a:xfrm>
            <a:off x="1918970" y="5933440"/>
            <a:ext cx="1623060" cy="0"/>
          </a:xfrm>
          <a:prstGeom prst="line">
            <a:avLst/>
          </a:prstGeom>
          <a:noFill/>
          <a:ln w="19050">
            <a:solidFill>
              <a:srgbClr val="9999CC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4826000" y="403574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mini-batch mean</a:t>
            </a:r>
            <a:endParaRPr lang="en-US" sz="1630" dirty="0"/>
          </a:p>
        </p:txBody>
      </p:sp>
      <p:sp>
        <p:nvSpPr>
          <p:cNvPr id="39" name="Text 30"/>
          <p:cNvSpPr/>
          <p:nvPr/>
        </p:nvSpPr>
        <p:spPr>
          <a:xfrm>
            <a:off x="4826000" y="480790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mini-batch variance</a:t>
            </a:r>
            <a:endParaRPr lang="en-US" sz="1630" dirty="0"/>
          </a:p>
        </p:txBody>
      </p:sp>
      <p:sp>
        <p:nvSpPr>
          <p:cNvPr id="40" name="Text 31"/>
          <p:cNvSpPr/>
          <p:nvPr/>
        </p:nvSpPr>
        <p:spPr>
          <a:xfrm>
            <a:off x="4826000" y="548481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normalize</a:t>
            </a:r>
            <a:endParaRPr lang="en-US" sz="1630" dirty="0"/>
          </a:p>
        </p:txBody>
      </p:sp>
      <p:sp>
        <p:nvSpPr>
          <p:cNvPr id="41" name="Text 32"/>
          <p:cNvSpPr/>
          <p:nvPr/>
        </p:nvSpPr>
        <p:spPr>
          <a:xfrm>
            <a:off x="4826000" y="6029648"/>
            <a:ext cx="2159000" cy="33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scale and shift</a:t>
            </a:r>
            <a:endParaRPr lang="en-US" sz="163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61990" y="2242820"/>
            <a:ext cx="0" cy="471170"/>
          </a:xfrm>
          <a:prstGeom prst="line">
            <a:avLst/>
          </a:prstGeom>
          <a:noFill/>
          <a:ln w="12700">
            <a:solidFill>
              <a:srgbClr val="D7D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53690" y="2713990"/>
            <a:ext cx="5836920" cy="0"/>
          </a:xfrm>
          <a:prstGeom prst="line">
            <a:avLst/>
          </a:prstGeom>
          <a:noFill/>
          <a:ln w="12700">
            <a:solidFill>
              <a:srgbClr val="D6D5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801620" y="2771140"/>
            <a:ext cx="104140" cy="12446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8633460" y="2771140"/>
            <a:ext cx="114300" cy="12446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9" name="Shape 7"/>
          <p:cNvSpPr/>
          <p:nvPr/>
        </p:nvSpPr>
        <p:spPr>
          <a:xfrm>
            <a:off x="2868930" y="3634740"/>
            <a:ext cx="0" cy="2719070"/>
          </a:xfrm>
          <a:prstGeom prst="line">
            <a:avLst/>
          </a:prstGeom>
          <a:noFill/>
          <a:ln w="12700">
            <a:solidFill>
              <a:srgbClr val="C39E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8930" y="417322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096260" y="410083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2868930" y="486283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3096260" y="479044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2868930" y="555244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3096260" y="548005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2868930" y="6281420"/>
            <a:ext cx="203200" cy="0"/>
          </a:xfrm>
          <a:prstGeom prst="line">
            <a:avLst/>
          </a:prstGeom>
          <a:noFill/>
          <a:ln w="12700">
            <a:solidFill>
              <a:srgbClr val="D7BA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096260" y="6209030"/>
            <a:ext cx="96520" cy="1447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0610" y="3608070"/>
            <a:ext cx="0" cy="538480"/>
          </a:xfrm>
          <a:prstGeom prst="line">
            <a:avLst/>
          </a:prstGeom>
          <a:noFill/>
          <a:ln w="12700">
            <a:solidFill>
              <a:srgbClr val="D3C0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8638540" y="4160520"/>
            <a:ext cx="104140" cy="14224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13250" y="1579880"/>
            <a:ext cx="2763520" cy="662940"/>
          </a:xfrm>
          <a:prstGeom prst="rect">
            <a:avLst/>
          </a:prstGeom>
          <a:solidFill>
            <a:srgbClr val="FAE6D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38910" y="2945130"/>
            <a:ext cx="2815590" cy="689610"/>
          </a:xfrm>
          <a:prstGeom prst="rect">
            <a:avLst/>
          </a:prstGeom>
          <a:solidFill>
            <a:srgbClr val="0000A6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2918460"/>
            <a:ext cx="2828290" cy="689610"/>
          </a:xfrm>
          <a:prstGeom prst="rect">
            <a:avLst/>
          </a:prstGeom>
          <a:solidFill>
            <a:srgbClr val="0A863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7230" y="391414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7230" y="460375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7230" y="529336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37230" y="6022340"/>
            <a:ext cx="3027680" cy="516890"/>
          </a:xfrm>
          <a:prstGeom prst="rect">
            <a:avLst/>
          </a:prstGeom>
          <a:solidFill>
            <a:srgbClr val="E0FFFF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6770" y="4351020"/>
            <a:ext cx="3001010" cy="491490"/>
          </a:xfrm>
          <a:prstGeom prst="rect">
            <a:avLst/>
          </a:prstGeom>
          <a:solidFill>
            <a:srgbClr val="D6FEE6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625" y="781006"/>
            <a:ext cx="4075430" cy="717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3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3530" dirty="0"/>
          </a:p>
        </p:txBody>
      </p:sp>
      <p:sp>
        <p:nvSpPr>
          <p:cNvPr id="29" name="Text 27"/>
          <p:cNvSpPr/>
          <p:nvPr/>
        </p:nvSpPr>
        <p:spPr>
          <a:xfrm>
            <a:off x="4017010" y="1556662"/>
            <a:ext cx="3556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033010" y="1869082"/>
            <a:ext cx="1524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95705" y="2947247"/>
            <a:ext cx="330200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</a:t>
            </a:r>
            <a:endParaRPr lang="en-US" sz="2170" dirty="0"/>
          </a:p>
        </p:txBody>
      </p:sp>
      <p:sp>
        <p:nvSpPr>
          <p:cNvPr id="32" name="Text 30"/>
          <p:cNvSpPr/>
          <p:nvPr/>
        </p:nvSpPr>
        <p:spPr>
          <a:xfrm>
            <a:off x="1449705" y="3262207"/>
            <a:ext cx="279400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2170" dirty="0"/>
          </a:p>
        </p:txBody>
      </p:sp>
      <p:sp>
        <p:nvSpPr>
          <p:cNvPr id="33" name="Text 31"/>
          <p:cNvSpPr/>
          <p:nvPr/>
        </p:nvSpPr>
        <p:spPr>
          <a:xfrm>
            <a:off x="7286625" y="3089487"/>
            <a:ext cx="279400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2170" dirty="0"/>
          </a:p>
        </p:txBody>
      </p:sp>
      <p:sp>
        <p:nvSpPr>
          <p:cNvPr id="34" name="Text 32"/>
          <p:cNvSpPr/>
          <p:nvPr/>
        </p:nvSpPr>
        <p:spPr>
          <a:xfrm>
            <a:off x="2719070" y="3988733"/>
            <a:ext cx="4064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5" name="Text 33"/>
          <p:cNvSpPr/>
          <p:nvPr/>
        </p:nvSpPr>
        <p:spPr>
          <a:xfrm>
            <a:off x="2592070" y="4678343"/>
            <a:ext cx="4318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6" name="Text 34"/>
          <p:cNvSpPr/>
          <p:nvPr/>
        </p:nvSpPr>
        <p:spPr>
          <a:xfrm>
            <a:off x="2655570" y="5369223"/>
            <a:ext cx="4191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7" name="Text 35"/>
          <p:cNvSpPr/>
          <p:nvPr/>
        </p:nvSpPr>
        <p:spPr>
          <a:xfrm>
            <a:off x="2655570" y="6098203"/>
            <a:ext cx="4191000" cy="4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buNone/>
            </a:pPr>
            <a:r>
              <a:rPr lang="en-US" sz="2210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10" dirty="0"/>
          </a:p>
        </p:txBody>
      </p:sp>
      <p:sp>
        <p:nvSpPr>
          <p:cNvPr id="38" name="Text 36"/>
          <p:cNvSpPr/>
          <p:nvPr/>
        </p:nvSpPr>
        <p:spPr>
          <a:xfrm>
            <a:off x="6518275" y="4416702"/>
            <a:ext cx="43180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pPr algn="ctr" indent="0" marL="0">
              <a:buNone/>
            </a:pPr>
            <a:r>
              <a:rPr lang="en-US" sz="2200" dirty="0">
                <a:solidFill>
                  <a:srgbClr val="00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83130" y="814624"/>
            <a:ext cx="81280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Data (Feature Vectors)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65500" y="1787591"/>
            <a:ext cx="10840642" cy="4990634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592" y="2598319"/>
            <a:ext cx="2946329" cy="544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65835" y="2571738"/>
            <a:ext cx="3382333" cy="544916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57748" y="2199600"/>
            <a:ext cx="3217180" cy="817374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757" y="2608908"/>
            <a:ext cx="3556000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 of </a:t>
            </a:r>
            <a:pPr algn="ctr" indent="0" marL="0">
              <a:buNone/>
            </a:pPr>
            <a:r>
              <a:rPr lang="en-US" sz="148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Input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459757" y="2834849"/>
            <a:ext cx="3556000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</a:t>
            </a:r>
            <a:pPr algn="ctr" indent="0" marL="0">
              <a:buNone/>
            </a:pPr>
            <a:r>
              <a:rPr lang="en-US" sz="14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(Using one filter)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3885365" y="2603350"/>
            <a:ext cx="4064000" cy="29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Vectors of </a:t>
            </a:r>
            <a:pPr algn="ctr" indent="0" marL="0">
              <a:buNone/>
            </a:pPr>
            <a:r>
              <a:rPr lang="en-US" sz="145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Input Sample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85365" y="2821961"/>
            <a:ext cx="406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(Using 4 filters)  </a:t>
            </a:r>
            <a:pPr algn="ctr" indent="0" marL="0">
              <a:buNone/>
            </a:pPr>
            <a:r>
              <a:rPr lang="en-US" sz="153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[ 4 Channels]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8144652" y="2239267"/>
            <a:ext cx="3302000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Vectors of :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8144652" y="2455220"/>
            <a:ext cx="3556000" cy="31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66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 Input Samples  </a:t>
            </a:r>
            <a:pPr algn="l" indent="0" marL="0">
              <a:buNone/>
            </a:pPr>
            <a:r>
              <a:rPr lang="en-US" sz="154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[mini-Batch]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8144652" y="2674515"/>
            <a:ext cx="3556000" cy="31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4 filters </a:t>
            </a:r>
            <a:pPr algn="l" indent="0" marL="0">
              <a:buNone/>
            </a:pPr>
            <a:r>
              <a:rPr lang="en-US" sz="154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[ 4 Channels]</a:t>
            </a:r>
            <a:endParaRPr lang="en-US" sz="1540" dirty="0"/>
          </a:p>
        </p:txBody>
      </p:sp>
      <p:sp>
        <p:nvSpPr>
          <p:cNvPr id="17" name="Shape 15"/>
          <p:cNvSpPr/>
          <p:nvPr/>
        </p:nvSpPr>
        <p:spPr>
          <a:xfrm>
            <a:off x="922703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8" name="Shape 16"/>
          <p:cNvSpPr/>
          <p:nvPr/>
        </p:nvSpPr>
        <p:spPr>
          <a:xfrm>
            <a:off x="963724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4745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57661" y="31094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1" name="Shape 19"/>
          <p:cNvSpPr/>
          <p:nvPr/>
        </p:nvSpPr>
        <p:spPr>
          <a:xfrm>
            <a:off x="922703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2" name="Shape 20"/>
          <p:cNvSpPr/>
          <p:nvPr/>
        </p:nvSpPr>
        <p:spPr>
          <a:xfrm>
            <a:off x="963724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4745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57661" y="35285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5" name="Shape 23"/>
          <p:cNvSpPr/>
          <p:nvPr/>
        </p:nvSpPr>
        <p:spPr>
          <a:xfrm>
            <a:off x="922703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6" name="Shape 24"/>
          <p:cNvSpPr/>
          <p:nvPr/>
        </p:nvSpPr>
        <p:spPr>
          <a:xfrm>
            <a:off x="963724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4745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57661" y="39476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9" name="Shape 27"/>
          <p:cNvSpPr/>
          <p:nvPr/>
        </p:nvSpPr>
        <p:spPr>
          <a:xfrm>
            <a:off x="922703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0" name="Shape 28"/>
          <p:cNvSpPr/>
          <p:nvPr/>
        </p:nvSpPr>
        <p:spPr>
          <a:xfrm>
            <a:off x="963724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4745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57661" y="43667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" name="Shape 31"/>
          <p:cNvSpPr/>
          <p:nvPr/>
        </p:nvSpPr>
        <p:spPr>
          <a:xfrm>
            <a:off x="922703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4" name="Shape 32"/>
          <p:cNvSpPr/>
          <p:nvPr/>
        </p:nvSpPr>
        <p:spPr>
          <a:xfrm>
            <a:off x="963724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4745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57661" y="4785876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7" name="Shape 35"/>
          <p:cNvSpPr/>
          <p:nvPr/>
        </p:nvSpPr>
        <p:spPr>
          <a:xfrm>
            <a:off x="962708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3729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4750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57711" y="31094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1" name="Shape 39"/>
          <p:cNvSpPr/>
          <p:nvPr/>
        </p:nvSpPr>
        <p:spPr>
          <a:xfrm>
            <a:off x="962708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3729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4750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4" name="Shape 42"/>
          <p:cNvSpPr/>
          <p:nvPr/>
        </p:nvSpPr>
        <p:spPr>
          <a:xfrm>
            <a:off x="10857711" y="35285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5" name="Shape 43"/>
          <p:cNvSpPr/>
          <p:nvPr/>
        </p:nvSpPr>
        <p:spPr>
          <a:xfrm>
            <a:off x="962708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6" name="Shape 44"/>
          <p:cNvSpPr/>
          <p:nvPr/>
        </p:nvSpPr>
        <p:spPr>
          <a:xfrm>
            <a:off x="1003729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4750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8" name="Shape 46"/>
          <p:cNvSpPr/>
          <p:nvPr/>
        </p:nvSpPr>
        <p:spPr>
          <a:xfrm>
            <a:off x="10857711" y="39476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9" name="Shape 47"/>
          <p:cNvSpPr/>
          <p:nvPr/>
        </p:nvSpPr>
        <p:spPr>
          <a:xfrm>
            <a:off x="962708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0" name="Shape 48"/>
          <p:cNvSpPr/>
          <p:nvPr/>
        </p:nvSpPr>
        <p:spPr>
          <a:xfrm>
            <a:off x="1003729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1" name="Shape 49"/>
          <p:cNvSpPr/>
          <p:nvPr/>
        </p:nvSpPr>
        <p:spPr>
          <a:xfrm>
            <a:off x="1044750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2" name="Shape 50"/>
          <p:cNvSpPr/>
          <p:nvPr/>
        </p:nvSpPr>
        <p:spPr>
          <a:xfrm>
            <a:off x="10857711" y="43667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3" name="Shape 51"/>
          <p:cNvSpPr/>
          <p:nvPr/>
        </p:nvSpPr>
        <p:spPr>
          <a:xfrm>
            <a:off x="962708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4" name="Shape 52"/>
          <p:cNvSpPr/>
          <p:nvPr/>
        </p:nvSpPr>
        <p:spPr>
          <a:xfrm>
            <a:off x="1003729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5" name="Shape 53"/>
          <p:cNvSpPr/>
          <p:nvPr/>
        </p:nvSpPr>
        <p:spPr>
          <a:xfrm>
            <a:off x="1044750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57711" y="4785876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57" name="Shape 55"/>
          <p:cNvSpPr/>
          <p:nvPr/>
        </p:nvSpPr>
        <p:spPr>
          <a:xfrm>
            <a:off x="922703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3724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4745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457661" y="32694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2703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3724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04745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57661" y="36885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22703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3724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04745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57661" y="41076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2703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3724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4745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457661" y="45267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22703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3724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4745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457661" y="4945896"/>
            <a:ext cx="400050" cy="359410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02884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8" name="Shape 76"/>
          <p:cNvSpPr/>
          <p:nvPr/>
        </p:nvSpPr>
        <p:spPr>
          <a:xfrm>
            <a:off x="943905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9" name="Shape 77"/>
          <p:cNvSpPr/>
          <p:nvPr/>
        </p:nvSpPr>
        <p:spPr>
          <a:xfrm>
            <a:off x="984926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0" name="Shape 78"/>
          <p:cNvSpPr/>
          <p:nvPr/>
        </p:nvSpPr>
        <p:spPr>
          <a:xfrm>
            <a:off x="10259477" y="33487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1" name="Shape 79"/>
          <p:cNvSpPr/>
          <p:nvPr/>
        </p:nvSpPr>
        <p:spPr>
          <a:xfrm>
            <a:off x="902884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2" name="Shape 80"/>
          <p:cNvSpPr/>
          <p:nvPr/>
        </p:nvSpPr>
        <p:spPr>
          <a:xfrm>
            <a:off x="943905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3" name="Shape 81"/>
          <p:cNvSpPr/>
          <p:nvPr/>
        </p:nvSpPr>
        <p:spPr>
          <a:xfrm>
            <a:off x="984926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4" name="Shape 82"/>
          <p:cNvSpPr/>
          <p:nvPr/>
        </p:nvSpPr>
        <p:spPr>
          <a:xfrm>
            <a:off x="10259477" y="37678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5" name="Shape 83"/>
          <p:cNvSpPr/>
          <p:nvPr/>
        </p:nvSpPr>
        <p:spPr>
          <a:xfrm>
            <a:off x="902884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6" name="Shape 84"/>
          <p:cNvSpPr/>
          <p:nvPr/>
        </p:nvSpPr>
        <p:spPr>
          <a:xfrm>
            <a:off x="943905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7" name="Shape 85"/>
          <p:cNvSpPr/>
          <p:nvPr/>
        </p:nvSpPr>
        <p:spPr>
          <a:xfrm>
            <a:off x="984926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8" name="Shape 86"/>
          <p:cNvSpPr/>
          <p:nvPr/>
        </p:nvSpPr>
        <p:spPr>
          <a:xfrm>
            <a:off x="10259477" y="41869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9" name="Shape 87"/>
          <p:cNvSpPr/>
          <p:nvPr/>
        </p:nvSpPr>
        <p:spPr>
          <a:xfrm>
            <a:off x="902884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0" name="Shape 88"/>
          <p:cNvSpPr/>
          <p:nvPr/>
        </p:nvSpPr>
        <p:spPr>
          <a:xfrm>
            <a:off x="943905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1" name="Shape 89"/>
          <p:cNvSpPr/>
          <p:nvPr/>
        </p:nvSpPr>
        <p:spPr>
          <a:xfrm>
            <a:off x="984926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2" name="Shape 90"/>
          <p:cNvSpPr/>
          <p:nvPr/>
        </p:nvSpPr>
        <p:spPr>
          <a:xfrm>
            <a:off x="10259477" y="46060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3" name="Shape 91"/>
          <p:cNvSpPr/>
          <p:nvPr/>
        </p:nvSpPr>
        <p:spPr>
          <a:xfrm>
            <a:off x="902884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4" name="Shape 92"/>
          <p:cNvSpPr/>
          <p:nvPr/>
        </p:nvSpPr>
        <p:spPr>
          <a:xfrm>
            <a:off x="943905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5" name="Shape 93"/>
          <p:cNvSpPr/>
          <p:nvPr/>
        </p:nvSpPr>
        <p:spPr>
          <a:xfrm>
            <a:off x="984926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6" name="Shape 94"/>
          <p:cNvSpPr/>
          <p:nvPr/>
        </p:nvSpPr>
        <p:spPr>
          <a:xfrm>
            <a:off x="10259477" y="5025108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7" name="Shape 95"/>
          <p:cNvSpPr/>
          <p:nvPr/>
        </p:nvSpPr>
        <p:spPr>
          <a:xfrm>
            <a:off x="942889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8" name="Shape 96"/>
          <p:cNvSpPr/>
          <p:nvPr/>
        </p:nvSpPr>
        <p:spPr>
          <a:xfrm>
            <a:off x="983910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9" name="Shape 97"/>
          <p:cNvSpPr/>
          <p:nvPr/>
        </p:nvSpPr>
        <p:spPr>
          <a:xfrm>
            <a:off x="1024931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659527" y="33487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1" name="Shape 99"/>
          <p:cNvSpPr/>
          <p:nvPr/>
        </p:nvSpPr>
        <p:spPr>
          <a:xfrm>
            <a:off x="942889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83910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4931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659527" y="37678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42889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83910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4931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659527" y="41869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42889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83910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24931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659527" y="46060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42889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83910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24931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659527" y="5025108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02884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43905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84926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259477" y="35087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02884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43905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84926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259477" y="39278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02884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43905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84926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259477" y="43469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02884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43905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84926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259477" y="47660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02884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43905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84926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59477" y="5185128"/>
            <a:ext cx="400050" cy="359410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75139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16160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57181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982020" y="35879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75139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16160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57181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982020" y="40070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875139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916160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57181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9982020" y="44261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875139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16160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57181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9982020" y="48452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875139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16160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957181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9982020" y="5264339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15144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56165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997186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382070" y="35879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15144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56165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97186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382070" y="40070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915144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56165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97186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0382070" y="44261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15144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56165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997186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382070" y="48452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915144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956165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997186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0382070" y="5264339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75139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16160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57181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982020" y="37479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75139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16160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57181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982020" y="41670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75139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16160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57181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982020" y="45861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75139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16160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57181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982020" y="50052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75139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16160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57181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982020" y="5424359"/>
            <a:ext cx="400050" cy="359410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53999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8" name="Shape 196"/>
          <p:cNvSpPr/>
          <p:nvPr/>
        </p:nvSpPr>
        <p:spPr>
          <a:xfrm>
            <a:off x="895020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9" name="Shape 197"/>
          <p:cNvSpPr/>
          <p:nvPr/>
        </p:nvSpPr>
        <p:spPr>
          <a:xfrm>
            <a:off x="936041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0" name="Shape 198"/>
          <p:cNvSpPr/>
          <p:nvPr/>
        </p:nvSpPr>
        <p:spPr>
          <a:xfrm>
            <a:off x="9770625" y="38271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1" name="Shape 199"/>
          <p:cNvSpPr/>
          <p:nvPr/>
        </p:nvSpPr>
        <p:spPr>
          <a:xfrm>
            <a:off x="853999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2" name="Shape 200"/>
          <p:cNvSpPr/>
          <p:nvPr/>
        </p:nvSpPr>
        <p:spPr>
          <a:xfrm>
            <a:off x="895020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936041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9770625" y="42462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5" name="Shape 203"/>
          <p:cNvSpPr/>
          <p:nvPr/>
        </p:nvSpPr>
        <p:spPr>
          <a:xfrm>
            <a:off x="853999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6" name="Shape 204"/>
          <p:cNvSpPr/>
          <p:nvPr/>
        </p:nvSpPr>
        <p:spPr>
          <a:xfrm>
            <a:off x="895020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7" name="Shape 205"/>
          <p:cNvSpPr/>
          <p:nvPr/>
        </p:nvSpPr>
        <p:spPr>
          <a:xfrm>
            <a:off x="936041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8" name="Shape 206"/>
          <p:cNvSpPr/>
          <p:nvPr/>
        </p:nvSpPr>
        <p:spPr>
          <a:xfrm>
            <a:off x="9770625" y="46653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9" name="Shape 207"/>
          <p:cNvSpPr/>
          <p:nvPr/>
        </p:nvSpPr>
        <p:spPr>
          <a:xfrm>
            <a:off x="853999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0" name="Shape 208"/>
          <p:cNvSpPr/>
          <p:nvPr/>
        </p:nvSpPr>
        <p:spPr>
          <a:xfrm>
            <a:off x="895020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1" name="Shape 209"/>
          <p:cNvSpPr/>
          <p:nvPr/>
        </p:nvSpPr>
        <p:spPr>
          <a:xfrm>
            <a:off x="936041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2" name="Shape 210"/>
          <p:cNvSpPr/>
          <p:nvPr/>
        </p:nvSpPr>
        <p:spPr>
          <a:xfrm>
            <a:off x="9770625" y="50844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3" name="Shape 211"/>
          <p:cNvSpPr/>
          <p:nvPr/>
        </p:nvSpPr>
        <p:spPr>
          <a:xfrm>
            <a:off x="853999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4" name="Shape 212"/>
          <p:cNvSpPr/>
          <p:nvPr/>
        </p:nvSpPr>
        <p:spPr>
          <a:xfrm>
            <a:off x="895020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936041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6" name="Shape 214"/>
          <p:cNvSpPr/>
          <p:nvPr/>
        </p:nvSpPr>
        <p:spPr>
          <a:xfrm>
            <a:off x="9770625" y="5503571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17" name="Shape 215"/>
          <p:cNvSpPr/>
          <p:nvPr/>
        </p:nvSpPr>
        <p:spPr>
          <a:xfrm>
            <a:off x="894004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35025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9" name="Shape 217"/>
          <p:cNvSpPr/>
          <p:nvPr/>
        </p:nvSpPr>
        <p:spPr>
          <a:xfrm>
            <a:off x="976046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0170675" y="38271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894004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2" name="Shape 220"/>
          <p:cNvSpPr/>
          <p:nvPr/>
        </p:nvSpPr>
        <p:spPr>
          <a:xfrm>
            <a:off x="935025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3" name="Shape 221"/>
          <p:cNvSpPr/>
          <p:nvPr/>
        </p:nvSpPr>
        <p:spPr>
          <a:xfrm>
            <a:off x="976046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4" name="Shape 222"/>
          <p:cNvSpPr/>
          <p:nvPr/>
        </p:nvSpPr>
        <p:spPr>
          <a:xfrm>
            <a:off x="10170675" y="42462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5" name="Shape 223"/>
          <p:cNvSpPr/>
          <p:nvPr/>
        </p:nvSpPr>
        <p:spPr>
          <a:xfrm>
            <a:off x="894004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6" name="Shape 224"/>
          <p:cNvSpPr/>
          <p:nvPr/>
        </p:nvSpPr>
        <p:spPr>
          <a:xfrm>
            <a:off x="935025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7" name="Shape 225"/>
          <p:cNvSpPr/>
          <p:nvPr/>
        </p:nvSpPr>
        <p:spPr>
          <a:xfrm>
            <a:off x="976046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8" name="Shape 226"/>
          <p:cNvSpPr/>
          <p:nvPr/>
        </p:nvSpPr>
        <p:spPr>
          <a:xfrm>
            <a:off x="10170675" y="46653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9" name="Shape 227"/>
          <p:cNvSpPr/>
          <p:nvPr/>
        </p:nvSpPr>
        <p:spPr>
          <a:xfrm>
            <a:off x="894004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0" name="Shape 228"/>
          <p:cNvSpPr/>
          <p:nvPr/>
        </p:nvSpPr>
        <p:spPr>
          <a:xfrm>
            <a:off x="935025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1" name="Shape 229"/>
          <p:cNvSpPr/>
          <p:nvPr/>
        </p:nvSpPr>
        <p:spPr>
          <a:xfrm>
            <a:off x="976046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2" name="Shape 230"/>
          <p:cNvSpPr/>
          <p:nvPr/>
        </p:nvSpPr>
        <p:spPr>
          <a:xfrm>
            <a:off x="10170675" y="50844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3" name="Shape 231"/>
          <p:cNvSpPr/>
          <p:nvPr/>
        </p:nvSpPr>
        <p:spPr>
          <a:xfrm>
            <a:off x="894004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4" name="Shape 232"/>
          <p:cNvSpPr/>
          <p:nvPr/>
        </p:nvSpPr>
        <p:spPr>
          <a:xfrm>
            <a:off x="935025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5" name="Shape 233"/>
          <p:cNvSpPr/>
          <p:nvPr/>
        </p:nvSpPr>
        <p:spPr>
          <a:xfrm>
            <a:off x="976046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6" name="Shape 234"/>
          <p:cNvSpPr/>
          <p:nvPr/>
        </p:nvSpPr>
        <p:spPr>
          <a:xfrm>
            <a:off x="10170675" y="5503571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37" name="Shape 235"/>
          <p:cNvSpPr/>
          <p:nvPr/>
        </p:nvSpPr>
        <p:spPr>
          <a:xfrm>
            <a:off x="853999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95020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36041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770625" y="39871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53999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5020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36041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770625" y="44062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53999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5020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36041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770625" y="48253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53999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895020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36041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770625" y="52444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53999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95020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36041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770625" y="5663591"/>
            <a:ext cx="40005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38144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8" name="Shape 256"/>
          <p:cNvSpPr/>
          <p:nvPr/>
        </p:nvSpPr>
        <p:spPr>
          <a:xfrm>
            <a:off x="879165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9" name="Shape 257"/>
          <p:cNvSpPr/>
          <p:nvPr/>
        </p:nvSpPr>
        <p:spPr>
          <a:xfrm>
            <a:off x="920186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0" name="Shape 258"/>
          <p:cNvSpPr/>
          <p:nvPr/>
        </p:nvSpPr>
        <p:spPr>
          <a:xfrm>
            <a:off x="9612078" y="40664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1" name="Shape 259"/>
          <p:cNvSpPr/>
          <p:nvPr/>
        </p:nvSpPr>
        <p:spPr>
          <a:xfrm>
            <a:off x="838144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2" name="Shape 260"/>
          <p:cNvSpPr/>
          <p:nvPr/>
        </p:nvSpPr>
        <p:spPr>
          <a:xfrm>
            <a:off x="879165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3" name="Shape 261"/>
          <p:cNvSpPr/>
          <p:nvPr/>
        </p:nvSpPr>
        <p:spPr>
          <a:xfrm>
            <a:off x="920186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4" name="Shape 262"/>
          <p:cNvSpPr/>
          <p:nvPr/>
        </p:nvSpPr>
        <p:spPr>
          <a:xfrm>
            <a:off x="9612078" y="44855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5" name="Shape 263"/>
          <p:cNvSpPr/>
          <p:nvPr/>
        </p:nvSpPr>
        <p:spPr>
          <a:xfrm>
            <a:off x="838144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6" name="Shape 264"/>
          <p:cNvSpPr/>
          <p:nvPr/>
        </p:nvSpPr>
        <p:spPr>
          <a:xfrm>
            <a:off x="879165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7" name="Shape 265"/>
          <p:cNvSpPr/>
          <p:nvPr/>
        </p:nvSpPr>
        <p:spPr>
          <a:xfrm>
            <a:off x="920186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8" name="Shape 266"/>
          <p:cNvSpPr/>
          <p:nvPr/>
        </p:nvSpPr>
        <p:spPr>
          <a:xfrm>
            <a:off x="9612078" y="49046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9" name="Shape 267"/>
          <p:cNvSpPr/>
          <p:nvPr/>
        </p:nvSpPr>
        <p:spPr>
          <a:xfrm>
            <a:off x="838144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0" name="Shape 268"/>
          <p:cNvSpPr/>
          <p:nvPr/>
        </p:nvSpPr>
        <p:spPr>
          <a:xfrm>
            <a:off x="879165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1" name="Shape 269"/>
          <p:cNvSpPr/>
          <p:nvPr/>
        </p:nvSpPr>
        <p:spPr>
          <a:xfrm>
            <a:off x="920186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2" name="Shape 270"/>
          <p:cNvSpPr/>
          <p:nvPr/>
        </p:nvSpPr>
        <p:spPr>
          <a:xfrm>
            <a:off x="9612078" y="53237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3" name="Shape 271"/>
          <p:cNvSpPr/>
          <p:nvPr/>
        </p:nvSpPr>
        <p:spPr>
          <a:xfrm>
            <a:off x="838144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4" name="Shape 272"/>
          <p:cNvSpPr/>
          <p:nvPr/>
        </p:nvSpPr>
        <p:spPr>
          <a:xfrm>
            <a:off x="879165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5" name="Shape 273"/>
          <p:cNvSpPr/>
          <p:nvPr/>
        </p:nvSpPr>
        <p:spPr>
          <a:xfrm>
            <a:off x="920186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612078" y="5742802"/>
            <a:ext cx="558800" cy="160020"/>
          </a:xfrm>
          <a:custGeom>
            <a:avLst/>
            <a:gdLst/>
            <a:ahLst/>
            <a:cxnLst/>
            <a:rect l="l" t="t" r="r" b="b"/>
            <a:pathLst>
              <a:path w="558800" h="160020">
                <a:moveTo>
                  <a:pt x="0" y="160020"/>
                </a:moveTo>
                <a:lnTo>
                  <a:pt x="400050" y="160020"/>
                </a:lnTo>
                <a:lnTo>
                  <a:pt x="558800" y="0"/>
                </a:lnTo>
                <a:lnTo>
                  <a:pt x="158750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77" name="Shape 275"/>
          <p:cNvSpPr/>
          <p:nvPr/>
        </p:nvSpPr>
        <p:spPr>
          <a:xfrm>
            <a:off x="878149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8" name="Shape 276"/>
          <p:cNvSpPr/>
          <p:nvPr/>
        </p:nvSpPr>
        <p:spPr>
          <a:xfrm>
            <a:off x="919170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9" name="Shape 277"/>
          <p:cNvSpPr/>
          <p:nvPr/>
        </p:nvSpPr>
        <p:spPr>
          <a:xfrm>
            <a:off x="960191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0" name="Shape 278"/>
          <p:cNvSpPr/>
          <p:nvPr/>
        </p:nvSpPr>
        <p:spPr>
          <a:xfrm>
            <a:off x="10012128" y="40664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1" name="Shape 279"/>
          <p:cNvSpPr/>
          <p:nvPr/>
        </p:nvSpPr>
        <p:spPr>
          <a:xfrm>
            <a:off x="878149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2" name="Shape 280"/>
          <p:cNvSpPr/>
          <p:nvPr/>
        </p:nvSpPr>
        <p:spPr>
          <a:xfrm>
            <a:off x="919170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3" name="Shape 281"/>
          <p:cNvSpPr/>
          <p:nvPr/>
        </p:nvSpPr>
        <p:spPr>
          <a:xfrm>
            <a:off x="960191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4" name="Shape 282"/>
          <p:cNvSpPr/>
          <p:nvPr/>
        </p:nvSpPr>
        <p:spPr>
          <a:xfrm>
            <a:off x="10012128" y="44855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5" name="Shape 283"/>
          <p:cNvSpPr/>
          <p:nvPr/>
        </p:nvSpPr>
        <p:spPr>
          <a:xfrm>
            <a:off x="878149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6" name="Shape 284"/>
          <p:cNvSpPr/>
          <p:nvPr/>
        </p:nvSpPr>
        <p:spPr>
          <a:xfrm>
            <a:off x="919170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7" name="Shape 285"/>
          <p:cNvSpPr/>
          <p:nvPr/>
        </p:nvSpPr>
        <p:spPr>
          <a:xfrm>
            <a:off x="960191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8" name="Shape 286"/>
          <p:cNvSpPr/>
          <p:nvPr/>
        </p:nvSpPr>
        <p:spPr>
          <a:xfrm>
            <a:off x="10012128" y="49046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9" name="Shape 287"/>
          <p:cNvSpPr/>
          <p:nvPr/>
        </p:nvSpPr>
        <p:spPr>
          <a:xfrm>
            <a:off x="878149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0" name="Shape 288"/>
          <p:cNvSpPr/>
          <p:nvPr/>
        </p:nvSpPr>
        <p:spPr>
          <a:xfrm>
            <a:off x="919170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1" name="Shape 289"/>
          <p:cNvSpPr/>
          <p:nvPr/>
        </p:nvSpPr>
        <p:spPr>
          <a:xfrm>
            <a:off x="960191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2" name="Shape 290"/>
          <p:cNvSpPr/>
          <p:nvPr/>
        </p:nvSpPr>
        <p:spPr>
          <a:xfrm>
            <a:off x="10012128" y="53237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3" name="Shape 291"/>
          <p:cNvSpPr/>
          <p:nvPr/>
        </p:nvSpPr>
        <p:spPr>
          <a:xfrm>
            <a:off x="878149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4" name="Shape 292"/>
          <p:cNvSpPr/>
          <p:nvPr/>
        </p:nvSpPr>
        <p:spPr>
          <a:xfrm>
            <a:off x="919170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5" name="Shape 293"/>
          <p:cNvSpPr/>
          <p:nvPr/>
        </p:nvSpPr>
        <p:spPr>
          <a:xfrm>
            <a:off x="960191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6" name="Shape 294"/>
          <p:cNvSpPr/>
          <p:nvPr/>
        </p:nvSpPr>
        <p:spPr>
          <a:xfrm>
            <a:off x="10012128" y="5742802"/>
            <a:ext cx="158750" cy="519430"/>
          </a:xfrm>
          <a:custGeom>
            <a:avLst/>
            <a:gdLst/>
            <a:ahLst/>
            <a:cxnLst/>
            <a:rect l="l" t="t" r="r" b="b"/>
            <a:pathLst>
              <a:path w="158750" h="519430">
                <a:moveTo>
                  <a:pt x="0" y="160020"/>
                </a:moveTo>
                <a:lnTo>
                  <a:pt x="158750" y="0"/>
                </a:lnTo>
                <a:lnTo>
                  <a:pt x="158750" y="359410"/>
                </a:lnTo>
                <a:lnTo>
                  <a:pt x="0" y="51943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97" name="Shape 295"/>
          <p:cNvSpPr/>
          <p:nvPr/>
        </p:nvSpPr>
        <p:spPr>
          <a:xfrm>
            <a:off x="838144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879165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20186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612078" y="42264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838144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879165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20186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612078" y="46455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838144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879165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20186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612078" y="50646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838144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879165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20186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612078" y="54837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38144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879165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20186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612078" y="5902822"/>
            <a:ext cx="400050" cy="359410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999937" y="349481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18" name="Shape 316"/>
          <p:cNvSpPr/>
          <p:nvPr/>
        </p:nvSpPr>
        <p:spPr>
          <a:xfrm>
            <a:off x="1999937" y="391264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19" name="Shape 317"/>
          <p:cNvSpPr/>
          <p:nvPr/>
        </p:nvSpPr>
        <p:spPr>
          <a:xfrm>
            <a:off x="1999937" y="433047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20" name="Shape 318"/>
          <p:cNvSpPr/>
          <p:nvPr/>
        </p:nvSpPr>
        <p:spPr>
          <a:xfrm>
            <a:off x="1999937" y="474830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21" name="Shape 319"/>
          <p:cNvSpPr/>
          <p:nvPr/>
        </p:nvSpPr>
        <p:spPr>
          <a:xfrm>
            <a:off x="1999937" y="5166136"/>
            <a:ext cx="543560" cy="186690"/>
          </a:xfrm>
          <a:custGeom>
            <a:avLst/>
            <a:gdLst/>
            <a:ahLst/>
            <a:cxnLst/>
            <a:rect l="l" t="t" r="r" b="b"/>
            <a:pathLst>
              <a:path w="543560" h="186690">
                <a:moveTo>
                  <a:pt x="0" y="186690"/>
                </a:moveTo>
                <a:lnTo>
                  <a:pt x="397510" y="186690"/>
                </a:lnTo>
                <a:lnTo>
                  <a:pt x="543560" y="0"/>
                </a:lnTo>
                <a:lnTo>
                  <a:pt x="1460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22" name="Shape 320"/>
          <p:cNvSpPr/>
          <p:nvPr/>
        </p:nvSpPr>
        <p:spPr>
          <a:xfrm>
            <a:off x="2397447" y="349481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3" name="Shape 321"/>
          <p:cNvSpPr/>
          <p:nvPr/>
        </p:nvSpPr>
        <p:spPr>
          <a:xfrm>
            <a:off x="2397447" y="391264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4" name="Shape 322"/>
          <p:cNvSpPr/>
          <p:nvPr/>
        </p:nvSpPr>
        <p:spPr>
          <a:xfrm>
            <a:off x="2397447" y="433047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5" name="Shape 323"/>
          <p:cNvSpPr/>
          <p:nvPr/>
        </p:nvSpPr>
        <p:spPr>
          <a:xfrm>
            <a:off x="2397447" y="474830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6" name="Shape 324"/>
          <p:cNvSpPr/>
          <p:nvPr/>
        </p:nvSpPr>
        <p:spPr>
          <a:xfrm>
            <a:off x="2397447" y="5166136"/>
            <a:ext cx="146050" cy="546100"/>
          </a:xfrm>
          <a:custGeom>
            <a:avLst/>
            <a:gdLst/>
            <a:ahLst/>
            <a:cxnLst/>
            <a:rect l="l" t="t" r="r" b="b"/>
            <a:pathLst>
              <a:path w="146050" h="546100">
                <a:moveTo>
                  <a:pt x="0" y="186690"/>
                </a:moveTo>
                <a:lnTo>
                  <a:pt x="146050" y="0"/>
                </a:lnTo>
                <a:lnTo>
                  <a:pt x="1460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27" name="Shape 325"/>
          <p:cNvSpPr/>
          <p:nvPr/>
        </p:nvSpPr>
        <p:spPr>
          <a:xfrm>
            <a:off x="1999937" y="368150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999937" y="409933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999937" y="451716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999937" y="493499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999937" y="5352826"/>
            <a:ext cx="39751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477450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3" name="Shape 331"/>
          <p:cNvSpPr/>
          <p:nvPr/>
        </p:nvSpPr>
        <p:spPr>
          <a:xfrm>
            <a:off x="517963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4" name="Shape 332"/>
          <p:cNvSpPr/>
          <p:nvPr/>
        </p:nvSpPr>
        <p:spPr>
          <a:xfrm>
            <a:off x="558476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5" name="Shape 333"/>
          <p:cNvSpPr/>
          <p:nvPr/>
        </p:nvSpPr>
        <p:spPr>
          <a:xfrm>
            <a:off x="5989897" y="33884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6" name="Shape 334"/>
          <p:cNvSpPr/>
          <p:nvPr/>
        </p:nvSpPr>
        <p:spPr>
          <a:xfrm>
            <a:off x="477450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7" name="Shape 335"/>
          <p:cNvSpPr/>
          <p:nvPr/>
        </p:nvSpPr>
        <p:spPr>
          <a:xfrm>
            <a:off x="517963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8" name="Shape 336"/>
          <p:cNvSpPr/>
          <p:nvPr/>
        </p:nvSpPr>
        <p:spPr>
          <a:xfrm>
            <a:off x="558476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9" name="Shape 337"/>
          <p:cNvSpPr/>
          <p:nvPr/>
        </p:nvSpPr>
        <p:spPr>
          <a:xfrm>
            <a:off x="5989897" y="38075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0" name="Shape 338"/>
          <p:cNvSpPr/>
          <p:nvPr/>
        </p:nvSpPr>
        <p:spPr>
          <a:xfrm>
            <a:off x="477450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1" name="Shape 339"/>
          <p:cNvSpPr/>
          <p:nvPr/>
        </p:nvSpPr>
        <p:spPr>
          <a:xfrm>
            <a:off x="517963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2" name="Shape 340"/>
          <p:cNvSpPr/>
          <p:nvPr/>
        </p:nvSpPr>
        <p:spPr>
          <a:xfrm>
            <a:off x="558476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3" name="Shape 341"/>
          <p:cNvSpPr/>
          <p:nvPr/>
        </p:nvSpPr>
        <p:spPr>
          <a:xfrm>
            <a:off x="5989897" y="42266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4" name="Shape 342"/>
          <p:cNvSpPr/>
          <p:nvPr/>
        </p:nvSpPr>
        <p:spPr>
          <a:xfrm>
            <a:off x="477450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5" name="Shape 343"/>
          <p:cNvSpPr/>
          <p:nvPr/>
        </p:nvSpPr>
        <p:spPr>
          <a:xfrm>
            <a:off x="517963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6" name="Shape 344"/>
          <p:cNvSpPr/>
          <p:nvPr/>
        </p:nvSpPr>
        <p:spPr>
          <a:xfrm>
            <a:off x="558476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7" name="Shape 345"/>
          <p:cNvSpPr/>
          <p:nvPr/>
        </p:nvSpPr>
        <p:spPr>
          <a:xfrm>
            <a:off x="5989897" y="46457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8" name="Shape 346"/>
          <p:cNvSpPr/>
          <p:nvPr/>
        </p:nvSpPr>
        <p:spPr>
          <a:xfrm>
            <a:off x="477450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49" name="Shape 347"/>
          <p:cNvSpPr/>
          <p:nvPr/>
        </p:nvSpPr>
        <p:spPr>
          <a:xfrm>
            <a:off x="517963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50" name="Shape 348"/>
          <p:cNvSpPr/>
          <p:nvPr/>
        </p:nvSpPr>
        <p:spPr>
          <a:xfrm>
            <a:off x="558476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51" name="Shape 349"/>
          <p:cNvSpPr/>
          <p:nvPr/>
        </p:nvSpPr>
        <p:spPr>
          <a:xfrm>
            <a:off x="5989897" y="5064891"/>
            <a:ext cx="528320" cy="186690"/>
          </a:xfrm>
          <a:custGeom>
            <a:avLst/>
            <a:gdLst/>
            <a:ahLst/>
            <a:cxnLst/>
            <a:rect l="l" t="t" r="r" b="b"/>
            <a:pathLst>
              <a:path w="528320" h="186690">
                <a:moveTo>
                  <a:pt x="0" y="186690"/>
                </a:moveTo>
                <a:lnTo>
                  <a:pt x="356870" y="186690"/>
                </a:lnTo>
                <a:lnTo>
                  <a:pt x="528320" y="0"/>
                </a:lnTo>
                <a:lnTo>
                  <a:pt x="171450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52" name="Shape 350"/>
          <p:cNvSpPr/>
          <p:nvPr/>
        </p:nvSpPr>
        <p:spPr>
          <a:xfrm>
            <a:off x="513137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3" name="Shape 351"/>
          <p:cNvSpPr/>
          <p:nvPr/>
        </p:nvSpPr>
        <p:spPr>
          <a:xfrm>
            <a:off x="553650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4" name="Shape 352"/>
          <p:cNvSpPr/>
          <p:nvPr/>
        </p:nvSpPr>
        <p:spPr>
          <a:xfrm>
            <a:off x="594163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5" name="Shape 353"/>
          <p:cNvSpPr/>
          <p:nvPr/>
        </p:nvSpPr>
        <p:spPr>
          <a:xfrm>
            <a:off x="6346767" y="33884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6" name="Shape 354"/>
          <p:cNvSpPr/>
          <p:nvPr/>
        </p:nvSpPr>
        <p:spPr>
          <a:xfrm>
            <a:off x="513137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7" name="Shape 355"/>
          <p:cNvSpPr/>
          <p:nvPr/>
        </p:nvSpPr>
        <p:spPr>
          <a:xfrm>
            <a:off x="553650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8" name="Shape 356"/>
          <p:cNvSpPr/>
          <p:nvPr/>
        </p:nvSpPr>
        <p:spPr>
          <a:xfrm>
            <a:off x="594163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9" name="Shape 357"/>
          <p:cNvSpPr/>
          <p:nvPr/>
        </p:nvSpPr>
        <p:spPr>
          <a:xfrm>
            <a:off x="6346767" y="38075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0" name="Shape 358"/>
          <p:cNvSpPr/>
          <p:nvPr/>
        </p:nvSpPr>
        <p:spPr>
          <a:xfrm>
            <a:off x="513137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1" name="Shape 359"/>
          <p:cNvSpPr/>
          <p:nvPr/>
        </p:nvSpPr>
        <p:spPr>
          <a:xfrm>
            <a:off x="553650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2" name="Shape 360"/>
          <p:cNvSpPr/>
          <p:nvPr/>
        </p:nvSpPr>
        <p:spPr>
          <a:xfrm>
            <a:off x="594163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3" name="Shape 361"/>
          <p:cNvSpPr/>
          <p:nvPr/>
        </p:nvSpPr>
        <p:spPr>
          <a:xfrm>
            <a:off x="6346767" y="42266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4" name="Shape 362"/>
          <p:cNvSpPr/>
          <p:nvPr/>
        </p:nvSpPr>
        <p:spPr>
          <a:xfrm>
            <a:off x="513137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5" name="Shape 363"/>
          <p:cNvSpPr/>
          <p:nvPr/>
        </p:nvSpPr>
        <p:spPr>
          <a:xfrm>
            <a:off x="553650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6" name="Shape 364"/>
          <p:cNvSpPr/>
          <p:nvPr/>
        </p:nvSpPr>
        <p:spPr>
          <a:xfrm>
            <a:off x="594163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7" name="Shape 365"/>
          <p:cNvSpPr/>
          <p:nvPr/>
        </p:nvSpPr>
        <p:spPr>
          <a:xfrm>
            <a:off x="6346767" y="46457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8" name="Shape 366"/>
          <p:cNvSpPr/>
          <p:nvPr/>
        </p:nvSpPr>
        <p:spPr>
          <a:xfrm>
            <a:off x="513137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9" name="Shape 367"/>
          <p:cNvSpPr/>
          <p:nvPr/>
        </p:nvSpPr>
        <p:spPr>
          <a:xfrm>
            <a:off x="553650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70" name="Shape 368"/>
          <p:cNvSpPr/>
          <p:nvPr/>
        </p:nvSpPr>
        <p:spPr>
          <a:xfrm>
            <a:off x="594163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71" name="Shape 369"/>
          <p:cNvSpPr/>
          <p:nvPr/>
        </p:nvSpPr>
        <p:spPr>
          <a:xfrm>
            <a:off x="6346767" y="5064891"/>
            <a:ext cx="171450" cy="546100"/>
          </a:xfrm>
          <a:custGeom>
            <a:avLst/>
            <a:gdLst/>
            <a:ahLst/>
            <a:cxnLst/>
            <a:rect l="l" t="t" r="r" b="b"/>
            <a:pathLst>
              <a:path w="171450" h="546100">
                <a:moveTo>
                  <a:pt x="0" y="186690"/>
                </a:moveTo>
                <a:lnTo>
                  <a:pt x="171450" y="0"/>
                </a:lnTo>
                <a:lnTo>
                  <a:pt x="171450" y="359410"/>
                </a:lnTo>
                <a:lnTo>
                  <a:pt x="0" y="54610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72" name="Shape 370"/>
          <p:cNvSpPr/>
          <p:nvPr/>
        </p:nvSpPr>
        <p:spPr>
          <a:xfrm>
            <a:off x="477450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517963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558476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5989897" y="35751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477450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517963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558476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5989897" y="39942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477450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17963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558476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5989897" y="44133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477450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517963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558476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5989897" y="48324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477450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517963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558476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5989897" y="5251581"/>
            <a:ext cx="356870" cy="359410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0363284" y="3947319"/>
            <a:ext cx="145335" cy="172778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393" name="Shape 391"/>
          <p:cNvSpPr/>
          <p:nvPr/>
        </p:nvSpPr>
        <p:spPr>
          <a:xfrm rot="5400000">
            <a:off x="7390373" y="5257524"/>
            <a:ext cx="1704692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94" name="Shape 392"/>
          <p:cNvSpPr/>
          <p:nvPr/>
        </p:nvSpPr>
        <p:spPr>
          <a:xfrm>
            <a:off x="8189379" y="4339393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5" name="Shape 393"/>
          <p:cNvSpPr/>
          <p:nvPr/>
        </p:nvSpPr>
        <p:spPr>
          <a:xfrm rot="10800000">
            <a:off x="8189379" y="608675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6" name="Shape 394"/>
          <p:cNvSpPr/>
          <p:nvPr/>
        </p:nvSpPr>
        <p:spPr>
          <a:xfrm>
            <a:off x="8482548" y="6457004"/>
            <a:ext cx="1422904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97" name="Shape 395"/>
          <p:cNvSpPr/>
          <p:nvPr/>
        </p:nvSpPr>
        <p:spPr>
          <a:xfrm rot="16200000">
            <a:off x="8407872" y="6412554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8" name="Shape 396"/>
          <p:cNvSpPr/>
          <p:nvPr/>
        </p:nvSpPr>
        <p:spPr>
          <a:xfrm rot="5400000">
            <a:off x="9873449" y="6412554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399" name="Shape 397"/>
          <p:cNvSpPr/>
          <p:nvPr/>
        </p:nvSpPr>
        <p:spPr>
          <a:xfrm rot="-2758997">
            <a:off x="10091027" y="5822376"/>
            <a:ext cx="1172094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00" name="Shape 398"/>
          <p:cNvSpPr/>
          <p:nvPr/>
        </p:nvSpPr>
        <p:spPr>
          <a:xfrm rot="13560000">
            <a:off x="10202978" y="6216014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401" name="Shape 399"/>
          <p:cNvSpPr/>
          <p:nvPr/>
        </p:nvSpPr>
        <p:spPr>
          <a:xfrm rot="2760000">
            <a:off x="11044490" y="533983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402" name="Text 400"/>
          <p:cNvSpPr/>
          <p:nvPr/>
        </p:nvSpPr>
        <p:spPr>
          <a:xfrm rot="16200000">
            <a:off x="7118460" y="5024303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</a:t>
            </a:r>
            <a:endParaRPr lang="en-US" sz="1360" dirty="0"/>
          </a:p>
        </p:txBody>
      </p:sp>
      <p:sp>
        <p:nvSpPr>
          <p:cNvPr id="403" name="Text 401"/>
          <p:cNvSpPr/>
          <p:nvPr/>
        </p:nvSpPr>
        <p:spPr>
          <a:xfrm>
            <a:off x="7918878" y="6221142"/>
            <a:ext cx="2286000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460" dirty="0"/>
          </a:p>
        </p:txBody>
      </p:sp>
      <p:sp>
        <p:nvSpPr>
          <p:cNvPr id="404" name="Text 402"/>
          <p:cNvSpPr/>
          <p:nvPr/>
        </p:nvSpPr>
        <p:spPr>
          <a:xfrm>
            <a:off x="7912272" y="6359365"/>
            <a:ext cx="2286000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 Filters)</a:t>
            </a:r>
            <a:endParaRPr lang="en-US" sz="1460" dirty="0"/>
          </a:p>
        </p:txBody>
      </p:sp>
      <p:sp>
        <p:nvSpPr>
          <p:cNvPr id="405" name="Text 403"/>
          <p:cNvSpPr/>
          <p:nvPr/>
        </p:nvSpPr>
        <p:spPr>
          <a:xfrm rot="18840000">
            <a:off x="9640514" y="5239758"/>
            <a:ext cx="2159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550" dirty="0"/>
          </a:p>
          <a:p>
            <a:pPr algn="ctr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 samples)</a:t>
            </a:r>
            <a:endParaRPr lang="en-US" sz="15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56998" y="609587"/>
            <a:ext cx="812800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478064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7" name="Shape 5"/>
          <p:cNvSpPr/>
          <p:nvPr/>
        </p:nvSpPr>
        <p:spPr>
          <a:xfrm>
            <a:off x="9883679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8" name="Shape 6"/>
          <p:cNvSpPr/>
          <p:nvPr/>
        </p:nvSpPr>
        <p:spPr>
          <a:xfrm>
            <a:off x="10289295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9" name="Shape 7"/>
          <p:cNvSpPr/>
          <p:nvPr/>
        </p:nvSpPr>
        <p:spPr>
          <a:xfrm>
            <a:off x="10694911" y="106325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0" name="Shape 8"/>
          <p:cNvSpPr/>
          <p:nvPr/>
        </p:nvSpPr>
        <p:spPr>
          <a:xfrm>
            <a:off x="9478064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1" name="Shape 9"/>
          <p:cNvSpPr/>
          <p:nvPr/>
        </p:nvSpPr>
        <p:spPr>
          <a:xfrm>
            <a:off x="9883679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89295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4911" y="147526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4" name="Shape 12"/>
          <p:cNvSpPr/>
          <p:nvPr/>
        </p:nvSpPr>
        <p:spPr>
          <a:xfrm>
            <a:off x="9478064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5" name="Shape 13"/>
          <p:cNvSpPr/>
          <p:nvPr/>
        </p:nvSpPr>
        <p:spPr>
          <a:xfrm>
            <a:off x="9883679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9295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94911" y="188727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8" name="Shape 16"/>
          <p:cNvSpPr/>
          <p:nvPr/>
        </p:nvSpPr>
        <p:spPr>
          <a:xfrm>
            <a:off x="9478064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19" name="Shape 17"/>
          <p:cNvSpPr/>
          <p:nvPr/>
        </p:nvSpPr>
        <p:spPr>
          <a:xfrm>
            <a:off x="9883679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89295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94911" y="229928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2" name="Shape 20"/>
          <p:cNvSpPr/>
          <p:nvPr/>
        </p:nvSpPr>
        <p:spPr>
          <a:xfrm>
            <a:off x="9478064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3" name="Shape 21"/>
          <p:cNvSpPr/>
          <p:nvPr/>
        </p:nvSpPr>
        <p:spPr>
          <a:xfrm>
            <a:off x="9883679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9295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94911" y="2711290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6" name="Shape 24"/>
          <p:cNvSpPr/>
          <p:nvPr/>
        </p:nvSpPr>
        <p:spPr>
          <a:xfrm>
            <a:off x="9828188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33804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39419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45035" y="106325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0" name="Shape 28"/>
          <p:cNvSpPr/>
          <p:nvPr/>
        </p:nvSpPr>
        <p:spPr>
          <a:xfrm>
            <a:off x="9828188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33804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39419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3" name="Shape 31"/>
          <p:cNvSpPr/>
          <p:nvPr/>
        </p:nvSpPr>
        <p:spPr>
          <a:xfrm>
            <a:off x="11045035" y="147526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4" name="Shape 32"/>
          <p:cNvSpPr/>
          <p:nvPr/>
        </p:nvSpPr>
        <p:spPr>
          <a:xfrm>
            <a:off x="9828188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33804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39419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7" name="Shape 35"/>
          <p:cNvSpPr/>
          <p:nvPr/>
        </p:nvSpPr>
        <p:spPr>
          <a:xfrm>
            <a:off x="11045035" y="188727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8" name="Shape 36"/>
          <p:cNvSpPr/>
          <p:nvPr/>
        </p:nvSpPr>
        <p:spPr>
          <a:xfrm>
            <a:off x="9828188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33804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39419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45035" y="229928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2" name="Shape 40"/>
          <p:cNvSpPr/>
          <p:nvPr/>
        </p:nvSpPr>
        <p:spPr>
          <a:xfrm>
            <a:off x="9828188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3" name="Shape 41"/>
          <p:cNvSpPr/>
          <p:nvPr/>
        </p:nvSpPr>
        <p:spPr>
          <a:xfrm>
            <a:off x="10233804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39419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45035" y="2711290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59FC9"/>
          </a:solidFill>
          <a:ln/>
        </p:spPr>
      </p:sp>
      <p:sp>
        <p:nvSpPr>
          <p:cNvPr id="46" name="Shape 44"/>
          <p:cNvSpPr/>
          <p:nvPr/>
        </p:nvSpPr>
        <p:spPr>
          <a:xfrm>
            <a:off x="9478064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83679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89295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94911" y="123602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478064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83679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89295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94911" y="164803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78064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83679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89295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694911" y="2060049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78064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83679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89295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94911" y="247205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78064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83679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89295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94911" y="2884068"/>
            <a:ext cx="350124" cy="352202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79880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67" name="Shape 65"/>
          <p:cNvSpPr/>
          <p:nvPr/>
        </p:nvSpPr>
        <p:spPr>
          <a:xfrm>
            <a:off x="9685496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0091111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0496727" y="130248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0" name="Shape 68"/>
          <p:cNvSpPr/>
          <p:nvPr/>
        </p:nvSpPr>
        <p:spPr>
          <a:xfrm>
            <a:off x="9279880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1" name="Shape 69"/>
          <p:cNvSpPr/>
          <p:nvPr/>
        </p:nvSpPr>
        <p:spPr>
          <a:xfrm>
            <a:off x="9685496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2" name="Shape 70"/>
          <p:cNvSpPr/>
          <p:nvPr/>
        </p:nvSpPr>
        <p:spPr>
          <a:xfrm>
            <a:off x="10091111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3" name="Shape 71"/>
          <p:cNvSpPr/>
          <p:nvPr/>
        </p:nvSpPr>
        <p:spPr>
          <a:xfrm>
            <a:off x="10496727" y="171449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4" name="Shape 72"/>
          <p:cNvSpPr/>
          <p:nvPr/>
        </p:nvSpPr>
        <p:spPr>
          <a:xfrm>
            <a:off x="9279880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5" name="Shape 73"/>
          <p:cNvSpPr/>
          <p:nvPr/>
        </p:nvSpPr>
        <p:spPr>
          <a:xfrm>
            <a:off x="9685496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6" name="Shape 74"/>
          <p:cNvSpPr/>
          <p:nvPr/>
        </p:nvSpPr>
        <p:spPr>
          <a:xfrm>
            <a:off x="10091111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7" name="Shape 75"/>
          <p:cNvSpPr/>
          <p:nvPr/>
        </p:nvSpPr>
        <p:spPr>
          <a:xfrm>
            <a:off x="10496727" y="2126502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8" name="Shape 76"/>
          <p:cNvSpPr/>
          <p:nvPr/>
        </p:nvSpPr>
        <p:spPr>
          <a:xfrm>
            <a:off x="9279880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79" name="Shape 77"/>
          <p:cNvSpPr/>
          <p:nvPr/>
        </p:nvSpPr>
        <p:spPr>
          <a:xfrm>
            <a:off x="9685496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0" name="Shape 78"/>
          <p:cNvSpPr/>
          <p:nvPr/>
        </p:nvSpPr>
        <p:spPr>
          <a:xfrm>
            <a:off x="10091111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1" name="Shape 79"/>
          <p:cNvSpPr/>
          <p:nvPr/>
        </p:nvSpPr>
        <p:spPr>
          <a:xfrm>
            <a:off x="10496727" y="253851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2" name="Shape 80"/>
          <p:cNvSpPr/>
          <p:nvPr/>
        </p:nvSpPr>
        <p:spPr>
          <a:xfrm>
            <a:off x="9279880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3" name="Shape 81"/>
          <p:cNvSpPr/>
          <p:nvPr/>
        </p:nvSpPr>
        <p:spPr>
          <a:xfrm>
            <a:off x="9685496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4" name="Shape 82"/>
          <p:cNvSpPr/>
          <p:nvPr/>
        </p:nvSpPr>
        <p:spPr>
          <a:xfrm>
            <a:off x="10091111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5" name="Shape 83"/>
          <p:cNvSpPr/>
          <p:nvPr/>
        </p:nvSpPr>
        <p:spPr>
          <a:xfrm>
            <a:off x="10496727" y="2950521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86" name="Shape 84"/>
          <p:cNvSpPr/>
          <p:nvPr/>
        </p:nvSpPr>
        <p:spPr>
          <a:xfrm>
            <a:off x="9630004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87" name="Shape 85"/>
          <p:cNvSpPr/>
          <p:nvPr/>
        </p:nvSpPr>
        <p:spPr>
          <a:xfrm>
            <a:off x="10035620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88" name="Shape 86"/>
          <p:cNvSpPr/>
          <p:nvPr/>
        </p:nvSpPr>
        <p:spPr>
          <a:xfrm>
            <a:off x="10441236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89" name="Shape 87"/>
          <p:cNvSpPr/>
          <p:nvPr/>
        </p:nvSpPr>
        <p:spPr>
          <a:xfrm>
            <a:off x="10846851" y="130248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0" name="Shape 88"/>
          <p:cNvSpPr/>
          <p:nvPr/>
        </p:nvSpPr>
        <p:spPr>
          <a:xfrm>
            <a:off x="9630004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1" name="Shape 89"/>
          <p:cNvSpPr/>
          <p:nvPr/>
        </p:nvSpPr>
        <p:spPr>
          <a:xfrm>
            <a:off x="10035620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2" name="Shape 90"/>
          <p:cNvSpPr/>
          <p:nvPr/>
        </p:nvSpPr>
        <p:spPr>
          <a:xfrm>
            <a:off x="10441236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3" name="Shape 91"/>
          <p:cNvSpPr/>
          <p:nvPr/>
        </p:nvSpPr>
        <p:spPr>
          <a:xfrm>
            <a:off x="10846851" y="171449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4" name="Shape 92"/>
          <p:cNvSpPr/>
          <p:nvPr/>
        </p:nvSpPr>
        <p:spPr>
          <a:xfrm>
            <a:off x="9630004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5" name="Shape 93"/>
          <p:cNvSpPr/>
          <p:nvPr/>
        </p:nvSpPr>
        <p:spPr>
          <a:xfrm>
            <a:off x="10035620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6" name="Shape 94"/>
          <p:cNvSpPr/>
          <p:nvPr/>
        </p:nvSpPr>
        <p:spPr>
          <a:xfrm>
            <a:off x="10441236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7" name="Shape 95"/>
          <p:cNvSpPr/>
          <p:nvPr/>
        </p:nvSpPr>
        <p:spPr>
          <a:xfrm>
            <a:off x="10846851" y="2126502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8" name="Shape 96"/>
          <p:cNvSpPr/>
          <p:nvPr/>
        </p:nvSpPr>
        <p:spPr>
          <a:xfrm>
            <a:off x="9630004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99" name="Shape 97"/>
          <p:cNvSpPr/>
          <p:nvPr/>
        </p:nvSpPr>
        <p:spPr>
          <a:xfrm>
            <a:off x="10035620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441236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846851" y="253851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630004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035620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441236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846851" y="2950521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EDFF1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279880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685496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091111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496727" y="1475261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279880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685496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091111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496727" y="188727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279880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685496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091111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496727" y="229928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79880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685496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091111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496727" y="2711290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279880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685496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91111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496727" y="3123299"/>
            <a:ext cx="350124" cy="352202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028847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434463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9840079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245695" y="154171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9028847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434463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9840079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245695" y="195372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028847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9434463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9840079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245695" y="236573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028847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434463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840079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245695" y="277774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028847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434463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840079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0245695" y="3189753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9378972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9784587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0190203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0595819" y="154171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378972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784587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10190203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0595819" y="195372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378972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9784587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0190203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0595819" y="236573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378972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9784587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190203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0595819" y="277774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378972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784587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190203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0595819" y="3189753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FF7F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028847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434463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840079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45695" y="171449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028847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434463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840079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245695" y="2126502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028847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434463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840079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245695" y="253851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28847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434463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840079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245695" y="295052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028847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434463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840079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245695" y="3362531"/>
            <a:ext cx="350124" cy="352202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817452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223067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88" name="Shape 186"/>
          <p:cNvSpPr/>
          <p:nvPr/>
        </p:nvSpPr>
        <p:spPr>
          <a:xfrm>
            <a:off x="9628683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0034299" y="178094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0" name="Shape 188"/>
          <p:cNvSpPr/>
          <p:nvPr/>
        </p:nvSpPr>
        <p:spPr>
          <a:xfrm>
            <a:off x="8817452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1" name="Shape 189"/>
          <p:cNvSpPr/>
          <p:nvPr/>
        </p:nvSpPr>
        <p:spPr>
          <a:xfrm>
            <a:off x="9223067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2" name="Shape 190"/>
          <p:cNvSpPr/>
          <p:nvPr/>
        </p:nvSpPr>
        <p:spPr>
          <a:xfrm>
            <a:off x="9628683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0034299" y="219295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4" name="Shape 192"/>
          <p:cNvSpPr/>
          <p:nvPr/>
        </p:nvSpPr>
        <p:spPr>
          <a:xfrm>
            <a:off x="8817452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5" name="Shape 193"/>
          <p:cNvSpPr/>
          <p:nvPr/>
        </p:nvSpPr>
        <p:spPr>
          <a:xfrm>
            <a:off x="9223067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6" name="Shape 194"/>
          <p:cNvSpPr/>
          <p:nvPr/>
        </p:nvSpPr>
        <p:spPr>
          <a:xfrm>
            <a:off x="9628683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0034299" y="260496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8" name="Shape 196"/>
          <p:cNvSpPr/>
          <p:nvPr/>
        </p:nvSpPr>
        <p:spPr>
          <a:xfrm>
            <a:off x="8817452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99" name="Shape 197"/>
          <p:cNvSpPr/>
          <p:nvPr/>
        </p:nvSpPr>
        <p:spPr>
          <a:xfrm>
            <a:off x="9223067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0" name="Shape 198"/>
          <p:cNvSpPr/>
          <p:nvPr/>
        </p:nvSpPr>
        <p:spPr>
          <a:xfrm>
            <a:off x="9628683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1" name="Shape 199"/>
          <p:cNvSpPr/>
          <p:nvPr/>
        </p:nvSpPr>
        <p:spPr>
          <a:xfrm>
            <a:off x="10034299" y="301697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2" name="Shape 200"/>
          <p:cNvSpPr/>
          <p:nvPr/>
        </p:nvSpPr>
        <p:spPr>
          <a:xfrm>
            <a:off x="8817452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9223067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9628683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5" name="Shape 203"/>
          <p:cNvSpPr/>
          <p:nvPr/>
        </p:nvSpPr>
        <p:spPr>
          <a:xfrm>
            <a:off x="10034299" y="3428984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206" name="Shape 204"/>
          <p:cNvSpPr/>
          <p:nvPr/>
        </p:nvSpPr>
        <p:spPr>
          <a:xfrm>
            <a:off x="9167576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07" name="Shape 205"/>
          <p:cNvSpPr/>
          <p:nvPr/>
        </p:nvSpPr>
        <p:spPr>
          <a:xfrm>
            <a:off x="9573192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08" name="Shape 206"/>
          <p:cNvSpPr/>
          <p:nvPr/>
        </p:nvSpPr>
        <p:spPr>
          <a:xfrm>
            <a:off x="9978807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09" name="Shape 207"/>
          <p:cNvSpPr/>
          <p:nvPr/>
        </p:nvSpPr>
        <p:spPr>
          <a:xfrm>
            <a:off x="10384423" y="178094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0" name="Shape 208"/>
          <p:cNvSpPr/>
          <p:nvPr/>
        </p:nvSpPr>
        <p:spPr>
          <a:xfrm>
            <a:off x="9167576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1" name="Shape 209"/>
          <p:cNvSpPr/>
          <p:nvPr/>
        </p:nvSpPr>
        <p:spPr>
          <a:xfrm>
            <a:off x="9573192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2" name="Shape 210"/>
          <p:cNvSpPr/>
          <p:nvPr/>
        </p:nvSpPr>
        <p:spPr>
          <a:xfrm>
            <a:off x="9978807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3" name="Shape 211"/>
          <p:cNvSpPr/>
          <p:nvPr/>
        </p:nvSpPr>
        <p:spPr>
          <a:xfrm>
            <a:off x="10384423" y="219295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4" name="Shape 212"/>
          <p:cNvSpPr/>
          <p:nvPr/>
        </p:nvSpPr>
        <p:spPr>
          <a:xfrm>
            <a:off x="9167576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9573192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6" name="Shape 214"/>
          <p:cNvSpPr/>
          <p:nvPr/>
        </p:nvSpPr>
        <p:spPr>
          <a:xfrm>
            <a:off x="9978807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7" name="Shape 215"/>
          <p:cNvSpPr/>
          <p:nvPr/>
        </p:nvSpPr>
        <p:spPr>
          <a:xfrm>
            <a:off x="10384423" y="260496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167576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19" name="Shape 217"/>
          <p:cNvSpPr/>
          <p:nvPr/>
        </p:nvSpPr>
        <p:spPr>
          <a:xfrm>
            <a:off x="9573192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0" name="Shape 218"/>
          <p:cNvSpPr/>
          <p:nvPr/>
        </p:nvSpPr>
        <p:spPr>
          <a:xfrm>
            <a:off x="9978807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10384423" y="301697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2" name="Shape 220"/>
          <p:cNvSpPr/>
          <p:nvPr/>
        </p:nvSpPr>
        <p:spPr>
          <a:xfrm>
            <a:off x="9167576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3" name="Shape 221"/>
          <p:cNvSpPr/>
          <p:nvPr/>
        </p:nvSpPr>
        <p:spPr>
          <a:xfrm>
            <a:off x="9573192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4" name="Shape 222"/>
          <p:cNvSpPr/>
          <p:nvPr/>
        </p:nvSpPr>
        <p:spPr>
          <a:xfrm>
            <a:off x="9978807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0384423" y="3428984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226" name="Shape 224"/>
          <p:cNvSpPr/>
          <p:nvPr/>
        </p:nvSpPr>
        <p:spPr>
          <a:xfrm>
            <a:off x="8817452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223067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628683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034299" y="195372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817452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223067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628683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034299" y="236573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817452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223067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628683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034299" y="277774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817452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223067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628683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034299" y="3189753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817452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223067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628683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034299" y="3601762"/>
            <a:ext cx="350124" cy="352202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553207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47" name="Shape 245"/>
          <p:cNvSpPr/>
          <p:nvPr/>
        </p:nvSpPr>
        <p:spPr>
          <a:xfrm>
            <a:off x="8958823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48" name="Shape 246"/>
          <p:cNvSpPr/>
          <p:nvPr/>
        </p:nvSpPr>
        <p:spPr>
          <a:xfrm>
            <a:off x="9364438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49" name="Shape 247"/>
          <p:cNvSpPr/>
          <p:nvPr/>
        </p:nvSpPr>
        <p:spPr>
          <a:xfrm>
            <a:off x="9770054" y="2020177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0" name="Shape 248"/>
          <p:cNvSpPr/>
          <p:nvPr/>
        </p:nvSpPr>
        <p:spPr>
          <a:xfrm>
            <a:off x="8553207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1" name="Shape 249"/>
          <p:cNvSpPr/>
          <p:nvPr/>
        </p:nvSpPr>
        <p:spPr>
          <a:xfrm>
            <a:off x="8958823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2" name="Shape 250"/>
          <p:cNvSpPr/>
          <p:nvPr/>
        </p:nvSpPr>
        <p:spPr>
          <a:xfrm>
            <a:off x="9364438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3" name="Shape 251"/>
          <p:cNvSpPr/>
          <p:nvPr/>
        </p:nvSpPr>
        <p:spPr>
          <a:xfrm>
            <a:off x="9770054" y="243218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4" name="Shape 252"/>
          <p:cNvSpPr/>
          <p:nvPr/>
        </p:nvSpPr>
        <p:spPr>
          <a:xfrm>
            <a:off x="8553207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5" name="Shape 253"/>
          <p:cNvSpPr/>
          <p:nvPr/>
        </p:nvSpPr>
        <p:spPr>
          <a:xfrm>
            <a:off x="8958823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6" name="Shape 254"/>
          <p:cNvSpPr/>
          <p:nvPr/>
        </p:nvSpPr>
        <p:spPr>
          <a:xfrm>
            <a:off x="9364438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7" name="Shape 255"/>
          <p:cNvSpPr/>
          <p:nvPr/>
        </p:nvSpPr>
        <p:spPr>
          <a:xfrm>
            <a:off x="9770054" y="284419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8" name="Shape 256"/>
          <p:cNvSpPr/>
          <p:nvPr/>
        </p:nvSpPr>
        <p:spPr>
          <a:xfrm>
            <a:off x="8553207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59" name="Shape 257"/>
          <p:cNvSpPr/>
          <p:nvPr/>
        </p:nvSpPr>
        <p:spPr>
          <a:xfrm>
            <a:off x="8958823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0" name="Shape 258"/>
          <p:cNvSpPr/>
          <p:nvPr/>
        </p:nvSpPr>
        <p:spPr>
          <a:xfrm>
            <a:off x="9364438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1" name="Shape 259"/>
          <p:cNvSpPr/>
          <p:nvPr/>
        </p:nvSpPr>
        <p:spPr>
          <a:xfrm>
            <a:off x="9770054" y="3256206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2" name="Shape 260"/>
          <p:cNvSpPr/>
          <p:nvPr/>
        </p:nvSpPr>
        <p:spPr>
          <a:xfrm>
            <a:off x="8553207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3" name="Shape 261"/>
          <p:cNvSpPr/>
          <p:nvPr/>
        </p:nvSpPr>
        <p:spPr>
          <a:xfrm>
            <a:off x="8958823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4" name="Shape 262"/>
          <p:cNvSpPr/>
          <p:nvPr/>
        </p:nvSpPr>
        <p:spPr>
          <a:xfrm>
            <a:off x="9364438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5" name="Shape 263"/>
          <p:cNvSpPr/>
          <p:nvPr/>
        </p:nvSpPr>
        <p:spPr>
          <a:xfrm>
            <a:off x="9770054" y="3668215"/>
            <a:ext cx="543023" cy="172778"/>
          </a:xfrm>
          <a:custGeom>
            <a:avLst/>
            <a:gdLst/>
            <a:ahLst/>
            <a:cxnLst/>
            <a:rect l="l" t="t" r="r" b="b"/>
            <a:pathLst>
              <a:path w="543023" h="172778">
                <a:moveTo>
                  <a:pt x="0" y="172778"/>
                </a:moveTo>
                <a:lnTo>
                  <a:pt x="350124" y="172778"/>
                </a:lnTo>
                <a:lnTo>
                  <a:pt x="543023" y="0"/>
                </a:lnTo>
                <a:lnTo>
                  <a:pt x="177044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266" name="Shape 264"/>
          <p:cNvSpPr/>
          <p:nvPr/>
        </p:nvSpPr>
        <p:spPr>
          <a:xfrm>
            <a:off x="8903331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67" name="Shape 265"/>
          <p:cNvSpPr/>
          <p:nvPr/>
        </p:nvSpPr>
        <p:spPr>
          <a:xfrm>
            <a:off x="9308947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68" name="Shape 266"/>
          <p:cNvSpPr/>
          <p:nvPr/>
        </p:nvSpPr>
        <p:spPr>
          <a:xfrm>
            <a:off x="9714563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69" name="Shape 267"/>
          <p:cNvSpPr/>
          <p:nvPr/>
        </p:nvSpPr>
        <p:spPr>
          <a:xfrm>
            <a:off x="10120178" y="2020177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0" name="Shape 268"/>
          <p:cNvSpPr/>
          <p:nvPr/>
        </p:nvSpPr>
        <p:spPr>
          <a:xfrm>
            <a:off x="8903331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1" name="Shape 269"/>
          <p:cNvSpPr/>
          <p:nvPr/>
        </p:nvSpPr>
        <p:spPr>
          <a:xfrm>
            <a:off x="9308947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2" name="Shape 270"/>
          <p:cNvSpPr/>
          <p:nvPr/>
        </p:nvSpPr>
        <p:spPr>
          <a:xfrm>
            <a:off x="9714563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3" name="Shape 271"/>
          <p:cNvSpPr/>
          <p:nvPr/>
        </p:nvSpPr>
        <p:spPr>
          <a:xfrm>
            <a:off x="10120178" y="243218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4" name="Shape 272"/>
          <p:cNvSpPr/>
          <p:nvPr/>
        </p:nvSpPr>
        <p:spPr>
          <a:xfrm>
            <a:off x="8903331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5" name="Shape 273"/>
          <p:cNvSpPr/>
          <p:nvPr/>
        </p:nvSpPr>
        <p:spPr>
          <a:xfrm>
            <a:off x="9308947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6" name="Shape 274"/>
          <p:cNvSpPr/>
          <p:nvPr/>
        </p:nvSpPr>
        <p:spPr>
          <a:xfrm>
            <a:off x="9714563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7" name="Shape 275"/>
          <p:cNvSpPr/>
          <p:nvPr/>
        </p:nvSpPr>
        <p:spPr>
          <a:xfrm>
            <a:off x="10120178" y="284419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8" name="Shape 276"/>
          <p:cNvSpPr/>
          <p:nvPr/>
        </p:nvSpPr>
        <p:spPr>
          <a:xfrm>
            <a:off x="8903331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79" name="Shape 277"/>
          <p:cNvSpPr/>
          <p:nvPr/>
        </p:nvSpPr>
        <p:spPr>
          <a:xfrm>
            <a:off x="9308947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0" name="Shape 278"/>
          <p:cNvSpPr/>
          <p:nvPr/>
        </p:nvSpPr>
        <p:spPr>
          <a:xfrm>
            <a:off x="9714563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1" name="Shape 279"/>
          <p:cNvSpPr/>
          <p:nvPr/>
        </p:nvSpPr>
        <p:spPr>
          <a:xfrm>
            <a:off x="10120178" y="3256206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2" name="Shape 280"/>
          <p:cNvSpPr/>
          <p:nvPr/>
        </p:nvSpPr>
        <p:spPr>
          <a:xfrm>
            <a:off x="8903331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3" name="Shape 281"/>
          <p:cNvSpPr/>
          <p:nvPr/>
        </p:nvSpPr>
        <p:spPr>
          <a:xfrm>
            <a:off x="9308947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4" name="Shape 282"/>
          <p:cNvSpPr/>
          <p:nvPr/>
        </p:nvSpPr>
        <p:spPr>
          <a:xfrm>
            <a:off x="9714563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5" name="Shape 283"/>
          <p:cNvSpPr/>
          <p:nvPr/>
        </p:nvSpPr>
        <p:spPr>
          <a:xfrm>
            <a:off x="10120178" y="3668215"/>
            <a:ext cx="177044" cy="524980"/>
          </a:xfrm>
          <a:custGeom>
            <a:avLst/>
            <a:gdLst/>
            <a:ahLst/>
            <a:cxnLst/>
            <a:rect l="l" t="t" r="r" b="b"/>
            <a:pathLst>
              <a:path w="177044" h="524980">
                <a:moveTo>
                  <a:pt x="0" y="172778"/>
                </a:moveTo>
                <a:lnTo>
                  <a:pt x="177044" y="0"/>
                </a:lnTo>
                <a:lnTo>
                  <a:pt x="177044" y="352202"/>
                </a:lnTo>
                <a:lnTo>
                  <a:pt x="0" y="524980"/>
                </a:lnTo>
                <a:close/>
              </a:path>
            </a:pathLst>
          </a:custGeom>
          <a:solidFill>
            <a:srgbClr val="CC00CC"/>
          </a:solidFill>
          <a:ln/>
        </p:spPr>
      </p:sp>
      <p:sp>
        <p:nvSpPr>
          <p:cNvPr id="286" name="Shape 284"/>
          <p:cNvSpPr/>
          <p:nvPr/>
        </p:nvSpPr>
        <p:spPr>
          <a:xfrm>
            <a:off x="8553207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58823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9364438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770054" y="219295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553207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958823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364438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770054" y="2604965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8553207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8958823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4438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770054" y="301697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8553207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8958823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364438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770054" y="342898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8553207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8958823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364438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770054" y="3840994"/>
            <a:ext cx="350124" cy="352202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2145271" y="136893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07" name="Shape 305"/>
          <p:cNvSpPr/>
          <p:nvPr/>
        </p:nvSpPr>
        <p:spPr>
          <a:xfrm flipV="1">
            <a:off x="2495395" y="136893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554851" y="136893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09" name="Shape 307"/>
          <p:cNvSpPr/>
          <p:nvPr/>
        </p:nvSpPr>
        <p:spPr>
          <a:xfrm flipV="1">
            <a:off x="2904975" y="136893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2964430" y="136893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1" name="Shape 309"/>
          <p:cNvSpPr/>
          <p:nvPr/>
        </p:nvSpPr>
        <p:spPr>
          <a:xfrm flipV="1">
            <a:off x="3314554" y="136893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2145271" y="178227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3" name="Shape 311"/>
          <p:cNvSpPr/>
          <p:nvPr/>
        </p:nvSpPr>
        <p:spPr>
          <a:xfrm flipV="1">
            <a:off x="2495395" y="178227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2554851" y="178227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5" name="Shape 313"/>
          <p:cNvSpPr/>
          <p:nvPr/>
        </p:nvSpPr>
        <p:spPr>
          <a:xfrm flipV="1">
            <a:off x="2904975" y="178227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2964430" y="178227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7" name="Shape 315"/>
          <p:cNvSpPr/>
          <p:nvPr/>
        </p:nvSpPr>
        <p:spPr>
          <a:xfrm flipV="1">
            <a:off x="3314554" y="178227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2145271" y="219561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19" name="Shape 317"/>
          <p:cNvSpPr/>
          <p:nvPr/>
        </p:nvSpPr>
        <p:spPr>
          <a:xfrm flipV="1">
            <a:off x="2495395" y="219561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2554851" y="219561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1" name="Shape 319"/>
          <p:cNvSpPr/>
          <p:nvPr/>
        </p:nvSpPr>
        <p:spPr>
          <a:xfrm flipV="1">
            <a:off x="2904975" y="219561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2964430" y="219561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3" name="Shape 321"/>
          <p:cNvSpPr/>
          <p:nvPr/>
        </p:nvSpPr>
        <p:spPr>
          <a:xfrm flipV="1">
            <a:off x="3314554" y="219561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2145271" y="260895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5" name="Shape 323"/>
          <p:cNvSpPr/>
          <p:nvPr/>
        </p:nvSpPr>
        <p:spPr>
          <a:xfrm flipV="1">
            <a:off x="2495395" y="260895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2554851" y="260895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7" name="Shape 325"/>
          <p:cNvSpPr/>
          <p:nvPr/>
        </p:nvSpPr>
        <p:spPr>
          <a:xfrm flipV="1">
            <a:off x="2904975" y="260895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2964430" y="260895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29" name="Shape 327"/>
          <p:cNvSpPr/>
          <p:nvPr/>
        </p:nvSpPr>
        <p:spPr>
          <a:xfrm flipV="1">
            <a:off x="3314554" y="260895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2145271" y="302229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1" name="Shape 329"/>
          <p:cNvSpPr/>
          <p:nvPr/>
        </p:nvSpPr>
        <p:spPr>
          <a:xfrm flipV="1">
            <a:off x="2495395" y="302229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2554851" y="302229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3" name="Shape 331"/>
          <p:cNvSpPr/>
          <p:nvPr/>
        </p:nvSpPr>
        <p:spPr>
          <a:xfrm flipV="1">
            <a:off x="2904975" y="302229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2964430" y="302229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335" name="Shape 333"/>
          <p:cNvSpPr/>
          <p:nvPr/>
        </p:nvSpPr>
        <p:spPr>
          <a:xfrm flipV="1">
            <a:off x="3314554" y="302229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145271" y="1541714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554851" y="1541714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964430" y="1541714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2145271" y="1955053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2554851" y="1955053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2964430" y="1955053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2145271" y="2368391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2554851" y="2368391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2964430" y="2368391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2145271" y="2781730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2554851" y="2781730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2964430" y="2781730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2145271" y="3195069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2554851" y="3195069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2964430" y="3195069"/>
            <a:ext cx="350124" cy="358847"/>
          </a:xfrm>
          <a:prstGeom prst="rect">
            <a:avLst/>
          </a:prstGeom>
          <a:solidFill>
            <a:srgbClr val="759FC9"/>
          </a:solidFill>
          <a:ln w="3175">
            <a:solidFill>
              <a:srgbClr val="759FC9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3360797" y="1368935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CA8537"/>
          </a:solidFill>
          <a:ln/>
        </p:spPr>
      </p:sp>
      <p:sp>
        <p:nvSpPr>
          <p:cNvPr id="352" name="Shape 350"/>
          <p:cNvSpPr/>
          <p:nvPr/>
        </p:nvSpPr>
        <p:spPr>
          <a:xfrm>
            <a:off x="3360797" y="172778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3" name="Shape 351"/>
          <p:cNvSpPr/>
          <p:nvPr/>
        </p:nvSpPr>
        <p:spPr>
          <a:xfrm>
            <a:off x="3360797" y="2141121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4" name="Shape 352"/>
          <p:cNvSpPr/>
          <p:nvPr/>
        </p:nvSpPr>
        <p:spPr>
          <a:xfrm>
            <a:off x="3360797" y="2554460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5" name="Shape 353"/>
          <p:cNvSpPr/>
          <p:nvPr/>
        </p:nvSpPr>
        <p:spPr>
          <a:xfrm>
            <a:off x="3360797" y="2967799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BD7C32"/>
          </a:solidFill>
          <a:ln/>
        </p:spPr>
      </p:sp>
      <p:sp>
        <p:nvSpPr>
          <p:cNvPr id="356" name="Shape 354"/>
          <p:cNvSpPr/>
          <p:nvPr/>
        </p:nvSpPr>
        <p:spPr>
          <a:xfrm>
            <a:off x="1907451" y="160816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57" name="Shape 355"/>
          <p:cNvSpPr/>
          <p:nvPr/>
        </p:nvSpPr>
        <p:spPr>
          <a:xfrm flipV="1">
            <a:off x="2257575" y="160816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2317030" y="160816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59" name="Shape 357"/>
          <p:cNvSpPr/>
          <p:nvPr/>
        </p:nvSpPr>
        <p:spPr>
          <a:xfrm flipV="1">
            <a:off x="2667155" y="160816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2726610" y="160816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1" name="Shape 359"/>
          <p:cNvSpPr/>
          <p:nvPr/>
        </p:nvSpPr>
        <p:spPr>
          <a:xfrm flipV="1">
            <a:off x="3076734" y="160816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907451" y="202150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3" name="Shape 361"/>
          <p:cNvSpPr/>
          <p:nvPr/>
        </p:nvSpPr>
        <p:spPr>
          <a:xfrm flipV="1">
            <a:off x="2257575" y="202150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2317030" y="202150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5" name="Shape 363"/>
          <p:cNvSpPr/>
          <p:nvPr/>
        </p:nvSpPr>
        <p:spPr>
          <a:xfrm flipV="1">
            <a:off x="2667155" y="202150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2726610" y="202150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7" name="Shape 365"/>
          <p:cNvSpPr/>
          <p:nvPr/>
        </p:nvSpPr>
        <p:spPr>
          <a:xfrm flipV="1">
            <a:off x="3076734" y="202150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907451" y="243484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69" name="Shape 367"/>
          <p:cNvSpPr/>
          <p:nvPr/>
        </p:nvSpPr>
        <p:spPr>
          <a:xfrm flipV="1">
            <a:off x="2257575" y="243484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2317030" y="243484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1" name="Shape 369"/>
          <p:cNvSpPr/>
          <p:nvPr/>
        </p:nvSpPr>
        <p:spPr>
          <a:xfrm flipV="1">
            <a:off x="2667155" y="243484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2726610" y="2434844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3" name="Shape 371"/>
          <p:cNvSpPr/>
          <p:nvPr/>
        </p:nvSpPr>
        <p:spPr>
          <a:xfrm flipV="1">
            <a:off x="3076734" y="2434844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1907451" y="284818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5" name="Shape 373"/>
          <p:cNvSpPr/>
          <p:nvPr/>
        </p:nvSpPr>
        <p:spPr>
          <a:xfrm flipV="1">
            <a:off x="2257575" y="284818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2317030" y="284818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7" name="Shape 375"/>
          <p:cNvSpPr/>
          <p:nvPr/>
        </p:nvSpPr>
        <p:spPr>
          <a:xfrm flipV="1">
            <a:off x="2667155" y="284818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2726610" y="284818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79" name="Shape 377"/>
          <p:cNvSpPr/>
          <p:nvPr/>
        </p:nvSpPr>
        <p:spPr>
          <a:xfrm flipV="1">
            <a:off x="3076734" y="284818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1907451" y="326152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81" name="Shape 379"/>
          <p:cNvSpPr/>
          <p:nvPr/>
        </p:nvSpPr>
        <p:spPr>
          <a:xfrm flipV="1">
            <a:off x="2257575" y="326152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2317030" y="326152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83" name="Shape 381"/>
          <p:cNvSpPr/>
          <p:nvPr/>
        </p:nvSpPr>
        <p:spPr>
          <a:xfrm flipV="1">
            <a:off x="2667155" y="326152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2726610" y="3261522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385" name="Shape 383"/>
          <p:cNvSpPr/>
          <p:nvPr/>
        </p:nvSpPr>
        <p:spPr>
          <a:xfrm flipV="1">
            <a:off x="3076734" y="3261522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1907451" y="1780945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2317030" y="1780945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2726610" y="1780945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1907451" y="2194284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2317030" y="2194284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2726610" y="2194284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907451" y="2607623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2317030" y="2607623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2726610" y="2607623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1907451" y="3020962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2317030" y="3020962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2726610" y="3020962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1907451" y="3434300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2317030" y="3434300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2726610" y="3434300"/>
            <a:ext cx="350124" cy="358847"/>
          </a:xfrm>
          <a:prstGeom prst="rect">
            <a:avLst/>
          </a:prstGeom>
          <a:solidFill>
            <a:srgbClr val="EDFF1A"/>
          </a:solidFill>
          <a:ln w="3175">
            <a:solidFill>
              <a:srgbClr val="EDFF1A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3122977" y="1608167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F2A614"/>
          </a:solidFill>
          <a:ln/>
        </p:spPr>
      </p:sp>
      <p:sp>
        <p:nvSpPr>
          <p:cNvPr id="402" name="Shape 400"/>
          <p:cNvSpPr/>
          <p:nvPr/>
        </p:nvSpPr>
        <p:spPr>
          <a:xfrm>
            <a:off x="3122977" y="1967014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3" name="Shape 401"/>
          <p:cNvSpPr/>
          <p:nvPr/>
        </p:nvSpPr>
        <p:spPr>
          <a:xfrm>
            <a:off x="3122977" y="238035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4" name="Shape 402"/>
          <p:cNvSpPr/>
          <p:nvPr/>
        </p:nvSpPr>
        <p:spPr>
          <a:xfrm>
            <a:off x="3122977" y="2793692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5" name="Shape 403"/>
          <p:cNvSpPr/>
          <p:nvPr/>
        </p:nvSpPr>
        <p:spPr>
          <a:xfrm>
            <a:off x="3122977" y="3207030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E29A12"/>
          </a:solidFill>
          <a:ln/>
        </p:spPr>
      </p:sp>
      <p:sp>
        <p:nvSpPr>
          <p:cNvPr id="406" name="Shape 404"/>
          <p:cNvSpPr/>
          <p:nvPr/>
        </p:nvSpPr>
        <p:spPr>
          <a:xfrm>
            <a:off x="1709267" y="184739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07" name="Shape 405"/>
          <p:cNvSpPr/>
          <p:nvPr/>
        </p:nvSpPr>
        <p:spPr>
          <a:xfrm flipV="1">
            <a:off x="2059392" y="184739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2118847" y="184739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09" name="Shape 407"/>
          <p:cNvSpPr/>
          <p:nvPr/>
        </p:nvSpPr>
        <p:spPr>
          <a:xfrm flipV="1">
            <a:off x="2468971" y="184739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2528426" y="184739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1" name="Shape 409"/>
          <p:cNvSpPr/>
          <p:nvPr/>
        </p:nvSpPr>
        <p:spPr>
          <a:xfrm flipV="1">
            <a:off x="2878550" y="184739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1709267" y="226073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3" name="Shape 411"/>
          <p:cNvSpPr/>
          <p:nvPr/>
        </p:nvSpPr>
        <p:spPr>
          <a:xfrm flipV="1">
            <a:off x="2059392" y="226073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2118847" y="226073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5" name="Shape 413"/>
          <p:cNvSpPr/>
          <p:nvPr/>
        </p:nvSpPr>
        <p:spPr>
          <a:xfrm flipV="1">
            <a:off x="2468971" y="226073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2528426" y="226073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7" name="Shape 415"/>
          <p:cNvSpPr/>
          <p:nvPr/>
        </p:nvSpPr>
        <p:spPr>
          <a:xfrm flipV="1">
            <a:off x="2878550" y="226073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1709267" y="267407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19" name="Shape 417"/>
          <p:cNvSpPr/>
          <p:nvPr/>
        </p:nvSpPr>
        <p:spPr>
          <a:xfrm flipV="1">
            <a:off x="2059392" y="267407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2118847" y="267407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1" name="Shape 419"/>
          <p:cNvSpPr/>
          <p:nvPr/>
        </p:nvSpPr>
        <p:spPr>
          <a:xfrm flipV="1">
            <a:off x="2468971" y="267407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2528426" y="267407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3" name="Shape 421"/>
          <p:cNvSpPr/>
          <p:nvPr/>
        </p:nvSpPr>
        <p:spPr>
          <a:xfrm flipV="1">
            <a:off x="2878550" y="267407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1709267" y="308741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5" name="Shape 423"/>
          <p:cNvSpPr/>
          <p:nvPr/>
        </p:nvSpPr>
        <p:spPr>
          <a:xfrm flipV="1">
            <a:off x="2059392" y="308741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2118847" y="308741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7" name="Shape 425"/>
          <p:cNvSpPr/>
          <p:nvPr/>
        </p:nvSpPr>
        <p:spPr>
          <a:xfrm flipV="1">
            <a:off x="2468971" y="308741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2528426" y="308741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29" name="Shape 427"/>
          <p:cNvSpPr/>
          <p:nvPr/>
        </p:nvSpPr>
        <p:spPr>
          <a:xfrm flipV="1">
            <a:off x="2878550" y="308741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1709267" y="350075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31" name="Shape 429"/>
          <p:cNvSpPr/>
          <p:nvPr/>
        </p:nvSpPr>
        <p:spPr>
          <a:xfrm flipV="1">
            <a:off x="2059392" y="350075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2118847" y="350075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33" name="Shape 431"/>
          <p:cNvSpPr/>
          <p:nvPr/>
        </p:nvSpPr>
        <p:spPr>
          <a:xfrm flipV="1">
            <a:off x="2468971" y="350075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2528426" y="3500753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435" name="Shape 433"/>
          <p:cNvSpPr/>
          <p:nvPr/>
        </p:nvSpPr>
        <p:spPr>
          <a:xfrm flipV="1">
            <a:off x="2878550" y="3500753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1709267" y="2020177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2118847" y="2020177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2528426" y="2020177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1709267" y="2433515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2118847" y="2433515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2528426" y="2433515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1709267" y="2846854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2118847" y="2846854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2528426" y="2846854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709267" y="3260193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118847" y="3260193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528426" y="3260193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1709267" y="3673532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2118847" y="3673532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2528426" y="3673532"/>
            <a:ext cx="350124" cy="358847"/>
          </a:xfrm>
          <a:prstGeom prst="rect">
            <a:avLst/>
          </a:prstGeom>
          <a:solidFill>
            <a:srgbClr val="FF7F00"/>
          </a:solidFill>
          <a:ln w="3175">
            <a:solidFill>
              <a:srgbClr val="FF7F00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2924793" y="1847398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E47C09"/>
          </a:solidFill>
          <a:ln/>
        </p:spPr>
      </p:sp>
      <p:sp>
        <p:nvSpPr>
          <p:cNvPr id="452" name="Shape 450"/>
          <p:cNvSpPr/>
          <p:nvPr/>
        </p:nvSpPr>
        <p:spPr>
          <a:xfrm>
            <a:off x="2924793" y="2206246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3" name="Shape 451"/>
          <p:cNvSpPr/>
          <p:nvPr/>
        </p:nvSpPr>
        <p:spPr>
          <a:xfrm>
            <a:off x="2924793" y="2619584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4" name="Shape 452"/>
          <p:cNvSpPr/>
          <p:nvPr/>
        </p:nvSpPr>
        <p:spPr>
          <a:xfrm>
            <a:off x="2924793" y="303292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5" name="Shape 453"/>
          <p:cNvSpPr/>
          <p:nvPr/>
        </p:nvSpPr>
        <p:spPr>
          <a:xfrm>
            <a:off x="2924793" y="3446262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D67208"/>
          </a:solidFill>
          <a:ln/>
        </p:spPr>
      </p:sp>
      <p:sp>
        <p:nvSpPr>
          <p:cNvPr id="456" name="Shape 454"/>
          <p:cNvSpPr/>
          <p:nvPr/>
        </p:nvSpPr>
        <p:spPr>
          <a:xfrm>
            <a:off x="1497871" y="208663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57" name="Shape 455"/>
          <p:cNvSpPr/>
          <p:nvPr/>
        </p:nvSpPr>
        <p:spPr>
          <a:xfrm flipV="1">
            <a:off x="1847996" y="208663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1907451" y="208663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59" name="Shape 457"/>
          <p:cNvSpPr/>
          <p:nvPr/>
        </p:nvSpPr>
        <p:spPr>
          <a:xfrm flipV="1">
            <a:off x="2257575" y="208663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2317030" y="208663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1" name="Shape 459"/>
          <p:cNvSpPr/>
          <p:nvPr/>
        </p:nvSpPr>
        <p:spPr>
          <a:xfrm flipV="1">
            <a:off x="2667155" y="208663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1497871" y="249996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3" name="Shape 461"/>
          <p:cNvSpPr/>
          <p:nvPr/>
        </p:nvSpPr>
        <p:spPr>
          <a:xfrm flipV="1">
            <a:off x="1847996" y="249996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1907451" y="249996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5" name="Shape 463"/>
          <p:cNvSpPr/>
          <p:nvPr/>
        </p:nvSpPr>
        <p:spPr>
          <a:xfrm flipV="1">
            <a:off x="2257575" y="249996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2317030" y="249996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7" name="Shape 465"/>
          <p:cNvSpPr/>
          <p:nvPr/>
        </p:nvSpPr>
        <p:spPr>
          <a:xfrm flipV="1">
            <a:off x="2667155" y="249996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1497871" y="291330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69" name="Shape 467"/>
          <p:cNvSpPr/>
          <p:nvPr/>
        </p:nvSpPr>
        <p:spPr>
          <a:xfrm flipV="1">
            <a:off x="1847996" y="291330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1907451" y="291330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1" name="Shape 469"/>
          <p:cNvSpPr/>
          <p:nvPr/>
        </p:nvSpPr>
        <p:spPr>
          <a:xfrm flipV="1">
            <a:off x="2257575" y="291330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2317030" y="2913307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3" name="Shape 471"/>
          <p:cNvSpPr/>
          <p:nvPr/>
        </p:nvSpPr>
        <p:spPr>
          <a:xfrm flipV="1">
            <a:off x="2667155" y="2913307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1497871" y="332664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5" name="Shape 473"/>
          <p:cNvSpPr/>
          <p:nvPr/>
        </p:nvSpPr>
        <p:spPr>
          <a:xfrm flipV="1">
            <a:off x="1847996" y="332664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1907451" y="332664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7" name="Shape 475"/>
          <p:cNvSpPr/>
          <p:nvPr/>
        </p:nvSpPr>
        <p:spPr>
          <a:xfrm flipV="1">
            <a:off x="2257575" y="332664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2317030" y="332664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79" name="Shape 477"/>
          <p:cNvSpPr/>
          <p:nvPr/>
        </p:nvSpPr>
        <p:spPr>
          <a:xfrm flipV="1">
            <a:off x="2667155" y="332664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1497871" y="373998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81" name="Shape 479"/>
          <p:cNvSpPr/>
          <p:nvPr/>
        </p:nvSpPr>
        <p:spPr>
          <a:xfrm flipV="1">
            <a:off x="1847996" y="373998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1907451" y="373998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83" name="Shape 481"/>
          <p:cNvSpPr/>
          <p:nvPr/>
        </p:nvSpPr>
        <p:spPr>
          <a:xfrm flipV="1">
            <a:off x="2257575" y="373998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2317030" y="3739985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485" name="Shape 483"/>
          <p:cNvSpPr/>
          <p:nvPr/>
        </p:nvSpPr>
        <p:spPr>
          <a:xfrm flipV="1">
            <a:off x="2667155" y="3739985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1497871" y="2259408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1907451" y="2259408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2317030" y="2259408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497871" y="2672747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1907451" y="2672747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2317030" y="2672747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1497871" y="3086086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907451" y="3086086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2317030" y="3086086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1497871" y="3499424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1907451" y="3499424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2317030" y="3499424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1497871" y="3912763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1907451" y="3912763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2317030" y="3912763"/>
            <a:ext cx="350124" cy="358847"/>
          </a:xfrm>
          <a:prstGeom prst="rect">
            <a:avLst/>
          </a:prstGeom>
          <a:solidFill>
            <a:srgbClr val="7CFC00"/>
          </a:solidFill>
          <a:ln w="3175">
            <a:solidFill>
              <a:srgbClr val="7CFC00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2713397" y="2086630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D4A108"/>
          </a:solidFill>
          <a:ln/>
        </p:spPr>
      </p:sp>
      <p:sp>
        <p:nvSpPr>
          <p:cNvPr id="502" name="Shape 500"/>
          <p:cNvSpPr/>
          <p:nvPr/>
        </p:nvSpPr>
        <p:spPr>
          <a:xfrm>
            <a:off x="2713397" y="2445477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3" name="Shape 501"/>
          <p:cNvSpPr/>
          <p:nvPr/>
        </p:nvSpPr>
        <p:spPr>
          <a:xfrm>
            <a:off x="2713397" y="2858816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4" name="Shape 502"/>
          <p:cNvSpPr/>
          <p:nvPr/>
        </p:nvSpPr>
        <p:spPr>
          <a:xfrm>
            <a:off x="2713397" y="3272155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5" name="Shape 503"/>
          <p:cNvSpPr/>
          <p:nvPr/>
        </p:nvSpPr>
        <p:spPr>
          <a:xfrm>
            <a:off x="2713397" y="3685493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970A"/>
          </a:solidFill>
          <a:ln/>
        </p:spPr>
      </p:sp>
      <p:sp>
        <p:nvSpPr>
          <p:cNvPr id="506" name="Shape 504"/>
          <p:cNvSpPr/>
          <p:nvPr/>
        </p:nvSpPr>
        <p:spPr>
          <a:xfrm>
            <a:off x="1233627" y="232586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07" name="Shape 505"/>
          <p:cNvSpPr/>
          <p:nvPr/>
        </p:nvSpPr>
        <p:spPr>
          <a:xfrm flipV="1">
            <a:off x="1583751" y="232586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1643206" y="232586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09" name="Shape 507"/>
          <p:cNvSpPr/>
          <p:nvPr/>
        </p:nvSpPr>
        <p:spPr>
          <a:xfrm flipV="1">
            <a:off x="1993330" y="232586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2052785" y="2325861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1" name="Shape 509"/>
          <p:cNvSpPr/>
          <p:nvPr/>
        </p:nvSpPr>
        <p:spPr>
          <a:xfrm flipV="1">
            <a:off x="2402910" y="2325861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1233627" y="273920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3" name="Shape 511"/>
          <p:cNvSpPr/>
          <p:nvPr/>
        </p:nvSpPr>
        <p:spPr>
          <a:xfrm flipV="1">
            <a:off x="1583751" y="273920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1643206" y="273920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5" name="Shape 513"/>
          <p:cNvSpPr/>
          <p:nvPr/>
        </p:nvSpPr>
        <p:spPr>
          <a:xfrm flipV="1">
            <a:off x="1993330" y="273920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2052785" y="2739200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7" name="Shape 515"/>
          <p:cNvSpPr/>
          <p:nvPr/>
        </p:nvSpPr>
        <p:spPr>
          <a:xfrm flipV="1">
            <a:off x="2402910" y="2739200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1233627" y="315253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19" name="Shape 517"/>
          <p:cNvSpPr/>
          <p:nvPr/>
        </p:nvSpPr>
        <p:spPr>
          <a:xfrm flipV="1">
            <a:off x="1583751" y="315253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1643206" y="315253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1" name="Shape 519"/>
          <p:cNvSpPr/>
          <p:nvPr/>
        </p:nvSpPr>
        <p:spPr>
          <a:xfrm flipV="1">
            <a:off x="1993330" y="315253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2052785" y="3152539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3" name="Shape 521"/>
          <p:cNvSpPr/>
          <p:nvPr/>
        </p:nvSpPr>
        <p:spPr>
          <a:xfrm flipV="1">
            <a:off x="2402910" y="3152539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1233627" y="356587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5" name="Shape 523"/>
          <p:cNvSpPr/>
          <p:nvPr/>
        </p:nvSpPr>
        <p:spPr>
          <a:xfrm flipV="1">
            <a:off x="1583751" y="356587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1643206" y="356587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7" name="Shape 525"/>
          <p:cNvSpPr/>
          <p:nvPr/>
        </p:nvSpPr>
        <p:spPr>
          <a:xfrm flipV="1">
            <a:off x="1993330" y="356587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2052785" y="3565878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29" name="Shape 527"/>
          <p:cNvSpPr/>
          <p:nvPr/>
        </p:nvSpPr>
        <p:spPr>
          <a:xfrm flipV="1">
            <a:off x="2402910" y="3565878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1233627" y="397921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31" name="Shape 529"/>
          <p:cNvSpPr/>
          <p:nvPr/>
        </p:nvSpPr>
        <p:spPr>
          <a:xfrm flipV="1">
            <a:off x="1583751" y="397921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1643206" y="397921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33" name="Shape 531"/>
          <p:cNvSpPr/>
          <p:nvPr/>
        </p:nvSpPr>
        <p:spPr>
          <a:xfrm flipV="1">
            <a:off x="1993330" y="397921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2052785" y="3979216"/>
            <a:ext cx="938069" cy="172778"/>
          </a:xfrm>
          <a:custGeom>
            <a:avLst/>
            <a:gdLst/>
            <a:ahLst/>
            <a:cxnLst/>
            <a:rect l="l" t="t" r="r" b="b"/>
            <a:pathLst>
              <a:path w="938069" h="172778">
                <a:moveTo>
                  <a:pt x="0" y="172778"/>
                </a:moveTo>
                <a:lnTo>
                  <a:pt x="350124" y="172778"/>
                </a:lnTo>
                <a:lnTo>
                  <a:pt x="938069" y="0"/>
                </a:lnTo>
                <a:lnTo>
                  <a:pt x="587945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535" name="Shape 533"/>
          <p:cNvSpPr/>
          <p:nvPr/>
        </p:nvSpPr>
        <p:spPr>
          <a:xfrm flipV="1">
            <a:off x="2402910" y="3979216"/>
            <a:ext cx="587945" cy="172778"/>
          </a:xfrm>
          <a:prstGeom prst="line">
            <a:avLst/>
          </a:prstGeom>
          <a:noFill/>
          <a:ln w="7620">
            <a:solidFill>
              <a:srgbClr val="C8CF30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233627" y="2498640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643206" y="2498640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2052785" y="2498640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233627" y="2911978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643206" y="2911978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2052785" y="2911978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233627" y="3325317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643206" y="3325317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2052785" y="3325317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233627" y="3738656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643206" y="3738656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2052785" y="3738656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233627" y="4151995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643206" y="4151995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2052785" y="4151995"/>
            <a:ext cx="350124" cy="358847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2449153" y="2325861"/>
            <a:ext cx="541702" cy="2171391"/>
          </a:xfrm>
          <a:custGeom>
            <a:avLst/>
            <a:gdLst/>
            <a:ahLst/>
            <a:cxnLst/>
            <a:rect l="l" t="t" r="r" b="b"/>
            <a:pathLst>
              <a:path w="541702" h="2171391">
                <a:moveTo>
                  <a:pt x="0" y="159189"/>
                </a:moveTo>
                <a:lnTo>
                  <a:pt x="541702" y="0"/>
                </a:lnTo>
                <a:lnTo>
                  <a:pt x="541702" y="2012202"/>
                </a:lnTo>
                <a:lnTo>
                  <a:pt x="0" y="2171391"/>
                </a:lnTo>
                <a:close/>
              </a:path>
            </a:pathLst>
          </a:custGeom>
          <a:solidFill>
            <a:srgbClr val="D05127"/>
          </a:solidFill>
          <a:ln/>
        </p:spPr>
      </p:sp>
      <p:sp>
        <p:nvSpPr>
          <p:cNvPr id="552" name="Shape 550"/>
          <p:cNvSpPr/>
          <p:nvPr/>
        </p:nvSpPr>
        <p:spPr>
          <a:xfrm>
            <a:off x="2449153" y="2684708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3" name="Shape 551"/>
          <p:cNvSpPr/>
          <p:nvPr/>
        </p:nvSpPr>
        <p:spPr>
          <a:xfrm>
            <a:off x="2449153" y="3098047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4" name="Shape 552"/>
          <p:cNvSpPr/>
          <p:nvPr/>
        </p:nvSpPr>
        <p:spPr>
          <a:xfrm>
            <a:off x="2449153" y="3511386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5" name="Shape 553"/>
          <p:cNvSpPr/>
          <p:nvPr/>
        </p:nvSpPr>
        <p:spPr>
          <a:xfrm>
            <a:off x="2449153" y="3924725"/>
            <a:ext cx="541702" cy="213681"/>
          </a:xfrm>
          <a:custGeom>
            <a:avLst/>
            <a:gdLst/>
            <a:ahLst/>
            <a:cxnLst/>
            <a:rect l="l" t="t" r="r" b="b"/>
            <a:pathLst>
              <a:path w="541702" h="213681">
                <a:moveTo>
                  <a:pt x="0" y="159189"/>
                </a:moveTo>
                <a:lnTo>
                  <a:pt x="541702" y="0"/>
                </a:lnTo>
                <a:lnTo>
                  <a:pt x="541702" y="54492"/>
                </a:lnTo>
                <a:lnTo>
                  <a:pt x="0" y="213681"/>
                </a:lnTo>
                <a:close/>
              </a:path>
            </a:pathLst>
          </a:custGeom>
          <a:solidFill>
            <a:srgbClr val="C64D26"/>
          </a:solidFill>
          <a:ln/>
        </p:spPr>
      </p:sp>
      <p:sp>
        <p:nvSpPr>
          <p:cNvPr id="556" name="Shape 554"/>
          <p:cNvSpPr/>
          <p:nvPr/>
        </p:nvSpPr>
        <p:spPr>
          <a:xfrm>
            <a:off x="2812489" y="2325861"/>
            <a:ext cx="177044" cy="2064230"/>
          </a:xfrm>
          <a:custGeom>
            <a:avLst/>
            <a:gdLst/>
            <a:ahLst/>
            <a:cxnLst/>
            <a:rect l="l" t="t" r="r" b="b"/>
            <a:pathLst>
              <a:path w="177044" h="2064230">
                <a:moveTo>
                  <a:pt x="0" y="52028"/>
                </a:moveTo>
                <a:lnTo>
                  <a:pt x="177044" y="0"/>
                </a:lnTo>
                <a:lnTo>
                  <a:pt x="177044" y="2012202"/>
                </a:lnTo>
                <a:lnTo>
                  <a:pt x="0" y="2064230"/>
                </a:lnTo>
                <a:close/>
              </a:path>
            </a:pathLst>
          </a:custGeom>
          <a:solidFill>
            <a:srgbClr val="EB4D42"/>
          </a:solidFill>
          <a:ln/>
        </p:spPr>
      </p:sp>
      <p:sp>
        <p:nvSpPr>
          <p:cNvPr id="557" name="Shape 555"/>
          <p:cNvSpPr/>
          <p:nvPr/>
        </p:nvSpPr>
        <p:spPr>
          <a:xfrm>
            <a:off x="2812489" y="2684708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58" name="Shape 556"/>
          <p:cNvSpPr/>
          <p:nvPr/>
        </p:nvSpPr>
        <p:spPr>
          <a:xfrm>
            <a:off x="2812489" y="3098047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59" name="Shape 557"/>
          <p:cNvSpPr/>
          <p:nvPr/>
        </p:nvSpPr>
        <p:spPr>
          <a:xfrm>
            <a:off x="2812489" y="3511386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60" name="Shape 558"/>
          <p:cNvSpPr/>
          <p:nvPr/>
        </p:nvSpPr>
        <p:spPr>
          <a:xfrm>
            <a:off x="2812489" y="3924725"/>
            <a:ext cx="177044" cy="106519"/>
          </a:xfrm>
          <a:custGeom>
            <a:avLst/>
            <a:gdLst/>
            <a:ahLst/>
            <a:cxnLst/>
            <a:rect l="l" t="t" r="r" b="b"/>
            <a:pathLst>
              <a:path w="177044" h="106519">
                <a:moveTo>
                  <a:pt x="0" y="52028"/>
                </a:moveTo>
                <a:lnTo>
                  <a:pt x="177044" y="0"/>
                </a:lnTo>
                <a:lnTo>
                  <a:pt x="177044" y="54492"/>
                </a:lnTo>
                <a:lnTo>
                  <a:pt x="0" y="106519"/>
                </a:lnTo>
                <a:close/>
              </a:path>
            </a:pathLst>
          </a:custGeom>
          <a:solidFill>
            <a:srgbClr val="D84440"/>
          </a:solidFill>
          <a:ln/>
        </p:spPr>
      </p:sp>
      <p:sp>
        <p:nvSpPr>
          <p:cNvPr id="561" name="Shape 559"/>
          <p:cNvSpPr/>
          <p:nvPr/>
        </p:nvSpPr>
        <p:spPr>
          <a:xfrm>
            <a:off x="1586393" y="2485349"/>
            <a:ext cx="55491" cy="2013531"/>
          </a:xfrm>
          <a:prstGeom prst="rect">
            <a:avLst/>
          </a:prstGeom>
          <a:solidFill>
            <a:srgbClr val="E000E8"/>
          </a:solidFill>
          <a:ln/>
        </p:spPr>
      </p:sp>
      <p:sp>
        <p:nvSpPr>
          <p:cNvPr id="562" name="Shape 560"/>
          <p:cNvSpPr/>
          <p:nvPr/>
        </p:nvSpPr>
        <p:spPr>
          <a:xfrm>
            <a:off x="1995973" y="2485349"/>
            <a:ext cx="55491" cy="2013531"/>
          </a:xfrm>
          <a:prstGeom prst="rect">
            <a:avLst/>
          </a:prstGeom>
          <a:solidFill>
            <a:srgbClr val="E000E8"/>
          </a:solidFill>
          <a:ln/>
        </p:spPr>
      </p:sp>
      <p:sp>
        <p:nvSpPr>
          <p:cNvPr id="563" name="Shape 561"/>
          <p:cNvSpPr/>
          <p:nvPr/>
        </p:nvSpPr>
        <p:spPr>
          <a:xfrm>
            <a:off x="2405552" y="2485349"/>
            <a:ext cx="55491" cy="2013531"/>
          </a:xfrm>
          <a:prstGeom prst="rect">
            <a:avLst/>
          </a:prstGeom>
          <a:solidFill>
            <a:srgbClr val="E000E8"/>
          </a:solidFill>
          <a:ln/>
        </p:spPr>
      </p:sp>
      <p:sp>
        <p:nvSpPr>
          <p:cNvPr id="564" name="Shape 562"/>
          <p:cNvSpPr/>
          <p:nvPr/>
        </p:nvSpPr>
        <p:spPr>
          <a:xfrm>
            <a:off x="4127107" y="2272699"/>
            <a:ext cx="4142037" cy="1255965"/>
          </a:xfrm>
          <a:prstGeom prst="rect">
            <a:avLst/>
          </a:prstGeom>
          <a:solidFill>
            <a:srgbClr val="FFFDE0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565" name="Text 563"/>
          <p:cNvSpPr/>
          <p:nvPr/>
        </p:nvSpPr>
        <p:spPr>
          <a:xfrm>
            <a:off x="4233829" y="2302095"/>
            <a:ext cx="355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</a:t>
            </a:r>
            <a:endParaRPr lang="en-US" sz="2000" dirty="0"/>
          </a:p>
        </p:txBody>
      </p:sp>
      <p:sp>
        <p:nvSpPr>
          <p:cNvPr id="566" name="Text 564"/>
          <p:cNvSpPr/>
          <p:nvPr/>
        </p:nvSpPr>
        <p:spPr>
          <a:xfrm>
            <a:off x="4233829" y="2586233"/>
            <a:ext cx="368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(then Normalize) </a:t>
            </a:r>
            <a:pPr algn="l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μ, σ</a:t>
            </a:r>
            <a:endParaRPr lang="en-US" sz="1800" dirty="0"/>
          </a:p>
        </p:txBody>
      </p:sp>
      <p:sp>
        <p:nvSpPr>
          <p:cNvPr id="567" name="Text 565"/>
          <p:cNvSpPr/>
          <p:nvPr/>
        </p:nvSpPr>
        <p:spPr>
          <a:xfrm>
            <a:off x="4319709" y="2885272"/>
            <a:ext cx="368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Samples</a:t>
            </a:r>
            <a:pPr algn="l" indent="0" marL="0">
              <a:buNone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batch</a:t>
            </a:r>
            <a:endParaRPr lang="en-US" sz="1800" dirty="0"/>
          </a:p>
        </p:txBody>
      </p:sp>
      <p:sp>
        <p:nvSpPr>
          <p:cNvPr id="568" name="Text 566"/>
          <p:cNvSpPr/>
          <p:nvPr/>
        </p:nvSpPr>
        <p:spPr>
          <a:xfrm>
            <a:off x="4986927" y="3184311"/>
            <a:ext cx="254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each channel)</a:t>
            </a:r>
            <a:endParaRPr lang="en-US" sz="1800" dirty="0"/>
          </a:p>
        </p:txBody>
      </p:sp>
      <p:sp>
        <p:nvSpPr>
          <p:cNvPr id="569" name="Shape 567"/>
          <p:cNvSpPr/>
          <p:nvPr/>
        </p:nvSpPr>
        <p:spPr>
          <a:xfrm rot="2400000">
            <a:off x="4457413" y="3282787"/>
            <a:ext cx="132122" cy="66453"/>
          </a:xfrm>
          <a:prstGeom prst="rect">
            <a:avLst/>
          </a:prstGeom>
          <a:solidFill>
            <a:srgbClr val="BFBFB0"/>
          </a:solidFill>
          <a:ln w="6350">
            <a:solidFill>
              <a:srgbClr val="707060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 rot="2400000">
            <a:off x="4549899" y="3375822"/>
            <a:ext cx="52849" cy="53163"/>
          </a:xfrm>
          <a:prstGeom prst="rect">
            <a:avLst/>
          </a:prstGeom>
          <a:solidFill>
            <a:srgbClr val="5A5A4C"/>
          </a:solidFill>
          <a:ln/>
        </p:spPr>
      </p:sp>
      <p:sp>
        <p:nvSpPr>
          <p:cNvPr id="571" name="Shape 569"/>
          <p:cNvSpPr/>
          <p:nvPr/>
        </p:nvSpPr>
        <p:spPr>
          <a:xfrm>
            <a:off x="705137" y="4744757"/>
            <a:ext cx="10668883" cy="1880625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00"/>
            </a:solidFill>
            <a:prstDash val="solid"/>
          </a:ln>
        </p:spPr>
      </p:sp>
      <p:sp>
        <p:nvSpPr>
          <p:cNvPr id="572" name="Text 570"/>
          <p:cNvSpPr/>
          <p:nvPr/>
        </p:nvSpPr>
        <p:spPr>
          <a:xfrm>
            <a:off x="930257" y="4809877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 Calculate Mean and Variance of Each Mini-Batch instead of</a:t>
            </a:r>
            <a:endParaRPr lang="en-US" sz="1980" dirty="0"/>
          </a:p>
        </p:txBody>
      </p:sp>
      <p:sp>
        <p:nvSpPr>
          <p:cNvPr id="573" name="Text 571"/>
          <p:cNvSpPr/>
          <p:nvPr/>
        </p:nvSpPr>
        <p:spPr>
          <a:xfrm>
            <a:off x="930257" y="5069044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Calculating Mean and Variance of the Whole Data.</a:t>
            </a:r>
            <a:endParaRPr lang="en-US" sz="1980" dirty="0"/>
          </a:p>
        </p:txBody>
      </p:sp>
      <p:sp>
        <p:nvSpPr>
          <p:cNvPr id="574" name="Text 572"/>
          <p:cNvSpPr/>
          <p:nvPr/>
        </p:nvSpPr>
        <p:spPr>
          <a:xfrm>
            <a:off x="930257" y="5647187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mean and variance will differ from mini-batch to another  </a:t>
            </a:r>
            <a:pPr algn="l" indent="0" marL="0">
              <a:buNone/>
            </a:pPr>
            <a:r>
              <a:rPr lang="en-US" sz="1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(Source of Error).</a:t>
            </a:r>
            <a:endParaRPr lang="en-US" sz="1980" dirty="0"/>
          </a:p>
        </p:txBody>
      </p:sp>
      <p:sp>
        <p:nvSpPr>
          <p:cNvPr id="575" name="Text 573"/>
          <p:cNvSpPr/>
          <p:nvPr/>
        </p:nvSpPr>
        <p:spPr>
          <a:xfrm>
            <a:off x="930257" y="6231975"/>
            <a:ext cx="1031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Batch Size should be large enough to minimize “batching” effect.  </a:t>
            </a:r>
            <a:pPr algn="l" indent="0" marL="0">
              <a:buNone/>
            </a:pPr>
            <a:r>
              <a:rPr lang="en-US" sz="19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(Constrain)</a:t>
            </a:r>
            <a:endParaRPr lang="en-US" sz="1980" dirty="0"/>
          </a:p>
        </p:txBody>
      </p:sp>
      <p:sp>
        <p:nvSpPr>
          <p:cNvPr id="576" name="Shape 574"/>
          <p:cNvSpPr/>
          <p:nvPr/>
        </p:nvSpPr>
        <p:spPr>
          <a:xfrm rot="5400000">
            <a:off x="7538835" y="3194153"/>
            <a:ext cx="1764500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77" name="Shape 575"/>
          <p:cNvSpPr/>
          <p:nvPr/>
        </p:nvSpPr>
        <p:spPr>
          <a:xfrm>
            <a:off x="8367744" y="2246117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78" name="Shape 576"/>
          <p:cNvSpPr/>
          <p:nvPr/>
        </p:nvSpPr>
        <p:spPr>
          <a:xfrm rot="10800000">
            <a:off x="8367744" y="405328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79" name="Shape 577"/>
          <p:cNvSpPr/>
          <p:nvPr/>
        </p:nvSpPr>
        <p:spPr>
          <a:xfrm>
            <a:off x="8627883" y="4410246"/>
            <a:ext cx="1475753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80" name="Shape 578"/>
          <p:cNvSpPr/>
          <p:nvPr/>
        </p:nvSpPr>
        <p:spPr>
          <a:xfrm rot="16200000">
            <a:off x="8553207" y="436579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1" name="Shape 579"/>
          <p:cNvSpPr/>
          <p:nvPr/>
        </p:nvSpPr>
        <p:spPr>
          <a:xfrm rot="5400000">
            <a:off x="10071632" y="436579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2" name="Shape 580"/>
          <p:cNvSpPr/>
          <p:nvPr/>
        </p:nvSpPr>
        <p:spPr>
          <a:xfrm rot="-2738058">
            <a:off x="10300261" y="3732424"/>
            <a:ext cx="1209449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83" name="Shape 581"/>
          <p:cNvSpPr/>
          <p:nvPr/>
        </p:nvSpPr>
        <p:spPr>
          <a:xfrm rot="13560000">
            <a:off x="10414374" y="413602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4" name="Shape 582"/>
          <p:cNvSpPr/>
          <p:nvPr/>
        </p:nvSpPr>
        <p:spPr>
          <a:xfrm rot="2760000">
            <a:off x="11288916" y="3239919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585" name="Text 583"/>
          <p:cNvSpPr/>
          <p:nvPr/>
        </p:nvSpPr>
        <p:spPr>
          <a:xfrm rot="16200000">
            <a:off x="7310038" y="2977545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</a:t>
            </a:r>
            <a:endParaRPr lang="en-US" sz="1300" dirty="0"/>
          </a:p>
        </p:txBody>
      </p:sp>
      <p:sp>
        <p:nvSpPr>
          <p:cNvPr id="586" name="Text 584"/>
          <p:cNvSpPr/>
          <p:nvPr/>
        </p:nvSpPr>
        <p:spPr>
          <a:xfrm>
            <a:off x="8504668" y="4183728"/>
            <a:ext cx="15240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300" dirty="0"/>
          </a:p>
        </p:txBody>
      </p:sp>
      <p:sp>
        <p:nvSpPr>
          <p:cNvPr id="587" name="Text 585"/>
          <p:cNvSpPr/>
          <p:nvPr/>
        </p:nvSpPr>
        <p:spPr>
          <a:xfrm rot="18840000">
            <a:off x="10075440" y="3390736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3430" y="616899"/>
            <a:ext cx="965200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75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, Group, and Instance Normalization</a:t>
            </a:r>
            <a:endParaRPr lang="en-US" sz="3575" dirty="0"/>
          </a:p>
        </p:txBody>
      </p:sp>
      <p:sp>
        <p:nvSpPr>
          <p:cNvPr id="6" name="Text 4"/>
          <p:cNvSpPr/>
          <p:nvPr/>
        </p:nvSpPr>
        <p:spPr>
          <a:xfrm>
            <a:off x="917557" y="1417259"/>
            <a:ext cx="33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Based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7557" y="1802687"/>
            <a:ext cx="33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431810" y="2485349"/>
            <a:ext cx="1995048" cy="159488"/>
          </a:xfrm>
          <a:custGeom>
            <a:avLst/>
            <a:gdLst/>
            <a:ahLst/>
            <a:cxnLst/>
            <a:rect l="l" t="t" r="r" b="b"/>
            <a:pathLst>
              <a:path w="1995048" h="159488">
                <a:moveTo>
                  <a:pt x="0" y="159488"/>
                </a:moveTo>
                <a:lnTo>
                  <a:pt x="1862926" y="159488"/>
                </a:lnTo>
                <a:lnTo>
                  <a:pt x="1995048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9" name="Shape 7"/>
          <p:cNvSpPr/>
          <p:nvPr/>
        </p:nvSpPr>
        <p:spPr>
          <a:xfrm>
            <a:off x="1431810" y="2658127"/>
            <a:ext cx="1915775" cy="239231"/>
          </a:xfrm>
          <a:custGeom>
            <a:avLst/>
            <a:gdLst/>
            <a:ahLst/>
            <a:cxnLst/>
            <a:rect l="l" t="t" r="r" b="b"/>
            <a:pathLst>
              <a:path w="1915775" h="239231">
                <a:moveTo>
                  <a:pt x="0" y="239231"/>
                </a:moveTo>
                <a:lnTo>
                  <a:pt x="1783652" y="239231"/>
                </a:lnTo>
                <a:lnTo>
                  <a:pt x="1915775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10" name="Shape 8"/>
          <p:cNvSpPr/>
          <p:nvPr/>
        </p:nvSpPr>
        <p:spPr>
          <a:xfrm>
            <a:off x="1973512" y="2658127"/>
            <a:ext cx="158547" cy="239231"/>
          </a:xfrm>
          <a:custGeom>
            <a:avLst/>
            <a:gdLst/>
            <a:ahLst/>
            <a:cxnLst/>
            <a:rect l="l" t="t" r="r" b="b"/>
            <a:pathLst>
              <a:path w="158547" h="239231">
                <a:moveTo>
                  <a:pt x="0" y="239231"/>
                </a:moveTo>
                <a:lnTo>
                  <a:pt x="26424" y="239231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11" name="Shape 9"/>
          <p:cNvSpPr/>
          <p:nvPr/>
        </p:nvSpPr>
        <p:spPr>
          <a:xfrm>
            <a:off x="2383091" y="2658127"/>
            <a:ext cx="158547" cy="239231"/>
          </a:xfrm>
          <a:custGeom>
            <a:avLst/>
            <a:gdLst/>
            <a:ahLst/>
            <a:cxnLst/>
            <a:rect l="l" t="t" r="r" b="b"/>
            <a:pathLst>
              <a:path w="158547" h="239231">
                <a:moveTo>
                  <a:pt x="0" y="239231"/>
                </a:moveTo>
                <a:lnTo>
                  <a:pt x="26424" y="239231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12" name="Shape 10"/>
          <p:cNvSpPr/>
          <p:nvPr/>
        </p:nvSpPr>
        <p:spPr>
          <a:xfrm>
            <a:off x="2792671" y="2658127"/>
            <a:ext cx="158547" cy="239231"/>
          </a:xfrm>
          <a:custGeom>
            <a:avLst/>
            <a:gdLst/>
            <a:ahLst/>
            <a:cxnLst/>
            <a:rect l="l" t="t" r="r" b="b"/>
            <a:pathLst>
              <a:path w="158547" h="239231">
                <a:moveTo>
                  <a:pt x="0" y="239231"/>
                </a:moveTo>
                <a:lnTo>
                  <a:pt x="26424" y="239231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13" name="Shape 11"/>
          <p:cNvSpPr/>
          <p:nvPr/>
        </p:nvSpPr>
        <p:spPr>
          <a:xfrm>
            <a:off x="1431810" y="2937231"/>
            <a:ext cx="1757228" cy="199360"/>
          </a:xfrm>
          <a:custGeom>
            <a:avLst/>
            <a:gdLst/>
            <a:ahLst/>
            <a:cxnLst/>
            <a:rect l="l" t="t" r="r" b="b"/>
            <a:pathLst>
              <a:path w="1757228" h="199360">
                <a:moveTo>
                  <a:pt x="0" y="199360"/>
                </a:moveTo>
                <a:lnTo>
                  <a:pt x="1625105" y="199360"/>
                </a:lnTo>
                <a:lnTo>
                  <a:pt x="1757228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973512" y="2937231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15" name="Shape 13"/>
          <p:cNvSpPr/>
          <p:nvPr/>
        </p:nvSpPr>
        <p:spPr>
          <a:xfrm>
            <a:off x="2383091" y="2937231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92671" y="2937231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17" name="Shape 15"/>
          <p:cNvSpPr/>
          <p:nvPr/>
        </p:nvSpPr>
        <p:spPr>
          <a:xfrm>
            <a:off x="2409516" y="3136590"/>
            <a:ext cx="198184" cy="2312571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18" name="Shape 16"/>
          <p:cNvSpPr/>
          <p:nvPr/>
        </p:nvSpPr>
        <p:spPr>
          <a:xfrm>
            <a:off x="2647336" y="3136590"/>
            <a:ext cx="224608" cy="2312571"/>
          </a:xfrm>
          <a:prstGeom prst="rect">
            <a:avLst/>
          </a:prstGeom>
          <a:solidFill>
            <a:srgbClr val="FF7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898369" y="3136590"/>
            <a:ext cx="211396" cy="2312571"/>
          </a:xfrm>
          <a:prstGeom prst="rect">
            <a:avLst/>
          </a:prstGeom>
          <a:solidFill>
            <a:srgbClr val="EDFF1A"/>
          </a:solidFill>
          <a:ln/>
        </p:spPr>
      </p:sp>
      <p:sp>
        <p:nvSpPr>
          <p:cNvPr id="20" name="Shape 18"/>
          <p:cNvSpPr/>
          <p:nvPr/>
        </p:nvSpPr>
        <p:spPr>
          <a:xfrm>
            <a:off x="3136189" y="3136590"/>
            <a:ext cx="184971" cy="2312571"/>
          </a:xfrm>
          <a:prstGeom prst="rect">
            <a:avLst/>
          </a:prstGeom>
          <a:solidFill>
            <a:srgbClr val="759FC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864" y="3083428"/>
            <a:ext cx="1730803" cy="2511930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69879" y="3083428"/>
            <a:ext cx="39637" cy="2511930"/>
          </a:xfrm>
          <a:prstGeom prst="rect">
            <a:avLst/>
          </a:prstGeom>
          <a:solidFill>
            <a:srgbClr val="F0706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12078" y="1329064"/>
            <a:ext cx="1651530" cy="159488"/>
          </a:xfrm>
          <a:custGeom>
            <a:avLst/>
            <a:gdLst/>
            <a:ahLst/>
            <a:cxnLst/>
            <a:rect l="l" t="t" r="r" b="b"/>
            <a:pathLst>
              <a:path w="1651530" h="159488">
                <a:moveTo>
                  <a:pt x="0" y="159488"/>
                </a:moveTo>
                <a:lnTo>
                  <a:pt x="1519407" y="159488"/>
                </a:lnTo>
                <a:lnTo>
                  <a:pt x="1651530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24" name="Shape 22"/>
          <p:cNvSpPr/>
          <p:nvPr/>
        </p:nvSpPr>
        <p:spPr>
          <a:xfrm>
            <a:off x="4153531" y="1528423"/>
            <a:ext cx="1744015" cy="199360"/>
          </a:xfrm>
          <a:custGeom>
            <a:avLst/>
            <a:gdLst/>
            <a:ahLst/>
            <a:cxnLst/>
            <a:rect l="l" t="t" r="r" b="b"/>
            <a:pathLst>
              <a:path w="1744015" h="199360">
                <a:moveTo>
                  <a:pt x="0" y="199360"/>
                </a:moveTo>
                <a:lnTo>
                  <a:pt x="1611893" y="199360"/>
                </a:lnTo>
                <a:lnTo>
                  <a:pt x="1744015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3111" y="1528423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26" name="Shape 24"/>
          <p:cNvSpPr/>
          <p:nvPr/>
        </p:nvSpPr>
        <p:spPr>
          <a:xfrm>
            <a:off x="4972690" y="1528423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27" name="Shape 25"/>
          <p:cNvSpPr/>
          <p:nvPr/>
        </p:nvSpPr>
        <p:spPr>
          <a:xfrm>
            <a:off x="5382270" y="1528423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28" name="Shape 26"/>
          <p:cNvSpPr/>
          <p:nvPr/>
        </p:nvSpPr>
        <p:spPr>
          <a:xfrm>
            <a:off x="3981772" y="1767655"/>
            <a:ext cx="1849713" cy="199360"/>
          </a:xfrm>
          <a:custGeom>
            <a:avLst/>
            <a:gdLst/>
            <a:ahLst/>
            <a:cxnLst/>
            <a:rect l="l" t="t" r="r" b="b"/>
            <a:pathLst>
              <a:path w="1849713" h="199360">
                <a:moveTo>
                  <a:pt x="0" y="199360"/>
                </a:moveTo>
                <a:lnTo>
                  <a:pt x="1717591" y="199360"/>
                </a:lnTo>
                <a:lnTo>
                  <a:pt x="1849713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29" name="Shape 27"/>
          <p:cNvSpPr/>
          <p:nvPr/>
        </p:nvSpPr>
        <p:spPr>
          <a:xfrm>
            <a:off x="4404564" y="1767655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30" name="Shape 28"/>
          <p:cNvSpPr/>
          <p:nvPr/>
        </p:nvSpPr>
        <p:spPr>
          <a:xfrm>
            <a:off x="4814143" y="1767655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31" name="Shape 29"/>
          <p:cNvSpPr/>
          <p:nvPr/>
        </p:nvSpPr>
        <p:spPr>
          <a:xfrm>
            <a:off x="5223723" y="1767655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32" name="Shape 30"/>
          <p:cNvSpPr/>
          <p:nvPr/>
        </p:nvSpPr>
        <p:spPr>
          <a:xfrm>
            <a:off x="3638254" y="2006886"/>
            <a:ext cx="2127170" cy="199360"/>
          </a:xfrm>
          <a:custGeom>
            <a:avLst/>
            <a:gdLst/>
            <a:ahLst/>
            <a:cxnLst/>
            <a:rect l="l" t="t" r="r" b="b"/>
            <a:pathLst>
              <a:path w="2127170" h="199360">
                <a:moveTo>
                  <a:pt x="0" y="199360"/>
                </a:moveTo>
                <a:lnTo>
                  <a:pt x="1995048" y="199360"/>
                </a:lnTo>
                <a:lnTo>
                  <a:pt x="2127170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33" name="Shape 31"/>
          <p:cNvSpPr/>
          <p:nvPr/>
        </p:nvSpPr>
        <p:spPr>
          <a:xfrm>
            <a:off x="4047834" y="2006886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4" name="Shape 32"/>
          <p:cNvSpPr/>
          <p:nvPr/>
        </p:nvSpPr>
        <p:spPr>
          <a:xfrm>
            <a:off x="4457413" y="2006886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5" name="Shape 33"/>
          <p:cNvSpPr/>
          <p:nvPr/>
        </p:nvSpPr>
        <p:spPr>
          <a:xfrm>
            <a:off x="4866992" y="2006886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36" name="Shape 34"/>
          <p:cNvSpPr/>
          <p:nvPr/>
        </p:nvSpPr>
        <p:spPr>
          <a:xfrm>
            <a:off x="3492919" y="2246117"/>
            <a:ext cx="2140383" cy="159488"/>
          </a:xfrm>
          <a:custGeom>
            <a:avLst/>
            <a:gdLst/>
            <a:ahLst/>
            <a:cxnLst/>
            <a:rect l="l" t="t" r="r" b="b"/>
            <a:pathLst>
              <a:path w="2140383" h="159488">
                <a:moveTo>
                  <a:pt x="0" y="159488"/>
                </a:moveTo>
                <a:lnTo>
                  <a:pt x="2008260" y="159488"/>
                </a:lnTo>
                <a:lnTo>
                  <a:pt x="2140383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3902499" y="2246117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38" name="Shape 36"/>
          <p:cNvSpPr/>
          <p:nvPr/>
        </p:nvSpPr>
        <p:spPr>
          <a:xfrm>
            <a:off x="4312078" y="2246117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39" name="Shape 37"/>
          <p:cNvSpPr/>
          <p:nvPr/>
        </p:nvSpPr>
        <p:spPr>
          <a:xfrm>
            <a:off x="4721658" y="2246117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40" name="Shape 38"/>
          <p:cNvSpPr/>
          <p:nvPr/>
        </p:nvSpPr>
        <p:spPr>
          <a:xfrm>
            <a:off x="5197298" y="2339152"/>
            <a:ext cx="184971" cy="1847398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41" name="Shape 39"/>
          <p:cNvSpPr/>
          <p:nvPr/>
        </p:nvSpPr>
        <p:spPr>
          <a:xfrm>
            <a:off x="5421906" y="2339152"/>
            <a:ext cx="224608" cy="1847398"/>
          </a:xfrm>
          <a:prstGeom prst="rect">
            <a:avLst/>
          </a:prstGeom>
          <a:solidFill>
            <a:srgbClr val="FF7F00"/>
          </a:solidFill>
          <a:ln/>
        </p:spPr>
      </p:sp>
      <p:sp>
        <p:nvSpPr>
          <p:cNvPr id="42" name="Shape 40"/>
          <p:cNvSpPr/>
          <p:nvPr/>
        </p:nvSpPr>
        <p:spPr>
          <a:xfrm>
            <a:off x="5672939" y="2339152"/>
            <a:ext cx="92486" cy="1847398"/>
          </a:xfrm>
          <a:prstGeom prst="rect">
            <a:avLst/>
          </a:prstGeom>
          <a:solidFill>
            <a:srgbClr val="EDFF1A"/>
          </a:solidFill>
          <a:ln/>
        </p:spPr>
      </p:sp>
      <p:sp>
        <p:nvSpPr>
          <p:cNvPr id="43" name="Shape 41"/>
          <p:cNvSpPr/>
          <p:nvPr/>
        </p:nvSpPr>
        <p:spPr>
          <a:xfrm>
            <a:off x="3413646" y="2418896"/>
            <a:ext cx="1757228" cy="201633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3413646" y="2418896"/>
            <a:ext cx="779522" cy="332266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06380" y="2418896"/>
            <a:ext cx="964493" cy="332266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13646" y="2833564"/>
            <a:ext cx="779522" cy="332266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06380" y="2833564"/>
            <a:ext cx="964493" cy="332266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13646" y="3248231"/>
            <a:ext cx="779522" cy="332266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06380" y="3248231"/>
            <a:ext cx="964493" cy="332266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13646" y="3662899"/>
            <a:ext cx="779522" cy="332266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06380" y="3662899"/>
            <a:ext cx="964493" cy="332266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13646" y="4077567"/>
            <a:ext cx="779522" cy="332266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06380" y="4077567"/>
            <a:ext cx="964493" cy="332266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90033" y="1302482"/>
            <a:ext cx="1823289" cy="199360"/>
          </a:xfrm>
          <a:custGeom>
            <a:avLst/>
            <a:gdLst/>
            <a:ahLst/>
            <a:cxnLst/>
            <a:rect l="l" t="t" r="r" b="b"/>
            <a:pathLst>
              <a:path w="1823289" h="199360">
                <a:moveTo>
                  <a:pt x="0" y="199360"/>
                </a:moveTo>
                <a:lnTo>
                  <a:pt x="1691167" y="199360"/>
                </a:lnTo>
                <a:lnTo>
                  <a:pt x="1823289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55" name="Shape 53"/>
          <p:cNvSpPr/>
          <p:nvPr/>
        </p:nvSpPr>
        <p:spPr>
          <a:xfrm>
            <a:off x="5765425" y="1820817"/>
            <a:ext cx="2180019" cy="199360"/>
          </a:xfrm>
          <a:custGeom>
            <a:avLst/>
            <a:gdLst/>
            <a:ahLst/>
            <a:cxnLst/>
            <a:rect l="l" t="t" r="r" b="b"/>
            <a:pathLst>
              <a:path w="2180019" h="199360">
                <a:moveTo>
                  <a:pt x="0" y="199360"/>
                </a:moveTo>
                <a:lnTo>
                  <a:pt x="2047897" y="199360"/>
                </a:lnTo>
                <a:lnTo>
                  <a:pt x="2180019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56" name="Shape 54"/>
          <p:cNvSpPr/>
          <p:nvPr/>
        </p:nvSpPr>
        <p:spPr>
          <a:xfrm>
            <a:off x="6175004" y="1820817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57" name="Shape 55"/>
          <p:cNvSpPr/>
          <p:nvPr/>
        </p:nvSpPr>
        <p:spPr>
          <a:xfrm>
            <a:off x="6584583" y="1820817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58" name="Shape 56"/>
          <p:cNvSpPr/>
          <p:nvPr/>
        </p:nvSpPr>
        <p:spPr>
          <a:xfrm>
            <a:off x="6994163" y="1820817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59" name="Shape 57"/>
          <p:cNvSpPr/>
          <p:nvPr/>
        </p:nvSpPr>
        <p:spPr>
          <a:xfrm>
            <a:off x="5672939" y="2060049"/>
            <a:ext cx="2246081" cy="159488"/>
          </a:xfrm>
          <a:custGeom>
            <a:avLst/>
            <a:gdLst/>
            <a:ahLst/>
            <a:cxnLst/>
            <a:rect l="l" t="t" r="r" b="b"/>
            <a:pathLst>
              <a:path w="2246081" h="159488">
                <a:moveTo>
                  <a:pt x="0" y="159488"/>
                </a:moveTo>
                <a:lnTo>
                  <a:pt x="2113958" y="159488"/>
                </a:lnTo>
                <a:lnTo>
                  <a:pt x="2246081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60" name="Shape 58"/>
          <p:cNvSpPr/>
          <p:nvPr/>
        </p:nvSpPr>
        <p:spPr>
          <a:xfrm>
            <a:off x="6082518" y="2060049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61" name="Shape 59"/>
          <p:cNvSpPr/>
          <p:nvPr/>
        </p:nvSpPr>
        <p:spPr>
          <a:xfrm>
            <a:off x="6492098" y="2060049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62" name="Shape 60"/>
          <p:cNvSpPr/>
          <p:nvPr/>
        </p:nvSpPr>
        <p:spPr>
          <a:xfrm>
            <a:off x="6901677" y="2060049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63" name="Shape 61"/>
          <p:cNvSpPr/>
          <p:nvPr/>
        </p:nvSpPr>
        <p:spPr>
          <a:xfrm>
            <a:off x="5606878" y="2259408"/>
            <a:ext cx="2206444" cy="199360"/>
          </a:xfrm>
          <a:custGeom>
            <a:avLst/>
            <a:gdLst/>
            <a:ahLst/>
            <a:cxnLst/>
            <a:rect l="l" t="t" r="r" b="b"/>
            <a:pathLst>
              <a:path w="2206444" h="199360">
                <a:moveTo>
                  <a:pt x="0" y="199360"/>
                </a:moveTo>
                <a:lnTo>
                  <a:pt x="2074321" y="199360"/>
                </a:lnTo>
                <a:lnTo>
                  <a:pt x="2206444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64" name="Shape 62"/>
          <p:cNvSpPr/>
          <p:nvPr/>
        </p:nvSpPr>
        <p:spPr>
          <a:xfrm>
            <a:off x="6016457" y="2259408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65" name="Shape 63"/>
          <p:cNvSpPr/>
          <p:nvPr/>
        </p:nvSpPr>
        <p:spPr>
          <a:xfrm>
            <a:off x="6426036" y="2259408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66" name="Shape 64"/>
          <p:cNvSpPr/>
          <p:nvPr/>
        </p:nvSpPr>
        <p:spPr>
          <a:xfrm>
            <a:off x="6835616" y="2259408"/>
            <a:ext cx="158547" cy="199360"/>
          </a:xfrm>
          <a:custGeom>
            <a:avLst/>
            <a:gdLst/>
            <a:ahLst/>
            <a:cxnLst/>
            <a:rect l="l" t="t" r="r" b="b"/>
            <a:pathLst>
              <a:path w="158547" h="199360">
                <a:moveTo>
                  <a:pt x="0" y="199360"/>
                </a:moveTo>
                <a:lnTo>
                  <a:pt x="26424" y="199360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67" name="Shape 65"/>
          <p:cNvSpPr/>
          <p:nvPr/>
        </p:nvSpPr>
        <p:spPr>
          <a:xfrm>
            <a:off x="5540816" y="2498640"/>
            <a:ext cx="2140383" cy="159488"/>
          </a:xfrm>
          <a:custGeom>
            <a:avLst/>
            <a:gdLst/>
            <a:ahLst/>
            <a:cxnLst/>
            <a:rect l="l" t="t" r="r" b="b"/>
            <a:pathLst>
              <a:path w="2140383" h="159488">
                <a:moveTo>
                  <a:pt x="0" y="159488"/>
                </a:moveTo>
                <a:lnTo>
                  <a:pt x="2008260" y="159488"/>
                </a:lnTo>
                <a:lnTo>
                  <a:pt x="2140383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E0050"/>
          </a:solidFill>
          <a:ln/>
        </p:spPr>
      </p:sp>
      <p:sp>
        <p:nvSpPr>
          <p:cNvPr id="68" name="Shape 66"/>
          <p:cNvSpPr/>
          <p:nvPr/>
        </p:nvSpPr>
        <p:spPr>
          <a:xfrm>
            <a:off x="5950396" y="2498640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69" name="Shape 67"/>
          <p:cNvSpPr/>
          <p:nvPr/>
        </p:nvSpPr>
        <p:spPr>
          <a:xfrm>
            <a:off x="6359975" y="2498640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70" name="Shape 68"/>
          <p:cNvSpPr/>
          <p:nvPr/>
        </p:nvSpPr>
        <p:spPr>
          <a:xfrm>
            <a:off x="6769555" y="2498640"/>
            <a:ext cx="158547" cy="159488"/>
          </a:xfrm>
          <a:custGeom>
            <a:avLst/>
            <a:gdLst/>
            <a:ahLst/>
            <a:cxnLst/>
            <a:rect l="l" t="t" r="r" b="b"/>
            <a:pathLst>
              <a:path w="158547" h="159488">
                <a:moveTo>
                  <a:pt x="0" y="159488"/>
                </a:moveTo>
                <a:lnTo>
                  <a:pt x="26424" y="15948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00E8"/>
          </a:solidFill>
          <a:ln/>
        </p:spPr>
      </p:sp>
      <p:sp>
        <p:nvSpPr>
          <p:cNvPr id="71" name="Shape 69"/>
          <p:cNvSpPr/>
          <p:nvPr/>
        </p:nvSpPr>
        <p:spPr>
          <a:xfrm>
            <a:off x="7549077" y="2604965"/>
            <a:ext cx="237820" cy="1847398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72" name="Shape 70"/>
          <p:cNvSpPr/>
          <p:nvPr/>
        </p:nvSpPr>
        <p:spPr>
          <a:xfrm>
            <a:off x="7826534" y="2604965"/>
            <a:ext cx="171759" cy="1847398"/>
          </a:xfrm>
          <a:prstGeom prst="rect">
            <a:avLst/>
          </a:prstGeom>
          <a:solidFill>
            <a:srgbClr val="FF7F00"/>
          </a:solidFill>
          <a:ln/>
        </p:spPr>
      </p:sp>
      <p:sp>
        <p:nvSpPr>
          <p:cNvPr id="73" name="Shape 71"/>
          <p:cNvSpPr/>
          <p:nvPr/>
        </p:nvSpPr>
        <p:spPr>
          <a:xfrm>
            <a:off x="8024717" y="2604965"/>
            <a:ext cx="198184" cy="1847398"/>
          </a:xfrm>
          <a:prstGeom prst="rect">
            <a:avLst/>
          </a:prstGeom>
          <a:solidFill>
            <a:srgbClr val="EDFF1A"/>
          </a:solidFill>
          <a:ln/>
        </p:spPr>
      </p:sp>
      <p:sp>
        <p:nvSpPr>
          <p:cNvPr id="74" name="Shape 72"/>
          <p:cNvSpPr/>
          <p:nvPr/>
        </p:nvSpPr>
        <p:spPr>
          <a:xfrm>
            <a:off x="8262538" y="2604965"/>
            <a:ext cx="158547" cy="1847398"/>
          </a:xfrm>
          <a:prstGeom prst="rect">
            <a:avLst/>
          </a:prstGeom>
          <a:solidFill>
            <a:srgbClr val="759FC9"/>
          </a:solidFill>
          <a:ln/>
        </p:spPr>
      </p:sp>
      <p:sp>
        <p:nvSpPr>
          <p:cNvPr id="75" name="Shape 73"/>
          <p:cNvSpPr/>
          <p:nvPr/>
        </p:nvSpPr>
        <p:spPr>
          <a:xfrm>
            <a:off x="5778637" y="2697999"/>
            <a:ext cx="1215526" cy="199905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6" name="Shape 74"/>
          <p:cNvSpPr/>
          <p:nvPr/>
        </p:nvSpPr>
        <p:spPr>
          <a:xfrm>
            <a:off x="5778637" y="2697999"/>
            <a:ext cx="1215526" cy="325621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78637" y="3110009"/>
            <a:ext cx="1215526" cy="325621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78637" y="3522019"/>
            <a:ext cx="1215526" cy="325621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78637" y="3934028"/>
            <a:ext cx="1215526" cy="325621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78637" y="4346038"/>
            <a:ext cx="1215526" cy="325621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07375" y="2697999"/>
            <a:ext cx="343518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90530" y="2697999"/>
            <a:ext cx="132122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007375" y="3110009"/>
            <a:ext cx="343518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90530" y="3110009"/>
            <a:ext cx="132122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07375" y="3522019"/>
            <a:ext cx="343518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90530" y="3522019"/>
            <a:ext cx="132122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07375" y="3934028"/>
            <a:ext cx="343518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90530" y="3934028"/>
            <a:ext cx="132122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007375" y="4346038"/>
            <a:ext cx="343518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90530" y="4346038"/>
            <a:ext cx="132122" cy="325621"/>
          </a:xfrm>
          <a:prstGeom prst="rect">
            <a:avLst/>
          </a:prstGeom>
          <a:solidFill>
            <a:srgbClr val="F07060"/>
          </a:solidFill>
          <a:ln w="3175">
            <a:solidFill>
              <a:srgbClr val="F0706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596974" y="1302482"/>
            <a:ext cx="1783652" cy="186069"/>
          </a:xfrm>
          <a:custGeom>
            <a:avLst/>
            <a:gdLst/>
            <a:ahLst/>
            <a:cxnLst/>
            <a:rect l="l" t="t" r="r" b="b"/>
            <a:pathLst>
              <a:path w="1783652" h="186069">
                <a:moveTo>
                  <a:pt x="0" y="186069"/>
                </a:moveTo>
                <a:lnTo>
                  <a:pt x="1651530" y="186069"/>
                </a:lnTo>
                <a:lnTo>
                  <a:pt x="1783652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4C5875"/>
          </a:solidFill>
          <a:ln/>
        </p:spPr>
      </p:sp>
      <p:sp>
        <p:nvSpPr>
          <p:cNvPr id="92" name="Shape 90"/>
          <p:cNvSpPr/>
          <p:nvPr/>
        </p:nvSpPr>
        <p:spPr>
          <a:xfrm>
            <a:off x="9464851" y="1541714"/>
            <a:ext cx="1849713" cy="186069"/>
          </a:xfrm>
          <a:custGeom>
            <a:avLst/>
            <a:gdLst/>
            <a:ahLst/>
            <a:cxnLst/>
            <a:rect l="l" t="t" r="r" b="b"/>
            <a:pathLst>
              <a:path w="1849713" h="186069">
                <a:moveTo>
                  <a:pt x="0" y="186069"/>
                </a:moveTo>
                <a:lnTo>
                  <a:pt x="1717591" y="186069"/>
                </a:lnTo>
                <a:lnTo>
                  <a:pt x="1849713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25C00"/>
          </a:solidFill>
          <a:ln/>
        </p:spPr>
      </p:sp>
      <p:sp>
        <p:nvSpPr>
          <p:cNvPr id="93" name="Shape 91"/>
          <p:cNvSpPr/>
          <p:nvPr/>
        </p:nvSpPr>
        <p:spPr>
          <a:xfrm>
            <a:off x="9874431" y="1541714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94" name="Shape 92"/>
          <p:cNvSpPr/>
          <p:nvPr/>
        </p:nvSpPr>
        <p:spPr>
          <a:xfrm>
            <a:off x="10284010" y="1541714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95" name="Shape 93"/>
          <p:cNvSpPr/>
          <p:nvPr/>
        </p:nvSpPr>
        <p:spPr>
          <a:xfrm>
            <a:off x="10693589" y="1541714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8E040"/>
          </a:solidFill>
          <a:ln/>
        </p:spPr>
      </p:sp>
      <p:sp>
        <p:nvSpPr>
          <p:cNvPr id="96" name="Shape 94"/>
          <p:cNvSpPr/>
          <p:nvPr/>
        </p:nvSpPr>
        <p:spPr>
          <a:xfrm>
            <a:off x="9372366" y="1780945"/>
            <a:ext cx="1876138" cy="186069"/>
          </a:xfrm>
          <a:custGeom>
            <a:avLst/>
            <a:gdLst/>
            <a:ahLst/>
            <a:cxnLst/>
            <a:rect l="l" t="t" r="r" b="b"/>
            <a:pathLst>
              <a:path w="1876138" h="186069">
                <a:moveTo>
                  <a:pt x="0" y="186069"/>
                </a:moveTo>
                <a:lnTo>
                  <a:pt x="1744015" y="186069"/>
                </a:lnTo>
                <a:lnTo>
                  <a:pt x="1876138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5C2E00"/>
          </a:solidFill>
          <a:ln/>
        </p:spPr>
      </p:sp>
      <p:sp>
        <p:nvSpPr>
          <p:cNvPr id="97" name="Shape 95"/>
          <p:cNvSpPr/>
          <p:nvPr/>
        </p:nvSpPr>
        <p:spPr>
          <a:xfrm>
            <a:off x="9781945" y="1780945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98" name="Shape 96"/>
          <p:cNvSpPr/>
          <p:nvPr/>
        </p:nvSpPr>
        <p:spPr>
          <a:xfrm>
            <a:off x="10191524" y="1780945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99" name="Shape 97"/>
          <p:cNvSpPr/>
          <p:nvPr/>
        </p:nvSpPr>
        <p:spPr>
          <a:xfrm>
            <a:off x="10601104" y="1780945"/>
            <a:ext cx="158547" cy="186069"/>
          </a:xfrm>
          <a:custGeom>
            <a:avLst/>
            <a:gdLst/>
            <a:ahLst/>
            <a:cxnLst/>
            <a:rect l="l" t="t" r="r" b="b"/>
            <a:pathLst>
              <a:path w="158547" h="186069">
                <a:moveTo>
                  <a:pt x="0" y="186069"/>
                </a:moveTo>
                <a:lnTo>
                  <a:pt x="26424" y="186069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E08030"/>
          </a:solidFill>
          <a:ln/>
        </p:spPr>
      </p:sp>
      <p:sp>
        <p:nvSpPr>
          <p:cNvPr id="100" name="Shape 98"/>
          <p:cNvSpPr/>
          <p:nvPr/>
        </p:nvSpPr>
        <p:spPr>
          <a:xfrm>
            <a:off x="9200607" y="2006886"/>
            <a:ext cx="1981836" cy="172778"/>
          </a:xfrm>
          <a:custGeom>
            <a:avLst/>
            <a:gdLst/>
            <a:ahLst/>
            <a:cxnLst/>
            <a:rect l="l" t="t" r="r" b="b"/>
            <a:pathLst>
              <a:path w="1981836" h="172778">
                <a:moveTo>
                  <a:pt x="0" y="172778"/>
                </a:moveTo>
                <a:lnTo>
                  <a:pt x="1849713" y="172778"/>
                </a:lnTo>
                <a:lnTo>
                  <a:pt x="1981836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2B5E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9610186" y="2006886"/>
            <a:ext cx="158547" cy="172778"/>
          </a:xfrm>
          <a:custGeom>
            <a:avLst/>
            <a:gdLst/>
            <a:ahLst/>
            <a:cxnLst/>
            <a:rect l="l" t="t" r="r" b="b"/>
            <a:pathLst>
              <a:path w="158547" h="172778">
                <a:moveTo>
                  <a:pt x="0" y="172778"/>
                </a:moveTo>
                <a:lnTo>
                  <a:pt x="26424" y="17277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019765" y="2006886"/>
            <a:ext cx="158547" cy="172778"/>
          </a:xfrm>
          <a:custGeom>
            <a:avLst/>
            <a:gdLst/>
            <a:ahLst/>
            <a:cxnLst/>
            <a:rect l="l" t="t" r="r" b="b"/>
            <a:pathLst>
              <a:path w="158547" h="172778">
                <a:moveTo>
                  <a:pt x="0" y="172778"/>
                </a:moveTo>
                <a:lnTo>
                  <a:pt x="26424" y="17277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429345" y="2006886"/>
            <a:ext cx="158547" cy="172778"/>
          </a:xfrm>
          <a:custGeom>
            <a:avLst/>
            <a:gdLst/>
            <a:ahLst/>
            <a:cxnLst/>
            <a:rect l="l" t="t" r="r" b="b"/>
            <a:pathLst>
              <a:path w="158547" h="172778">
                <a:moveTo>
                  <a:pt x="0" y="172778"/>
                </a:moveTo>
                <a:lnTo>
                  <a:pt x="26424" y="172778"/>
                </a:lnTo>
                <a:lnTo>
                  <a:pt x="158547" y="0"/>
                </a:lnTo>
                <a:lnTo>
                  <a:pt x="132122" y="0"/>
                </a:lnTo>
                <a:close/>
              </a:path>
            </a:pathLst>
          </a:custGeom>
          <a:solidFill>
            <a:srgbClr val="7CFC0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574679" y="2166374"/>
            <a:ext cx="237820" cy="2020177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865349" y="2166374"/>
            <a:ext cx="184971" cy="2020177"/>
          </a:xfrm>
          <a:prstGeom prst="rect">
            <a:avLst/>
          </a:prstGeom>
          <a:solidFill>
            <a:srgbClr val="FF7F0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142806" y="2166374"/>
            <a:ext cx="132122" cy="2020177"/>
          </a:xfrm>
          <a:prstGeom prst="rect">
            <a:avLst/>
          </a:prstGeom>
          <a:solidFill>
            <a:srgbClr val="EDFF1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314565" y="2166374"/>
            <a:ext cx="132122" cy="2020177"/>
          </a:xfrm>
          <a:prstGeom prst="rect">
            <a:avLst/>
          </a:prstGeom>
          <a:solidFill>
            <a:srgbClr val="759FC9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857088" y="2246117"/>
            <a:ext cx="1717591" cy="213196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8857088" y="2246117"/>
            <a:ext cx="1717591" cy="378783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857088" y="2678063"/>
            <a:ext cx="1717591" cy="378783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857088" y="3110009"/>
            <a:ext cx="1717591" cy="378783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857088" y="3541954"/>
            <a:ext cx="1717591" cy="378783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857088" y="3973900"/>
            <a:ext cx="1717591" cy="378783"/>
          </a:xfrm>
          <a:prstGeom prst="rect">
            <a:avLst/>
          </a:prstGeom>
          <a:solidFill>
            <a:srgbClr val="CC00CC"/>
          </a:solidFill>
          <a:ln w="3175">
            <a:solidFill>
              <a:srgbClr val="CC00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447509" y="1222738"/>
            <a:ext cx="3157725" cy="15240"/>
          </a:xfrm>
          <a:prstGeom prst="rect">
            <a:avLst/>
          </a:prstGeom>
          <a:solidFill>
            <a:srgbClr val="BE5E62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447509" y="4809261"/>
            <a:ext cx="3157725" cy="15240"/>
          </a:xfrm>
          <a:prstGeom prst="rect">
            <a:avLst/>
          </a:prstGeom>
          <a:solidFill>
            <a:srgbClr val="BE5E62"/>
          </a:solidFill>
          <a:ln/>
        </p:spPr>
      </p:sp>
      <p:sp>
        <p:nvSpPr>
          <p:cNvPr id="116" name="Shape 114"/>
          <p:cNvSpPr/>
          <p:nvPr/>
        </p:nvSpPr>
        <p:spPr>
          <a:xfrm>
            <a:off x="8447509" y="1222738"/>
            <a:ext cx="15240" cy="3601762"/>
          </a:xfrm>
          <a:prstGeom prst="rect">
            <a:avLst/>
          </a:prstGeom>
          <a:solidFill>
            <a:srgbClr val="BE5E62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1589994" y="1222738"/>
            <a:ext cx="15240" cy="3601762"/>
          </a:xfrm>
          <a:prstGeom prst="rect">
            <a:avLst/>
          </a:prstGeom>
          <a:solidFill>
            <a:srgbClr val="BE5E62"/>
          </a:solidFill>
          <a:ln/>
        </p:spPr>
      </p:sp>
      <p:sp>
        <p:nvSpPr>
          <p:cNvPr id="118" name="Shape 116"/>
          <p:cNvSpPr/>
          <p:nvPr/>
        </p:nvSpPr>
        <p:spPr>
          <a:xfrm rot="-2147405">
            <a:off x="768211" y="2742272"/>
            <a:ext cx="798709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9" name="Shape 117"/>
          <p:cNvSpPr/>
          <p:nvPr/>
        </p:nvSpPr>
        <p:spPr>
          <a:xfrm rot="13920000">
            <a:off x="786315" y="295737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0" name="Shape 118"/>
          <p:cNvSpPr/>
          <p:nvPr/>
        </p:nvSpPr>
        <p:spPr>
          <a:xfrm rot="3120000">
            <a:off x="1442136" y="2438267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1" name="Shape 119"/>
          <p:cNvSpPr/>
          <p:nvPr/>
        </p:nvSpPr>
        <p:spPr>
          <a:xfrm rot="5400000">
            <a:off x="7146212" y="3360286"/>
            <a:ext cx="2734716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460230" y="1927142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3" name="Shape 121"/>
          <p:cNvSpPr/>
          <p:nvPr/>
        </p:nvSpPr>
        <p:spPr>
          <a:xfrm rot="10800000">
            <a:off x="8460230" y="4704530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548609" y="4509926"/>
            <a:ext cx="1568239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5" name="Shape 123"/>
          <p:cNvSpPr/>
          <p:nvPr/>
        </p:nvSpPr>
        <p:spPr>
          <a:xfrm rot="16200000">
            <a:off x="8473933" y="446547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6" name="Shape 124"/>
          <p:cNvSpPr/>
          <p:nvPr/>
        </p:nvSpPr>
        <p:spPr>
          <a:xfrm rot="5400000">
            <a:off x="10084844" y="446547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7" name="Shape 125"/>
          <p:cNvSpPr/>
          <p:nvPr/>
        </p:nvSpPr>
        <p:spPr>
          <a:xfrm rot="-2938631">
            <a:off x="10363143" y="3845394"/>
            <a:ext cx="977986" cy="177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8" name="Shape 126"/>
          <p:cNvSpPr/>
          <p:nvPr/>
        </p:nvSpPr>
        <p:spPr>
          <a:xfrm rot="13020000">
            <a:off x="10460954" y="4183646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29" name="Shape 127"/>
          <p:cNvSpPr/>
          <p:nvPr/>
        </p:nvSpPr>
        <p:spPr>
          <a:xfrm rot="2220000">
            <a:off x="11136638" y="3418243"/>
            <a:ext cx="101346" cy="106680"/>
          </a:xfrm>
          <a:prstGeom prst="triangle">
            <a:avLst/>
          </a:prstGeom>
          <a:solidFill>
            <a:srgbClr val="CC0000"/>
          </a:solidFill>
          <a:ln/>
        </p:spPr>
      </p:sp>
      <p:sp>
        <p:nvSpPr>
          <p:cNvPr id="130" name="Text 128"/>
          <p:cNvSpPr/>
          <p:nvPr/>
        </p:nvSpPr>
        <p:spPr>
          <a:xfrm rot="19320000">
            <a:off x="405566" y="2585471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300" dirty="0"/>
          </a:p>
        </p:txBody>
      </p:sp>
      <p:sp>
        <p:nvSpPr>
          <p:cNvPr id="131" name="Text 129"/>
          <p:cNvSpPr/>
          <p:nvPr/>
        </p:nvSpPr>
        <p:spPr>
          <a:xfrm rot="16200000">
            <a:off x="7719617" y="3210131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</a:t>
            </a:r>
            <a:endParaRPr lang="en-US" sz="1350" dirty="0"/>
          </a:p>
        </p:txBody>
      </p:sp>
      <p:sp>
        <p:nvSpPr>
          <p:cNvPr id="132" name="Text 130"/>
          <p:cNvSpPr/>
          <p:nvPr/>
        </p:nvSpPr>
        <p:spPr>
          <a:xfrm>
            <a:off x="630174" y="5698861"/>
            <a:ext cx="15240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300" dirty="0"/>
          </a:p>
        </p:txBody>
      </p:sp>
      <p:sp>
        <p:nvSpPr>
          <p:cNvPr id="133" name="Text 131"/>
          <p:cNvSpPr/>
          <p:nvPr/>
        </p:nvSpPr>
        <p:spPr>
          <a:xfrm>
            <a:off x="8636790" y="4257229"/>
            <a:ext cx="152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350" dirty="0"/>
          </a:p>
        </p:txBody>
      </p:sp>
      <p:sp>
        <p:nvSpPr>
          <p:cNvPr id="134" name="Text 132"/>
          <p:cNvSpPr/>
          <p:nvPr/>
        </p:nvSpPr>
        <p:spPr>
          <a:xfrm rot="18840000">
            <a:off x="10042410" y="3570159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1350" dirty="0"/>
          </a:p>
        </p:txBody>
      </p:sp>
      <p:sp>
        <p:nvSpPr>
          <p:cNvPr id="135" name="Shape 133"/>
          <p:cNvSpPr/>
          <p:nvPr/>
        </p:nvSpPr>
        <p:spPr>
          <a:xfrm>
            <a:off x="3175826" y="4930826"/>
            <a:ext cx="2510325" cy="970216"/>
          </a:xfrm>
          <a:prstGeom prst="rect">
            <a:avLst/>
          </a:prstGeom>
          <a:solidFill>
            <a:srgbClr val="FAFBEB"/>
          </a:solidFill>
          <a:ln w="12700">
            <a:solidFill>
              <a:srgbClr val="D89F9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282548" y="4957806"/>
            <a:ext cx="2286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Normalization</a:t>
            </a:r>
            <a:endParaRPr lang="en-US" sz="1700" dirty="0"/>
          </a:p>
        </p:txBody>
      </p:sp>
      <p:sp>
        <p:nvSpPr>
          <p:cNvPr id="137" name="Text 135"/>
          <p:cNvSpPr/>
          <p:nvPr/>
        </p:nvSpPr>
        <p:spPr>
          <a:xfrm>
            <a:off x="3282548" y="5210328"/>
            <a:ext cx="2286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(Group of Channels)</a:t>
            </a:r>
            <a:endParaRPr lang="en-US" sz="1700" dirty="0"/>
          </a:p>
        </p:txBody>
      </p:sp>
      <p:sp>
        <p:nvSpPr>
          <p:cNvPr id="138" name="Text 136"/>
          <p:cNvSpPr/>
          <p:nvPr/>
        </p:nvSpPr>
        <p:spPr>
          <a:xfrm>
            <a:off x="3282548" y="5429221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Case</a:t>
            </a:r>
            <a:endParaRPr lang="en-US" sz="1650" dirty="0"/>
          </a:p>
        </p:txBody>
      </p:sp>
      <p:sp>
        <p:nvSpPr>
          <p:cNvPr id="139" name="Shape 137"/>
          <p:cNvSpPr/>
          <p:nvPr/>
        </p:nvSpPr>
        <p:spPr>
          <a:xfrm>
            <a:off x="5937184" y="4824501"/>
            <a:ext cx="5245259" cy="1036670"/>
          </a:xfrm>
          <a:prstGeom prst="rect">
            <a:avLst/>
          </a:prstGeom>
          <a:solidFill>
            <a:srgbClr val="F5FEE3"/>
          </a:solidFill>
          <a:ln w="12700">
            <a:solidFill>
              <a:srgbClr val="D89F9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043906" y="4971097"/>
            <a:ext cx="304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Normalization</a:t>
            </a:r>
            <a:endParaRPr lang="en-US" sz="1700" dirty="0"/>
          </a:p>
        </p:txBody>
      </p:sp>
      <p:sp>
        <p:nvSpPr>
          <p:cNvPr id="141" name="Text 139"/>
          <p:cNvSpPr/>
          <p:nvPr/>
        </p:nvSpPr>
        <p:spPr>
          <a:xfrm>
            <a:off x="6043906" y="5252697"/>
            <a:ext cx="5461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(then Normalize) </a:t>
            </a:r>
            <a:pPr algn="l" indent="0" marL="0">
              <a:buNone/>
            </a:pPr>
            <a:r>
              <a:rPr lang="en-US" sz="168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μ, σ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</a:t>
            </a:r>
            <a:pPr algn="l" indent="0" marL="0">
              <a:buNone/>
            </a:pPr>
            <a:r>
              <a:rPr lang="en-US" sz="16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Channel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endParaRPr lang="en-US" sz="1680" dirty="0"/>
          </a:p>
        </p:txBody>
      </p:sp>
      <p:sp>
        <p:nvSpPr>
          <p:cNvPr id="142" name="Text 140"/>
          <p:cNvSpPr/>
          <p:nvPr/>
        </p:nvSpPr>
        <p:spPr>
          <a:xfrm>
            <a:off x="6043906" y="5491929"/>
            <a:ext cx="5461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Sample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68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(Output of ONE Filter)</a:t>
            </a:r>
            <a:endParaRPr lang="en-US" sz="1600" dirty="0"/>
          </a:p>
        </p:txBody>
      </p:sp>
      <p:sp>
        <p:nvSpPr>
          <p:cNvPr id="143" name="Shape 141"/>
          <p:cNvSpPr/>
          <p:nvPr/>
        </p:nvSpPr>
        <p:spPr>
          <a:xfrm>
            <a:off x="573015" y="6047239"/>
            <a:ext cx="11151129" cy="611369"/>
          </a:xfrm>
          <a:prstGeom prst="rect">
            <a:avLst/>
          </a:prstGeom>
          <a:solidFill>
            <a:srgbClr val="FED6CA"/>
          </a:solidFill>
          <a:ln/>
        </p:spPr>
      </p:sp>
      <p:sp>
        <p:nvSpPr>
          <p:cNvPr id="144" name="Text 142"/>
          <p:cNvSpPr/>
          <p:nvPr/>
        </p:nvSpPr>
        <p:spPr>
          <a:xfrm>
            <a:off x="732586" y="6100801"/>
            <a:ext cx="3048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endParaRPr lang="en-US" sz="1700" dirty="0"/>
          </a:p>
        </p:txBody>
      </p:sp>
      <p:sp>
        <p:nvSpPr>
          <p:cNvPr id="145" name="Text 143"/>
          <p:cNvSpPr/>
          <p:nvPr/>
        </p:nvSpPr>
        <p:spPr>
          <a:xfrm>
            <a:off x="719374" y="6369916"/>
            <a:ext cx="9906000" cy="361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(then Normalize) </a:t>
            </a:r>
            <a:pPr algn="l" indent="0" marL="0">
              <a:buNone/>
            </a:pPr>
            <a:r>
              <a:rPr lang="en-US" sz="178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μ, σ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</a:t>
            </a:r>
            <a:pPr algn="l" indent="0" marL="0">
              <a:buNone/>
            </a:pPr>
            <a:r>
              <a:rPr lang="en-US" sz="178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Channels in the Same Sample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780" b="1" u="sng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 to Same Layer)</a:t>
            </a:r>
            <a:endParaRPr lang="en-US" sz="1780" dirty="0"/>
          </a:p>
        </p:txBody>
      </p:sp>
      <p:sp>
        <p:nvSpPr>
          <p:cNvPr id="146" name="Shape 144"/>
          <p:cNvSpPr/>
          <p:nvPr/>
        </p:nvSpPr>
        <p:spPr>
          <a:xfrm>
            <a:off x="9557337" y="6020658"/>
            <a:ext cx="1810077" cy="3189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7" name="Text 145"/>
          <p:cNvSpPr/>
          <p:nvPr/>
        </p:nvSpPr>
        <p:spPr>
          <a:xfrm>
            <a:off x="9596974" y="6073821"/>
            <a:ext cx="1730803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choice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81480" y="619431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8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Neural Network</a:t>
            </a:r>
            <a:endParaRPr lang="en-US" sz="2830" dirty="0"/>
          </a:p>
        </p:txBody>
      </p:sp>
      <p:sp>
        <p:nvSpPr>
          <p:cNvPr id="6" name="Shape 4"/>
          <p:cNvSpPr/>
          <p:nvPr/>
        </p:nvSpPr>
        <p:spPr>
          <a:xfrm>
            <a:off x="942340" y="1062990"/>
            <a:ext cx="10427970" cy="984250"/>
          </a:xfrm>
          <a:prstGeom prst="rect">
            <a:avLst/>
          </a:prstGeom>
          <a:solidFill>
            <a:srgbClr val="FFFFCC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9500" y="11072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 for each Vector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82260" y="11072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(After applying Normalization)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68450" y="13866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Hidden Layer with RELU Activation,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79210" y="13866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[Size: at least double Input dimension]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81150" y="166479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Activation Output Layer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79210" y="166479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[Size: same Input Vector dimension]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840" y="2113280"/>
            <a:ext cx="10914380" cy="466725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17700" y="2658110"/>
            <a:ext cx="9516110" cy="770890"/>
          </a:xfrm>
          <a:prstGeom prst="rect">
            <a:avLst/>
          </a:prstGeom>
          <a:solidFill>
            <a:srgbClr val="DDEBF7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2060" y="2682646"/>
            <a:ext cx="838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958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266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266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266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66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66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266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266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66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320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320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320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320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320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20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20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320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374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374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374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374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374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74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374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374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428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428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428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428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428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428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428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428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936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990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1" name="Shape 49"/>
          <p:cNvSpPr/>
          <p:nvPr/>
        </p:nvSpPr>
        <p:spPr>
          <a:xfrm>
            <a:off x="25044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2" name="Shape 50"/>
          <p:cNvSpPr/>
          <p:nvPr/>
        </p:nvSpPr>
        <p:spPr>
          <a:xfrm>
            <a:off x="26098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3" name="Shape 51"/>
          <p:cNvSpPr/>
          <p:nvPr/>
        </p:nvSpPr>
        <p:spPr>
          <a:xfrm>
            <a:off x="2060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4" name="Shape 52"/>
          <p:cNvSpPr/>
          <p:nvPr/>
        </p:nvSpPr>
        <p:spPr>
          <a:xfrm>
            <a:off x="21659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5" name="Shape 53"/>
          <p:cNvSpPr/>
          <p:nvPr/>
        </p:nvSpPr>
        <p:spPr>
          <a:xfrm>
            <a:off x="2272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6" name="Shape 54"/>
          <p:cNvSpPr/>
          <p:nvPr/>
        </p:nvSpPr>
        <p:spPr>
          <a:xfrm>
            <a:off x="23780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7" name="Shape 55"/>
          <p:cNvSpPr/>
          <p:nvPr/>
        </p:nvSpPr>
        <p:spPr>
          <a:xfrm>
            <a:off x="24834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8" name="Shape 56"/>
          <p:cNvSpPr/>
          <p:nvPr/>
        </p:nvSpPr>
        <p:spPr>
          <a:xfrm>
            <a:off x="25888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9" name="Shape 57"/>
          <p:cNvSpPr/>
          <p:nvPr/>
        </p:nvSpPr>
        <p:spPr>
          <a:xfrm>
            <a:off x="2695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60" name="Shape 58"/>
          <p:cNvSpPr/>
          <p:nvPr/>
        </p:nvSpPr>
        <p:spPr>
          <a:xfrm>
            <a:off x="28009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61" name="Text 59"/>
          <p:cNvSpPr/>
          <p:nvPr/>
        </p:nvSpPr>
        <p:spPr>
          <a:xfrm>
            <a:off x="25380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03466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655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655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655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655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655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655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655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655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709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709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709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709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4709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709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709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709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763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763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763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763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76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76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763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5763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817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817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817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817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81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81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6817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817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324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6" name="Shape 94"/>
          <p:cNvSpPr/>
          <p:nvPr/>
        </p:nvSpPr>
        <p:spPr>
          <a:xfrm>
            <a:off x="34378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7" name="Shape 95"/>
          <p:cNvSpPr/>
          <p:nvPr/>
        </p:nvSpPr>
        <p:spPr>
          <a:xfrm>
            <a:off x="35433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8" name="Shape 96"/>
          <p:cNvSpPr/>
          <p:nvPr/>
        </p:nvSpPr>
        <p:spPr>
          <a:xfrm>
            <a:off x="36487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9" name="Shape 97"/>
          <p:cNvSpPr/>
          <p:nvPr/>
        </p:nvSpPr>
        <p:spPr>
          <a:xfrm>
            <a:off x="3099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0" name="Shape 98"/>
          <p:cNvSpPr/>
          <p:nvPr/>
        </p:nvSpPr>
        <p:spPr>
          <a:xfrm>
            <a:off x="3204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1" name="Shape 99"/>
          <p:cNvSpPr/>
          <p:nvPr/>
        </p:nvSpPr>
        <p:spPr>
          <a:xfrm>
            <a:off x="33115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416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522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6277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734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839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7" name="Text 105"/>
          <p:cNvSpPr/>
          <p:nvPr/>
        </p:nvSpPr>
        <p:spPr>
          <a:xfrm>
            <a:off x="357695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06717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3980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39801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3980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3980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3980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9801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980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9801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5034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5034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5034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5034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034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034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034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034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6088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6088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088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088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088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088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088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088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1424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142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1424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142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142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142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71424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7142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3649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44704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5758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46812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41319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2373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43440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8" name="Shape 146"/>
          <p:cNvSpPr/>
          <p:nvPr/>
        </p:nvSpPr>
        <p:spPr>
          <a:xfrm>
            <a:off x="44494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5548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6602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7669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2" name="Shape 150"/>
          <p:cNvSpPr/>
          <p:nvPr/>
        </p:nvSpPr>
        <p:spPr>
          <a:xfrm>
            <a:off x="48723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3" name="Text 151"/>
          <p:cNvSpPr/>
          <p:nvPr/>
        </p:nvSpPr>
        <p:spPr>
          <a:xfrm>
            <a:off x="460946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512254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5338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5338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5338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45338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5338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45338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45338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45338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55879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55879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55879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55879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55879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55879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5879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55879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66420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66420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66420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66420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642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6642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66420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66420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76961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76961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76961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76961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7696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7696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76961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76961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42036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8" name="Shape 186"/>
          <p:cNvSpPr/>
          <p:nvPr/>
        </p:nvSpPr>
        <p:spPr>
          <a:xfrm>
            <a:off x="552577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9" name="Shape 187"/>
          <p:cNvSpPr/>
          <p:nvPr/>
        </p:nvSpPr>
        <p:spPr>
          <a:xfrm>
            <a:off x="56311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0" name="Shape 188"/>
          <p:cNvSpPr/>
          <p:nvPr/>
        </p:nvSpPr>
        <p:spPr>
          <a:xfrm>
            <a:off x="57365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1" name="Shape 189"/>
          <p:cNvSpPr/>
          <p:nvPr/>
        </p:nvSpPr>
        <p:spPr>
          <a:xfrm>
            <a:off x="51873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2" name="Shape 190"/>
          <p:cNvSpPr/>
          <p:nvPr/>
        </p:nvSpPr>
        <p:spPr>
          <a:xfrm>
            <a:off x="52927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3" name="Shape 191"/>
          <p:cNvSpPr/>
          <p:nvPr/>
        </p:nvSpPr>
        <p:spPr>
          <a:xfrm>
            <a:off x="539940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4" name="Shape 192"/>
          <p:cNvSpPr/>
          <p:nvPr/>
        </p:nvSpPr>
        <p:spPr>
          <a:xfrm>
            <a:off x="55048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5" name="Shape 193"/>
          <p:cNvSpPr/>
          <p:nvPr/>
        </p:nvSpPr>
        <p:spPr>
          <a:xfrm>
            <a:off x="56102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6" name="Shape 194"/>
          <p:cNvSpPr/>
          <p:nvPr/>
        </p:nvSpPr>
        <p:spPr>
          <a:xfrm>
            <a:off x="57156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7" name="Shape 195"/>
          <p:cNvSpPr/>
          <p:nvPr/>
        </p:nvSpPr>
        <p:spPr>
          <a:xfrm>
            <a:off x="58223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8" name="Shape 196"/>
          <p:cNvSpPr/>
          <p:nvPr/>
        </p:nvSpPr>
        <p:spPr>
          <a:xfrm>
            <a:off x="59277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9" name="Text 197"/>
          <p:cNvSpPr/>
          <p:nvPr/>
        </p:nvSpPr>
        <p:spPr>
          <a:xfrm>
            <a:off x="566483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614616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4770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4770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4770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4770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4770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4770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4770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4770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5824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5824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5824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5824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5824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5824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5824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5824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878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878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878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878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6878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878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878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878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7932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7932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7932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7932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7932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7932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7932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7932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4439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4" name="Shape 232"/>
          <p:cNvSpPr/>
          <p:nvPr/>
        </p:nvSpPr>
        <p:spPr>
          <a:xfrm>
            <a:off x="65493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5" name="Shape 233"/>
          <p:cNvSpPr/>
          <p:nvPr/>
        </p:nvSpPr>
        <p:spPr>
          <a:xfrm>
            <a:off x="66548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6" name="Shape 234"/>
          <p:cNvSpPr/>
          <p:nvPr/>
        </p:nvSpPr>
        <p:spPr>
          <a:xfrm>
            <a:off x="67602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7" name="Shape 235"/>
          <p:cNvSpPr/>
          <p:nvPr/>
        </p:nvSpPr>
        <p:spPr>
          <a:xfrm>
            <a:off x="6210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8" name="Shape 236"/>
          <p:cNvSpPr/>
          <p:nvPr/>
        </p:nvSpPr>
        <p:spPr>
          <a:xfrm>
            <a:off x="6316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9" name="Shape 237"/>
          <p:cNvSpPr/>
          <p:nvPr/>
        </p:nvSpPr>
        <p:spPr>
          <a:xfrm>
            <a:off x="64230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0" name="Shape 238"/>
          <p:cNvSpPr/>
          <p:nvPr/>
        </p:nvSpPr>
        <p:spPr>
          <a:xfrm>
            <a:off x="6528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1" name="Shape 239"/>
          <p:cNvSpPr/>
          <p:nvPr/>
        </p:nvSpPr>
        <p:spPr>
          <a:xfrm>
            <a:off x="6633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2" name="Shape 240"/>
          <p:cNvSpPr/>
          <p:nvPr/>
        </p:nvSpPr>
        <p:spPr>
          <a:xfrm>
            <a:off x="6739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3" name="Shape 241"/>
          <p:cNvSpPr/>
          <p:nvPr/>
        </p:nvSpPr>
        <p:spPr>
          <a:xfrm>
            <a:off x="6845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4" name="Shape 242"/>
          <p:cNvSpPr/>
          <p:nvPr/>
        </p:nvSpPr>
        <p:spPr>
          <a:xfrm>
            <a:off x="6951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5" name="Text 243"/>
          <p:cNvSpPr/>
          <p:nvPr/>
        </p:nvSpPr>
        <p:spPr>
          <a:xfrm>
            <a:off x="668845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46" name="Shape 244"/>
          <p:cNvSpPr/>
          <p:nvPr/>
        </p:nvSpPr>
        <p:spPr>
          <a:xfrm>
            <a:off x="718248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5133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51332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513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513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5133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51332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5133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51332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6187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61873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618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618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6187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61873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6187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61873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7241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72414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7241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7241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7241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7241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7241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72414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82955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82955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82955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82955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8295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78295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782955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82955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4803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0" name="Shape 278"/>
          <p:cNvSpPr/>
          <p:nvPr/>
        </p:nvSpPr>
        <p:spPr>
          <a:xfrm>
            <a:off x="75857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1" name="Shape 279"/>
          <p:cNvSpPr/>
          <p:nvPr/>
        </p:nvSpPr>
        <p:spPr>
          <a:xfrm>
            <a:off x="76911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2" name="Shape 280"/>
          <p:cNvSpPr/>
          <p:nvPr/>
        </p:nvSpPr>
        <p:spPr>
          <a:xfrm>
            <a:off x="77965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3" name="Shape 281"/>
          <p:cNvSpPr/>
          <p:nvPr/>
        </p:nvSpPr>
        <p:spPr>
          <a:xfrm>
            <a:off x="7247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4" name="Shape 282"/>
          <p:cNvSpPr/>
          <p:nvPr/>
        </p:nvSpPr>
        <p:spPr>
          <a:xfrm>
            <a:off x="7352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5" name="Shape 283"/>
          <p:cNvSpPr/>
          <p:nvPr/>
        </p:nvSpPr>
        <p:spPr>
          <a:xfrm>
            <a:off x="7459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6" name="Shape 284"/>
          <p:cNvSpPr/>
          <p:nvPr/>
        </p:nvSpPr>
        <p:spPr>
          <a:xfrm>
            <a:off x="75647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7" name="Shape 285"/>
          <p:cNvSpPr/>
          <p:nvPr/>
        </p:nvSpPr>
        <p:spPr>
          <a:xfrm>
            <a:off x="76701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8" name="Shape 286"/>
          <p:cNvSpPr/>
          <p:nvPr/>
        </p:nvSpPr>
        <p:spPr>
          <a:xfrm>
            <a:off x="7775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9" name="Shape 287"/>
          <p:cNvSpPr/>
          <p:nvPr/>
        </p:nvSpPr>
        <p:spPr>
          <a:xfrm>
            <a:off x="7882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0" name="Shape 288"/>
          <p:cNvSpPr/>
          <p:nvPr/>
        </p:nvSpPr>
        <p:spPr>
          <a:xfrm>
            <a:off x="7987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1" name="Text 289"/>
          <p:cNvSpPr/>
          <p:nvPr/>
        </p:nvSpPr>
        <p:spPr>
          <a:xfrm>
            <a:off x="772477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92" name="Shape 290"/>
          <p:cNvSpPr/>
          <p:nvPr/>
        </p:nvSpPr>
        <p:spPr>
          <a:xfrm>
            <a:off x="93110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6418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6418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6418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6418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6418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6418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6418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6418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7472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7472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472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472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7472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7472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7472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7472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8526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8526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8526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8526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98526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8526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8526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8526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9580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9580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9580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9580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9580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99580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99580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99580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96088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6" name="Shape 324"/>
          <p:cNvSpPr/>
          <p:nvPr/>
        </p:nvSpPr>
        <p:spPr>
          <a:xfrm>
            <a:off x="97142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7" name="Shape 325"/>
          <p:cNvSpPr/>
          <p:nvPr/>
        </p:nvSpPr>
        <p:spPr>
          <a:xfrm>
            <a:off x="98196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8" name="Shape 326"/>
          <p:cNvSpPr/>
          <p:nvPr/>
        </p:nvSpPr>
        <p:spPr>
          <a:xfrm>
            <a:off x="99250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9" name="Shape 327"/>
          <p:cNvSpPr/>
          <p:nvPr/>
        </p:nvSpPr>
        <p:spPr>
          <a:xfrm>
            <a:off x="93757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0" name="Shape 328"/>
          <p:cNvSpPr/>
          <p:nvPr/>
        </p:nvSpPr>
        <p:spPr>
          <a:xfrm>
            <a:off x="94811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1" name="Shape 329"/>
          <p:cNvSpPr/>
          <p:nvPr/>
        </p:nvSpPr>
        <p:spPr>
          <a:xfrm>
            <a:off x="95878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2" name="Shape 330"/>
          <p:cNvSpPr/>
          <p:nvPr/>
        </p:nvSpPr>
        <p:spPr>
          <a:xfrm>
            <a:off x="96932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3" name="Shape 331"/>
          <p:cNvSpPr/>
          <p:nvPr/>
        </p:nvSpPr>
        <p:spPr>
          <a:xfrm>
            <a:off x="97986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4" name="Shape 332"/>
          <p:cNvSpPr/>
          <p:nvPr/>
        </p:nvSpPr>
        <p:spPr>
          <a:xfrm>
            <a:off x="99040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5" name="Shape 333"/>
          <p:cNvSpPr/>
          <p:nvPr/>
        </p:nvSpPr>
        <p:spPr>
          <a:xfrm>
            <a:off x="100107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6" name="Shape 334"/>
          <p:cNvSpPr/>
          <p:nvPr/>
        </p:nvSpPr>
        <p:spPr>
          <a:xfrm>
            <a:off x="101161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7" name="Text 335"/>
          <p:cNvSpPr/>
          <p:nvPr/>
        </p:nvSpPr>
        <p:spPr>
          <a:xfrm>
            <a:off x="98532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38" name="Shape 336"/>
          <p:cNvSpPr/>
          <p:nvPr/>
        </p:nvSpPr>
        <p:spPr>
          <a:xfrm>
            <a:off x="103397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06705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106705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06705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106705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106705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06705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06705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06705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07759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07759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07759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07759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07759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07759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07759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07759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08813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08813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08813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108813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08813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08813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08813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08813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109867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109867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09867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109867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109867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09867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109867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109867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106375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2" name="Shape 370"/>
          <p:cNvSpPr/>
          <p:nvPr/>
        </p:nvSpPr>
        <p:spPr>
          <a:xfrm>
            <a:off x="107429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3" name="Shape 371"/>
          <p:cNvSpPr/>
          <p:nvPr/>
        </p:nvSpPr>
        <p:spPr>
          <a:xfrm>
            <a:off x="108483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4" name="Shape 372"/>
          <p:cNvSpPr/>
          <p:nvPr/>
        </p:nvSpPr>
        <p:spPr>
          <a:xfrm>
            <a:off x="109537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5" name="Shape 373"/>
          <p:cNvSpPr/>
          <p:nvPr/>
        </p:nvSpPr>
        <p:spPr>
          <a:xfrm>
            <a:off x="104044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6" name="Shape 374"/>
          <p:cNvSpPr/>
          <p:nvPr/>
        </p:nvSpPr>
        <p:spPr>
          <a:xfrm>
            <a:off x="105098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7" name="Shape 375"/>
          <p:cNvSpPr/>
          <p:nvPr/>
        </p:nvSpPr>
        <p:spPr>
          <a:xfrm>
            <a:off x="106165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8" name="Shape 376"/>
          <p:cNvSpPr/>
          <p:nvPr/>
        </p:nvSpPr>
        <p:spPr>
          <a:xfrm>
            <a:off x="107219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9" name="Shape 377"/>
          <p:cNvSpPr/>
          <p:nvPr/>
        </p:nvSpPr>
        <p:spPr>
          <a:xfrm>
            <a:off x="108273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0" name="Shape 378"/>
          <p:cNvSpPr/>
          <p:nvPr/>
        </p:nvSpPr>
        <p:spPr>
          <a:xfrm>
            <a:off x="109327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1" name="Shape 379"/>
          <p:cNvSpPr/>
          <p:nvPr/>
        </p:nvSpPr>
        <p:spPr>
          <a:xfrm>
            <a:off x="110394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2" name="Shape 380"/>
          <p:cNvSpPr/>
          <p:nvPr/>
        </p:nvSpPr>
        <p:spPr>
          <a:xfrm>
            <a:off x="111448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3" name="Text 381"/>
          <p:cNvSpPr/>
          <p:nvPr/>
        </p:nvSpPr>
        <p:spPr>
          <a:xfrm>
            <a:off x="108819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84" name="Shape 382"/>
          <p:cNvSpPr/>
          <p:nvPr/>
        </p:nvSpPr>
        <p:spPr>
          <a:xfrm>
            <a:off x="215773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231648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247523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263398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231013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89" name="Shape 387"/>
          <p:cNvSpPr/>
          <p:nvPr/>
        </p:nvSpPr>
        <p:spPr>
          <a:xfrm>
            <a:off x="311531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27406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343281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359156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3" name="Text 391"/>
          <p:cNvSpPr/>
          <p:nvPr/>
        </p:nvSpPr>
        <p:spPr>
          <a:xfrm>
            <a:off x="326771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94" name="Shape 392"/>
          <p:cNvSpPr/>
          <p:nvPr/>
        </p:nvSpPr>
        <p:spPr>
          <a:xfrm>
            <a:off x="408051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423926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439801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455676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8" name="Text 396"/>
          <p:cNvSpPr/>
          <p:nvPr/>
        </p:nvSpPr>
        <p:spPr>
          <a:xfrm>
            <a:off x="423291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99" name="Shape 397"/>
          <p:cNvSpPr/>
          <p:nvPr/>
        </p:nvSpPr>
        <p:spPr>
          <a:xfrm>
            <a:off x="50520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52108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53695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55283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3" name="Text 401"/>
          <p:cNvSpPr/>
          <p:nvPr/>
        </p:nvSpPr>
        <p:spPr>
          <a:xfrm>
            <a:off x="52044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04" name="Shape 402"/>
          <p:cNvSpPr/>
          <p:nvPr/>
        </p:nvSpPr>
        <p:spPr>
          <a:xfrm>
            <a:off x="60299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61887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63474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65062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61823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9" name="Shape 407"/>
          <p:cNvSpPr/>
          <p:nvPr/>
        </p:nvSpPr>
        <p:spPr>
          <a:xfrm>
            <a:off x="697357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13232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29107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44982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3" name="Text 411"/>
          <p:cNvSpPr/>
          <p:nvPr/>
        </p:nvSpPr>
        <p:spPr>
          <a:xfrm>
            <a:off x="712597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14" name="Shape 412"/>
          <p:cNvSpPr/>
          <p:nvPr/>
        </p:nvSpPr>
        <p:spPr>
          <a:xfrm>
            <a:off x="94843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96431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98018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99606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96367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19" name="Shape 417"/>
          <p:cNvSpPr/>
          <p:nvPr/>
        </p:nvSpPr>
        <p:spPr>
          <a:xfrm>
            <a:off x="104622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106210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107797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109385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3" name="Text 421"/>
          <p:cNvSpPr/>
          <p:nvPr/>
        </p:nvSpPr>
        <p:spPr>
          <a:xfrm>
            <a:off x="106146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424" name="Shape 422"/>
          <p:cNvSpPr/>
          <p:nvPr/>
        </p:nvSpPr>
        <p:spPr>
          <a:xfrm>
            <a:off x="80098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5" name="Shape 423"/>
          <p:cNvSpPr/>
          <p:nvPr/>
        </p:nvSpPr>
        <p:spPr>
          <a:xfrm>
            <a:off x="825627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6" name="Shape 424"/>
          <p:cNvSpPr/>
          <p:nvPr/>
        </p:nvSpPr>
        <p:spPr>
          <a:xfrm>
            <a:off x="84924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7" name="Shape 425"/>
          <p:cNvSpPr/>
          <p:nvPr/>
        </p:nvSpPr>
        <p:spPr>
          <a:xfrm>
            <a:off x="872998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8" name="Shape 426"/>
          <p:cNvSpPr/>
          <p:nvPr/>
        </p:nvSpPr>
        <p:spPr>
          <a:xfrm>
            <a:off x="89369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9" name="Shape 427"/>
          <p:cNvSpPr/>
          <p:nvPr/>
        </p:nvSpPr>
        <p:spPr>
          <a:xfrm>
            <a:off x="247523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0" name="Shape 428"/>
          <p:cNvSpPr/>
          <p:nvPr/>
        </p:nvSpPr>
        <p:spPr>
          <a:xfrm>
            <a:off x="247523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1" name="Shape 429"/>
          <p:cNvSpPr/>
          <p:nvPr/>
        </p:nvSpPr>
        <p:spPr>
          <a:xfrm>
            <a:off x="343281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2" name="Shape 430"/>
          <p:cNvSpPr/>
          <p:nvPr/>
        </p:nvSpPr>
        <p:spPr>
          <a:xfrm>
            <a:off x="343281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3" name="Shape 431"/>
          <p:cNvSpPr/>
          <p:nvPr/>
        </p:nvSpPr>
        <p:spPr>
          <a:xfrm>
            <a:off x="439801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4" name="Shape 432"/>
          <p:cNvSpPr/>
          <p:nvPr/>
        </p:nvSpPr>
        <p:spPr>
          <a:xfrm>
            <a:off x="439801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5" name="Shape 433"/>
          <p:cNvSpPr/>
          <p:nvPr/>
        </p:nvSpPr>
        <p:spPr>
          <a:xfrm>
            <a:off x="53695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6" name="Shape 434"/>
          <p:cNvSpPr/>
          <p:nvPr/>
        </p:nvSpPr>
        <p:spPr>
          <a:xfrm>
            <a:off x="53695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7" name="Shape 435"/>
          <p:cNvSpPr/>
          <p:nvPr/>
        </p:nvSpPr>
        <p:spPr>
          <a:xfrm>
            <a:off x="63474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8" name="Shape 436"/>
          <p:cNvSpPr/>
          <p:nvPr/>
        </p:nvSpPr>
        <p:spPr>
          <a:xfrm>
            <a:off x="63474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9" name="Shape 437"/>
          <p:cNvSpPr/>
          <p:nvPr/>
        </p:nvSpPr>
        <p:spPr>
          <a:xfrm>
            <a:off x="729107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0" name="Shape 438"/>
          <p:cNvSpPr/>
          <p:nvPr/>
        </p:nvSpPr>
        <p:spPr>
          <a:xfrm>
            <a:off x="729107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1" name="Shape 439"/>
          <p:cNvSpPr/>
          <p:nvPr/>
        </p:nvSpPr>
        <p:spPr>
          <a:xfrm>
            <a:off x="98018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2" name="Shape 440"/>
          <p:cNvSpPr/>
          <p:nvPr/>
        </p:nvSpPr>
        <p:spPr>
          <a:xfrm>
            <a:off x="98018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3" name="Shape 441"/>
          <p:cNvSpPr/>
          <p:nvPr/>
        </p:nvSpPr>
        <p:spPr>
          <a:xfrm>
            <a:off x="107797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4" name="Shape 442"/>
          <p:cNvSpPr/>
          <p:nvPr/>
        </p:nvSpPr>
        <p:spPr>
          <a:xfrm>
            <a:off x="107797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5" name="Shape 443"/>
          <p:cNvSpPr/>
          <p:nvPr/>
        </p:nvSpPr>
        <p:spPr>
          <a:xfrm>
            <a:off x="215773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31648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47523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263398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9" name="Text 447"/>
          <p:cNvSpPr/>
          <p:nvPr/>
        </p:nvSpPr>
        <p:spPr>
          <a:xfrm>
            <a:off x="231013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50" name="Shape 448"/>
          <p:cNvSpPr/>
          <p:nvPr/>
        </p:nvSpPr>
        <p:spPr>
          <a:xfrm>
            <a:off x="311531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327406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343281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359156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4" name="Text 452"/>
          <p:cNvSpPr/>
          <p:nvPr/>
        </p:nvSpPr>
        <p:spPr>
          <a:xfrm>
            <a:off x="326771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55" name="Shape 453"/>
          <p:cNvSpPr/>
          <p:nvPr/>
        </p:nvSpPr>
        <p:spPr>
          <a:xfrm>
            <a:off x="408051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423926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439801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455676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9" name="Text 457"/>
          <p:cNvSpPr/>
          <p:nvPr/>
        </p:nvSpPr>
        <p:spPr>
          <a:xfrm>
            <a:off x="423291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60" name="Shape 458"/>
          <p:cNvSpPr/>
          <p:nvPr/>
        </p:nvSpPr>
        <p:spPr>
          <a:xfrm>
            <a:off x="50520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52108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53695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55283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4" name="Text 462"/>
          <p:cNvSpPr/>
          <p:nvPr/>
        </p:nvSpPr>
        <p:spPr>
          <a:xfrm>
            <a:off x="52044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65" name="Shape 463"/>
          <p:cNvSpPr/>
          <p:nvPr/>
        </p:nvSpPr>
        <p:spPr>
          <a:xfrm>
            <a:off x="60299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61887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63474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65062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9" name="Text 467"/>
          <p:cNvSpPr/>
          <p:nvPr/>
        </p:nvSpPr>
        <p:spPr>
          <a:xfrm>
            <a:off x="61823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70" name="Shape 468"/>
          <p:cNvSpPr/>
          <p:nvPr/>
        </p:nvSpPr>
        <p:spPr>
          <a:xfrm>
            <a:off x="697357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713232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729107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744982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4" name="Text 472"/>
          <p:cNvSpPr/>
          <p:nvPr/>
        </p:nvSpPr>
        <p:spPr>
          <a:xfrm>
            <a:off x="712597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75" name="Shape 473"/>
          <p:cNvSpPr/>
          <p:nvPr/>
        </p:nvSpPr>
        <p:spPr>
          <a:xfrm>
            <a:off x="94843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96431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8018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9606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9" name="Text 477"/>
          <p:cNvSpPr/>
          <p:nvPr/>
        </p:nvSpPr>
        <p:spPr>
          <a:xfrm>
            <a:off x="96367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80" name="Shape 478"/>
          <p:cNvSpPr/>
          <p:nvPr/>
        </p:nvSpPr>
        <p:spPr>
          <a:xfrm>
            <a:off x="104622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106210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107797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109385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4" name="Text 482"/>
          <p:cNvSpPr/>
          <p:nvPr/>
        </p:nvSpPr>
        <p:spPr>
          <a:xfrm>
            <a:off x="106146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485" name="Shape 483"/>
          <p:cNvSpPr/>
          <p:nvPr/>
        </p:nvSpPr>
        <p:spPr>
          <a:xfrm>
            <a:off x="80098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6" name="Shape 484"/>
          <p:cNvSpPr/>
          <p:nvPr/>
        </p:nvSpPr>
        <p:spPr>
          <a:xfrm>
            <a:off x="825627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7" name="Shape 485"/>
          <p:cNvSpPr/>
          <p:nvPr/>
        </p:nvSpPr>
        <p:spPr>
          <a:xfrm>
            <a:off x="84924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8" name="Shape 486"/>
          <p:cNvSpPr/>
          <p:nvPr/>
        </p:nvSpPr>
        <p:spPr>
          <a:xfrm>
            <a:off x="872998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9" name="Shape 487"/>
          <p:cNvSpPr/>
          <p:nvPr/>
        </p:nvSpPr>
        <p:spPr>
          <a:xfrm>
            <a:off x="89369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90" name="Shape 488"/>
          <p:cNvSpPr/>
          <p:nvPr/>
        </p:nvSpPr>
        <p:spPr>
          <a:xfrm>
            <a:off x="1628140" y="3948430"/>
            <a:ext cx="9832340" cy="996950"/>
          </a:xfrm>
          <a:prstGeom prst="roundRect">
            <a:avLst>
              <a:gd name="adj" fmla="val 7338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491" name="Shape 489"/>
          <p:cNvSpPr/>
          <p:nvPr/>
        </p:nvSpPr>
        <p:spPr>
          <a:xfrm>
            <a:off x="2077720" y="4093210"/>
            <a:ext cx="9080500" cy="35941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2077720" y="4093210"/>
            <a:ext cx="9080500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600" dirty="0"/>
          </a:p>
        </p:txBody>
      </p:sp>
      <p:pic>
        <p:nvPicPr>
          <p:cNvPr id="493" name="Image 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830" y="4617720"/>
            <a:ext cx="685800" cy="1892300"/>
          </a:xfrm>
          <a:prstGeom prst="rect">
            <a:avLst/>
          </a:prstGeom>
        </p:spPr>
      </p:pic>
      <p:pic>
        <p:nvPicPr>
          <p:cNvPr id="494" name="Image 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4617720"/>
            <a:ext cx="685800" cy="1892300"/>
          </a:xfrm>
          <a:prstGeom prst="rect">
            <a:avLst/>
          </a:prstGeom>
        </p:spPr>
      </p:pic>
      <p:pic>
        <p:nvPicPr>
          <p:cNvPr id="495" name="Image 2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4617720"/>
            <a:ext cx="685800" cy="1892300"/>
          </a:xfrm>
          <a:prstGeom prst="rect">
            <a:avLst/>
          </a:prstGeom>
        </p:spPr>
      </p:pic>
      <p:pic>
        <p:nvPicPr>
          <p:cNvPr id="496" name="Image 3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617720"/>
            <a:ext cx="685800" cy="1892300"/>
          </a:xfrm>
          <a:prstGeom prst="rect">
            <a:avLst/>
          </a:prstGeom>
        </p:spPr>
      </p:pic>
      <p:pic>
        <p:nvPicPr>
          <p:cNvPr id="497" name="Image 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060" y="4617720"/>
            <a:ext cx="685800" cy="1892300"/>
          </a:xfrm>
          <a:prstGeom prst="rect">
            <a:avLst/>
          </a:prstGeom>
        </p:spPr>
      </p:pic>
      <p:pic>
        <p:nvPicPr>
          <p:cNvPr id="498" name="Image 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670" y="4617720"/>
            <a:ext cx="685800" cy="1892300"/>
          </a:xfrm>
          <a:prstGeom prst="rect">
            <a:avLst/>
          </a:prstGeom>
        </p:spPr>
      </p:pic>
      <p:pic>
        <p:nvPicPr>
          <p:cNvPr id="499" name="Image 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460" y="4617720"/>
            <a:ext cx="685800" cy="1892300"/>
          </a:xfrm>
          <a:prstGeom prst="rect">
            <a:avLst/>
          </a:prstGeom>
        </p:spPr>
      </p:pic>
      <p:pic>
        <p:nvPicPr>
          <p:cNvPr id="500" name="Image 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9360" y="4617720"/>
            <a:ext cx="685800" cy="1892300"/>
          </a:xfrm>
          <a:prstGeom prst="rect">
            <a:avLst/>
          </a:prstGeom>
        </p:spPr>
      </p:pic>
      <p:sp>
        <p:nvSpPr>
          <p:cNvPr id="501" name="Shape 491"/>
          <p:cNvSpPr/>
          <p:nvPr/>
        </p:nvSpPr>
        <p:spPr>
          <a:xfrm>
            <a:off x="215773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2" name="Shape 492"/>
          <p:cNvSpPr/>
          <p:nvPr/>
        </p:nvSpPr>
        <p:spPr>
          <a:xfrm>
            <a:off x="231648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3" name="Shape 493"/>
          <p:cNvSpPr/>
          <p:nvPr/>
        </p:nvSpPr>
        <p:spPr>
          <a:xfrm>
            <a:off x="247523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4" name="Shape 494"/>
          <p:cNvSpPr/>
          <p:nvPr/>
        </p:nvSpPr>
        <p:spPr>
          <a:xfrm>
            <a:off x="263398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5" name="Text 495"/>
          <p:cNvSpPr/>
          <p:nvPr/>
        </p:nvSpPr>
        <p:spPr>
          <a:xfrm>
            <a:off x="231013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06" name="Shape 496"/>
          <p:cNvSpPr/>
          <p:nvPr/>
        </p:nvSpPr>
        <p:spPr>
          <a:xfrm>
            <a:off x="311531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7" name="Shape 497"/>
          <p:cNvSpPr/>
          <p:nvPr/>
        </p:nvSpPr>
        <p:spPr>
          <a:xfrm>
            <a:off x="327406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8" name="Shape 498"/>
          <p:cNvSpPr/>
          <p:nvPr/>
        </p:nvSpPr>
        <p:spPr>
          <a:xfrm>
            <a:off x="343281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9" name="Shape 499"/>
          <p:cNvSpPr/>
          <p:nvPr/>
        </p:nvSpPr>
        <p:spPr>
          <a:xfrm>
            <a:off x="359156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0" name="Text 500"/>
          <p:cNvSpPr/>
          <p:nvPr/>
        </p:nvSpPr>
        <p:spPr>
          <a:xfrm>
            <a:off x="326771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11" name="Shape 501"/>
          <p:cNvSpPr/>
          <p:nvPr/>
        </p:nvSpPr>
        <p:spPr>
          <a:xfrm>
            <a:off x="408051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2" name="Shape 502"/>
          <p:cNvSpPr/>
          <p:nvPr/>
        </p:nvSpPr>
        <p:spPr>
          <a:xfrm>
            <a:off x="423926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3" name="Shape 503"/>
          <p:cNvSpPr/>
          <p:nvPr/>
        </p:nvSpPr>
        <p:spPr>
          <a:xfrm>
            <a:off x="439801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4" name="Shape 504"/>
          <p:cNvSpPr/>
          <p:nvPr/>
        </p:nvSpPr>
        <p:spPr>
          <a:xfrm>
            <a:off x="455676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5" name="Text 505"/>
          <p:cNvSpPr/>
          <p:nvPr/>
        </p:nvSpPr>
        <p:spPr>
          <a:xfrm>
            <a:off x="423291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16" name="Shape 506"/>
          <p:cNvSpPr/>
          <p:nvPr/>
        </p:nvSpPr>
        <p:spPr>
          <a:xfrm>
            <a:off x="50520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7" name="Shape 507"/>
          <p:cNvSpPr/>
          <p:nvPr/>
        </p:nvSpPr>
        <p:spPr>
          <a:xfrm>
            <a:off x="52108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8" name="Shape 508"/>
          <p:cNvSpPr/>
          <p:nvPr/>
        </p:nvSpPr>
        <p:spPr>
          <a:xfrm>
            <a:off x="53695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9" name="Shape 509"/>
          <p:cNvSpPr/>
          <p:nvPr/>
        </p:nvSpPr>
        <p:spPr>
          <a:xfrm>
            <a:off x="55283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0" name="Text 510"/>
          <p:cNvSpPr/>
          <p:nvPr/>
        </p:nvSpPr>
        <p:spPr>
          <a:xfrm>
            <a:off x="52044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21" name="Shape 511"/>
          <p:cNvSpPr/>
          <p:nvPr/>
        </p:nvSpPr>
        <p:spPr>
          <a:xfrm>
            <a:off x="60299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2" name="Shape 512"/>
          <p:cNvSpPr/>
          <p:nvPr/>
        </p:nvSpPr>
        <p:spPr>
          <a:xfrm>
            <a:off x="61887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3" name="Shape 513"/>
          <p:cNvSpPr/>
          <p:nvPr/>
        </p:nvSpPr>
        <p:spPr>
          <a:xfrm>
            <a:off x="63474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4" name="Shape 514"/>
          <p:cNvSpPr/>
          <p:nvPr/>
        </p:nvSpPr>
        <p:spPr>
          <a:xfrm>
            <a:off x="65062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5" name="Text 515"/>
          <p:cNvSpPr/>
          <p:nvPr/>
        </p:nvSpPr>
        <p:spPr>
          <a:xfrm>
            <a:off x="61823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26" name="Shape 516"/>
          <p:cNvSpPr/>
          <p:nvPr/>
        </p:nvSpPr>
        <p:spPr>
          <a:xfrm>
            <a:off x="697357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7" name="Shape 517"/>
          <p:cNvSpPr/>
          <p:nvPr/>
        </p:nvSpPr>
        <p:spPr>
          <a:xfrm>
            <a:off x="713232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8" name="Shape 518"/>
          <p:cNvSpPr/>
          <p:nvPr/>
        </p:nvSpPr>
        <p:spPr>
          <a:xfrm>
            <a:off x="729107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9" name="Shape 519"/>
          <p:cNvSpPr/>
          <p:nvPr/>
        </p:nvSpPr>
        <p:spPr>
          <a:xfrm>
            <a:off x="744982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0" name="Text 520"/>
          <p:cNvSpPr/>
          <p:nvPr/>
        </p:nvSpPr>
        <p:spPr>
          <a:xfrm>
            <a:off x="712597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31" name="Shape 521"/>
          <p:cNvSpPr/>
          <p:nvPr/>
        </p:nvSpPr>
        <p:spPr>
          <a:xfrm>
            <a:off x="94843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2" name="Shape 522"/>
          <p:cNvSpPr/>
          <p:nvPr/>
        </p:nvSpPr>
        <p:spPr>
          <a:xfrm>
            <a:off x="96431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3" name="Shape 523"/>
          <p:cNvSpPr/>
          <p:nvPr/>
        </p:nvSpPr>
        <p:spPr>
          <a:xfrm>
            <a:off x="98018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4" name="Shape 524"/>
          <p:cNvSpPr/>
          <p:nvPr/>
        </p:nvSpPr>
        <p:spPr>
          <a:xfrm>
            <a:off x="99606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5" name="Text 525"/>
          <p:cNvSpPr/>
          <p:nvPr/>
        </p:nvSpPr>
        <p:spPr>
          <a:xfrm>
            <a:off x="96367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536" name="Shape 526"/>
          <p:cNvSpPr/>
          <p:nvPr/>
        </p:nvSpPr>
        <p:spPr>
          <a:xfrm>
            <a:off x="104622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7" name="Shape 527"/>
          <p:cNvSpPr/>
          <p:nvPr/>
        </p:nvSpPr>
        <p:spPr>
          <a:xfrm>
            <a:off x="106210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8" name="Shape 528"/>
          <p:cNvSpPr/>
          <p:nvPr/>
        </p:nvSpPr>
        <p:spPr>
          <a:xfrm>
            <a:off x="107797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9" name="Shape 529"/>
          <p:cNvSpPr/>
          <p:nvPr/>
        </p:nvSpPr>
        <p:spPr>
          <a:xfrm>
            <a:off x="109385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0" name="Text 530"/>
          <p:cNvSpPr/>
          <p:nvPr/>
        </p:nvSpPr>
        <p:spPr>
          <a:xfrm>
            <a:off x="106146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541" name="Shape 531"/>
          <p:cNvSpPr/>
          <p:nvPr/>
        </p:nvSpPr>
        <p:spPr>
          <a:xfrm>
            <a:off x="80098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2" name="Shape 532"/>
          <p:cNvSpPr/>
          <p:nvPr/>
        </p:nvSpPr>
        <p:spPr>
          <a:xfrm>
            <a:off x="825627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3" name="Shape 533"/>
          <p:cNvSpPr/>
          <p:nvPr/>
        </p:nvSpPr>
        <p:spPr>
          <a:xfrm>
            <a:off x="84924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4" name="Shape 534"/>
          <p:cNvSpPr/>
          <p:nvPr/>
        </p:nvSpPr>
        <p:spPr>
          <a:xfrm>
            <a:off x="872998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5" name="Shape 535"/>
          <p:cNvSpPr/>
          <p:nvPr/>
        </p:nvSpPr>
        <p:spPr>
          <a:xfrm>
            <a:off x="89369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6" name="Shape 536"/>
          <p:cNvSpPr/>
          <p:nvPr/>
        </p:nvSpPr>
        <p:spPr>
          <a:xfrm>
            <a:off x="237617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47" name="Text 537"/>
          <p:cNvSpPr/>
          <p:nvPr/>
        </p:nvSpPr>
        <p:spPr>
          <a:xfrm>
            <a:off x="237617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48" name="Shape 538"/>
          <p:cNvSpPr/>
          <p:nvPr/>
        </p:nvSpPr>
        <p:spPr>
          <a:xfrm>
            <a:off x="333375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49" name="Text 539"/>
          <p:cNvSpPr/>
          <p:nvPr/>
        </p:nvSpPr>
        <p:spPr>
          <a:xfrm>
            <a:off x="333375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0" name="Shape 540"/>
          <p:cNvSpPr/>
          <p:nvPr/>
        </p:nvSpPr>
        <p:spPr>
          <a:xfrm>
            <a:off x="429895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1" name="Text 541"/>
          <p:cNvSpPr/>
          <p:nvPr/>
        </p:nvSpPr>
        <p:spPr>
          <a:xfrm>
            <a:off x="429895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2" name="Shape 542"/>
          <p:cNvSpPr/>
          <p:nvPr/>
        </p:nvSpPr>
        <p:spPr>
          <a:xfrm>
            <a:off x="52705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3" name="Text 543"/>
          <p:cNvSpPr/>
          <p:nvPr/>
        </p:nvSpPr>
        <p:spPr>
          <a:xfrm>
            <a:off x="52705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4" name="Shape 544"/>
          <p:cNvSpPr/>
          <p:nvPr/>
        </p:nvSpPr>
        <p:spPr>
          <a:xfrm>
            <a:off x="62484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5" name="Text 545"/>
          <p:cNvSpPr/>
          <p:nvPr/>
        </p:nvSpPr>
        <p:spPr>
          <a:xfrm>
            <a:off x="62484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6" name="Shape 546"/>
          <p:cNvSpPr/>
          <p:nvPr/>
        </p:nvSpPr>
        <p:spPr>
          <a:xfrm>
            <a:off x="719201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7" name="Text 547"/>
          <p:cNvSpPr/>
          <p:nvPr/>
        </p:nvSpPr>
        <p:spPr>
          <a:xfrm>
            <a:off x="719201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8" name="Shape 548"/>
          <p:cNvSpPr/>
          <p:nvPr/>
        </p:nvSpPr>
        <p:spPr>
          <a:xfrm>
            <a:off x="97028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9" name="Text 549"/>
          <p:cNvSpPr/>
          <p:nvPr/>
        </p:nvSpPr>
        <p:spPr>
          <a:xfrm>
            <a:off x="97028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60" name="Shape 550"/>
          <p:cNvSpPr/>
          <p:nvPr/>
        </p:nvSpPr>
        <p:spPr>
          <a:xfrm>
            <a:off x="106807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61" name="Text 551"/>
          <p:cNvSpPr/>
          <p:nvPr/>
        </p:nvSpPr>
        <p:spPr>
          <a:xfrm>
            <a:off x="106807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62" name="Shape 552"/>
          <p:cNvSpPr/>
          <p:nvPr/>
        </p:nvSpPr>
        <p:spPr>
          <a:xfrm>
            <a:off x="247523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3" name="Shape 553"/>
          <p:cNvSpPr/>
          <p:nvPr/>
        </p:nvSpPr>
        <p:spPr>
          <a:xfrm>
            <a:off x="247523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64" name="Shape 554"/>
          <p:cNvSpPr/>
          <p:nvPr/>
        </p:nvSpPr>
        <p:spPr>
          <a:xfrm>
            <a:off x="247523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65" name="Shape 555"/>
          <p:cNvSpPr/>
          <p:nvPr/>
        </p:nvSpPr>
        <p:spPr>
          <a:xfrm>
            <a:off x="343281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6" name="Shape 556"/>
          <p:cNvSpPr/>
          <p:nvPr/>
        </p:nvSpPr>
        <p:spPr>
          <a:xfrm>
            <a:off x="343281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67" name="Shape 557"/>
          <p:cNvSpPr/>
          <p:nvPr/>
        </p:nvSpPr>
        <p:spPr>
          <a:xfrm>
            <a:off x="343281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68" name="Shape 558"/>
          <p:cNvSpPr/>
          <p:nvPr/>
        </p:nvSpPr>
        <p:spPr>
          <a:xfrm>
            <a:off x="439801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9" name="Shape 559"/>
          <p:cNvSpPr/>
          <p:nvPr/>
        </p:nvSpPr>
        <p:spPr>
          <a:xfrm>
            <a:off x="439801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0" name="Shape 560"/>
          <p:cNvSpPr/>
          <p:nvPr/>
        </p:nvSpPr>
        <p:spPr>
          <a:xfrm>
            <a:off x="439801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1" name="Shape 561"/>
          <p:cNvSpPr/>
          <p:nvPr/>
        </p:nvSpPr>
        <p:spPr>
          <a:xfrm>
            <a:off x="53695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2" name="Shape 562"/>
          <p:cNvSpPr/>
          <p:nvPr/>
        </p:nvSpPr>
        <p:spPr>
          <a:xfrm>
            <a:off x="53695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3" name="Shape 563"/>
          <p:cNvSpPr/>
          <p:nvPr/>
        </p:nvSpPr>
        <p:spPr>
          <a:xfrm>
            <a:off x="53695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4" name="Shape 564"/>
          <p:cNvSpPr/>
          <p:nvPr/>
        </p:nvSpPr>
        <p:spPr>
          <a:xfrm>
            <a:off x="63474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5" name="Shape 565"/>
          <p:cNvSpPr/>
          <p:nvPr/>
        </p:nvSpPr>
        <p:spPr>
          <a:xfrm>
            <a:off x="63474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6" name="Shape 566"/>
          <p:cNvSpPr/>
          <p:nvPr/>
        </p:nvSpPr>
        <p:spPr>
          <a:xfrm>
            <a:off x="63474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7" name="Shape 567"/>
          <p:cNvSpPr/>
          <p:nvPr/>
        </p:nvSpPr>
        <p:spPr>
          <a:xfrm>
            <a:off x="729107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8" name="Shape 568"/>
          <p:cNvSpPr/>
          <p:nvPr/>
        </p:nvSpPr>
        <p:spPr>
          <a:xfrm>
            <a:off x="729107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9" name="Shape 569"/>
          <p:cNvSpPr/>
          <p:nvPr/>
        </p:nvSpPr>
        <p:spPr>
          <a:xfrm>
            <a:off x="729107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0" name="Shape 570"/>
          <p:cNvSpPr/>
          <p:nvPr/>
        </p:nvSpPr>
        <p:spPr>
          <a:xfrm>
            <a:off x="98018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81" name="Shape 571"/>
          <p:cNvSpPr/>
          <p:nvPr/>
        </p:nvSpPr>
        <p:spPr>
          <a:xfrm>
            <a:off x="98018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82" name="Shape 572"/>
          <p:cNvSpPr/>
          <p:nvPr/>
        </p:nvSpPr>
        <p:spPr>
          <a:xfrm>
            <a:off x="98018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3" name="Shape 573"/>
          <p:cNvSpPr/>
          <p:nvPr/>
        </p:nvSpPr>
        <p:spPr>
          <a:xfrm>
            <a:off x="107797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84" name="Shape 574"/>
          <p:cNvSpPr/>
          <p:nvPr/>
        </p:nvSpPr>
        <p:spPr>
          <a:xfrm>
            <a:off x="107797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85" name="Shape 575"/>
          <p:cNvSpPr/>
          <p:nvPr/>
        </p:nvSpPr>
        <p:spPr>
          <a:xfrm>
            <a:off x="107797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6" name="Shape 576"/>
          <p:cNvSpPr/>
          <p:nvPr/>
        </p:nvSpPr>
        <p:spPr>
          <a:xfrm>
            <a:off x="1944370" y="5488940"/>
            <a:ext cx="948817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587" name="Text 577"/>
          <p:cNvSpPr/>
          <p:nvPr/>
        </p:nvSpPr>
        <p:spPr>
          <a:xfrm>
            <a:off x="1944370" y="5488940"/>
            <a:ext cx="948817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pic>
        <p:nvPicPr>
          <p:cNvPr id="588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55" y="5237480"/>
            <a:ext cx="133350" cy="254000"/>
          </a:xfrm>
          <a:prstGeom prst="rect">
            <a:avLst/>
          </a:prstGeom>
        </p:spPr>
      </p:pic>
      <p:pic>
        <p:nvPicPr>
          <p:cNvPr id="589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8555" y="6134100"/>
            <a:ext cx="133350" cy="254000"/>
          </a:xfrm>
          <a:prstGeom prst="rect">
            <a:avLst/>
          </a:prstGeom>
        </p:spPr>
      </p:pic>
      <p:pic>
        <p:nvPicPr>
          <p:cNvPr id="590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5237480"/>
            <a:ext cx="133350" cy="254000"/>
          </a:xfrm>
          <a:prstGeom prst="rect">
            <a:avLst/>
          </a:prstGeom>
        </p:spPr>
      </p:pic>
      <p:pic>
        <p:nvPicPr>
          <p:cNvPr id="591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135" y="6134100"/>
            <a:ext cx="133350" cy="254000"/>
          </a:xfrm>
          <a:prstGeom prst="rect">
            <a:avLst/>
          </a:prstGeom>
        </p:spPr>
      </p:pic>
      <p:pic>
        <p:nvPicPr>
          <p:cNvPr id="592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1335" y="5237480"/>
            <a:ext cx="133350" cy="254000"/>
          </a:xfrm>
          <a:prstGeom prst="rect">
            <a:avLst/>
          </a:prstGeom>
        </p:spPr>
      </p:pic>
      <p:pic>
        <p:nvPicPr>
          <p:cNvPr id="593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335" y="6134100"/>
            <a:ext cx="133350" cy="254000"/>
          </a:xfrm>
          <a:prstGeom prst="rect">
            <a:avLst/>
          </a:prstGeom>
        </p:spPr>
      </p:pic>
      <p:pic>
        <p:nvPicPr>
          <p:cNvPr id="594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885" y="5237480"/>
            <a:ext cx="133350" cy="254000"/>
          </a:xfrm>
          <a:prstGeom prst="rect">
            <a:avLst/>
          </a:prstGeom>
        </p:spPr>
      </p:pic>
      <p:pic>
        <p:nvPicPr>
          <p:cNvPr id="595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885" y="6134100"/>
            <a:ext cx="133350" cy="254000"/>
          </a:xfrm>
          <a:prstGeom prst="rect">
            <a:avLst/>
          </a:prstGeom>
        </p:spPr>
      </p:pic>
      <p:pic>
        <p:nvPicPr>
          <p:cNvPr id="596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785" y="5237480"/>
            <a:ext cx="133350" cy="254000"/>
          </a:xfrm>
          <a:prstGeom prst="rect">
            <a:avLst/>
          </a:prstGeom>
        </p:spPr>
      </p:pic>
      <p:pic>
        <p:nvPicPr>
          <p:cNvPr id="597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785" y="6134100"/>
            <a:ext cx="133350" cy="254000"/>
          </a:xfrm>
          <a:prstGeom prst="rect">
            <a:avLst/>
          </a:prstGeom>
        </p:spPr>
      </p:pic>
      <p:pic>
        <p:nvPicPr>
          <p:cNvPr id="598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4395" y="5237480"/>
            <a:ext cx="133350" cy="254000"/>
          </a:xfrm>
          <a:prstGeom prst="rect">
            <a:avLst/>
          </a:prstGeom>
        </p:spPr>
      </p:pic>
      <p:pic>
        <p:nvPicPr>
          <p:cNvPr id="599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4395" y="6134100"/>
            <a:ext cx="133350" cy="254000"/>
          </a:xfrm>
          <a:prstGeom prst="rect">
            <a:avLst/>
          </a:prstGeom>
        </p:spPr>
      </p:pic>
      <p:pic>
        <p:nvPicPr>
          <p:cNvPr id="600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5185" y="5237480"/>
            <a:ext cx="133350" cy="254000"/>
          </a:xfrm>
          <a:prstGeom prst="rect">
            <a:avLst/>
          </a:prstGeom>
        </p:spPr>
      </p:pic>
      <p:pic>
        <p:nvPicPr>
          <p:cNvPr id="601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185" y="6134100"/>
            <a:ext cx="133350" cy="254000"/>
          </a:xfrm>
          <a:prstGeom prst="rect">
            <a:avLst/>
          </a:prstGeom>
        </p:spPr>
      </p:pic>
      <p:pic>
        <p:nvPicPr>
          <p:cNvPr id="602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3085" y="5237480"/>
            <a:ext cx="133350" cy="254000"/>
          </a:xfrm>
          <a:prstGeom prst="rect">
            <a:avLst/>
          </a:prstGeom>
        </p:spPr>
      </p:pic>
      <p:pic>
        <p:nvPicPr>
          <p:cNvPr id="603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085" y="6134100"/>
            <a:ext cx="133350" cy="254000"/>
          </a:xfrm>
          <a:prstGeom prst="rect">
            <a:avLst/>
          </a:prstGeom>
        </p:spPr>
      </p:pic>
      <p:sp>
        <p:nvSpPr>
          <p:cNvPr id="604" name="Shape 578"/>
          <p:cNvSpPr/>
          <p:nvPr/>
        </p:nvSpPr>
        <p:spPr>
          <a:xfrm>
            <a:off x="215773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5" name="Shape 579"/>
          <p:cNvSpPr/>
          <p:nvPr/>
        </p:nvSpPr>
        <p:spPr>
          <a:xfrm>
            <a:off x="231648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6" name="Shape 580"/>
          <p:cNvSpPr/>
          <p:nvPr/>
        </p:nvSpPr>
        <p:spPr>
          <a:xfrm>
            <a:off x="247523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7" name="Shape 581"/>
          <p:cNvSpPr/>
          <p:nvPr/>
        </p:nvSpPr>
        <p:spPr>
          <a:xfrm>
            <a:off x="263398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8" name="Text 582"/>
          <p:cNvSpPr/>
          <p:nvPr/>
        </p:nvSpPr>
        <p:spPr>
          <a:xfrm>
            <a:off x="231013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09" name="Shape 583"/>
          <p:cNvSpPr/>
          <p:nvPr/>
        </p:nvSpPr>
        <p:spPr>
          <a:xfrm>
            <a:off x="311531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0" name="Shape 584"/>
          <p:cNvSpPr/>
          <p:nvPr/>
        </p:nvSpPr>
        <p:spPr>
          <a:xfrm>
            <a:off x="327406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1" name="Shape 585"/>
          <p:cNvSpPr/>
          <p:nvPr/>
        </p:nvSpPr>
        <p:spPr>
          <a:xfrm>
            <a:off x="343281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2" name="Shape 586"/>
          <p:cNvSpPr/>
          <p:nvPr/>
        </p:nvSpPr>
        <p:spPr>
          <a:xfrm>
            <a:off x="359156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3" name="Text 587"/>
          <p:cNvSpPr/>
          <p:nvPr/>
        </p:nvSpPr>
        <p:spPr>
          <a:xfrm>
            <a:off x="326771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14" name="Shape 588"/>
          <p:cNvSpPr/>
          <p:nvPr/>
        </p:nvSpPr>
        <p:spPr>
          <a:xfrm>
            <a:off x="408051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5" name="Shape 589"/>
          <p:cNvSpPr/>
          <p:nvPr/>
        </p:nvSpPr>
        <p:spPr>
          <a:xfrm>
            <a:off x="423926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6" name="Shape 590"/>
          <p:cNvSpPr/>
          <p:nvPr/>
        </p:nvSpPr>
        <p:spPr>
          <a:xfrm>
            <a:off x="439801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7" name="Shape 591"/>
          <p:cNvSpPr/>
          <p:nvPr/>
        </p:nvSpPr>
        <p:spPr>
          <a:xfrm>
            <a:off x="455676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8" name="Text 592"/>
          <p:cNvSpPr/>
          <p:nvPr/>
        </p:nvSpPr>
        <p:spPr>
          <a:xfrm>
            <a:off x="423291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19" name="Shape 593"/>
          <p:cNvSpPr/>
          <p:nvPr/>
        </p:nvSpPr>
        <p:spPr>
          <a:xfrm>
            <a:off x="50520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0" name="Shape 594"/>
          <p:cNvSpPr/>
          <p:nvPr/>
        </p:nvSpPr>
        <p:spPr>
          <a:xfrm>
            <a:off x="52108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1" name="Shape 595"/>
          <p:cNvSpPr/>
          <p:nvPr/>
        </p:nvSpPr>
        <p:spPr>
          <a:xfrm>
            <a:off x="53695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2" name="Shape 596"/>
          <p:cNvSpPr/>
          <p:nvPr/>
        </p:nvSpPr>
        <p:spPr>
          <a:xfrm>
            <a:off x="55283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3" name="Text 597"/>
          <p:cNvSpPr/>
          <p:nvPr/>
        </p:nvSpPr>
        <p:spPr>
          <a:xfrm>
            <a:off x="52044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24" name="Shape 598"/>
          <p:cNvSpPr/>
          <p:nvPr/>
        </p:nvSpPr>
        <p:spPr>
          <a:xfrm>
            <a:off x="60299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5" name="Shape 599"/>
          <p:cNvSpPr/>
          <p:nvPr/>
        </p:nvSpPr>
        <p:spPr>
          <a:xfrm>
            <a:off x="61887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6" name="Shape 600"/>
          <p:cNvSpPr/>
          <p:nvPr/>
        </p:nvSpPr>
        <p:spPr>
          <a:xfrm>
            <a:off x="63474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7" name="Shape 601"/>
          <p:cNvSpPr/>
          <p:nvPr/>
        </p:nvSpPr>
        <p:spPr>
          <a:xfrm>
            <a:off x="65062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8" name="Text 602"/>
          <p:cNvSpPr/>
          <p:nvPr/>
        </p:nvSpPr>
        <p:spPr>
          <a:xfrm>
            <a:off x="61823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29" name="Shape 603"/>
          <p:cNvSpPr/>
          <p:nvPr/>
        </p:nvSpPr>
        <p:spPr>
          <a:xfrm>
            <a:off x="697357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0" name="Shape 604"/>
          <p:cNvSpPr/>
          <p:nvPr/>
        </p:nvSpPr>
        <p:spPr>
          <a:xfrm>
            <a:off x="713232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1" name="Shape 605"/>
          <p:cNvSpPr/>
          <p:nvPr/>
        </p:nvSpPr>
        <p:spPr>
          <a:xfrm>
            <a:off x="729107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2" name="Shape 606"/>
          <p:cNvSpPr/>
          <p:nvPr/>
        </p:nvSpPr>
        <p:spPr>
          <a:xfrm>
            <a:off x="744982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3" name="Text 607"/>
          <p:cNvSpPr/>
          <p:nvPr/>
        </p:nvSpPr>
        <p:spPr>
          <a:xfrm>
            <a:off x="712597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634" name="Shape 608"/>
          <p:cNvSpPr/>
          <p:nvPr/>
        </p:nvSpPr>
        <p:spPr>
          <a:xfrm>
            <a:off x="94843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5" name="Shape 609"/>
          <p:cNvSpPr/>
          <p:nvPr/>
        </p:nvSpPr>
        <p:spPr>
          <a:xfrm>
            <a:off x="96431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6" name="Shape 610"/>
          <p:cNvSpPr/>
          <p:nvPr/>
        </p:nvSpPr>
        <p:spPr>
          <a:xfrm>
            <a:off x="98018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7" name="Shape 611"/>
          <p:cNvSpPr/>
          <p:nvPr/>
        </p:nvSpPr>
        <p:spPr>
          <a:xfrm>
            <a:off x="99606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8" name="Text 612"/>
          <p:cNvSpPr/>
          <p:nvPr/>
        </p:nvSpPr>
        <p:spPr>
          <a:xfrm>
            <a:off x="96367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39" name="Shape 613"/>
          <p:cNvSpPr/>
          <p:nvPr/>
        </p:nvSpPr>
        <p:spPr>
          <a:xfrm>
            <a:off x="104622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0" name="Shape 614"/>
          <p:cNvSpPr/>
          <p:nvPr/>
        </p:nvSpPr>
        <p:spPr>
          <a:xfrm>
            <a:off x="106210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1" name="Shape 615"/>
          <p:cNvSpPr/>
          <p:nvPr/>
        </p:nvSpPr>
        <p:spPr>
          <a:xfrm>
            <a:off x="107797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2" name="Shape 616"/>
          <p:cNvSpPr/>
          <p:nvPr/>
        </p:nvSpPr>
        <p:spPr>
          <a:xfrm>
            <a:off x="109385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3" name="Text 617"/>
          <p:cNvSpPr/>
          <p:nvPr/>
        </p:nvSpPr>
        <p:spPr>
          <a:xfrm>
            <a:off x="106146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644" name="Shape 618"/>
          <p:cNvSpPr/>
          <p:nvPr/>
        </p:nvSpPr>
        <p:spPr>
          <a:xfrm>
            <a:off x="80098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5" name="Shape 619"/>
          <p:cNvSpPr/>
          <p:nvPr/>
        </p:nvSpPr>
        <p:spPr>
          <a:xfrm>
            <a:off x="825627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6" name="Shape 620"/>
          <p:cNvSpPr/>
          <p:nvPr/>
        </p:nvSpPr>
        <p:spPr>
          <a:xfrm>
            <a:off x="84924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7" name="Shape 621"/>
          <p:cNvSpPr/>
          <p:nvPr/>
        </p:nvSpPr>
        <p:spPr>
          <a:xfrm>
            <a:off x="872998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8" name="Shape 622"/>
          <p:cNvSpPr/>
          <p:nvPr/>
        </p:nvSpPr>
        <p:spPr>
          <a:xfrm>
            <a:off x="89369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9" name="Text 623"/>
          <p:cNvSpPr/>
          <p:nvPr/>
        </p:nvSpPr>
        <p:spPr>
          <a:xfrm>
            <a:off x="431800" y="502188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650" name="Text 624"/>
          <p:cNvSpPr/>
          <p:nvPr/>
        </p:nvSpPr>
        <p:spPr>
          <a:xfrm>
            <a:off x="431800" y="52339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51" name="Text 625"/>
          <p:cNvSpPr/>
          <p:nvPr/>
        </p:nvSpPr>
        <p:spPr>
          <a:xfrm>
            <a:off x="431800" y="56467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652" name="Text 626"/>
          <p:cNvSpPr/>
          <p:nvPr/>
        </p:nvSpPr>
        <p:spPr>
          <a:xfrm>
            <a:off x="431800" y="586008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653" name="Text 627"/>
          <p:cNvSpPr/>
          <p:nvPr/>
        </p:nvSpPr>
        <p:spPr>
          <a:xfrm>
            <a:off x="431800" y="617885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654" name="Text 628"/>
          <p:cNvSpPr/>
          <p:nvPr/>
        </p:nvSpPr>
        <p:spPr>
          <a:xfrm>
            <a:off x="431800" y="637824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55" name="Shape 629"/>
          <p:cNvSpPr/>
          <p:nvPr/>
        </p:nvSpPr>
        <p:spPr>
          <a:xfrm>
            <a:off x="3383280" y="6605270"/>
            <a:ext cx="3702050" cy="17399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656" name="Text 630"/>
          <p:cNvSpPr/>
          <p:nvPr/>
        </p:nvSpPr>
        <p:spPr>
          <a:xfrm>
            <a:off x="1424940" y="6610071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Word_Embedding + Positional_Information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4840" y="664210"/>
            <a:ext cx="10914380" cy="611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5773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1648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7523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3398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013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1531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406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3281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156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771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8051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926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801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676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291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520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08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695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283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044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299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87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74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062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23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7357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107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4982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597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4843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31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018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606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367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4622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10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797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385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146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00989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7" name="Shape 45"/>
          <p:cNvSpPr/>
          <p:nvPr/>
        </p:nvSpPr>
        <p:spPr>
          <a:xfrm>
            <a:off x="825627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" name="Shape 46"/>
          <p:cNvSpPr/>
          <p:nvPr/>
        </p:nvSpPr>
        <p:spPr>
          <a:xfrm>
            <a:off x="849249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9" name="Shape 47"/>
          <p:cNvSpPr/>
          <p:nvPr/>
        </p:nvSpPr>
        <p:spPr>
          <a:xfrm>
            <a:off x="872998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0" name="Shape 48"/>
          <p:cNvSpPr/>
          <p:nvPr/>
        </p:nvSpPr>
        <p:spPr>
          <a:xfrm>
            <a:off x="893699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1" name="Shape 49"/>
          <p:cNvSpPr/>
          <p:nvPr/>
        </p:nvSpPr>
        <p:spPr>
          <a:xfrm>
            <a:off x="1628140" y="1276350"/>
            <a:ext cx="9832340" cy="916940"/>
          </a:xfrm>
          <a:prstGeom prst="roundRect">
            <a:avLst>
              <a:gd name="adj" fmla="val 7978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52" name="Shape 50"/>
          <p:cNvSpPr/>
          <p:nvPr/>
        </p:nvSpPr>
        <p:spPr>
          <a:xfrm>
            <a:off x="2077720" y="1355090"/>
            <a:ext cx="9080500" cy="35560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77720" y="1355090"/>
            <a:ext cx="908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81483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220980" y="1897008"/>
                </a:moveTo>
                <a:cubicBezTo>
                  <a:pt x="201930" y="1870141"/>
                  <a:pt x="141393" y="1815548"/>
                  <a:pt x="106680" y="1735807"/>
                </a:cubicBezTo>
                <a:cubicBezTo>
                  <a:pt x="71967" y="1656067"/>
                  <a:pt x="28363" y="1538068"/>
                  <a:pt x="12700" y="1418564"/>
                </a:cubicBezTo>
                <a:cubicBezTo>
                  <a:pt x="-2963" y="1299061"/>
                  <a:pt x="12700" y="1137001"/>
                  <a:pt x="12700" y="1018787"/>
                </a:cubicBezTo>
                <a:cubicBezTo>
                  <a:pt x="12700" y="900573"/>
                  <a:pt x="-847" y="796760"/>
                  <a:pt x="12700" y="709282"/>
                </a:cubicBezTo>
                <a:cubicBezTo>
                  <a:pt x="26247" y="621804"/>
                  <a:pt x="64982" y="565706"/>
                  <a:pt x="93980" y="493918"/>
                </a:cubicBezTo>
                <a:cubicBezTo>
                  <a:pt x="122978" y="422130"/>
                  <a:pt x="155787" y="332503"/>
                  <a:pt x="186690" y="278554"/>
                </a:cubicBezTo>
                <a:cubicBezTo>
                  <a:pt x="217593" y="224606"/>
                  <a:pt x="247438" y="197309"/>
                  <a:pt x="279400" y="170228"/>
                </a:cubicBezTo>
                <a:cubicBezTo>
                  <a:pt x="311362" y="143146"/>
                  <a:pt x="349673" y="134119"/>
                  <a:pt x="378460" y="116064"/>
                </a:cubicBezTo>
                <a:cubicBezTo>
                  <a:pt x="407247" y="98010"/>
                  <a:pt x="417830" y="76517"/>
                  <a:pt x="452120" y="61901"/>
                </a:cubicBezTo>
                <a:cubicBezTo>
                  <a:pt x="486410" y="47285"/>
                  <a:pt x="562187" y="33960"/>
                  <a:pt x="584200" y="28371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483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594360" y="28371"/>
                </a:moveTo>
                <a:lnTo>
                  <a:pt x="543241" y="70828"/>
                </a:lnTo>
                <a:lnTo>
                  <a:pt x="529832" y="14102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56" name="Shape 54"/>
          <p:cNvSpPr/>
          <p:nvPr/>
        </p:nvSpPr>
        <p:spPr>
          <a:xfrm>
            <a:off x="277241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220980" y="1897008"/>
                </a:moveTo>
                <a:cubicBezTo>
                  <a:pt x="201930" y="1870141"/>
                  <a:pt x="141393" y="1815548"/>
                  <a:pt x="106680" y="1735807"/>
                </a:cubicBezTo>
                <a:cubicBezTo>
                  <a:pt x="71967" y="1656067"/>
                  <a:pt x="28363" y="1538068"/>
                  <a:pt x="12700" y="1418564"/>
                </a:cubicBezTo>
                <a:cubicBezTo>
                  <a:pt x="-2963" y="1299061"/>
                  <a:pt x="12700" y="1137001"/>
                  <a:pt x="12700" y="1018787"/>
                </a:cubicBezTo>
                <a:cubicBezTo>
                  <a:pt x="12700" y="900573"/>
                  <a:pt x="-847" y="796760"/>
                  <a:pt x="12700" y="709282"/>
                </a:cubicBezTo>
                <a:cubicBezTo>
                  <a:pt x="26247" y="621804"/>
                  <a:pt x="64982" y="565706"/>
                  <a:pt x="93980" y="493918"/>
                </a:cubicBezTo>
                <a:cubicBezTo>
                  <a:pt x="122978" y="422130"/>
                  <a:pt x="155787" y="332503"/>
                  <a:pt x="186690" y="278554"/>
                </a:cubicBezTo>
                <a:cubicBezTo>
                  <a:pt x="217593" y="224606"/>
                  <a:pt x="247438" y="197309"/>
                  <a:pt x="279400" y="170228"/>
                </a:cubicBezTo>
                <a:cubicBezTo>
                  <a:pt x="311362" y="143146"/>
                  <a:pt x="349673" y="134119"/>
                  <a:pt x="378460" y="116064"/>
                </a:cubicBezTo>
                <a:cubicBezTo>
                  <a:pt x="407247" y="98010"/>
                  <a:pt x="417830" y="76517"/>
                  <a:pt x="452120" y="61901"/>
                </a:cubicBezTo>
                <a:cubicBezTo>
                  <a:pt x="486410" y="47285"/>
                  <a:pt x="562187" y="33960"/>
                  <a:pt x="584200" y="28371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7241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594360" y="28371"/>
                </a:moveTo>
                <a:lnTo>
                  <a:pt x="543241" y="70828"/>
                </a:lnTo>
                <a:lnTo>
                  <a:pt x="529832" y="14102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58" name="Shape 56"/>
          <p:cNvSpPr/>
          <p:nvPr/>
        </p:nvSpPr>
        <p:spPr>
          <a:xfrm>
            <a:off x="373761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220980" y="1897008"/>
                </a:moveTo>
                <a:cubicBezTo>
                  <a:pt x="201930" y="1870141"/>
                  <a:pt x="141393" y="1815548"/>
                  <a:pt x="106680" y="1735807"/>
                </a:cubicBezTo>
                <a:cubicBezTo>
                  <a:pt x="71967" y="1656067"/>
                  <a:pt x="28363" y="1538068"/>
                  <a:pt x="12700" y="1418564"/>
                </a:cubicBezTo>
                <a:cubicBezTo>
                  <a:pt x="-2963" y="1299061"/>
                  <a:pt x="12700" y="1137001"/>
                  <a:pt x="12700" y="1018787"/>
                </a:cubicBezTo>
                <a:cubicBezTo>
                  <a:pt x="12700" y="900573"/>
                  <a:pt x="-847" y="796760"/>
                  <a:pt x="12700" y="709282"/>
                </a:cubicBezTo>
                <a:cubicBezTo>
                  <a:pt x="26247" y="621804"/>
                  <a:pt x="64982" y="565706"/>
                  <a:pt x="93980" y="493918"/>
                </a:cubicBezTo>
                <a:cubicBezTo>
                  <a:pt x="122978" y="422130"/>
                  <a:pt x="155787" y="332503"/>
                  <a:pt x="186690" y="278554"/>
                </a:cubicBezTo>
                <a:cubicBezTo>
                  <a:pt x="217593" y="224606"/>
                  <a:pt x="247438" y="197309"/>
                  <a:pt x="279400" y="170228"/>
                </a:cubicBezTo>
                <a:cubicBezTo>
                  <a:pt x="311362" y="143146"/>
                  <a:pt x="349673" y="134119"/>
                  <a:pt x="378460" y="116064"/>
                </a:cubicBezTo>
                <a:cubicBezTo>
                  <a:pt x="407247" y="98010"/>
                  <a:pt x="417830" y="76517"/>
                  <a:pt x="452120" y="61901"/>
                </a:cubicBezTo>
                <a:cubicBezTo>
                  <a:pt x="486410" y="47285"/>
                  <a:pt x="562187" y="33960"/>
                  <a:pt x="584200" y="28371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3761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594360" y="28371"/>
                </a:moveTo>
                <a:lnTo>
                  <a:pt x="543241" y="70828"/>
                </a:lnTo>
                <a:lnTo>
                  <a:pt x="529832" y="14102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60" name="Shape 58"/>
          <p:cNvSpPr/>
          <p:nvPr/>
        </p:nvSpPr>
        <p:spPr>
          <a:xfrm>
            <a:off x="470916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220980" y="1897008"/>
                </a:moveTo>
                <a:cubicBezTo>
                  <a:pt x="201930" y="1870141"/>
                  <a:pt x="141393" y="1815548"/>
                  <a:pt x="106680" y="1735807"/>
                </a:cubicBezTo>
                <a:cubicBezTo>
                  <a:pt x="71967" y="1656067"/>
                  <a:pt x="28363" y="1538068"/>
                  <a:pt x="12700" y="1418564"/>
                </a:cubicBezTo>
                <a:cubicBezTo>
                  <a:pt x="-2963" y="1299061"/>
                  <a:pt x="12700" y="1137001"/>
                  <a:pt x="12700" y="1018787"/>
                </a:cubicBezTo>
                <a:cubicBezTo>
                  <a:pt x="12700" y="900573"/>
                  <a:pt x="-847" y="796760"/>
                  <a:pt x="12700" y="709282"/>
                </a:cubicBezTo>
                <a:cubicBezTo>
                  <a:pt x="26247" y="621804"/>
                  <a:pt x="64982" y="565706"/>
                  <a:pt x="93980" y="493918"/>
                </a:cubicBezTo>
                <a:cubicBezTo>
                  <a:pt x="122978" y="422130"/>
                  <a:pt x="155787" y="332503"/>
                  <a:pt x="186690" y="278554"/>
                </a:cubicBezTo>
                <a:cubicBezTo>
                  <a:pt x="217593" y="224606"/>
                  <a:pt x="247438" y="197309"/>
                  <a:pt x="279400" y="170228"/>
                </a:cubicBezTo>
                <a:cubicBezTo>
                  <a:pt x="311362" y="143146"/>
                  <a:pt x="349673" y="134119"/>
                  <a:pt x="378460" y="116064"/>
                </a:cubicBezTo>
                <a:cubicBezTo>
                  <a:pt x="407247" y="98010"/>
                  <a:pt x="417830" y="76517"/>
                  <a:pt x="452120" y="61901"/>
                </a:cubicBezTo>
                <a:cubicBezTo>
                  <a:pt x="486410" y="47285"/>
                  <a:pt x="562187" y="33960"/>
                  <a:pt x="584200" y="28371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0916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594360" y="28371"/>
                </a:moveTo>
                <a:lnTo>
                  <a:pt x="543241" y="70828"/>
                </a:lnTo>
                <a:lnTo>
                  <a:pt x="529832" y="14102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62" name="Shape 60"/>
          <p:cNvSpPr/>
          <p:nvPr/>
        </p:nvSpPr>
        <p:spPr>
          <a:xfrm>
            <a:off x="568706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220980" y="1897008"/>
                </a:moveTo>
                <a:cubicBezTo>
                  <a:pt x="201930" y="1870141"/>
                  <a:pt x="141393" y="1815548"/>
                  <a:pt x="106680" y="1735807"/>
                </a:cubicBezTo>
                <a:cubicBezTo>
                  <a:pt x="71967" y="1656067"/>
                  <a:pt x="28363" y="1538068"/>
                  <a:pt x="12700" y="1418564"/>
                </a:cubicBezTo>
                <a:cubicBezTo>
                  <a:pt x="-2963" y="1299061"/>
                  <a:pt x="12700" y="1137001"/>
                  <a:pt x="12700" y="1018787"/>
                </a:cubicBezTo>
                <a:cubicBezTo>
                  <a:pt x="12700" y="900573"/>
                  <a:pt x="-847" y="796760"/>
                  <a:pt x="12700" y="709282"/>
                </a:cubicBezTo>
                <a:cubicBezTo>
                  <a:pt x="26247" y="621804"/>
                  <a:pt x="64982" y="565706"/>
                  <a:pt x="93980" y="493918"/>
                </a:cubicBezTo>
                <a:cubicBezTo>
                  <a:pt x="122978" y="422130"/>
                  <a:pt x="155787" y="332503"/>
                  <a:pt x="186690" y="278554"/>
                </a:cubicBezTo>
                <a:cubicBezTo>
                  <a:pt x="217593" y="224606"/>
                  <a:pt x="247438" y="197309"/>
                  <a:pt x="279400" y="170228"/>
                </a:cubicBezTo>
                <a:cubicBezTo>
                  <a:pt x="311362" y="143146"/>
                  <a:pt x="349673" y="134119"/>
                  <a:pt x="378460" y="116064"/>
                </a:cubicBezTo>
                <a:cubicBezTo>
                  <a:pt x="407247" y="98010"/>
                  <a:pt x="417830" y="76517"/>
                  <a:pt x="452120" y="61901"/>
                </a:cubicBezTo>
                <a:cubicBezTo>
                  <a:pt x="486410" y="47285"/>
                  <a:pt x="562187" y="33960"/>
                  <a:pt x="584200" y="28371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8706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594360" y="28371"/>
                </a:moveTo>
                <a:lnTo>
                  <a:pt x="543241" y="70828"/>
                </a:lnTo>
                <a:lnTo>
                  <a:pt x="529832" y="14102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64" name="Shape 62"/>
          <p:cNvSpPr/>
          <p:nvPr/>
        </p:nvSpPr>
        <p:spPr>
          <a:xfrm>
            <a:off x="663067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220980" y="1897008"/>
                </a:moveTo>
                <a:cubicBezTo>
                  <a:pt x="201930" y="1870141"/>
                  <a:pt x="141393" y="1815548"/>
                  <a:pt x="106680" y="1735807"/>
                </a:cubicBezTo>
                <a:cubicBezTo>
                  <a:pt x="71967" y="1656067"/>
                  <a:pt x="28363" y="1538068"/>
                  <a:pt x="12700" y="1418564"/>
                </a:cubicBezTo>
                <a:cubicBezTo>
                  <a:pt x="-2963" y="1299061"/>
                  <a:pt x="12700" y="1137001"/>
                  <a:pt x="12700" y="1018787"/>
                </a:cubicBezTo>
                <a:cubicBezTo>
                  <a:pt x="12700" y="900573"/>
                  <a:pt x="-847" y="796760"/>
                  <a:pt x="12700" y="709282"/>
                </a:cubicBezTo>
                <a:cubicBezTo>
                  <a:pt x="26247" y="621804"/>
                  <a:pt x="64982" y="565706"/>
                  <a:pt x="93980" y="493918"/>
                </a:cubicBezTo>
                <a:cubicBezTo>
                  <a:pt x="122978" y="422130"/>
                  <a:pt x="155787" y="332503"/>
                  <a:pt x="186690" y="278554"/>
                </a:cubicBezTo>
                <a:cubicBezTo>
                  <a:pt x="217593" y="224606"/>
                  <a:pt x="247438" y="197309"/>
                  <a:pt x="279400" y="170228"/>
                </a:cubicBezTo>
                <a:cubicBezTo>
                  <a:pt x="311362" y="143146"/>
                  <a:pt x="349673" y="134119"/>
                  <a:pt x="378460" y="116064"/>
                </a:cubicBezTo>
                <a:cubicBezTo>
                  <a:pt x="407247" y="98010"/>
                  <a:pt x="417830" y="76517"/>
                  <a:pt x="452120" y="61901"/>
                </a:cubicBezTo>
                <a:cubicBezTo>
                  <a:pt x="486410" y="47285"/>
                  <a:pt x="562187" y="33960"/>
                  <a:pt x="584200" y="28371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067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594360" y="28371"/>
                </a:moveTo>
                <a:lnTo>
                  <a:pt x="543241" y="70828"/>
                </a:lnTo>
                <a:lnTo>
                  <a:pt x="529832" y="14102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66" name="Shape 64"/>
          <p:cNvSpPr/>
          <p:nvPr/>
        </p:nvSpPr>
        <p:spPr>
          <a:xfrm>
            <a:off x="914146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220980" y="1897008"/>
                </a:moveTo>
                <a:cubicBezTo>
                  <a:pt x="201930" y="1870141"/>
                  <a:pt x="141393" y="1815548"/>
                  <a:pt x="106680" y="1735807"/>
                </a:cubicBezTo>
                <a:cubicBezTo>
                  <a:pt x="71967" y="1656067"/>
                  <a:pt x="28363" y="1538068"/>
                  <a:pt x="12700" y="1418564"/>
                </a:cubicBezTo>
                <a:cubicBezTo>
                  <a:pt x="-2963" y="1299061"/>
                  <a:pt x="12700" y="1137001"/>
                  <a:pt x="12700" y="1018787"/>
                </a:cubicBezTo>
                <a:cubicBezTo>
                  <a:pt x="12700" y="900573"/>
                  <a:pt x="-847" y="796760"/>
                  <a:pt x="12700" y="709282"/>
                </a:cubicBezTo>
                <a:cubicBezTo>
                  <a:pt x="26247" y="621804"/>
                  <a:pt x="64982" y="565706"/>
                  <a:pt x="93980" y="493918"/>
                </a:cubicBezTo>
                <a:cubicBezTo>
                  <a:pt x="122978" y="422130"/>
                  <a:pt x="155787" y="332503"/>
                  <a:pt x="186690" y="278554"/>
                </a:cubicBezTo>
                <a:cubicBezTo>
                  <a:pt x="217593" y="224606"/>
                  <a:pt x="247438" y="197309"/>
                  <a:pt x="279400" y="170228"/>
                </a:cubicBezTo>
                <a:cubicBezTo>
                  <a:pt x="311362" y="143146"/>
                  <a:pt x="349673" y="134119"/>
                  <a:pt x="378460" y="116064"/>
                </a:cubicBezTo>
                <a:cubicBezTo>
                  <a:pt x="407247" y="98010"/>
                  <a:pt x="417830" y="76517"/>
                  <a:pt x="452120" y="61901"/>
                </a:cubicBezTo>
                <a:cubicBezTo>
                  <a:pt x="486410" y="47285"/>
                  <a:pt x="562187" y="33960"/>
                  <a:pt x="584200" y="28371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4146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594360" y="28371"/>
                </a:moveTo>
                <a:lnTo>
                  <a:pt x="543241" y="70828"/>
                </a:lnTo>
                <a:lnTo>
                  <a:pt x="529832" y="14102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68" name="Shape 66"/>
          <p:cNvSpPr/>
          <p:nvPr/>
        </p:nvSpPr>
        <p:spPr>
          <a:xfrm>
            <a:off x="1011936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220980" y="1897008"/>
                </a:moveTo>
                <a:cubicBezTo>
                  <a:pt x="201930" y="1870141"/>
                  <a:pt x="141393" y="1815548"/>
                  <a:pt x="106680" y="1735807"/>
                </a:cubicBezTo>
                <a:cubicBezTo>
                  <a:pt x="71967" y="1656067"/>
                  <a:pt x="28363" y="1538068"/>
                  <a:pt x="12700" y="1418564"/>
                </a:cubicBezTo>
                <a:cubicBezTo>
                  <a:pt x="-2963" y="1299061"/>
                  <a:pt x="12700" y="1137001"/>
                  <a:pt x="12700" y="1018787"/>
                </a:cubicBezTo>
                <a:cubicBezTo>
                  <a:pt x="12700" y="900573"/>
                  <a:pt x="-847" y="796760"/>
                  <a:pt x="12700" y="709282"/>
                </a:cubicBezTo>
                <a:cubicBezTo>
                  <a:pt x="26247" y="621804"/>
                  <a:pt x="64982" y="565706"/>
                  <a:pt x="93980" y="493918"/>
                </a:cubicBezTo>
                <a:cubicBezTo>
                  <a:pt x="122978" y="422130"/>
                  <a:pt x="155787" y="332503"/>
                  <a:pt x="186690" y="278554"/>
                </a:cubicBezTo>
                <a:cubicBezTo>
                  <a:pt x="217593" y="224606"/>
                  <a:pt x="247438" y="197309"/>
                  <a:pt x="279400" y="170228"/>
                </a:cubicBezTo>
                <a:cubicBezTo>
                  <a:pt x="311362" y="143146"/>
                  <a:pt x="349673" y="134119"/>
                  <a:pt x="378460" y="116064"/>
                </a:cubicBezTo>
                <a:cubicBezTo>
                  <a:pt x="407247" y="98010"/>
                  <a:pt x="417830" y="76517"/>
                  <a:pt x="452120" y="61901"/>
                </a:cubicBezTo>
                <a:cubicBezTo>
                  <a:pt x="486410" y="47285"/>
                  <a:pt x="562187" y="33960"/>
                  <a:pt x="584200" y="28371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19360" y="1893570"/>
            <a:ext cx="685800" cy="1921510"/>
          </a:xfrm>
          <a:custGeom>
            <a:avLst/>
            <a:gdLst/>
            <a:ahLst/>
            <a:cxnLst/>
            <a:rect l="l" t="t" r="r" b="b"/>
            <a:pathLst>
              <a:path w="685800" h="1921510">
                <a:moveTo>
                  <a:pt x="594360" y="28371"/>
                </a:moveTo>
                <a:lnTo>
                  <a:pt x="543241" y="70828"/>
                </a:lnTo>
                <a:lnTo>
                  <a:pt x="529832" y="14102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70" name="Shape 68"/>
          <p:cNvSpPr/>
          <p:nvPr/>
        </p:nvSpPr>
        <p:spPr>
          <a:xfrm>
            <a:off x="215773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1648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47523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63398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1013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311531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7406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3281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9156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6771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408051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3926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39801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5676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3291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50520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2108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3695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5283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044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60299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887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3474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5062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1823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697357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13232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9107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4982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2597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94843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431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8018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9606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6367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105" name="Shape 103"/>
          <p:cNvSpPr/>
          <p:nvPr/>
        </p:nvSpPr>
        <p:spPr>
          <a:xfrm>
            <a:off x="104622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6210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7797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9385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6146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800989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25627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49249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72998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93699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37617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37617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7" name="Shape 115"/>
          <p:cNvSpPr/>
          <p:nvPr/>
        </p:nvSpPr>
        <p:spPr>
          <a:xfrm>
            <a:off x="333375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33375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429895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29895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1" name="Shape 119"/>
          <p:cNvSpPr/>
          <p:nvPr/>
        </p:nvSpPr>
        <p:spPr>
          <a:xfrm>
            <a:off x="52705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2705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3" name="Shape 121"/>
          <p:cNvSpPr/>
          <p:nvPr/>
        </p:nvSpPr>
        <p:spPr>
          <a:xfrm>
            <a:off x="62484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2484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5" name="Shape 123"/>
          <p:cNvSpPr/>
          <p:nvPr/>
        </p:nvSpPr>
        <p:spPr>
          <a:xfrm>
            <a:off x="719201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19201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7" name="Shape 125"/>
          <p:cNvSpPr/>
          <p:nvPr/>
        </p:nvSpPr>
        <p:spPr>
          <a:xfrm>
            <a:off x="97028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7028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9" name="Shape 127"/>
          <p:cNvSpPr/>
          <p:nvPr/>
        </p:nvSpPr>
        <p:spPr>
          <a:xfrm>
            <a:off x="106807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6807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31" name="Shape 129"/>
          <p:cNvSpPr/>
          <p:nvPr/>
        </p:nvSpPr>
        <p:spPr>
          <a:xfrm>
            <a:off x="247523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2" name="Shape 130"/>
          <p:cNvSpPr/>
          <p:nvPr/>
        </p:nvSpPr>
        <p:spPr>
          <a:xfrm>
            <a:off x="247523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33" name="Shape 131"/>
          <p:cNvSpPr/>
          <p:nvPr/>
        </p:nvSpPr>
        <p:spPr>
          <a:xfrm>
            <a:off x="247523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34" name="Shape 132"/>
          <p:cNvSpPr/>
          <p:nvPr/>
        </p:nvSpPr>
        <p:spPr>
          <a:xfrm>
            <a:off x="343281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5" name="Shape 133"/>
          <p:cNvSpPr/>
          <p:nvPr/>
        </p:nvSpPr>
        <p:spPr>
          <a:xfrm>
            <a:off x="343281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36" name="Shape 134"/>
          <p:cNvSpPr/>
          <p:nvPr/>
        </p:nvSpPr>
        <p:spPr>
          <a:xfrm>
            <a:off x="343281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37" name="Shape 135"/>
          <p:cNvSpPr/>
          <p:nvPr/>
        </p:nvSpPr>
        <p:spPr>
          <a:xfrm>
            <a:off x="439801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8" name="Shape 136"/>
          <p:cNvSpPr/>
          <p:nvPr/>
        </p:nvSpPr>
        <p:spPr>
          <a:xfrm>
            <a:off x="439801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39" name="Shape 137"/>
          <p:cNvSpPr/>
          <p:nvPr/>
        </p:nvSpPr>
        <p:spPr>
          <a:xfrm>
            <a:off x="439801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0" name="Shape 138"/>
          <p:cNvSpPr/>
          <p:nvPr/>
        </p:nvSpPr>
        <p:spPr>
          <a:xfrm>
            <a:off x="53695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41" name="Shape 139"/>
          <p:cNvSpPr/>
          <p:nvPr/>
        </p:nvSpPr>
        <p:spPr>
          <a:xfrm>
            <a:off x="53695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42" name="Shape 140"/>
          <p:cNvSpPr/>
          <p:nvPr/>
        </p:nvSpPr>
        <p:spPr>
          <a:xfrm>
            <a:off x="53695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3" name="Shape 141"/>
          <p:cNvSpPr/>
          <p:nvPr/>
        </p:nvSpPr>
        <p:spPr>
          <a:xfrm>
            <a:off x="63474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44" name="Shape 142"/>
          <p:cNvSpPr/>
          <p:nvPr/>
        </p:nvSpPr>
        <p:spPr>
          <a:xfrm>
            <a:off x="63474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45" name="Shape 143"/>
          <p:cNvSpPr/>
          <p:nvPr/>
        </p:nvSpPr>
        <p:spPr>
          <a:xfrm>
            <a:off x="63474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6" name="Shape 144"/>
          <p:cNvSpPr/>
          <p:nvPr/>
        </p:nvSpPr>
        <p:spPr>
          <a:xfrm>
            <a:off x="729107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47" name="Shape 145"/>
          <p:cNvSpPr/>
          <p:nvPr/>
        </p:nvSpPr>
        <p:spPr>
          <a:xfrm>
            <a:off x="729107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48" name="Shape 146"/>
          <p:cNvSpPr/>
          <p:nvPr/>
        </p:nvSpPr>
        <p:spPr>
          <a:xfrm>
            <a:off x="729107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9" name="Shape 147"/>
          <p:cNvSpPr/>
          <p:nvPr/>
        </p:nvSpPr>
        <p:spPr>
          <a:xfrm>
            <a:off x="98018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50" name="Shape 148"/>
          <p:cNvSpPr/>
          <p:nvPr/>
        </p:nvSpPr>
        <p:spPr>
          <a:xfrm>
            <a:off x="98018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51" name="Shape 149"/>
          <p:cNvSpPr/>
          <p:nvPr/>
        </p:nvSpPr>
        <p:spPr>
          <a:xfrm>
            <a:off x="98018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52" name="Shape 150"/>
          <p:cNvSpPr/>
          <p:nvPr/>
        </p:nvSpPr>
        <p:spPr>
          <a:xfrm>
            <a:off x="107797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53" name="Shape 151"/>
          <p:cNvSpPr/>
          <p:nvPr/>
        </p:nvSpPr>
        <p:spPr>
          <a:xfrm>
            <a:off x="107797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54" name="Shape 152"/>
          <p:cNvSpPr/>
          <p:nvPr/>
        </p:nvSpPr>
        <p:spPr>
          <a:xfrm>
            <a:off x="107797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55" name="Shape 153"/>
          <p:cNvSpPr/>
          <p:nvPr/>
        </p:nvSpPr>
        <p:spPr>
          <a:xfrm>
            <a:off x="1917700" y="2738120"/>
            <a:ext cx="9516110" cy="770890"/>
          </a:xfrm>
          <a:prstGeom prst="rect">
            <a:avLst/>
          </a:prstGeom>
          <a:solidFill>
            <a:srgbClr val="DDEBF7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512060" y="2748686"/>
            <a:ext cx="838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600" dirty="0"/>
          </a:p>
        </p:txBody>
      </p:sp>
      <p:sp>
        <p:nvSpPr>
          <p:cNvPr id="157" name="Shape 155"/>
          <p:cNvSpPr/>
          <p:nvPr/>
        </p:nvSpPr>
        <p:spPr>
          <a:xfrm>
            <a:off x="199580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3266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3266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3266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3266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3266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3266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3266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3266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4320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4320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4320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4320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4320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4320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4320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4320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5374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5374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5374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5374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5374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5374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5374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5374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6428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6428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6428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6428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6428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6428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6428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6428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2936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1" name="Shape 189"/>
          <p:cNvSpPr/>
          <p:nvPr/>
        </p:nvSpPr>
        <p:spPr>
          <a:xfrm>
            <a:off x="23990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2" name="Shape 190"/>
          <p:cNvSpPr/>
          <p:nvPr/>
        </p:nvSpPr>
        <p:spPr>
          <a:xfrm>
            <a:off x="250444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3" name="Shape 191"/>
          <p:cNvSpPr/>
          <p:nvPr/>
        </p:nvSpPr>
        <p:spPr>
          <a:xfrm>
            <a:off x="260985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4" name="Shape 192"/>
          <p:cNvSpPr/>
          <p:nvPr/>
        </p:nvSpPr>
        <p:spPr>
          <a:xfrm>
            <a:off x="20605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5" name="Shape 193"/>
          <p:cNvSpPr/>
          <p:nvPr/>
        </p:nvSpPr>
        <p:spPr>
          <a:xfrm>
            <a:off x="21659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6" name="Shape 194"/>
          <p:cNvSpPr/>
          <p:nvPr/>
        </p:nvSpPr>
        <p:spPr>
          <a:xfrm>
            <a:off x="22726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7" name="Shape 195"/>
          <p:cNvSpPr/>
          <p:nvPr/>
        </p:nvSpPr>
        <p:spPr>
          <a:xfrm>
            <a:off x="23780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8" name="Shape 196"/>
          <p:cNvSpPr/>
          <p:nvPr/>
        </p:nvSpPr>
        <p:spPr>
          <a:xfrm>
            <a:off x="24834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9" name="Shape 197"/>
          <p:cNvSpPr/>
          <p:nvPr/>
        </p:nvSpPr>
        <p:spPr>
          <a:xfrm>
            <a:off x="258889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00" name="Shape 198"/>
          <p:cNvSpPr/>
          <p:nvPr/>
        </p:nvSpPr>
        <p:spPr>
          <a:xfrm>
            <a:off x="26955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01" name="Shape 199"/>
          <p:cNvSpPr/>
          <p:nvPr/>
        </p:nvSpPr>
        <p:spPr>
          <a:xfrm>
            <a:off x="28009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02" name="Text 200"/>
          <p:cNvSpPr/>
          <p:nvPr/>
        </p:nvSpPr>
        <p:spPr>
          <a:xfrm>
            <a:off x="253809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03466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3655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3655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3655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3655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3655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3655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3655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33655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4709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4709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4709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34709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4709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4709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4709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4709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5763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5763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5763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35763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3576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576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5763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5763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36817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6817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6817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36817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3681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3681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36817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36817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333248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7" name="Shape 235"/>
          <p:cNvSpPr/>
          <p:nvPr/>
        </p:nvSpPr>
        <p:spPr>
          <a:xfrm>
            <a:off x="34378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8" name="Shape 236"/>
          <p:cNvSpPr/>
          <p:nvPr/>
        </p:nvSpPr>
        <p:spPr>
          <a:xfrm>
            <a:off x="35433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9" name="Shape 237"/>
          <p:cNvSpPr/>
          <p:nvPr/>
        </p:nvSpPr>
        <p:spPr>
          <a:xfrm>
            <a:off x="36487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40" name="Shape 238"/>
          <p:cNvSpPr/>
          <p:nvPr/>
        </p:nvSpPr>
        <p:spPr>
          <a:xfrm>
            <a:off x="30994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1" name="Shape 239"/>
          <p:cNvSpPr/>
          <p:nvPr/>
        </p:nvSpPr>
        <p:spPr>
          <a:xfrm>
            <a:off x="32048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2" name="Shape 240"/>
          <p:cNvSpPr/>
          <p:nvPr/>
        </p:nvSpPr>
        <p:spPr>
          <a:xfrm>
            <a:off x="33115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3" name="Shape 241"/>
          <p:cNvSpPr/>
          <p:nvPr/>
        </p:nvSpPr>
        <p:spPr>
          <a:xfrm>
            <a:off x="34169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4" name="Shape 242"/>
          <p:cNvSpPr/>
          <p:nvPr/>
        </p:nvSpPr>
        <p:spPr>
          <a:xfrm>
            <a:off x="3522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5" name="Shape 243"/>
          <p:cNvSpPr/>
          <p:nvPr/>
        </p:nvSpPr>
        <p:spPr>
          <a:xfrm>
            <a:off x="36277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6" name="Shape 244"/>
          <p:cNvSpPr/>
          <p:nvPr/>
        </p:nvSpPr>
        <p:spPr>
          <a:xfrm>
            <a:off x="37344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7" name="Shape 245"/>
          <p:cNvSpPr/>
          <p:nvPr/>
        </p:nvSpPr>
        <p:spPr>
          <a:xfrm>
            <a:off x="38398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8" name="Text 246"/>
          <p:cNvSpPr/>
          <p:nvPr/>
        </p:nvSpPr>
        <p:spPr>
          <a:xfrm>
            <a:off x="357695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49" name="Shape 247"/>
          <p:cNvSpPr/>
          <p:nvPr/>
        </p:nvSpPr>
        <p:spPr>
          <a:xfrm>
            <a:off x="406717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43980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39801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3980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3980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3980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39801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3980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39801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5034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45034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45034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45034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45034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5034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45034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5034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46088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6088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46088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6088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6088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46088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46088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46088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471424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47142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471424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47142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47142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47142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471424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47142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3649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3" name="Shape 281"/>
          <p:cNvSpPr/>
          <p:nvPr/>
        </p:nvSpPr>
        <p:spPr>
          <a:xfrm>
            <a:off x="44704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4" name="Shape 282"/>
          <p:cNvSpPr/>
          <p:nvPr/>
        </p:nvSpPr>
        <p:spPr>
          <a:xfrm>
            <a:off x="45758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5" name="Shape 283"/>
          <p:cNvSpPr/>
          <p:nvPr/>
        </p:nvSpPr>
        <p:spPr>
          <a:xfrm>
            <a:off x="46812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6" name="Shape 284"/>
          <p:cNvSpPr/>
          <p:nvPr/>
        </p:nvSpPr>
        <p:spPr>
          <a:xfrm>
            <a:off x="41319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7" name="Shape 285"/>
          <p:cNvSpPr/>
          <p:nvPr/>
        </p:nvSpPr>
        <p:spPr>
          <a:xfrm>
            <a:off x="42373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8" name="Shape 286"/>
          <p:cNvSpPr/>
          <p:nvPr/>
        </p:nvSpPr>
        <p:spPr>
          <a:xfrm>
            <a:off x="43440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9" name="Shape 287"/>
          <p:cNvSpPr/>
          <p:nvPr/>
        </p:nvSpPr>
        <p:spPr>
          <a:xfrm>
            <a:off x="44494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0" name="Shape 288"/>
          <p:cNvSpPr/>
          <p:nvPr/>
        </p:nvSpPr>
        <p:spPr>
          <a:xfrm>
            <a:off x="45548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1" name="Shape 289"/>
          <p:cNvSpPr/>
          <p:nvPr/>
        </p:nvSpPr>
        <p:spPr>
          <a:xfrm>
            <a:off x="46602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2" name="Shape 290"/>
          <p:cNvSpPr/>
          <p:nvPr/>
        </p:nvSpPr>
        <p:spPr>
          <a:xfrm>
            <a:off x="47669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3" name="Shape 291"/>
          <p:cNvSpPr/>
          <p:nvPr/>
        </p:nvSpPr>
        <p:spPr>
          <a:xfrm>
            <a:off x="48723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4" name="Text 292"/>
          <p:cNvSpPr/>
          <p:nvPr/>
        </p:nvSpPr>
        <p:spPr>
          <a:xfrm>
            <a:off x="460946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95" name="Shape 293"/>
          <p:cNvSpPr/>
          <p:nvPr/>
        </p:nvSpPr>
        <p:spPr>
          <a:xfrm>
            <a:off x="512254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45338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45338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45338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45338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45338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545338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545338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545338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55879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55879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55879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55879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55879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555879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555879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555879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566420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566420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66420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566420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56642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56642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66420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566420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576961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576961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576961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76961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57696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57696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576961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576961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542036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9" name="Shape 327"/>
          <p:cNvSpPr/>
          <p:nvPr/>
        </p:nvSpPr>
        <p:spPr>
          <a:xfrm>
            <a:off x="552577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30" name="Shape 328"/>
          <p:cNvSpPr/>
          <p:nvPr/>
        </p:nvSpPr>
        <p:spPr>
          <a:xfrm>
            <a:off x="563118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31" name="Shape 329"/>
          <p:cNvSpPr/>
          <p:nvPr/>
        </p:nvSpPr>
        <p:spPr>
          <a:xfrm>
            <a:off x="57365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32" name="Shape 330"/>
          <p:cNvSpPr/>
          <p:nvPr/>
        </p:nvSpPr>
        <p:spPr>
          <a:xfrm>
            <a:off x="518731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3" name="Shape 331"/>
          <p:cNvSpPr/>
          <p:nvPr/>
        </p:nvSpPr>
        <p:spPr>
          <a:xfrm>
            <a:off x="52927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4" name="Shape 332"/>
          <p:cNvSpPr/>
          <p:nvPr/>
        </p:nvSpPr>
        <p:spPr>
          <a:xfrm>
            <a:off x="539940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5" name="Shape 333"/>
          <p:cNvSpPr/>
          <p:nvPr/>
        </p:nvSpPr>
        <p:spPr>
          <a:xfrm>
            <a:off x="550481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6" name="Shape 334"/>
          <p:cNvSpPr/>
          <p:nvPr/>
        </p:nvSpPr>
        <p:spPr>
          <a:xfrm>
            <a:off x="56102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7" name="Shape 335"/>
          <p:cNvSpPr/>
          <p:nvPr/>
        </p:nvSpPr>
        <p:spPr>
          <a:xfrm>
            <a:off x="57156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8" name="Shape 336"/>
          <p:cNvSpPr/>
          <p:nvPr/>
        </p:nvSpPr>
        <p:spPr>
          <a:xfrm>
            <a:off x="582231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9" name="Shape 337"/>
          <p:cNvSpPr/>
          <p:nvPr/>
        </p:nvSpPr>
        <p:spPr>
          <a:xfrm>
            <a:off x="59277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40" name="Text 338"/>
          <p:cNvSpPr/>
          <p:nvPr/>
        </p:nvSpPr>
        <p:spPr>
          <a:xfrm>
            <a:off x="566483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41" name="Shape 339"/>
          <p:cNvSpPr/>
          <p:nvPr/>
        </p:nvSpPr>
        <p:spPr>
          <a:xfrm>
            <a:off x="614616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4770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4770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64770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4770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4770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64770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64770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64770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5824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5824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5824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5824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5824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5824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5824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5824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6878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66878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66878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66878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66878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66878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6878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6878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67932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67932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7932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7932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67932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67932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67932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67932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44398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5" name="Shape 373"/>
          <p:cNvSpPr/>
          <p:nvPr/>
        </p:nvSpPr>
        <p:spPr>
          <a:xfrm>
            <a:off x="65493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6" name="Shape 374"/>
          <p:cNvSpPr/>
          <p:nvPr/>
        </p:nvSpPr>
        <p:spPr>
          <a:xfrm>
            <a:off x="66548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7" name="Shape 375"/>
          <p:cNvSpPr/>
          <p:nvPr/>
        </p:nvSpPr>
        <p:spPr>
          <a:xfrm>
            <a:off x="67602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8" name="Shape 376"/>
          <p:cNvSpPr/>
          <p:nvPr/>
        </p:nvSpPr>
        <p:spPr>
          <a:xfrm>
            <a:off x="62109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9" name="Shape 377"/>
          <p:cNvSpPr/>
          <p:nvPr/>
        </p:nvSpPr>
        <p:spPr>
          <a:xfrm>
            <a:off x="6316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0" name="Shape 378"/>
          <p:cNvSpPr/>
          <p:nvPr/>
        </p:nvSpPr>
        <p:spPr>
          <a:xfrm>
            <a:off x="64230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1" name="Shape 379"/>
          <p:cNvSpPr/>
          <p:nvPr/>
        </p:nvSpPr>
        <p:spPr>
          <a:xfrm>
            <a:off x="65284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2" name="Shape 380"/>
          <p:cNvSpPr/>
          <p:nvPr/>
        </p:nvSpPr>
        <p:spPr>
          <a:xfrm>
            <a:off x="66338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3" name="Shape 381"/>
          <p:cNvSpPr/>
          <p:nvPr/>
        </p:nvSpPr>
        <p:spPr>
          <a:xfrm>
            <a:off x="67392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4" name="Shape 382"/>
          <p:cNvSpPr/>
          <p:nvPr/>
        </p:nvSpPr>
        <p:spPr>
          <a:xfrm>
            <a:off x="68459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5" name="Shape 383"/>
          <p:cNvSpPr/>
          <p:nvPr/>
        </p:nvSpPr>
        <p:spPr>
          <a:xfrm>
            <a:off x="6951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6" name="Text 384"/>
          <p:cNvSpPr/>
          <p:nvPr/>
        </p:nvSpPr>
        <p:spPr>
          <a:xfrm>
            <a:off x="668845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87" name="Shape 385"/>
          <p:cNvSpPr/>
          <p:nvPr/>
        </p:nvSpPr>
        <p:spPr>
          <a:xfrm>
            <a:off x="718248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5133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51332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7513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7513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75133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751332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75133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751332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76187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761873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618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618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76187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61873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76187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761873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77241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72414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77241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77241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77241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77241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7241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72414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82955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782955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782955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782955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78295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78295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782955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782955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74803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21" name="Shape 419"/>
          <p:cNvSpPr/>
          <p:nvPr/>
        </p:nvSpPr>
        <p:spPr>
          <a:xfrm>
            <a:off x="75857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22" name="Shape 420"/>
          <p:cNvSpPr/>
          <p:nvPr/>
        </p:nvSpPr>
        <p:spPr>
          <a:xfrm>
            <a:off x="76911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23" name="Shape 421"/>
          <p:cNvSpPr/>
          <p:nvPr/>
        </p:nvSpPr>
        <p:spPr>
          <a:xfrm>
            <a:off x="77965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24" name="Shape 422"/>
          <p:cNvSpPr/>
          <p:nvPr/>
        </p:nvSpPr>
        <p:spPr>
          <a:xfrm>
            <a:off x="72472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5" name="Shape 423"/>
          <p:cNvSpPr/>
          <p:nvPr/>
        </p:nvSpPr>
        <p:spPr>
          <a:xfrm>
            <a:off x="73526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6" name="Shape 424"/>
          <p:cNvSpPr/>
          <p:nvPr/>
        </p:nvSpPr>
        <p:spPr>
          <a:xfrm>
            <a:off x="7459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7" name="Shape 425"/>
          <p:cNvSpPr/>
          <p:nvPr/>
        </p:nvSpPr>
        <p:spPr>
          <a:xfrm>
            <a:off x="75647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8" name="Shape 426"/>
          <p:cNvSpPr/>
          <p:nvPr/>
        </p:nvSpPr>
        <p:spPr>
          <a:xfrm>
            <a:off x="76701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9" name="Shape 427"/>
          <p:cNvSpPr/>
          <p:nvPr/>
        </p:nvSpPr>
        <p:spPr>
          <a:xfrm>
            <a:off x="77755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30" name="Shape 428"/>
          <p:cNvSpPr/>
          <p:nvPr/>
        </p:nvSpPr>
        <p:spPr>
          <a:xfrm>
            <a:off x="78822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31" name="Shape 429"/>
          <p:cNvSpPr/>
          <p:nvPr/>
        </p:nvSpPr>
        <p:spPr>
          <a:xfrm>
            <a:off x="79876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32" name="Text 430"/>
          <p:cNvSpPr/>
          <p:nvPr/>
        </p:nvSpPr>
        <p:spPr>
          <a:xfrm>
            <a:off x="772477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433" name="Shape 431"/>
          <p:cNvSpPr/>
          <p:nvPr/>
        </p:nvSpPr>
        <p:spPr>
          <a:xfrm>
            <a:off x="931100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96418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96418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96418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96418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96418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96418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96418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96418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97472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97472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97472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97472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97472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97472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97472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97472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98526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98526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98526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98526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98526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98526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98526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98526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99580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99580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99580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99580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99580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99580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99580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99580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96088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67" name="Shape 465"/>
          <p:cNvSpPr/>
          <p:nvPr/>
        </p:nvSpPr>
        <p:spPr>
          <a:xfrm>
            <a:off x="97142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68" name="Shape 466"/>
          <p:cNvSpPr/>
          <p:nvPr/>
        </p:nvSpPr>
        <p:spPr>
          <a:xfrm>
            <a:off x="981964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69" name="Shape 467"/>
          <p:cNvSpPr/>
          <p:nvPr/>
        </p:nvSpPr>
        <p:spPr>
          <a:xfrm>
            <a:off x="992505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70" name="Shape 468"/>
          <p:cNvSpPr/>
          <p:nvPr/>
        </p:nvSpPr>
        <p:spPr>
          <a:xfrm>
            <a:off x="93757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71" name="Shape 469"/>
          <p:cNvSpPr/>
          <p:nvPr/>
        </p:nvSpPr>
        <p:spPr>
          <a:xfrm>
            <a:off x="94811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72" name="Shape 470"/>
          <p:cNvSpPr/>
          <p:nvPr/>
        </p:nvSpPr>
        <p:spPr>
          <a:xfrm>
            <a:off x="95878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73" name="Shape 471"/>
          <p:cNvSpPr/>
          <p:nvPr/>
        </p:nvSpPr>
        <p:spPr>
          <a:xfrm>
            <a:off x="96932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74" name="Shape 472"/>
          <p:cNvSpPr/>
          <p:nvPr/>
        </p:nvSpPr>
        <p:spPr>
          <a:xfrm>
            <a:off x="97986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75" name="Shape 473"/>
          <p:cNvSpPr/>
          <p:nvPr/>
        </p:nvSpPr>
        <p:spPr>
          <a:xfrm>
            <a:off x="990409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76" name="Shape 474"/>
          <p:cNvSpPr/>
          <p:nvPr/>
        </p:nvSpPr>
        <p:spPr>
          <a:xfrm>
            <a:off x="100107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77" name="Shape 475"/>
          <p:cNvSpPr/>
          <p:nvPr/>
        </p:nvSpPr>
        <p:spPr>
          <a:xfrm>
            <a:off x="101161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78" name="Text 476"/>
          <p:cNvSpPr/>
          <p:nvPr/>
        </p:nvSpPr>
        <p:spPr>
          <a:xfrm>
            <a:off x="985329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479" name="Shape 477"/>
          <p:cNvSpPr/>
          <p:nvPr/>
        </p:nvSpPr>
        <p:spPr>
          <a:xfrm>
            <a:off x="1033970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106705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106705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106705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106705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106705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106705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106705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106705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107759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07759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107759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107759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107759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07759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107759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107759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108813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108813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108813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108813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108813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108813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108813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108813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109867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109867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109867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109867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109867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109867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109867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109867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106375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13" name="Shape 511"/>
          <p:cNvSpPr/>
          <p:nvPr/>
        </p:nvSpPr>
        <p:spPr>
          <a:xfrm>
            <a:off x="107429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14" name="Shape 512"/>
          <p:cNvSpPr/>
          <p:nvPr/>
        </p:nvSpPr>
        <p:spPr>
          <a:xfrm>
            <a:off x="1084834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15" name="Shape 513"/>
          <p:cNvSpPr/>
          <p:nvPr/>
        </p:nvSpPr>
        <p:spPr>
          <a:xfrm>
            <a:off x="1095375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16" name="Shape 514"/>
          <p:cNvSpPr/>
          <p:nvPr/>
        </p:nvSpPr>
        <p:spPr>
          <a:xfrm>
            <a:off x="104044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7" name="Shape 515"/>
          <p:cNvSpPr/>
          <p:nvPr/>
        </p:nvSpPr>
        <p:spPr>
          <a:xfrm>
            <a:off x="105098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8" name="Shape 516"/>
          <p:cNvSpPr/>
          <p:nvPr/>
        </p:nvSpPr>
        <p:spPr>
          <a:xfrm>
            <a:off x="106165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9" name="Shape 517"/>
          <p:cNvSpPr/>
          <p:nvPr/>
        </p:nvSpPr>
        <p:spPr>
          <a:xfrm>
            <a:off x="107219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20" name="Shape 518"/>
          <p:cNvSpPr/>
          <p:nvPr/>
        </p:nvSpPr>
        <p:spPr>
          <a:xfrm>
            <a:off x="108273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21" name="Shape 519"/>
          <p:cNvSpPr/>
          <p:nvPr/>
        </p:nvSpPr>
        <p:spPr>
          <a:xfrm>
            <a:off x="1093279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22" name="Shape 520"/>
          <p:cNvSpPr/>
          <p:nvPr/>
        </p:nvSpPr>
        <p:spPr>
          <a:xfrm>
            <a:off x="110394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23" name="Shape 521"/>
          <p:cNvSpPr/>
          <p:nvPr/>
        </p:nvSpPr>
        <p:spPr>
          <a:xfrm>
            <a:off x="111448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24" name="Text 522"/>
          <p:cNvSpPr/>
          <p:nvPr/>
        </p:nvSpPr>
        <p:spPr>
          <a:xfrm>
            <a:off x="1088199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pic>
        <p:nvPicPr>
          <p:cNvPr id="525" name="Image 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8555" y="2524760"/>
            <a:ext cx="133350" cy="213360"/>
          </a:xfrm>
          <a:prstGeom prst="rect">
            <a:avLst/>
          </a:prstGeom>
        </p:spPr>
      </p:pic>
      <p:pic>
        <p:nvPicPr>
          <p:cNvPr id="526" name="Image 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555" y="3509010"/>
            <a:ext cx="133350" cy="171450"/>
          </a:xfrm>
          <a:prstGeom prst="rect">
            <a:avLst/>
          </a:prstGeom>
        </p:spPr>
      </p:pic>
      <p:pic>
        <p:nvPicPr>
          <p:cNvPr id="527" name="Image 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135" y="2524760"/>
            <a:ext cx="133350" cy="213360"/>
          </a:xfrm>
          <a:prstGeom prst="rect">
            <a:avLst/>
          </a:prstGeom>
        </p:spPr>
      </p:pic>
      <p:pic>
        <p:nvPicPr>
          <p:cNvPr id="528" name="Image 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135" y="3509010"/>
            <a:ext cx="133350" cy="171450"/>
          </a:xfrm>
          <a:prstGeom prst="rect">
            <a:avLst/>
          </a:prstGeom>
        </p:spPr>
      </p:pic>
      <p:pic>
        <p:nvPicPr>
          <p:cNvPr id="529" name="Image 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335" y="2524760"/>
            <a:ext cx="133350" cy="213360"/>
          </a:xfrm>
          <a:prstGeom prst="rect">
            <a:avLst/>
          </a:prstGeom>
        </p:spPr>
      </p:pic>
      <p:pic>
        <p:nvPicPr>
          <p:cNvPr id="530" name="Image 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1335" y="3509010"/>
            <a:ext cx="133350" cy="171450"/>
          </a:xfrm>
          <a:prstGeom prst="rect">
            <a:avLst/>
          </a:prstGeom>
        </p:spPr>
      </p:pic>
      <p:pic>
        <p:nvPicPr>
          <p:cNvPr id="531" name="Image 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2885" y="2524760"/>
            <a:ext cx="133350" cy="213360"/>
          </a:xfrm>
          <a:prstGeom prst="rect">
            <a:avLst/>
          </a:prstGeom>
        </p:spPr>
      </p:pic>
      <p:pic>
        <p:nvPicPr>
          <p:cNvPr id="532" name="Image 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2885" y="3509010"/>
            <a:ext cx="133350" cy="171450"/>
          </a:xfrm>
          <a:prstGeom prst="rect">
            <a:avLst/>
          </a:prstGeom>
        </p:spPr>
      </p:pic>
      <p:pic>
        <p:nvPicPr>
          <p:cNvPr id="533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0785" y="2524760"/>
            <a:ext cx="133350" cy="213360"/>
          </a:xfrm>
          <a:prstGeom prst="rect">
            <a:avLst/>
          </a:prstGeom>
        </p:spPr>
      </p:pic>
      <p:pic>
        <p:nvPicPr>
          <p:cNvPr id="534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0785" y="3509010"/>
            <a:ext cx="133350" cy="171450"/>
          </a:xfrm>
          <a:prstGeom prst="rect">
            <a:avLst/>
          </a:prstGeom>
        </p:spPr>
      </p:pic>
      <p:pic>
        <p:nvPicPr>
          <p:cNvPr id="535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24395" y="2524760"/>
            <a:ext cx="133350" cy="213360"/>
          </a:xfrm>
          <a:prstGeom prst="rect">
            <a:avLst/>
          </a:prstGeom>
        </p:spPr>
      </p:pic>
      <p:pic>
        <p:nvPicPr>
          <p:cNvPr id="536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4395" y="3509010"/>
            <a:ext cx="133350" cy="171450"/>
          </a:xfrm>
          <a:prstGeom prst="rect">
            <a:avLst/>
          </a:prstGeom>
        </p:spPr>
      </p:pic>
      <p:pic>
        <p:nvPicPr>
          <p:cNvPr id="537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35185" y="2524760"/>
            <a:ext cx="133350" cy="213360"/>
          </a:xfrm>
          <a:prstGeom prst="rect">
            <a:avLst/>
          </a:prstGeom>
        </p:spPr>
      </p:pic>
      <p:pic>
        <p:nvPicPr>
          <p:cNvPr id="538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35185" y="3509010"/>
            <a:ext cx="133350" cy="171450"/>
          </a:xfrm>
          <a:prstGeom prst="rect">
            <a:avLst/>
          </a:prstGeom>
        </p:spPr>
      </p:pic>
      <p:pic>
        <p:nvPicPr>
          <p:cNvPr id="539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13085" y="2524760"/>
            <a:ext cx="133350" cy="213360"/>
          </a:xfrm>
          <a:prstGeom prst="rect">
            <a:avLst/>
          </a:prstGeom>
        </p:spPr>
      </p:pic>
      <p:pic>
        <p:nvPicPr>
          <p:cNvPr id="540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13085" y="3509010"/>
            <a:ext cx="133350" cy="171450"/>
          </a:xfrm>
          <a:prstGeom prst="rect">
            <a:avLst/>
          </a:prstGeom>
        </p:spPr>
      </p:pic>
      <p:sp>
        <p:nvSpPr>
          <p:cNvPr id="541" name="Shape 523"/>
          <p:cNvSpPr/>
          <p:nvPr/>
        </p:nvSpPr>
        <p:spPr>
          <a:xfrm>
            <a:off x="215773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2" name="Shape 524"/>
          <p:cNvSpPr/>
          <p:nvPr/>
        </p:nvSpPr>
        <p:spPr>
          <a:xfrm>
            <a:off x="231648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3" name="Shape 525"/>
          <p:cNvSpPr/>
          <p:nvPr/>
        </p:nvSpPr>
        <p:spPr>
          <a:xfrm>
            <a:off x="247523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4" name="Shape 526"/>
          <p:cNvSpPr/>
          <p:nvPr/>
        </p:nvSpPr>
        <p:spPr>
          <a:xfrm>
            <a:off x="263398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5" name="Text 527"/>
          <p:cNvSpPr/>
          <p:nvPr/>
        </p:nvSpPr>
        <p:spPr>
          <a:xfrm>
            <a:off x="231013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46" name="Shape 528"/>
          <p:cNvSpPr/>
          <p:nvPr/>
        </p:nvSpPr>
        <p:spPr>
          <a:xfrm>
            <a:off x="311531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7" name="Shape 529"/>
          <p:cNvSpPr/>
          <p:nvPr/>
        </p:nvSpPr>
        <p:spPr>
          <a:xfrm>
            <a:off x="327406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8" name="Shape 530"/>
          <p:cNvSpPr/>
          <p:nvPr/>
        </p:nvSpPr>
        <p:spPr>
          <a:xfrm>
            <a:off x="343281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9" name="Shape 531"/>
          <p:cNvSpPr/>
          <p:nvPr/>
        </p:nvSpPr>
        <p:spPr>
          <a:xfrm>
            <a:off x="359156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0" name="Text 532"/>
          <p:cNvSpPr/>
          <p:nvPr/>
        </p:nvSpPr>
        <p:spPr>
          <a:xfrm>
            <a:off x="326771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51" name="Shape 533"/>
          <p:cNvSpPr/>
          <p:nvPr/>
        </p:nvSpPr>
        <p:spPr>
          <a:xfrm>
            <a:off x="408051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2" name="Shape 534"/>
          <p:cNvSpPr/>
          <p:nvPr/>
        </p:nvSpPr>
        <p:spPr>
          <a:xfrm>
            <a:off x="423926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3" name="Shape 535"/>
          <p:cNvSpPr/>
          <p:nvPr/>
        </p:nvSpPr>
        <p:spPr>
          <a:xfrm>
            <a:off x="439801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4" name="Shape 536"/>
          <p:cNvSpPr/>
          <p:nvPr/>
        </p:nvSpPr>
        <p:spPr>
          <a:xfrm>
            <a:off x="455676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5" name="Text 537"/>
          <p:cNvSpPr/>
          <p:nvPr/>
        </p:nvSpPr>
        <p:spPr>
          <a:xfrm>
            <a:off x="423291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56" name="Shape 538"/>
          <p:cNvSpPr/>
          <p:nvPr/>
        </p:nvSpPr>
        <p:spPr>
          <a:xfrm>
            <a:off x="50520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7" name="Shape 539"/>
          <p:cNvSpPr/>
          <p:nvPr/>
        </p:nvSpPr>
        <p:spPr>
          <a:xfrm>
            <a:off x="52108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8" name="Shape 540"/>
          <p:cNvSpPr/>
          <p:nvPr/>
        </p:nvSpPr>
        <p:spPr>
          <a:xfrm>
            <a:off x="53695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9" name="Shape 541"/>
          <p:cNvSpPr/>
          <p:nvPr/>
        </p:nvSpPr>
        <p:spPr>
          <a:xfrm>
            <a:off x="55283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0" name="Text 542"/>
          <p:cNvSpPr/>
          <p:nvPr/>
        </p:nvSpPr>
        <p:spPr>
          <a:xfrm>
            <a:off x="52044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61" name="Shape 543"/>
          <p:cNvSpPr/>
          <p:nvPr/>
        </p:nvSpPr>
        <p:spPr>
          <a:xfrm>
            <a:off x="60299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2" name="Shape 544"/>
          <p:cNvSpPr/>
          <p:nvPr/>
        </p:nvSpPr>
        <p:spPr>
          <a:xfrm>
            <a:off x="61887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3" name="Shape 545"/>
          <p:cNvSpPr/>
          <p:nvPr/>
        </p:nvSpPr>
        <p:spPr>
          <a:xfrm>
            <a:off x="63474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4" name="Shape 546"/>
          <p:cNvSpPr/>
          <p:nvPr/>
        </p:nvSpPr>
        <p:spPr>
          <a:xfrm>
            <a:off x="65062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5" name="Text 547"/>
          <p:cNvSpPr/>
          <p:nvPr/>
        </p:nvSpPr>
        <p:spPr>
          <a:xfrm>
            <a:off x="61823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66" name="Shape 548"/>
          <p:cNvSpPr/>
          <p:nvPr/>
        </p:nvSpPr>
        <p:spPr>
          <a:xfrm>
            <a:off x="697357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7" name="Shape 549"/>
          <p:cNvSpPr/>
          <p:nvPr/>
        </p:nvSpPr>
        <p:spPr>
          <a:xfrm>
            <a:off x="713232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8" name="Shape 550"/>
          <p:cNvSpPr/>
          <p:nvPr/>
        </p:nvSpPr>
        <p:spPr>
          <a:xfrm>
            <a:off x="729107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9" name="Shape 551"/>
          <p:cNvSpPr/>
          <p:nvPr/>
        </p:nvSpPr>
        <p:spPr>
          <a:xfrm>
            <a:off x="744982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0" name="Text 552"/>
          <p:cNvSpPr/>
          <p:nvPr/>
        </p:nvSpPr>
        <p:spPr>
          <a:xfrm>
            <a:off x="712597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71" name="Shape 553"/>
          <p:cNvSpPr/>
          <p:nvPr/>
        </p:nvSpPr>
        <p:spPr>
          <a:xfrm>
            <a:off x="94843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2" name="Shape 554"/>
          <p:cNvSpPr/>
          <p:nvPr/>
        </p:nvSpPr>
        <p:spPr>
          <a:xfrm>
            <a:off x="96431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3" name="Shape 555"/>
          <p:cNvSpPr/>
          <p:nvPr/>
        </p:nvSpPr>
        <p:spPr>
          <a:xfrm>
            <a:off x="98018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4" name="Shape 556"/>
          <p:cNvSpPr/>
          <p:nvPr/>
        </p:nvSpPr>
        <p:spPr>
          <a:xfrm>
            <a:off x="99606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5" name="Text 557"/>
          <p:cNvSpPr/>
          <p:nvPr/>
        </p:nvSpPr>
        <p:spPr>
          <a:xfrm>
            <a:off x="96367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576" name="Shape 558"/>
          <p:cNvSpPr/>
          <p:nvPr/>
        </p:nvSpPr>
        <p:spPr>
          <a:xfrm>
            <a:off x="104622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7" name="Shape 559"/>
          <p:cNvSpPr/>
          <p:nvPr/>
        </p:nvSpPr>
        <p:spPr>
          <a:xfrm>
            <a:off x="106210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8" name="Shape 560"/>
          <p:cNvSpPr/>
          <p:nvPr/>
        </p:nvSpPr>
        <p:spPr>
          <a:xfrm>
            <a:off x="107797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9" name="Shape 561"/>
          <p:cNvSpPr/>
          <p:nvPr/>
        </p:nvSpPr>
        <p:spPr>
          <a:xfrm>
            <a:off x="109385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80" name="Text 562"/>
          <p:cNvSpPr/>
          <p:nvPr/>
        </p:nvSpPr>
        <p:spPr>
          <a:xfrm>
            <a:off x="106146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581" name="Shape 563"/>
          <p:cNvSpPr/>
          <p:nvPr/>
        </p:nvSpPr>
        <p:spPr>
          <a:xfrm>
            <a:off x="800989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82" name="Shape 564"/>
          <p:cNvSpPr/>
          <p:nvPr/>
        </p:nvSpPr>
        <p:spPr>
          <a:xfrm>
            <a:off x="825627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83" name="Shape 565"/>
          <p:cNvSpPr/>
          <p:nvPr/>
        </p:nvSpPr>
        <p:spPr>
          <a:xfrm>
            <a:off x="849249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84" name="Shape 566"/>
          <p:cNvSpPr/>
          <p:nvPr/>
        </p:nvSpPr>
        <p:spPr>
          <a:xfrm>
            <a:off x="872998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85" name="Shape 567"/>
          <p:cNvSpPr/>
          <p:nvPr/>
        </p:nvSpPr>
        <p:spPr>
          <a:xfrm>
            <a:off x="893699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86" name="Shape 568"/>
          <p:cNvSpPr/>
          <p:nvPr/>
        </p:nvSpPr>
        <p:spPr>
          <a:xfrm>
            <a:off x="1628140" y="4029075"/>
            <a:ext cx="9832340" cy="996950"/>
          </a:xfrm>
          <a:prstGeom prst="roundRect">
            <a:avLst>
              <a:gd name="adj" fmla="val 7338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587" name="Shape 569"/>
          <p:cNvSpPr/>
          <p:nvPr/>
        </p:nvSpPr>
        <p:spPr>
          <a:xfrm>
            <a:off x="2077720" y="4173855"/>
            <a:ext cx="9080500" cy="35941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88" name="Text 570"/>
          <p:cNvSpPr/>
          <p:nvPr/>
        </p:nvSpPr>
        <p:spPr>
          <a:xfrm>
            <a:off x="2077720" y="4173855"/>
            <a:ext cx="9080500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600" dirty="0"/>
          </a:p>
        </p:txBody>
      </p:sp>
      <p:sp>
        <p:nvSpPr>
          <p:cNvPr id="589" name="Shape 571"/>
          <p:cNvSpPr/>
          <p:nvPr/>
        </p:nvSpPr>
        <p:spPr>
          <a:xfrm>
            <a:off x="181483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220980" y="1868170"/>
                </a:moveTo>
                <a:cubicBezTo>
                  <a:pt x="201930" y="1841712"/>
                  <a:pt x="141393" y="1787948"/>
                  <a:pt x="106680" y="1709420"/>
                </a:cubicBezTo>
                <a:cubicBezTo>
                  <a:pt x="71967" y="1630892"/>
                  <a:pt x="28363" y="1514687"/>
                  <a:pt x="12700" y="1397000"/>
                </a:cubicBezTo>
                <a:cubicBezTo>
                  <a:pt x="-2963" y="1279313"/>
                  <a:pt x="12700" y="1119717"/>
                  <a:pt x="12700" y="1003300"/>
                </a:cubicBezTo>
                <a:cubicBezTo>
                  <a:pt x="12700" y="886883"/>
                  <a:pt x="-847" y="784648"/>
                  <a:pt x="12700" y="698500"/>
                </a:cubicBezTo>
                <a:cubicBezTo>
                  <a:pt x="26247" y="612352"/>
                  <a:pt x="64982" y="557107"/>
                  <a:pt x="93980" y="486410"/>
                </a:cubicBezTo>
                <a:cubicBezTo>
                  <a:pt x="122978" y="415713"/>
                  <a:pt x="155787" y="327448"/>
                  <a:pt x="186690" y="274320"/>
                </a:cubicBezTo>
                <a:cubicBezTo>
                  <a:pt x="217593" y="221192"/>
                  <a:pt x="247438" y="194310"/>
                  <a:pt x="279400" y="167640"/>
                </a:cubicBezTo>
                <a:cubicBezTo>
                  <a:pt x="311362" y="140970"/>
                  <a:pt x="349673" y="132080"/>
                  <a:pt x="378460" y="114300"/>
                </a:cubicBezTo>
                <a:cubicBezTo>
                  <a:pt x="407247" y="96520"/>
                  <a:pt x="417830" y="75353"/>
                  <a:pt x="452120" y="60960"/>
                </a:cubicBezTo>
                <a:cubicBezTo>
                  <a:pt x="486410" y="46567"/>
                  <a:pt x="562187" y="33443"/>
                  <a:pt x="584200" y="27940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590" name="Shape 572"/>
          <p:cNvSpPr/>
          <p:nvPr/>
        </p:nvSpPr>
        <p:spPr>
          <a:xfrm>
            <a:off x="181483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594360" y="27940"/>
                </a:moveTo>
                <a:lnTo>
                  <a:pt x="543241" y="69751"/>
                </a:lnTo>
                <a:lnTo>
                  <a:pt x="529832" y="13888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591" name="Shape 573"/>
          <p:cNvSpPr/>
          <p:nvPr/>
        </p:nvSpPr>
        <p:spPr>
          <a:xfrm>
            <a:off x="277241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220980" y="1868170"/>
                </a:moveTo>
                <a:cubicBezTo>
                  <a:pt x="201930" y="1841712"/>
                  <a:pt x="141393" y="1787948"/>
                  <a:pt x="106680" y="1709420"/>
                </a:cubicBezTo>
                <a:cubicBezTo>
                  <a:pt x="71967" y="1630892"/>
                  <a:pt x="28363" y="1514687"/>
                  <a:pt x="12700" y="1397000"/>
                </a:cubicBezTo>
                <a:cubicBezTo>
                  <a:pt x="-2963" y="1279313"/>
                  <a:pt x="12700" y="1119717"/>
                  <a:pt x="12700" y="1003300"/>
                </a:cubicBezTo>
                <a:cubicBezTo>
                  <a:pt x="12700" y="886883"/>
                  <a:pt x="-847" y="784648"/>
                  <a:pt x="12700" y="698500"/>
                </a:cubicBezTo>
                <a:cubicBezTo>
                  <a:pt x="26247" y="612352"/>
                  <a:pt x="64982" y="557107"/>
                  <a:pt x="93980" y="486410"/>
                </a:cubicBezTo>
                <a:cubicBezTo>
                  <a:pt x="122978" y="415713"/>
                  <a:pt x="155787" y="327448"/>
                  <a:pt x="186690" y="274320"/>
                </a:cubicBezTo>
                <a:cubicBezTo>
                  <a:pt x="217593" y="221192"/>
                  <a:pt x="247438" y="194310"/>
                  <a:pt x="279400" y="167640"/>
                </a:cubicBezTo>
                <a:cubicBezTo>
                  <a:pt x="311362" y="140970"/>
                  <a:pt x="349673" y="132080"/>
                  <a:pt x="378460" y="114300"/>
                </a:cubicBezTo>
                <a:cubicBezTo>
                  <a:pt x="407247" y="96520"/>
                  <a:pt x="417830" y="75353"/>
                  <a:pt x="452120" y="60960"/>
                </a:cubicBezTo>
                <a:cubicBezTo>
                  <a:pt x="486410" y="46567"/>
                  <a:pt x="562187" y="33443"/>
                  <a:pt x="584200" y="27940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592" name="Shape 574"/>
          <p:cNvSpPr/>
          <p:nvPr/>
        </p:nvSpPr>
        <p:spPr>
          <a:xfrm>
            <a:off x="277241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594360" y="27940"/>
                </a:moveTo>
                <a:lnTo>
                  <a:pt x="543241" y="69751"/>
                </a:lnTo>
                <a:lnTo>
                  <a:pt x="529832" y="13888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593" name="Shape 575"/>
          <p:cNvSpPr/>
          <p:nvPr/>
        </p:nvSpPr>
        <p:spPr>
          <a:xfrm>
            <a:off x="373761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220980" y="1868170"/>
                </a:moveTo>
                <a:cubicBezTo>
                  <a:pt x="201930" y="1841712"/>
                  <a:pt x="141393" y="1787948"/>
                  <a:pt x="106680" y="1709420"/>
                </a:cubicBezTo>
                <a:cubicBezTo>
                  <a:pt x="71967" y="1630892"/>
                  <a:pt x="28363" y="1514687"/>
                  <a:pt x="12700" y="1397000"/>
                </a:cubicBezTo>
                <a:cubicBezTo>
                  <a:pt x="-2963" y="1279313"/>
                  <a:pt x="12700" y="1119717"/>
                  <a:pt x="12700" y="1003300"/>
                </a:cubicBezTo>
                <a:cubicBezTo>
                  <a:pt x="12700" y="886883"/>
                  <a:pt x="-847" y="784648"/>
                  <a:pt x="12700" y="698500"/>
                </a:cubicBezTo>
                <a:cubicBezTo>
                  <a:pt x="26247" y="612352"/>
                  <a:pt x="64982" y="557107"/>
                  <a:pt x="93980" y="486410"/>
                </a:cubicBezTo>
                <a:cubicBezTo>
                  <a:pt x="122978" y="415713"/>
                  <a:pt x="155787" y="327448"/>
                  <a:pt x="186690" y="274320"/>
                </a:cubicBezTo>
                <a:cubicBezTo>
                  <a:pt x="217593" y="221192"/>
                  <a:pt x="247438" y="194310"/>
                  <a:pt x="279400" y="167640"/>
                </a:cubicBezTo>
                <a:cubicBezTo>
                  <a:pt x="311362" y="140970"/>
                  <a:pt x="349673" y="132080"/>
                  <a:pt x="378460" y="114300"/>
                </a:cubicBezTo>
                <a:cubicBezTo>
                  <a:pt x="407247" y="96520"/>
                  <a:pt x="417830" y="75353"/>
                  <a:pt x="452120" y="60960"/>
                </a:cubicBezTo>
                <a:cubicBezTo>
                  <a:pt x="486410" y="46567"/>
                  <a:pt x="562187" y="33443"/>
                  <a:pt x="584200" y="27940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594" name="Shape 576"/>
          <p:cNvSpPr/>
          <p:nvPr/>
        </p:nvSpPr>
        <p:spPr>
          <a:xfrm>
            <a:off x="373761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594360" y="27940"/>
                </a:moveTo>
                <a:lnTo>
                  <a:pt x="543241" y="69751"/>
                </a:lnTo>
                <a:lnTo>
                  <a:pt x="529832" y="13888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595" name="Shape 577"/>
          <p:cNvSpPr/>
          <p:nvPr/>
        </p:nvSpPr>
        <p:spPr>
          <a:xfrm>
            <a:off x="470916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220980" y="1868170"/>
                </a:moveTo>
                <a:cubicBezTo>
                  <a:pt x="201930" y="1841712"/>
                  <a:pt x="141393" y="1787948"/>
                  <a:pt x="106680" y="1709420"/>
                </a:cubicBezTo>
                <a:cubicBezTo>
                  <a:pt x="71967" y="1630892"/>
                  <a:pt x="28363" y="1514687"/>
                  <a:pt x="12700" y="1397000"/>
                </a:cubicBezTo>
                <a:cubicBezTo>
                  <a:pt x="-2963" y="1279313"/>
                  <a:pt x="12700" y="1119717"/>
                  <a:pt x="12700" y="1003300"/>
                </a:cubicBezTo>
                <a:cubicBezTo>
                  <a:pt x="12700" y="886883"/>
                  <a:pt x="-847" y="784648"/>
                  <a:pt x="12700" y="698500"/>
                </a:cubicBezTo>
                <a:cubicBezTo>
                  <a:pt x="26247" y="612352"/>
                  <a:pt x="64982" y="557107"/>
                  <a:pt x="93980" y="486410"/>
                </a:cubicBezTo>
                <a:cubicBezTo>
                  <a:pt x="122978" y="415713"/>
                  <a:pt x="155787" y="327448"/>
                  <a:pt x="186690" y="274320"/>
                </a:cubicBezTo>
                <a:cubicBezTo>
                  <a:pt x="217593" y="221192"/>
                  <a:pt x="247438" y="194310"/>
                  <a:pt x="279400" y="167640"/>
                </a:cubicBezTo>
                <a:cubicBezTo>
                  <a:pt x="311362" y="140970"/>
                  <a:pt x="349673" y="132080"/>
                  <a:pt x="378460" y="114300"/>
                </a:cubicBezTo>
                <a:cubicBezTo>
                  <a:pt x="407247" y="96520"/>
                  <a:pt x="417830" y="75353"/>
                  <a:pt x="452120" y="60960"/>
                </a:cubicBezTo>
                <a:cubicBezTo>
                  <a:pt x="486410" y="46567"/>
                  <a:pt x="562187" y="33443"/>
                  <a:pt x="584200" y="27940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596" name="Shape 578"/>
          <p:cNvSpPr/>
          <p:nvPr/>
        </p:nvSpPr>
        <p:spPr>
          <a:xfrm>
            <a:off x="470916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594360" y="27940"/>
                </a:moveTo>
                <a:lnTo>
                  <a:pt x="543241" y="69751"/>
                </a:lnTo>
                <a:lnTo>
                  <a:pt x="529832" y="13888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597" name="Shape 579"/>
          <p:cNvSpPr/>
          <p:nvPr/>
        </p:nvSpPr>
        <p:spPr>
          <a:xfrm>
            <a:off x="568706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220980" y="1868170"/>
                </a:moveTo>
                <a:cubicBezTo>
                  <a:pt x="201930" y="1841712"/>
                  <a:pt x="141393" y="1787948"/>
                  <a:pt x="106680" y="1709420"/>
                </a:cubicBezTo>
                <a:cubicBezTo>
                  <a:pt x="71967" y="1630892"/>
                  <a:pt x="28363" y="1514687"/>
                  <a:pt x="12700" y="1397000"/>
                </a:cubicBezTo>
                <a:cubicBezTo>
                  <a:pt x="-2963" y="1279313"/>
                  <a:pt x="12700" y="1119717"/>
                  <a:pt x="12700" y="1003300"/>
                </a:cubicBezTo>
                <a:cubicBezTo>
                  <a:pt x="12700" y="886883"/>
                  <a:pt x="-847" y="784648"/>
                  <a:pt x="12700" y="698500"/>
                </a:cubicBezTo>
                <a:cubicBezTo>
                  <a:pt x="26247" y="612352"/>
                  <a:pt x="64982" y="557107"/>
                  <a:pt x="93980" y="486410"/>
                </a:cubicBezTo>
                <a:cubicBezTo>
                  <a:pt x="122978" y="415713"/>
                  <a:pt x="155787" y="327448"/>
                  <a:pt x="186690" y="274320"/>
                </a:cubicBezTo>
                <a:cubicBezTo>
                  <a:pt x="217593" y="221192"/>
                  <a:pt x="247438" y="194310"/>
                  <a:pt x="279400" y="167640"/>
                </a:cubicBezTo>
                <a:cubicBezTo>
                  <a:pt x="311362" y="140970"/>
                  <a:pt x="349673" y="132080"/>
                  <a:pt x="378460" y="114300"/>
                </a:cubicBezTo>
                <a:cubicBezTo>
                  <a:pt x="407247" y="96520"/>
                  <a:pt x="417830" y="75353"/>
                  <a:pt x="452120" y="60960"/>
                </a:cubicBezTo>
                <a:cubicBezTo>
                  <a:pt x="486410" y="46567"/>
                  <a:pt x="562187" y="33443"/>
                  <a:pt x="584200" y="27940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598" name="Shape 580"/>
          <p:cNvSpPr/>
          <p:nvPr/>
        </p:nvSpPr>
        <p:spPr>
          <a:xfrm>
            <a:off x="568706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594360" y="27940"/>
                </a:moveTo>
                <a:lnTo>
                  <a:pt x="543241" y="69751"/>
                </a:lnTo>
                <a:lnTo>
                  <a:pt x="529832" y="13888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599" name="Shape 581"/>
          <p:cNvSpPr/>
          <p:nvPr/>
        </p:nvSpPr>
        <p:spPr>
          <a:xfrm>
            <a:off x="663067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220980" y="1868170"/>
                </a:moveTo>
                <a:cubicBezTo>
                  <a:pt x="201930" y="1841712"/>
                  <a:pt x="141393" y="1787948"/>
                  <a:pt x="106680" y="1709420"/>
                </a:cubicBezTo>
                <a:cubicBezTo>
                  <a:pt x="71967" y="1630892"/>
                  <a:pt x="28363" y="1514687"/>
                  <a:pt x="12700" y="1397000"/>
                </a:cubicBezTo>
                <a:cubicBezTo>
                  <a:pt x="-2963" y="1279313"/>
                  <a:pt x="12700" y="1119717"/>
                  <a:pt x="12700" y="1003300"/>
                </a:cubicBezTo>
                <a:cubicBezTo>
                  <a:pt x="12700" y="886883"/>
                  <a:pt x="-847" y="784648"/>
                  <a:pt x="12700" y="698500"/>
                </a:cubicBezTo>
                <a:cubicBezTo>
                  <a:pt x="26247" y="612352"/>
                  <a:pt x="64982" y="557107"/>
                  <a:pt x="93980" y="486410"/>
                </a:cubicBezTo>
                <a:cubicBezTo>
                  <a:pt x="122978" y="415713"/>
                  <a:pt x="155787" y="327448"/>
                  <a:pt x="186690" y="274320"/>
                </a:cubicBezTo>
                <a:cubicBezTo>
                  <a:pt x="217593" y="221192"/>
                  <a:pt x="247438" y="194310"/>
                  <a:pt x="279400" y="167640"/>
                </a:cubicBezTo>
                <a:cubicBezTo>
                  <a:pt x="311362" y="140970"/>
                  <a:pt x="349673" y="132080"/>
                  <a:pt x="378460" y="114300"/>
                </a:cubicBezTo>
                <a:cubicBezTo>
                  <a:pt x="407247" y="96520"/>
                  <a:pt x="417830" y="75353"/>
                  <a:pt x="452120" y="60960"/>
                </a:cubicBezTo>
                <a:cubicBezTo>
                  <a:pt x="486410" y="46567"/>
                  <a:pt x="562187" y="33443"/>
                  <a:pt x="584200" y="27940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600" name="Shape 582"/>
          <p:cNvSpPr/>
          <p:nvPr/>
        </p:nvSpPr>
        <p:spPr>
          <a:xfrm>
            <a:off x="663067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594360" y="27940"/>
                </a:moveTo>
                <a:lnTo>
                  <a:pt x="543241" y="69751"/>
                </a:lnTo>
                <a:lnTo>
                  <a:pt x="529832" y="13888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601" name="Shape 583"/>
          <p:cNvSpPr/>
          <p:nvPr/>
        </p:nvSpPr>
        <p:spPr>
          <a:xfrm>
            <a:off x="914146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220980" y="1868170"/>
                </a:moveTo>
                <a:cubicBezTo>
                  <a:pt x="201930" y="1841712"/>
                  <a:pt x="141393" y="1787948"/>
                  <a:pt x="106680" y="1709420"/>
                </a:cubicBezTo>
                <a:cubicBezTo>
                  <a:pt x="71967" y="1630892"/>
                  <a:pt x="28363" y="1514687"/>
                  <a:pt x="12700" y="1397000"/>
                </a:cubicBezTo>
                <a:cubicBezTo>
                  <a:pt x="-2963" y="1279313"/>
                  <a:pt x="12700" y="1119717"/>
                  <a:pt x="12700" y="1003300"/>
                </a:cubicBezTo>
                <a:cubicBezTo>
                  <a:pt x="12700" y="886883"/>
                  <a:pt x="-847" y="784648"/>
                  <a:pt x="12700" y="698500"/>
                </a:cubicBezTo>
                <a:cubicBezTo>
                  <a:pt x="26247" y="612352"/>
                  <a:pt x="64982" y="557107"/>
                  <a:pt x="93980" y="486410"/>
                </a:cubicBezTo>
                <a:cubicBezTo>
                  <a:pt x="122978" y="415713"/>
                  <a:pt x="155787" y="327448"/>
                  <a:pt x="186690" y="274320"/>
                </a:cubicBezTo>
                <a:cubicBezTo>
                  <a:pt x="217593" y="221192"/>
                  <a:pt x="247438" y="194310"/>
                  <a:pt x="279400" y="167640"/>
                </a:cubicBezTo>
                <a:cubicBezTo>
                  <a:pt x="311362" y="140970"/>
                  <a:pt x="349673" y="132080"/>
                  <a:pt x="378460" y="114300"/>
                </a:cubicBezTo>
                <a:cubicBezTo>
                  <a:pt x="407247" y="96520"/>
                  <a:pt x="417830" y="75353"/>
                  <a:pt x="452120" y="60960"/>
                </a:cubicBezTo>
                <a:cubicBezTo>
                  <a:pt x="486410" y="46567"/>
                  <a:pt x="562187" y="33443"/>
                  <a:pt x="584200" y="27940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602" name="Shape 584"/>
          <p:cNvSpPr/>
          <p:nvPr/>
        </p:nvSpPr>
        <p:spPr>
          <a:xfrm>
            <a:off x="914146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594360" y="27940"/>
                </a:moveTo>
                <a:lnTo>
                  <a:pt x="543241" y="69751"/>
                </a:lnTo>
                <a:lnTo>
                  <a:pt x="529832" y="13888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603" name="Shape 585"/>
          <p:cNvSpPr/>
          <p:nvPr/>
        </p:nvSpPr>
        <p:spPr>
          <a:xfrm>
            <a:off x="1011936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220980" y="1868170"/>
                </a:moveTo>
                <a:cubicBezTo>
                  <a:pt x="201930" y="1841712"/>
                  <a:pt x="141393" y="1787948"/>
                  <a:pt x="106680" y="1709420"/>
                </a:cubicBezTo>
                <a:cubicBezTo>
                  <a:pt x="71967" y="1630892"/>
                  <a:pt x="28363" y="1514687"/>
                  <a:pt x="12700" y="1397000"/>
                </a:cubicBezTo>
                <a:cubicBezTo>
                  <a:pt x="-2963" y="1279313"/>
                  <a:pt x="12700" y="1119717"/>
                  <a:pt x="12700" y="1003300"/>
                </a:cubicBezTo>
                <a:cubicBezTo>
                  <a:pt x="12700" y="886883"/>
                  <a:pt x="-847" y="784648"/>
                  <a:pt x="12700" y="698500"/>
                </a:cubicBezTo>
                <a:cubicBezTo>
                  <a:pt x="26247" y="612352"/>
                  <a:pt x="64982" y="557107"/>
                  <a:pt x="93980" y="486410"/>
                </a:cubicBezTo>
                <a:cubicBezTo>
                  <a:pt x="122978" y="415713"/>
                  <a:pt x="155787" y="327448"/>
                  <a:pt x="186690" y="274320"/>
                </a:cubicBezTo>
                <a:cubicBezTo>
                  <a:pt x="217593" y="221192"/>
                  <a:pt x="247438" y="194310"/>
                  <a:pt x="279400" y="167640"/>
                </a:cubicBezTo>
                <a:cubicBezTo>
                  <a:pt x="311362" y="140970"/>
                  <a:pt x="349673" y="132080"/>
                  <a:pt x="378460" y="114300"/>
                </a:cubicBezTo>
                <a:cubicBezTo>
                  <a:pt x="407247" y="96520"/>
                  <a:pt x="417830" y="75353"/>
                  <a:pt x="452120" y="60960"/>
                </a:cubicBezTo>
                <a:cubicBezTo>
                  <a:pt x="486410" y="46567"/>
                  <a:pt x="562187" y="33443"/>
                  <a:pt x="584200" y="27940"/>
                </a:cubicBezTo>
              </a:path>
            </a:pathLst>
          </a:custGeom>
          <a:ln w="16891">
            <a:solidFill>
              <a:srgbClr val="E36C09"/>
            </a:solidFill>
            <a:prstDash val="solid"/>
          </a:ln>
        </p:spPr>
      </p:sp>
      <p:sp>
        <p:nvSpPr>
          <p:cNvPr id="604" name="Shape 586"/>
          <p:cNvSpPr/>
          <p:nvPr/>
        </p:nvSpPr>
        <p:spPr>
          <a:xfrm>
            <a:off x="10119360" y="4698365"/>
            <a:ext cx="685800" cy="1892300"/>
          </a:xfrm>
          <a:custGeom>
            <a:avLst/>
            <a:gdLst/>
            <a:ahLst/>
            <a:cxnLst/>
            <a:rect l="l" t="t" r="r" b="b"/>
            <a:pathLst>
              <a:path w="685800" h="1892300">
                <a:moveTo>
                  <a:pt x="594360" y="27940"/>
                </a:moveTo>
                <a:lnTo>
                  <a:pt x="543241" y="69751"/>
                </a:lnTo>
                <a:lnTo>
                  <a:pt x="529832" y="13888"/>
                </a:lnTo>
                <a:close/>
              </a:path>
            </a:pathLst>
          </a:custGeom>
          <a:solidFill>
            <a:srgbClr val="E36C09"/>
          </a:solidFill>
          <a:ln/>
        </p:spPr>
      </p:sp>
      <p:sp>
        <p:nvSpPr>
          <p:cNvPr id="605" name="Shape 587"/>
          <p:cNvSpPr/>
          <p:nvPr/>
        </p:nvSpPr>
        <p:spPr>
          <a:xfrm>
            <a:off x="215773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6" name="Shape 588"/>
          <p:cNvSpPr/>
          <p:nvPr/>
        </p:nvSpPr>
        <p:spPr>
          <a:xfrm>
            <a:off x="231648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7" name="Shape 589"/>
          <p:cNvSpPr/>
          <p:nvPr/>
        </p:nvSpPr>
        <p:spPr>
          <a:xfrm>
            <a:off x="247523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8" name="Shape 590"/>
          <p:cNvSpPr/>
          <p:nvPr/>
        </p:nvSpPr>
        <p:spPr>
          <a:xfrm>
            <a:off x="263398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9" name="Text 591"/>
          <p:cNvSpPr/>
          <p:nvPr/>
        </p:nvSpPr>
        <p:spPr>
          <a:xfrm>
            <a:off x="231013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10" name="Shape 592"/>
          <p:cNvSpPr/>
          <p:nvPr/>
        </p:nvSpPr>
        <p:spPr>
          <a:xfrm>
            <a:off x="311531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1" name="Shape 593"/>
          <p:cNvSpPr/>
          <p:nvPr/>
        </p:nvSpPr>
        <p:spPr>
          <a:xfrm>
            <a:off x="327406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2" name="Shape 594"/>
          <p:cNvSpPr/>
          <p:nvPr/>
        </p:nvSpPr>
        <p:spPr>
          <a:xfrm>
            <a:off x="343281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3" name="Shape 595"/>
          <p:cNvSpPr/>
          <p:nvPr/>
        </p:nvSpPr>
        <p:spPr>
          <a:xfrm>
            <a:off x="359156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4" name="Text 596"/>
          <p:cNvSpPr/>
          <p:nvPr/>
        </p:nvSpPr>
        <p:spPr>
          <a:xfrm>
            <a:off x="326771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15" name="Shape 597"/>
          <p:cNvSpPr/>
          <p:nvPr/>
        </p:nvSpPr>
        <p:spPr>
          <a:xfrm>
            <a:off x="408051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6" name="Shape 598"/>
          <p:cNvSpPr/>
          <p:nvPr/>
        </p:nvSpPr>
        <p:spPr>
          <a:xfrm>
            <a:off x="423926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7" name="Shape 599"/>
          <p:cNvSpPr/>
          <p:nvPr/>
        </p:nvSpPr>
        <p:spPr>
          <a:xfrm>
            <a:off x="439801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8" name="Shape 600"/>
          <p:cNvSpPr/>
          <p:nvPr/>
        </p:nvSpPr>
        <p:spPr>
          <a:xfrm>
            <a:off x="455676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9" name="Text 601"/>
          <p:cNvSpPr/>
          <p:nvPr/>
        </p:nvSpPr>
        <p:spPr>
          <a:xfrm>
            <a:off x="423291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20" name="Shape 602"/>
          <p:cNvSpPr/>
          <p:nvPr/>
        </p:nvSpPr>
        <p:spPr>
          <a:xfrm>
            <a:off x="50520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1" name="Shape 603"/>
          <p:cNvSpPr/>
          <p:nvPr/>
        </p:nvSpPr>
        <p:spPr>
          <a:xfrm>
            <a:off x="52108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2" name="Shape 604"/>
          <p:cNvSpPr/>
          <p:nvPr/>
        </p:nvSpPr>
        <p:spPr>
          <a:xfrm>
            <a:off x="53695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3" name="Shape 605"/>
          <p:cNvSpPr/>
          <p:nvPr/>
        </p:nvSpPr>
        <p:spPr>
          <a:xfrm>
            <a:off x="55283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4" name="Text 606"/>
          <p:cNvSpPr/>
          <p:nvPr/>
        </p:nvSpPr>
        <p:spPr>
          <a:xfrm>
            <a:off x="52044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25" name="Shape 607"/>
          <p:cNvSpPr/>
          <p:nvPr/>
        </p:nvSpPr>
        <p:spPr>
          <a:xfrm>
            <a:off x="60299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6" name="Shape 608"/>
          <p:cNvSpPr/>
          <p:nvPr/>
        </p:nvSpPr>
        <p:spPr>
          <a:xfrm>
            <a:off x="61887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7" name="Shape 609"/>
          <p:cNvSpPr/>
          <p:nvPr/>
        </p:nvSpPr>
        <p:spPr>
          <a:xfrm>
            <a:off x="63474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8" name="Shape 610"/>
          <p:cNvSpPr/>
          <p:nvPr/>
        </p:nvSpPr>
        <p:spPr>
          <a:xfrm>
            <a:off x="65062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9" name="Text 611"/>
          <p:cNvSpPr/>
          <p:nvPr/>
        </p:nvSpPr>
        <p:spPr>
          <a:xfrm>
            <a:off x="61823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30" name="Shape 612"/>
          <p:cNvSpPr/>
          <p:nvPr/>
        </p:nvSpPr>
        <p:spPr>
          <a:xfrm>
            <a:off x="697357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1" name="Shape 613"/>
          <p:cNvSpPr/>
          <p:nvPr/>
        </p:nvSpPr>
        <p:spPr>
          <a:xfrm>
            <a:off x="713232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2" name="Shape 614"/>
          <p:cNvSpPr/>
          <p:nvPr/>
        </p:nvSpPr>
        <p:spPr>
          <a:xfrm>
            <a:off x="729107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3" name="Shape 615"/>
          <p:cNvSpPr/>
          <p:nvPr/>
        </p:nvSpPr>
        <p:spPr>
          <a:xfrm>
            <a:off x="744982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4" name="Text 616"/>
          <p:cNvSpPr/>
          <p:nvPr/>
        </p:nvSpPr>
        <p:spPr>
          <a:xfrm>
            <a:off x="712597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35" name="Shape 617"/>
          <p:cNvSpPr/>
          <p:nvPr/>
        </p:nvSpPr>
        <p:spPr>
          <a:xfrm>
            <a:off x="94843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6" name="Shape 618"/>
          <p:cNvSpPr/>
          <p:nvPr/>
        </p:nvSpPr>
        <p:spPr>
          <a:xfrm>
            <a:off x="96431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7" name="Shape 619"/>
          <p:cNvSpPr/>
          <p:nvPr/>
        </p:nvSpPr>
        <p:spPr>
          <a:xfrm>
            <a:off x="98018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8" name="Shape 620"/>
          <p:cNvSpPr/>
          <p:nvPr/>
        </p:nvSpPr>
        <p:spPr>
          <a:xfrm>
            <a:off x="99606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9" name="Text 621"/>
          <p:cNvSpPr/>
          <p:nvPr/>
        </p:nvSpPr>
        <p:spPr>
          <a:xfrm>
            <a:off x="96367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640" name="Shape 622"/>
          <p:cNvSpPr/>
          <p:nvPr/>
        </p:nvSpPr>
        <p:spPr>
          <a:xfrm>
            <a:off x="104622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1" name="Shape 623"/>
          <p:cNvSpPr/>
          <p:nvPr/>
        </p:nvSpPr>
        <p:spPr>
          <a:xfrm>
            <a:off x="106210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2" name="Shape 624"/>
          <p:cNvSpPr/>
          <p:nvPr/>
        </p:nvSpPr>
        <p:spPr>
          <a:xfrm>
            <a:off x="107797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3" name="Shape 625"/>
          <p:cNvSpPr/>
          <p:nvPr/>
        </p:nvSpPr>
        <p:spPr>
          <a:xfrm>
            <a:off x="109385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4" name="Text 626"/>
          <p:cNvSpPr/>
          <p:nvPr/>
        </p:nvSpPr>
        <p:spPr>
          <a:xfrm>
            <a:off x="106146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45" name="Shape 627"/>
          <p:cNvSpPr/>
          <p:nvPr/>
        </p:nvSpPr>
        <p:spPr>
          <a:xfrm>
            <a:off x="800989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46" name="Shape 628"/>
          <p:cNvSpPr/>
          <p:nvPr/>
        </p:nvSpPr>
        <p:spPr>
          <a:xfrm>
            <a:off x="825627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47" name="Shape 629"/>
          <p:cNvSpPr/>
          <p:nvPr/>
        </p:nvSpPr>
        <p:spPr>
          <a:xfrm>
            <a:off x="849249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48" name="Shape 630"/>
          <p:cNvSpPr/>
          <p:nvPr/>
        </p:nvSpPr>
        <p:spPr>
          <a:xfrm>
            <a:off x="872998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49" name="Shape 631"/>
          <p:cNvSpPr/>
          <p:nvPr/>
        </p:nvSpPr>
        <p:spPr>
          <a:xfrm>
            <a:off x="893699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50" name="Shape 632"/>
          <p:cNvSpPr/>
          <p:nvPr/>
        </p:nvSpPr>
        <p:spPr>
          <a:xfrm>
            <a:off x="237617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51" name="Text 633"/>
          <p:cNvSpPr/>
          <p:nvPr/>
        </p:nvSpPr>
        <p:spPr>
          <a:xfrm>
            <a:off x="237617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52" name="Shape 634"/>
          <p:cNvSpPr/>
          <p:nvPr/>
        </p:nvSpPr>
        <p:spPr>
          <a:xfrm>
            <a:off x="333375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53" name="Text 635"/>
          <p:cNvSpPr/>
          <p:nvPr/>
        </p:nvSpPr>
        <p:spPr>
          <a:xfrm>
            <a:off x="333375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54" name="Shape 636"/>
          <p:cNvSpPr/>
          <p:nvPr/>
        </p:nvSpPr>
        <p:spPr>
          <a:xfrm>
            <a:off x="429895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55" name="Text 637"/>
          <p:cNvSpPr/>
          <p:nvPr/>
        </p:nvSpPr>
        <p:spPr>
          <a:xfrm>
            <a:off x="429895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56" name="Shape 638"/>
          <p:cNvSpPr/>
          <p:nvPr/>
        </p:nvSpPr>
        <p:spPr>
          <a:xfrm>
            <a:off x="52705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57" name="Text 639"/>
          <p:cNvSpPr/>
          <p:nvPr/>
        </p:nvSpPr>
        <p:spPr>
          <a:xfrm>
            <a:off x="52705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58" name="Shape 640"/>
          <p:cNvSpPr/>
          <p:nvPr/>
        </p:nvSpPr>
        <p:spPr>
          <a:xfrm>
            <a:off x="62484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59" name="Text 641"/>
          <p:cNvSpPr/>
          <p:nvPr/>
        </p:nvSpPr>
        <p:spPr>
          <a:xfrm>
            <a:off x="62484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60" name="Shape 642"/>
          <p:cNvSpPr/>
          <p:nvPr/>
        </p:nvSpPr>
        <p:spPr>
          <a:xfrm>
            <a:off x="719201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61" name="Text 643"/>
          <p:cNvSpPr/>
          <p:nvPr/>
        </p:nvSpPr>
        <p:spPr>
          <a:xfrm>
            <a:off x="719201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62" name="Shape 644"/>
          <p:cNvSpPr/>
          <p:nvPr/>
        </p:nvSpPr>
        <p:spPr>
          <a:xfrm>
            <a:off x="97028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63" name="Text 645"/>
          <p:cNvSpPr/>
          <p:nvPr/>
        </p:nvSpPr>
        <p:spPr>
          <a:xfrm>
            <a:off x="97028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64" name="Shape 646"/>
          <p:cNvSpPr/>
          <p:nvPr/>
        </p:nvSpPr>
        <p:spPr>
          <a:xfrm>
            <a:off x="106807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65" name="Text 647"/>
          <p:cNvSpPr/>
          <p:nvPr/>
        </p:nvSpPr>
        <p:spPr>
          <a:xfrm>
            <a:off x="106807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66" name="Shape 648"/>
          <p:cNvSpPr/>
          <p:nvPr/>
        </p:nvSpPr>
        <p:spPr>
          <a:xfrm>
            <a:off x="247523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67" name="Shape 649"/>
          <p:cNvSpPr/>
          <p:nvPr/>
        </p:nvSpPr>
        <p:spPr>
          <a:xfrm>
            <a:off x="247523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68" name="Shape 650"/>
          <p:cNvSpPr/>
          <p:nvPr/>
        </p:nvSpPr>
        <p:spPr>
          <a:xfrm>
            <a:off x="247523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69" name="Shape 651"/>
          <p:cNvSpPr/>
          <p:nvPr/>
        </p:nvSpPr>
        <p:spPr>
          <a:xfrm>
            <a:off x="343281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70" name="Shape 652"/>
          <p:cNvSpPr/>
          <p:nvPr/>
        </p:nvSpPr>
        <p:spPr>
          <a:xfrm>
            <a:off x="343281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71" name="Shape 653"/>
          <p:cNvSpPr/>
          <p:nvPr/>
        </p:nvSpPr>
        <p:spPr>
          <a:xfrm>
            <a:off x="343281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72" name="Shape 654"/>
          <p:cNvSpPr/>
          <p:nvPr/>
        </p:nvSpPr>
        <p:spPr>
          <a:xfrm>
            <a:off x="439801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73" name="Shape 655"/>
          <p:cNvSpPr/>
          <p:nvPr/>
        </p:nvSpPr>
        <p:spPr>
          <a:xfrm>
            <a:off x="439801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74" name="Shape 656"/>
          <p:cNvSpPr/>
          <p:nvPr/>
        </p:nvSpPr>
        <p:spPr>
          <a:xfrm>
            <a:off x="439801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75" name="Shape 657"/>
          <p:cNvSpPr/>
          <p:nvPr/>
        </p:nvSpPr>
        <p:spPr>
          <a:xfrm>
            <a:off x="53695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76" name="Shape 658"/>
          <p:cNvSpPr/>
          <p:nvPr/>
        </p:nvSpPr>
        <p:spPr>
          <a:xfrm>
            <a:off x="53695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77" name="Shape 659"/>
          <p:cNvSpPr/>
          <p:nvPr/>
        </p:nvSpPr>
        <p:spPr>
          <a:xfrm>
            <a:off x="53695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78" name="Shape 660"/>
          <p:cNvSpPr/>
          <p:nvPr/>
        </p:nvSpPr>
        <p:spPr>
          <a:xfrm>
            <a:off x="63474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79" name="Shape 661"/>
          <p:cNvSpPr/>
          <p:nvPr/>
        </p:nvSpPr>
        <p:spPr>
          <a:xfrm>
            <a:off x="63474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80" name="Shape 662"/>
          <p:cNvSpPr/>
          <p:nvPr/>
        </p:nvSpPr>
        <p:spPr>
          <a:xfrm>
            <a:off x="63474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81" name="Shape 663"/>
          <p:cNvSpPr/>
          <p:nvPr/>
        </p:nvSpPr>
        <p:spPr>
          <a:xfrm>
            <a:off x="729107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82" name="Shape 664"/>
          <p:cNvSpPr/>
          <p:nvPr/>
        </p:nvSpPr>
        <p:spPr>
          <a:xfrm>
            <a:off x="729107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83" name="Shape 665"/>
          <p:cNvSpPr/>
          <p:nvPr/>
        </p:nvSpPr>
        <p:spPr>
          <a:xfrm>
            <a:off x="729107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84" name="Shape 666"/>
          <p:cNvSpPr/>
          <p:nvPr/>
        </p:nvSpPr>
        <p:spPr>
          <a:xfrm>
            <a:off x="98018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85" name="Shape 667"/>
          <p:cNvSpPr/>
          <p:nvPr/>
        </p:nvSpPr>
        <p:spPr>
          <a:xfrm>
            <a:off x="98018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86" name="Shape 668"/>
          <p:cNvSpPr/>
          <p:nvPr/>
        </p:nvSpPr>
        <p:spPr>
          <a:xfrm>
            <a:off x="98018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87" name="Shape 669"/>
          <p:cNvSpPr/>
          <p:nvPr/>
        </p:nvSpPr>
        <p:spPr>
          <a:xfrm>
            <a:off x="107797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88" name="Shape 670"/>
          <p:cNvSpPr/>
          <p:nvPr/>
        </p:nvSpPr>
        <p:spPr>
          <a:xfrm>
            <a:off x="107797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89" name="Shape 671"/>
          <p:cNvSpPr/>
          <p:nvPr/>
        </p:nvSpPr>
        <p:spPr>
          <a:xfrm>
            <a:off x="107797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90" name="Shape 672"/>
          <p:cNvSpPr/>
          <p:nvPr/>
        </p:nvSpPr>
        <p:spPr>
          <a:xfrm>
            <a:off x="1944370" y="5568950"/>
            <a:ext cx="948817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691" name="Text 673"/>
          <p:cNvSpPr/>
          <p:nvPr/>
        </p:nvSpPr>
        <p:spPr>
          <a:xfrm>
            <a:off x="1944370" y="5568950"/>
            <a:ext cx="948817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pic>
        <p:nvPicPr>
          <p:cNvPr id="692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08555" y="5318125"/>
            <a:ext cx="133350" cy="254000"/>
          </a:xfrm>
          <a:prstGeom prst="rect">
            <a:avLst/>
          </a:prstGeom>
        </p:spPr>
      </p:pic>
      <p:pic>
        <p:nvPicPr>
          <p:cNvPr id="693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08555" y="6214745"/>
            <a:ext cx="133350" cy="254000"/>
          </a:xfrm>
          <a:prstGeom prst="rect">
            <a:avLst/>
          </a:prstGeom>
        </p:spPr>
      </p:pic>
      <p:pic>
        <p:nvPicPr>
          <p:cNvPr id="694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66135" y="5318125"/>
            <a:ext cx="133350" cy="254000"/>
          </a:xfrm>
          <a:prstGeom prst="rect">
            <a:avLst/>
          </a:prstGeom>
        </p:spPr>
      </p:pic>
      <p:pic>
        <p:nvPicPr>
          <p:cNvPr id="695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66135" y="6214745"/>
            <a:ext cx="133350" cy="254000"/>
          </a:xfrm>
          <a:prstGeom prst="rect">
            <a:avLst/>
          </a:prstGeom>
        </p:spPr>
      </p:pic>
      <p:pic>
        <p:nvPicPr>
          <p:cNvPr id="696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31335" y="5318125"/>
            <a:ext cx="133350" cy="254000"/>
          </a:xfrm>
          <a:prstGeom prst="rect">
            <a:avLst/>
          </a:prstGeom>
        </p:spPr>
      </p:pic>
      <p:pic>
        <p:nvPicPr>
          <p:cNvPr id="697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31335" y="6214745"/>
            <a:ext cx="133350" cy="254000"/>
          </a:xfrm>
          <a:prstGeom prst="rect">
            <a:avLst/>
          </a:prstGeom>
        </p:spPr>
      </p:pic>
      <p:pic>
        <p:nvPicPr>
          <p:cNvPr id="698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02885" y="5318125"/>
            <a:ext cx="133350" cy="254000"/>
          </a:xfrm>
          <a:prstGeom prst="rect">
            <a:avLst/>
          </a:prstGeom>
        </p:spPr>
      </p:pic>
      <p:pic>
        <p:nvPicPr>
          <p:cNvPr id="699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02885" y="6214745"/>
            <a:ext cx="133350" cy="254000"/>
          </a:xfrm>
          <a:prstGeom prst="rect">
            <a:avLst/>
          </a:prstGeom>
        </p:spPr>
      </p:pic>
      <p:pic>
        <p:nvPicPr>
          <p:cNvPr id="700" name="Image 2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80785" y="5318125"/>
            <a:ext cx="133350" cy="254000"/>
          </a:xfrm>
          <a:prstGeom prst="rect">
            <a:avLst/>
          </a:prstGeom>
        </p:spPr>
      </p:pic>
      <p:pic>
        <p:nvPicPr>
          <p:cNvPr id="701" name="Image 2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80785" y="6214745"/>
            <a:ext cx="133350" cy="254000"/>
          </a:xfrm>
          <a:prstGeom prst="rect">
            <a:avLst/>
          </a:prstGeom>
        </p:spPr>
      </p:pic>
      <p:pic>
        <p:nvPicPr>
          <p:cNvPr id="702" name="Image 2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24395" y="5318125"/>
            <a:ext cx="133350" cy="254000"/>
          </a:xfrm>
          <a:prstGeom prst="rect">
            <a:avLst/>
          </a:prstGeom>
        </p:spPr>
      </p:pic>
      <p:pic>
        <p:nvPicPr>
          <p:cNvPr id="703" name="Image 2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24395" y="6214745"/>
            <a:ext cx="133350" cy="254000"/>
          </a:xfrm>
          <a:prstGeom prst="rect">
            <a:avLst/>
          </a:prstGeom>
        </p:spPr>
      </p:pic>
      <p:pic>
        <p:nvPicPr>
          <p:cNvPr id="704" name="Image 2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735185" y="5318125"/>
            <a:ext cx="133350" cy="254000"/>
          </a:xfrm>
          <a:prstGeom prst="rect">
            <a:avLst/>
          </a:prstGeom>
        </p:spPr>
      </p:pic>
      <p:pic>
        <p:nvPicPr>
          <p:cNvPr id="705" name="Image 2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35185" y="6214745"/>
            <a:ext cx="133350" cy="254000"/>
          </a:xfrm>
          <a:prstGeom prst="rect">
            <a:avLst/>
          </a:prstGeom>
        </p:spPr>
      </p:pic>
      <p:pic>
        <p:nvPicPr>
          <p:cNvPr id="706" name="Image 3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713085" y="5318125"/>
            <a:ext cx="133350" cy="254000"/>
          </a:xfrm>
          <a:prstGeom prst="rect">
            <a:avLst/>
          </a:prstGeom>
        </p:spPr>
      </p:pic>
      <p:pic>
        <p:nvPicPr>
          <p:cNvPr id="707" name="Image 3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713085" y="6214745"/>
            <a:ext cx="133350" cy="254000"/>
          </a:xfrm>
          <a:prstGeom prst="rect">
            <a:avLst/>
          </a:prstGeom>
        </p:spPr>
      </p:pic>
      <p:sp>
        <p:nvSpPr>
          <p:cNvPr id="708" name="Shape 674"/>
          <p:cNvSpPr/>
          <p:nvPr/>
        </p:nvSpPr>
        <p:spPr>
          <a:xfrm>
            <a:off x="215773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9" name="Shape 675"/>
          <p:cNvSpPr/>
          <p:nvPr/>
        </p:nvSpPr>
        <p:spPr>
          <a:xfrm>
            <a:off x="231648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0" name="Shape 676"/>
          <p:cNvSpPr/>
          <p:nvPr/>
        </p:nvSpPr>
        <p:spPr>
          <a:xfrm>
            <a:off x="247523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1" name="Shape 677"/>
          <p:cNvSpPr/>
          <p:nvPr/>
        </p:nvSpPr>
        <p:spPr>
          <a:xfrm>
            <a:off x="263398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2" name="Text 678"/>
          <p:cNvSpPr/>
          <p:nvPr/>
        </p:nvSpPr>
        <p:spPr>
          <a:xfrm>
            <a:off x="231013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13" name="Shape 679"/>
          <p:cNvSpPr/>
          <p:nvPr/>
        </p:nvSpPr>
        <p:spPr>
          <a:xfrm>
            <a:off x="311531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4" name="Shape 680"/>
          <p:cNvSpPr/>
          <p:nvPr/>
        </p:nvSpPr>
        <p:spPr>
          <a:xfrm>
            <a:off x="327406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5" name="Shape 681"/>
          <p:cNvSpPr/>
          <p:nvPr/>
        </p:nvSpPr>
        <p:spPr>
          <a:xfrm>
            <a:off x="343281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6" name="Shape 682"/>
          <p:cNvSpPr/>
          <p:nvPr/>
        </p:nvSpPr>
        <p:spPr>
          <a:xfrm>
            <a:off x="359156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7" name="Text 683"/>
          <p:cNvSpPr/>
          <p:nvPr/>
        </p:nvSpPr>
        <p:spPr>
          <a:xfrm>
            <a:off x="326771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18" name="Shape 684"/>
          <p:cNvSpPr/>
          <p:nvPr/>
        </p:nvSpPr>
        <p:spPr>
          <a:xfrm>
            <a:off x="408051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9" name="Shape 685"/>
          <p:cNvSpPr/>
          <p:nvPr/>
        </p:nvSpPr>
        <p:spPr>
          <a:xfrm>
            <a:off x="423926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0" name="Shape 686"/>
          <p:cNvSpPr/>
          <p:nvPr/>
        </p:nvSpPr>
        <p:spPr>
          <a:xfrm>
            <a:off x="439801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1" name="Shape 687"/>
          <p:cNvSpPr/>
          <p:nvPr/>
        </p:nvSpPr>
        <p:spPr>
          <a:xfrm>
            <a:off x="455676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2" name="Text 688"/>
          <p:cNvSpPr/>
          <p:nvPr/>
        </p:nvSpPr>
        <p:spPr>
          <a:xfrm>
            <a:off x="423291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23" name="Shape 689"/>
          <p:cNvSpPr/>
          <p:nvPr/>
        </p:nvSpPr>
        <p:spPr>
          <a:xfrm>
            <a:off x="50520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4" name="Shape 690"/>
          <p:cNvSpPr/>
          <p:nvPr/>
        </p:nvSpPr>
        <p:spPr>
          <a:xfrm>
            <a:off x="52108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5" name="Shape 691"/>
          <p:cNvSpPr/>
          <p:nvPr/>
        </p:nvSpPr>
        <p:spPr>
          <a:xfrm>
            <a:off x="53695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6" name="Shape 692"/>
          <p:cNvSpPr/>
          <p:nvPr/>
        </p:nvSpPr>
        <p:spPr>
          <a:xfrm>
            <a:off x="55283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7" name="Text 693"/>
          <p:cNvSpPr/>
          <p:nvPr/>
        </p:nvSpPr>
        <p:spPr>
          <a:xfrm>
            <a:off x="52044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728" name="Shape 694"/>
          <p:cNvSpPr/>
          <p:nvPr/>
        </p:nvSpPr>
        <p:spPr>
          <a:xfrm>
            <a:off x="60299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9" name="Shape 695"/>
          <p:cNvSpPr/>
          <p:nvPr/>
        </p:nvSpPr>
        <p:spPr>
          <a:xfrm>
            <a:off x="61887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0" name="Shape 696"/>
          <p:cNvSpPr/>
          <p:nvPr/>
        </p:nvSpPr>
        <p:spPr>
          <a:xfrm>
            <a:off x="63474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1" name="Shape 697"/>
          <p:cNvSpPr/>
          <p:nvPr/>
        </p:nvSpPr>
        <p:spPr>
          <a:xfrm>
            <a:off x="65062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2" name="Text 698"/>
          <p:cNvSpPr/>
          <p:nvPr/>
        </p:nvSpPr>
        <p:spPr>
          <a:xfrm>
            <a:off x="61823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733" name="Shape 699"/>
          <p:cNvSpPr/>
          <p:nvPr/>
        </p:nvSpPr>
        <p:spPr>
          <a:xfrm>
            <a:off x="697357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4" name="Shape 700"/>
          <p:cNvSpPr/>
          <p:nvPr/>
        </p:nvSpPr>
        <p:spPr>
          <a:xfrm>
            <a:off x="713232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5" name="Shape 701"/>
          <p:cNvSpPr/>
          <p:nvPr/>
        </p:nvSpPr>
        <p:spPr>
          <a:xfrm>
            <a:off x="729107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6" name="Shape 702"/>
          <p:cNvSpPr/>
          <p:nvPr/>
        </p:nvSpPr>
        <p:spPr>
          <a:xfrm>
            <a:off x="744982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7" name="Text 703"/>
          <p:cNvSpPr/>
          <p:nvPr/>
        </p:nvSpPr>
        <p:spPr>
          <a:xfrm>
            <a:off x="712597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38" name="Shape 704"/>
          <p:cNvSpPr/>
          <p:nvPr/>
        </p:nvSpPr>
        <p:spPr>
          <a:xfrm>
            <a:off x="94843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9" name="Shape 705"/>
          <p:cNvSpPr/>
          <p:nvPr/>
        </p:nvSpPr>
        <p:spPr>
          <a:xfrm>
            <a:off x="96431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0" name="Shape 706"/>
          <p:cNvSpPr/>
          <p:nvPr/>
        </p:nvSpPr>
        <p:spPr>
          <a:xfrm>
            <a:off x="98018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1" name="Shape 707"/>
          <p:cNvSpPr/>
          <p:nvPr/>
        </p:nvSpPr>
        <p:spPr>
          <a:xfrm>
            <a:off x="99606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2" name="Text 708"/>
          <p:cNvSpPr/>
          <p:nvPr/>
        </p:nvSpPr>
        <p:spPr>
          <a:xfrm>
            <a:off x="96367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743" name="Shape 709"/>
          <p:cNvSpPr/>
          <p:nvPr/>
        </p:nvSpPr>
        <p:spPr>
          <a:xfrm>
            <a:off x="104622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4" name="Shape 710"/>
          <p:cNvSpPr/>
          <p:nvPr/>
        </p:nvSpPr>
        <p:spPr>
          <a:xfrm>
            <a:off x="106210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5" name="Shape 711"/>
          <p:cNvSpPr/>
          <p:nvPr/>
        </p:nvSpPr>
        <p:spPr>
          <a:xfrm>
            <a:off x="107797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6" name="Shape 712"/>
          <p:cNvSpPr/>
          <p:nvPr/>
        </p:nvSpPr>
        <p:spPr>
          <a:xfrm>
            <a:off x="109385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7" name="Text 713"/>
          <p:cNvSpPr/>
          <p:nvPr/>
        </p:nvSpPr>
        <p:spPr>
          <a:xfrm>
            <a:off x="106146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748" name="Shape 714"/>
          <p:cNvSpPr/>
          <p:nvPr/>
        </p:nvSpPr>
        <p:spPr>
          <a:xfrm>
            <a:off x="800989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49" name="Shape 715"/>
          <p:cNvSpPr/>
          <p:nvPr/>
        </p:nvSpPr>
        <p:spPr>
          <a:xfrm>
            <a:off x="825627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50" name="Shape 716"/>
          <p:cNvSpPr/>
          <p:nvPr/>
        </p:nvSpPr>
        <p:spPr>
          <a:xfrm>
            <a:off x="849249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51" name="Shape 717"/>
          <p:cNvSpPr/>
          <p:nvPr/>
        </p:nvSpPr>
        <p:spPr>
          <a:xfrm>
            <a:off x="872998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52" name="Shape 718"/>
          <p:cNvSpPr/>
          <p:nvPr/>
        </p:nvSpPr>
        <p:spPr>
          <a:xfrm>
            <a:off x="893699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53" name="Text 719"/>
          <p:cNvSpPr/>
          <p:nvPr/>
        </p:nvSpPr>
        <p:spPr>
          <a:xfrm>
            <a:off x="431800" y="510253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754" name="Text 720"/>
          <p:cNvSpPr/>
          <p:nvPr/>
        </p:nvSpPr>
        <p:spPr>
          <a:xfrm>
            <a:off x="431800" y="531462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755" name="Text 721"/>
          <p:cNvSpPr/>
          <p:nvPr/>
        </p:nvSpPr>
        <p:spPr>
          <a:xfrm>
            <a:off x="431800" y="572737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756" name="Text 722"/>
          <p:cNvSpPr/>
          <p:nvPr/>
        </p:nvSpPr>
        <p:spPr>
          <a:xfrm>
            <a:off x="431800" y="594073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757" name="Text 723"/>
          <p:cNvSpPr/>
          <p:nvPr/>
        </p:nvSpPr>
        <p:spPr>
          <a:xfrm>
            <a:off x="431800" y="6259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758" name="Text 724"/>
          <p:cNvSpPr/>
          <p:nvPr/>
        </p:nvSpPr>
        <p:spPr>
          <a:xfrm>
            <a:off x="431800" y="645889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759" name="Text 725"/>
          <p:cNvSpPr/>
          <p:nvPr/>
        </p:nvSpPr>
        <p:spPr>
          <a:xfrm>
            <a:off x="431800" y="29225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760" name="Text 726"/>
          <p:cNvSpPr/>
          <p:nvPr/>
        </p:nvSpPr>
        <p:spPr>
          <a:xfrm>
            <a:off x="431800" y="313466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761" name="Shape 727"/>
          <p:cNvSpPr/>
          <p:nvPr/>
        </p:nvSpPr>
        <p:spPr>
          <a:xfrm>
            <a:off x="704850" y="690880"/>
            <a:ext cx="1320800" cy="651510"/>
          </a:xfrm>
          <a:prstGeom prst="rect">
            <a:avLst/>
          </a:prstGeom>
          <a:solidFill>
            <a:srgbClr val="FFCCC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62" name="Text 728"/>
          <p:cNvSpPr/>
          <p:nvPr/>
        </p:nvSpPr>
        <p:spPr>
          <a:xfrm>
            <a:off x="704850" y="768756"/>
            <a:ext cx="132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763" name="Shape 729"/>
          <p:cNvSpPr/>
          <p:nvPr/>
        </p:nvSpPr>
        <p:spPr>
          <a:xfrm>
            <a:off x="3383280" y="6685915"/>
            <a:ext cx="3702050" cy="173990"/>
          </a:xfrm>
          <a:prstGeom prst="rect">
            <a:avLst/>
          </a:prstGeom>
          <a:solidFill>
            <a:srgbClr val="FFB6C1"/>
          </a:solidFill>
          <a:ln/>
        </p:spPr>
      </p:sp>
      <p:sp>
        <p:nvSpPr>
          <p:cNvPr id="764" name="Text 730"/>
          <p:cNvSpPr/>
          <p:nvPr/>
        </p:nvSpPr>
        <p:spPr>
          <a:xfrm>
            <a:off x="1424940" y="6690716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Word_Embedding + Positional_Information</a:t>
            </a:r>
            <a:endParaRPr lang="en-US" sz="1400" dirty="0"/>
          </a:p>
        </p:txBody>
      </p:sp>
      <p:sp>
        <p:nvSpPr>
          <p:cNvPr id="765" name="Shape 73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66" name="Text 73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23670" y="1155700"/>
            <a:ext cx="10210800" cy="5181600"/>
          </a:xfrm>
          <a:prstGeom prst="roundRect">
            <a:avLst>
              <a:gd name="adj" fmla="val 1059"/>
            </a:avLst>
          </a:prstGeom>
          <a:solidFill>
            <a:srgbClr val="E9B172"/>
          </a:solidFill>
          <a:ln w="28575">
            <a:solidFill>
              <a:srgbClr val="9E5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9600" y="1276350"/>
            <a:ext cx="9550400" cy="923290"/>
          </a:xfrm>
          <a:prstGeom prst="roundRect">
            <a:avLst>
              <a:gd name="adj" fmla="val 7923"/>
            </a:avLst>
          </a:prstGeom>
          <a:solidFill>
            <a:srgbClr val="E9B172"/>
          </a:solidFill>
          <a:ln w="19050">
            <a:solidFill>
              <a:srgbClr val="9A8434"/>
            </a:solidFill>
            <a:prstDash val="dashDot"/>
          </a:ln>
        </p:spPr>
      </p:sp>
      <p:sp>
        <p:nvSpPr>
          <p:cNvPr id="7" name="Shape 5"/>
          <p:cNvSpPr/>
          <p:nvPr/>
        </p:nvSpPr>
        <p:spPr>
          <a:xfrm>
            <a:off x="1879600" y="4013200"/>
            <a:ext cx="9550400" cy="1017270"/>
          </a:xfrm>
          <a:prstGeom prst="roundRect">
            <a:avLst>
              <a:gd name="adj" fmla="val 7191"/>
            </a:avLst>
          </a:prstGeom>
          <a:solidFill>
            <a:srgbClr val="E9B172"/>
          </a:solidFill>
          <a:ln w="19050">
            <a:solidFill>
              <a:srgbClr val="9A8434"/>
            </a:solidFill>
            <a:prstDash val="dashDot"/>
          </a:ln>
        </p:spPr>
      </p:sp>
      <p:sp>
        <p:nvSpPr>
          <p:cNvPr id="8" name="Shape 6"/>
          <p:cNvSpPr/>
          <p:nvPr/>
        </p:nvSpPr>
        <p:spPr>
          <a:xfrm>
            <a:off x="2024380" y="1342390"/>
            <a:ext cx="9182100" cy="398780"/>
          </a:xfrm>
          <a:prstGeom prst="rect">
            <a:avLst/>
          </a:prstGeom>
          <a:solidFill>
            <a:srgbClr val="EDB671"/>
          </a:solidFill>
          <a:ln w="15875">
            <a:solidFill>
              <a:srgbClr val="B08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2850" y="1342390"/>
            <a:ext cx="5588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024380" y="4146550"/>
            <a:ext cx="9182100" cy="398780"/>
          </a:xfrm>
          <a:prstGeom prst="rect">
            <a:avLst/>
          </a:prstGeom>
          <a:solidFill>
            <a:srgbClr val="EDB671"/>
          </a:solidFill>
          <a:ln w="15875">
            <a:solidFill>
              <a:srgbClr val="B08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2850" y="4146550"/>
            <a:ext cx="5588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900" dirty="0"/>
          </a:p>
        </p:txBody>
      </p:sp>
      <p:pic>
        <p:nvPicPr>
          <p:cNvPr id="12" name="Image 0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910" y="1933575"/>
            <a:ext cx="685800" cy="1905000"/>
          </a:xfrm>
          <a:prstGeom prst="rect">
            <a:avLst/>
          </a:prstGeom>
        </p:spPr>
      </p:pic>
      <p:pic>
        <p:nvPicPr>
          <p:cNvPr id="13" name="Image 1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760" y="1933575"/>
            <a:ext cx="685800" cy="1905000"/>
          </a:xfrm>
          <a:prstGeom prst="rect">
            <a:avLst/>
          </a:prstGeom>
        </p:spPr>
      </p:pic>
      <p:pic>
        <p:nvPicPr>
          <p:cNvPr id="14" name="Image 2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1933575"/>
            <a:ext cx="685800" cy="1905000"/>
          </a:xfrm>
          <a:prstGeom prst="rect">
            <a:avLst/>
          </a:prstGeom>
        </p:spPr>
      </p:pic>
      <p:pic>
        <p:nvPicPr>
          <p:cNvPr id="15" name="Image 3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00" y="1933575"/>
            <a:ext cx="685800" cy="1905000"/>
          </a:xfrm>
          <a:prstGeom prst="rect">
            <a:avLst/>
          </a:prstGeom>
        </p:spPr>
      </p:pic>
      <p:pic>
        <p:nvPicPr>
          <p:cNvPr id="16" name="Image 4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550" y="1933575"/>
            <a:ext cx="685800" cy="1905000"/>
          </a:xfrm>
          <a:prstGeom prst="rect">
            <a:avLst/>
          </a:prstGeom>
        </p:spPr>
      </p:pic>
      <p:pic>
        <p:nvPicPr>
          <p:cNvPr id="17" name="Image 5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750" y="1933575"/>
            <a:ext cx="685800" cy="1905000"/>
          </a:xfrm>
          <a:prstGeom prst="rect">
            <a:avLst/>
          </a:prstGeom>
        </p:spPr>
      </p:pic>
      <p:pic>
        <p:nvPicPr>
          <p:cNvPr id="18" name="Image 6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7810" y="1933575"/>
            <a:ext cx="685800" cy="1905000"/>
          </a:xfrm>
          <a:prstGeom prst="rect">
            <a:avLst/>
          </a:prstGeom>
        </p:spPr>
      </p:pic>
      <p:pic>
        <p:nvPicPr>
          <p:cNvPr id="19" name="Image 7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5230" y="1933575"/>
            <a:ext cx="685800" cy="1905000"/>
          </a:xfrm>
          <a:prstGeom prst="rect">
            <a:avLst/>
          </a:prstGeom>
        </p:spPr>
      </p:pic>
      <p:pic>
        <p:nvPicPr>
          <p:cNvPr id="20" name="Image 8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9910" y="4751705"/>
            <a:ext cx="685800" cy="1905000"/>
          </a:xfrm>
          <a:prstGeom prst="rect">
            <a:avLst/>
          </a:prstGeom>
        </p:spPr>
      </p:pic>
      <p:pic>
        <p:nvPicPr>
          <p:cNvPr id="21" name="Image 9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8760" y="4751705"/>
            <a:ext cx="685800" cy="1905000"/>
          </a:xfrm>
          <a:prstGeom prst="rect">
            <a:avLst/>
          </a:prstGeom>
        </p:spPr>
      </p:pic>
      <p:pic>
        <p:nvPicPr>
          <p:cNvPr id="22" name="Image 10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6500" y="4751705"/>
            <a:ext cx="685800" cy="1905000"/>
          </a:xfrm>
          <a:prstGeom prst="rect">
            <a:avLst/>
          </a:prstGeom>
        </p:spPr>
      </p:pic>
      <p:pic>
        <p:nvPicPr>
          <p:cNvPr id="23" name="Image 11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1700" y="4751705"/>
            <a:ext cx="685800" cy="1905000"/>
          </a:xfrm>
          <a:prstGeom prst="rect">
            <a:avLst/>
          </a:prstGeom>
        </p:spPr>
      </p:pic>
      <p:pic>
        <p:nvPicPr>
          <p:cNvPr id="24" name="Image 12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70550" y="4751705"/>
            <a:ext cx="685800" cy="1905000"/>
          </a:xfrm>
          <a:prstGeom prst="rect">
            <a:avLst/>
          </a:prstGeom>
        </p:spPr>
      </p:pic>
      <p:pic>
        <p:nvPicPr>
          <p:cNvPr id="25" name="Image 13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5750" y="4751705"/>
            <a:ext cx="685800" cy="1905000"/>
          </a:xfrm>
          <a:prstGeom prst="rect">
            <a:avLst/>
          </a:prstGeom>
        </p:spPr>
      </p:pic>
      <p:pic>
        <p:nvPicPr>
          <p:cNvPr id="26" name="Image 14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7810" y="4751705"/>
            <a:ext cx="685800" cy="1905000"/>
          </a:xfrm>
          <a:prstGeom prst="rect">
            <a:avLst/>
          </a:prstGeom>
        </p:spPr>
      </p:pic>
      <p:pic>
        <p:nvPicPr>
          <p:cNvPr id="27" name="Image 15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95230" y="4751705"/>
            <a:ext cx="685800" cy="1905000"/>
          </a:xfrm>
          <a:prstGeom prst="rect">
            <a:avLst/>
          </a:prstGeom>
        </p:spPr>
      </p:pic>
      <p:sp>
        <p:nvSpPr>
          <p:cNvPr id="28" name="Shape 10"/>
          <p:cNvSpPr/>
          <p:nvPr/>
        </p:nvSpPr>
        <p:spPr>
          <a:xfrm>
            <a:off x="202692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9" name="Shape 11"/>
          <p:cNvSpPr/>
          <p:nvPr/>
        </p:nvSpPr>
        <p:spPr>
          <a:xfrm>
            <a:off x="217805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0" name="Shape 12"/>
          <p:cNvSpPr/>
          <p:nvPr/>
        </p:nvSpPr>
        <p:spPr>
          <a:xfrm>
            <a:off x="232918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1" name="Shape 13"/>
          <p:cNvSpPr/>
          <p:nvPr/>
        </p:nvSpPr>
        <p:spPr>
          <a:xfrm>
            <a:off x="248031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2" name="Shape 14"/>
          <p:cNvSpPr/>
          <p:nvPr/>
        </p:nvSpPr>
        <p:spPr>
          <a:xfrm>
            <a:off x="263144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3" name="Shape 15"/>
          <p:cNvSpPr/>
          <p:nvPr/>
        </p:nvSpPr>
        <p:spPr>
          <a:xfrm>
            <a:off x="278257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4" name="Text 16"/>
          <p:cNvSpPr/>
          <p:nvPr/>
        </p:nvSpPr>
        <p:spPr>
          <a:xfrm>
            <a:off x="231521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5" name="Shape 17"/>
          <p:cNvSpPr/>
          <p:nvPr/>
        </p:nvSpPr>
        <p:spPr>
          <a:xfrm>
            <a:off x="298577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6" name="Shape 18"/>
          <p:cNvSpPr/>
          <p:nvPr/>
        </p:nvSpPr>
        <p:spPr>
          <a:xfrm>
            <a:off x="313690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7" name="Shape 19"/>
          <p:cNvSpPr/>
          <p:nvPr/>
        </p:nvSpPr>
        <p:spPr>
          <a:xfrm>
            <a:off x="328803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8" name="Shape 20"/>
          <p:cNvSpPr/>
          <p:nvPr/>
        </p:nvSpPr>
        <p:spPr>
          <a:xfrm>
            <a:off x="343916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9" name="Shape 21"/>
          <p:cNvSpPr/>
          <p:nvPr/>
        </p:nvSpPr>
        <p:spPr>
          <a:xfrm>
            <a:off x="359029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0" name="Shape 22"/>
          <p:cNvSpPr/>
          <p:nvPr/>
        </p:nvSpPr>
        <p:spPr>
          <a:xfrm>
            <a:off x="374142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1" name="Text 23"/>
          <p:cNvSpPr/>
          <p:nvPr/>
        </p:nvSpPr>
        <p:spPr>
          <a:xfrm>
            <a:off x="327406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24"/>
          <p:cNvSpPr/>
          <p:nvPr/>
        </p:nvSpPr>
        <p:spPr>
          <a:xfrm>
            <a:off x="395351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3" name="Shape 25"/>
          <p:cNvSpPr/>
          <p:nvPr/>
        </p:nvSpPr>
        <p:spPr>
          <a:xfrm>
            <a:off x="410464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4" name="Shape 26"/>
          <p:cNvSpPr/>
          <p:nvPr/>
        </p:nvSpPr>
        <p:spPr>
          <a:xfrm>
            <a:off x="425577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5" name="Shape 27"/>
          <p:cNvSpPr/>
          <p:nvPr/>
        </p:nvSpPr>
        <p:spPr>
          <a:xfrm>
            <a:off x="440690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6" name="Shape 28"/>
          <p:cNvSpPr/>
          <p:nvPr/>
        </p:nvSpPr>
        <p:spPr>
          <a:xfrm>
            <a:off x="455803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7" name="Shape 29"/>
          <p:cNvSpPr/>
          <p:nvPr/>
        </p:nvSpPr>
        <p:spPr>
          <a:xfrm>
            <a:off x="470916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8" name="Text 30"/>
          <p:cNvSpPr/>
          <p:nvPr/>
        </p:nvSpPr>
        <p:spPr>
          <a:xfrm>
            <a:off x="424180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Shape 31"/>
          <p:cNvSpPr/>
          <p:nvPr/>
        </p:nvSpPr>
        <p:spPr>
          <a:xfrm>
            <a:off x="491871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0" name="Shape 32"/>
          <p:cNvSpPr/>
          <p:nvPr/>
        </p:nvSpPr>
        <p:spPr>
          <a:xfrm>
            <a:off x="506984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1" name="Shape 33"/>
          <p:cNvSpPr/>
          <p:nvPr/>
        </p:nvSpPr>
        <p:spPr>
          <a:xfrm>
            <a:off x="522097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2" name="Shape 34"/>
          <p:cNvSpPr/>
          <p:nvPr/>
        </p:nvSpPr>
        <p:spPr>
          <a:xfrm>
            <a:off x="537210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3" name="Shape 35"/>
          <p:cNvSpPr/>
          <p:nvPr/>
        </p:nvSpPr>
        <p:spPr>
          <a:xfrm>
            <a:off x="552323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4" name="Shape 36"/>
          <p:cNvSpPr/>
          <p:nvPr/>
        </p:nvSpPr>
        <p:spPr>
          <a:xfrm>
            <a:off x="567436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5" name="Text 37"/>
          <p:cNvSpPr/>
          <p:nvPr/>
        </p:nvSpPr>
        <p:spPr>
          <a:xfrm>
            <a:off x="520700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Shape 38"/>
          <p:cNvSpPr/>
          <p:nvPr/>
        </p:nvSpPr>
        <p:spPr>
          <a:xfrm>
            <a:off x="587756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7" name="Shape 39"/>
          <p:cNvSpPr/>
          <p:nvPr/>
        </p:nvSpPr>
        <p:spPr>
          <a:xfrm>
            <a:off x="602869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8" name="Shape 40"/>
          <p:cNvSpPr/>
          <p:nvPr/>
        </p:nvSpPr>
        <p:spPr>
          <a:xfrm>
            <a:off x="617982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9" name="Shape 41"/>
          <p:cNvSpPr/>
          <p:nvPr/>
        </p:nvSpPr>
        <p:spPr>
          <a:xfrm>
            <a:off x="633095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648208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663321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2" name="Text 44"/>
          <p:cNvSpPr/>
          <p:nvPr/>
        </p:nvSpPr>
        <p:spPr>
          <a:xfrm>
            <a:off x="616585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3" name="Shape 45"/>
          <p:cNvSpPr/>
          <p:nvPr/>
        </p:nvSpPr>
        <p:spPr>
          <a:xfrm>
            <a:off x="684276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4" name="Shape 46"/>
          <p:cNvSpPr/>
          <p:nvPr/>
        </p:nvSpPr>
        <p:spPr>
          <a:xfrm>
            <a:off x="699389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5" name="Shape 47"/>
          <p:cNvSpPr/>
          <p:nvPr/>
        </p:nvSpPr>
        <p:spPr>
          <a:xfrm>
            <a:off x="714502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6" name="Shape 48"/>
          <p:cNvSpPr/>
          <p:nvPr/>
        </p:nvSpPr>
        <p:spPr>
          <a:xfrm>
            <a:off x="729615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7" name="Shape 49"/>
          <p:cNvSpPr/>
          <p:nvPr/>
        </p:nvSpPr>
        <p:spPr>
          <a:xfrm>
            <a:off x="744728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8" name="Shape 50"/>
          <p:cNvSpPr/>
          <p:nvPr/>
        </p:nvSpPr>
        <p:spPr>
          <a:xfrm>
            <a:off x="759841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713105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0" name="Shape 52"/>
          <p:cNvSpPr/>
          <p:nvPr/>
        </p:nvSpPr>
        <p:spPr>
          <a:xfrm>
            <a:off x="935482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1" name="Shape 53"/>
          <p:cNvSpPr/>
          <p:nvPr/>
        </p:nvSpPr>
        <p:spPr>
          <a:xfrm>
            <a:off x="950595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2" name="Shape 54"/>
          <p:cNvSpPr/>
          <p:nvPr/>
        </p:nvSpPr>
        <p:spPr>
          <a:xfrm>
            <a:off x="965708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980821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995934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5" name="Shape 57"/>
          <p:cNvSpPr/>
          <p:nvPr/>
        </p:nvSpPr>
        <p:spPr>
          <a:xfrm>
            <a:off x="1011047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6" name="Text 58"/>
          <p:cNvSpPr/>
          <p:nvPr/>
        </p:nvSpPr>
        <p:spPr>
          <a:xfrm>
            <a:off x="964311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77" name="Shape 59"/>
          <p:cNvSpPr/>
          <p:nvPr/>
        </p:nvSpPr>
        <p:spPr>
          <a:xfrm>
            <a:off x="1030224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8" name="Shape 60"/>
          <p:cNvSpPr/>
          <p:nvPr/>
        </p:nvSpPr>
        <p:spPr>
          <a:xfrm>
            <a:off x="1045337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9" name="Shape 61"/>
          <p:cNvSpPr/>
          <p:nvPr/>
        </p:nvSpPr>
        <p:spPr>
          <a:xfrm>
            <a:off x="1060450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0" name="Shape 62"/>
          <p:cNvSpPr/>
          <p:nvPr/>
        </p:nvSpPr>
        <p:spPr>
          <a:xfrm>
            <a:off x="1075563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1" name="Shape 63"/>
          <p:cNvSpPr/>
          <p:nvPr/>
        </p:nvSpPr>
        <p:spPr>
          <a:xfrm>
            <a:off x="1090676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2" name="Shape 64"/>
          <p:cNvSpPr/>
          <p:nvPr/>
        </p:nvSpPr>
        <p:spPr>
          <a:xfrm>
            <a:off x="1105789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3" name="Text 65"/>
          <p:cNvSpPr/>
          <p:nvPr/>
        </p:nvSpPr>
        <p:spPr>
          <a:xfrm>
            <a:off x="1059053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84" name="Shape 66"/>
          <p:cNvSpPr/>
          <p:nvPr/>
        </p:nvSpPr>
        <p:spPr>
          <a:xfrm>
            <a:off x="797052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5" name="Shape 67"/>
          <p:cNvSpPr/>
          <p:nvPr/>
        </p:nvSpPr>
        <p:spPr>
          <a:xfrm>
            <a:off x="820166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6" name="Shape 68"/>
          <p:cNvSpPr/>
          <p:nvPr/>
        </p:nvSpPr>
        <p:spPr>
          <a:xfrm>
            <a:off x="843153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7" name="Shape 69"/>
          <p:cNvSpPr/>
          <p:nvPr/>
        </p:nvSpPr>
        <p:spPr>
          <a:xfrm>
            <a:off x="866267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8" name="Shape 70"/>
          <p:cNvSpPr/>
          <p:nvPr/>
        </p:nvSpPr>
        <p:spPr>
          <a:xfrm>
            <a:off x="889254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9" name="Shape 71"/>
          <p:cNvSpPr/>
          <p:nvPr/>
        </p:nvSpPr>
        <p:spPr>
          <a:xfrm>
            <a:off x="202692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0" name="Shape 72"/>
          <p:cNvSpPr/>
          <p:nvPr/>
        </p:nvSpPr>
        <p:spPr>
          <a:xfrm>
            <a:off x="217805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1" name="Shape 73"/>
          <p:cNvSpPr/>
          <p:nvPr/>
        </p:nvSpPr>
        <p:spPr>
          <a:xfrm>
            <a:off x="232918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2" name="Shape 74"/>
          <p:cNvSpPr/>
          <p:nvPr/>
        </p:nvSpPr>
        <p:spPr>
          <a:xfrm>
            <a:off x="248031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3" name="Shape 75"/>
          <p:cNvSpPr/>
          <p:nvPr/>
        </p:nvSpPr>
        <p:spPr>
          <a:xfrm>
            <a:off x="263144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4" name="Shape 76"/>
          <p:cNvSpPr/>
          <p:nvPr/>
        </p:nvSpPr>
        <p:spPr>
          <a:xfrm>
            <a:off x="278257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5" name="Text 77"/>
          <p:cNvSpPr/>
          <p:nvPr/>
        </p:nvSpPr>
        <p:spPr>
          <a:xfrm>
            <a:off x="231521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96" name="Shape 78"/>
          <p:cNvSpPr/>
          <p:nvPr/>
        </p:nvSpPr>
        <p:spPr>
          <a:xfrm>
            <a:off x="298577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7" name="Shape 79"/>
          <p:cNvSpPr/>
          <p:nvPr/>
        </p:nvSpPr>
        <p:spPr>
          <a:xfrm>
            <a:off x="313690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8" name="Shape 80"/>
          <p:cNvSpPr/>
          <p:nvPr/>
        </p:nvSpPr>
        <p:spPr>
          <a:xfrm>
            <a:off x="328803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9" name="Shape 81"/>
          <p:cNvSpPr/>
          <p:nvPr/>
        </p:nvSpPr>
        <p:spPr>
          <a:xfrm>
            <a:off x="343916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0" name="Shape 82"/>
          <p:cNvSpPr/>
          <p:nvPr/>
        </p:nvSpPr>
        <p:spPr>
          <a:xfrm>
            <a:off x="359029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1" name="Shape 83"/>
          <p:cNvSpPr/>
          <p:nvPr/>
        </p:nvSpPr>
        <p:spPr>
          <a:xfrm>
            <a:off x="374142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2" name="Text 84"/>
          <p:cNvSpPr/>
          <p:nvPr/>
        </p:nvSpPr>
        <p:spPr>
          <a:xfrm>
            <a:off x="327406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3" name="Shape 85"/>
          <p:cNvSpPr/>
          <p:nvPr/>
        </p:nvSpPr>
        <p:spPr>
          <a:xfrm>
            <a:off x="395351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4" name="Shape 86"/>
          <p:cNvSpPr/>
          <p:nvPr/>
        </p:nvSpPr>
        <p:spPr>
          <a:xfrm>
            <a:off x="410464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5" name="Shape 87"/>
          <p:cNvSpPr/>
          <p:nvPr/>
        </p:nvSpPr>
        <p:spPr>
          <a:xfrm>
            <a:off x="425577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6" name="Shape 88"/>
          <p:cNvSpPr/>
          <p:nvPr/>
        </p:nvSpPr>
        <p:spPr>
          <a:xfrm>
            <a:off x="440690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7" name="Shape 89"/>
          <p:cNvSpPr/>
          <p:nvPr/>
        </p:nvSpPr>
        <p:spPr>
          <a:xfrm>
            <a:off x="455803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8" name="Shape 90"/>
          <p:cNvSpPr/>
          <p:nvPr/>
        </p:nvSpPr>
        <p:spPr>
          <a:xfrm>
            <a:off x="470916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9" name="Text 91"/>
          <p:cNvSpPr/>
          <p:nvPr/>
        </p:nvSpPr>
        <p:spPr>
          <a:xfrm>
            <a:off x="424180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0" name="Shape 92"/>
          <p:cNvSpPr/>
          <p:nvPr/>
        </p:nvSpPr>
        <p:spPr>
          <a:xfrm>
            <a:off x="491871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1" name="Shape 93"/>
          <p:cNvSpPr/>
          <p:nvPr/>
        </p:nvSpPr>
        <p:spPr>
          <a:xfrm>
            <a:off x="506984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2" name="Shape 94"/>
          <p:cNvSpPr/>
          <p:nvPr/>
        </p:nvSpPr>
        <p:spPr>
          <a:xfrm>
            <a:off x="522097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3" name="Shape 95"/>
          <p:cNvSpPr/>
          <p:nvPr/>
        </p:nvSpPr>
        <p:spPr>
          <a:xfrm>
            <a:off x="537210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4" name="Shape 96"/>
          <p:cNvSpPr/>
          <p:nvPr/>
        </p:nvSpPr>
        <p:spPr>
          <a:xfrm>
            <a:off x="552323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5" name="Shape 97"/>
          <p:cNvSpPr/>
          <p:nvPr/>
        </p:nvSpPr>
        <p:spPr>
          <a:xfrm>
            <a:off x="567436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6" name="Text 98"/>
          <p:cNvSpPr/>
          <p:nvPr/>
        </p:nvSpPr>
        <p:spPr>
          <a:xfrm>
            <a:off x="520700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7" name="Shape 99"/>
          <p:cNvSpPr/>
          <p:nvPr/>
        </p:nvSpPr>
        <p:spPr>
          <a:xfrm>
            <a:off x="587756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8" name="Shape 100"/>
          <p:cNvSpPr/>
          <p:nvPr/>
        </p:nvSpPr>
        <p:spPr>
          <a:xfrm>
            <a:off x="602869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9" name="Shape 101"/>
          <p:cNvSpPr/>
          <p:nvPr/>
        </p:nvSpPr>
        <p:spPr>
          <a:xfrm>
            <a:off x="617982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0" name="Shape 102"/>
          <p:cNvSpPr/>
          <p:nvPr/>
        </p:nvSpPr>
        <p:spPr>
          <a:xfrm>
            <a:off x="633095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1" name="Shape 103"/>
          <p:cNvSpPr/>
          <p:nvPr/>
        </p:nvSpPr>
        <p:spPr>
          <a:xfrm>
            <a:off x="648208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2" name="Shape 104"/>
          <p:cNvSpPr/>
          <p:nvPr/>
        </p:nvSpPr>
        <p:spPr>
          <a:xfrm>
            <a:off x="663321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3" name="Text 105"/>
          <p:cNvSpPr/>
          <p:nvPr/>
        </p:nvSpPr>
        <p:spPr>
          <a:xfrm>
            <a:off x="616585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24" name="Shape 106"/>
          <p:cNvSpPr/>
          <p:nvPr/>
        </p:nvSpPr>
        <p:spPr>
          <a:xfrm>
            <a:off x="684276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5" name="Shape 107"/>
          <p:cNvSpPr/>
          <p:nvPr/>
        </p:nvSpPr>
        <p:spPr>
          <a:xfrm>
            <a:off x="699389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6" name="Shape 108"/>
          <p:cNvSpPr/>
          <p:nvPr/>
        </p:nvSpPr>
        <p:spPr>
          <a:xfrm>
            <a:off x="714502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7" name="Shape 109"/>
          <p:cNvSpPr/>
          <p:nvPr/>
        </p:nvSpPr>
        <p:spPr>
          <a:xfrm>
            <a:off x="729615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8" name="Shape 110"/>
          <p:cNvSpPr/>
          <p:nvPr/>
        </p:nvSpPr>
        <p:spPr>
          <a:xfrm>
            <a:off x="744728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9" name="Shape 111"/>
          <p:cNvSpPr/>
          <p:nvPr/>
        </p:nvSpPr>
        <p:spPr>
          <a:xfrm>
            <a:off x="759841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0" name="Text 112"/>
          <p:cNvSpPr/>
          <p:nvPr/>
        </p:nvSpPr>
        <p:spPr>
          <a:xfrm>
            <a:off x="713105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31" name="Shape 113"/>
          <p:cNvSpPr/>
          <p:nvPr/>
        </p:nvSpPr>
        <p:spPr>
          <a:xfrm>
            <a:off x="935482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2" name="Shape 114"/>
          <p:cNvSpPr/>
          <p:nvPr/>
        </p:nvSpPr>
        <p:spPr>
          <a:xfrm>
            <a:off x="950595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3" name="Shape 115"/>
          <p:cNvSpPr/>
          <p:nvPr/>
        </p:nvSpPr>
        <p:spPr>
          <a:xfrm>
            <a:off x="965708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4" name="Shape 116"/>
          <p:cNvSpPr/>
          <p:nvPr/>
        </p:nvSpPr>
        <p:spPr>
          <a:xfrm>
            <a:off x="980821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5" name="Shape 117"/>
          <p:cNvSpPr/>
          <p:nvPr/>
        </p:nvSpPr>
        <p:spPr>
          <a:xfrm>
            <a:off x="995934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6" name="Shape 118"/>
          <p:cNvSpPr/>
          <p:nvPr/>
        </p:nvSpPr>
        <p:spPr>
          <a:xfrm>
            <a:off x="1011047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7" name="Text 119"/>
          <p:cNvSpPr/>
          <p:nvPr/>
        </p:nvSpPr>
        <p:spPr>
          <a:xfrm>
            <a:off x="964311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138" name="Shape 120"/>
          <p:cNvSpPr/>
          <p:nvPr/>
        </p:nvSpPr>
        <p:spPr>
          <a:xfrm>
            <a:off x="1030224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9" name="Shape 121"/>
          <p:cNvSpPr/>
          <p:nvPr/>
        </p:nvSpPr>
        <p:spPr>
          <a:xfrm>
            <a:off x="1045337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0" name="Shape 122"/>
          <p:cNvSpPr/>
          <p:nvPr/>
        </p:nvSpPr>
        <p:spPr>
          <a:xfrm>
            <a:off x="1060450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1" name="Shape 123"/>
          <p:cNvSpPr/>
          <p:nvPr/>
        </p:nvSpPr>
        <p:spPr>
          <a:xfrm>
            <a:off x="1075563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2" name="Shape 124"/>
          <p:cNvSpPr/>
          <p:nvPr/>
        </p:nvSpPr>
        <p:spPr>
          <a:xfrm>
            <a:off x="1090676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3" name="Shape 125"/>
          <p:cNvSpPr/>
          <p:nvPr/>
        </p:nvSpPr>
        <p:spPr>
          <a:xfrm>
            <a:off x="1105789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4" name="Text 126"/>
          <p:cNvSpPr/>
          <p:nvPr/>
        </p:nvSpPr>
        <p:spPr>
          <a:xfrm>
            <a:off x="1059053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45" name="Shape 127"/>
          <p:cNvSpPr/>
          <p:nvPr/>
        </p:nvSpPr>
        <p:spPr>
          <a:xfrm>
            <a:off x="797052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6" name="Shape 128"/>
          <p:cNvSpPr/>
          <p:nvPr/>
        </p:nvSpPr>
        <p:spPr>
          <a:xfrm>
            <a:off x="820166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7" name="Shape 129"/>
          <p:cNvSpPr/>
          <p:nvPr/>
        </p:nvSpPr>
        <p:spPr>
          <a:xfrm>
            <a:off x="843153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8" name="Shape 130"/>
          <p:cNvSpPr/>
          <p:nvPr/>
        </p:nvSpPr>
        <p:spPr>
          <a:xfrm>
            <a:off x="866267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9" name="Shape 131"/>
          <p:cNvSpPr/>
          <p:nvPr/>
        </p:nvSpPr>
        <p:spPr>
          <a:xfrm>
            <a:off x="889254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50" name="Shape 132"/>
          <p:cNvSpPr/>
          <p:nvPr/>
        </p:nvSpPr>
        <p:spPr>
          <a:xfrm>
            <a:off x="202692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1" name="Shape 133"/>
          <p:cNvSpPr/>
          <p:nvPr/>
        </p:nvSpPr>
        <p:spPr>
          <a:xfrm>
            <a:off x="217805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2" name="Shape 134"/>
          <p:cNvSpPr/>
          <p:nvPr/>
        </p:nvSpPr>
        <p:spPr>
          <a:xfrm>
            <a:off x="232918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3" name="Shape 135"/>
          <p:cNvSpPr/>
          <p:nvPr/>
        </p:nvSpPr>
        <p:spPr>
          <a:xfrm>
            <a:off x="248031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4" name="Shape 136"/>
          <p:cNvSpPr/>
          <p:nvPr/>
        </p:nvSpPr>
        <p:spPr>
          <a:xfrm>
            <a:off x="263144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5" name="Shape 137"/>
          <p:cNvSpPr/>
          <p:nvPr/>
        </p:nvSpPr>
        <p:spPr>
          <a:xfrm>
            <a:off x="278257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6" name="Text 138"/>
          <p:cNvSpPr/>
          <p:nvPr/>
        </p:nvSpPr>
        <p:spPr>
          <a:xfrm>
            <a:off x="231521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57" name="Shape 139"/>
          <p:cNvSpPr/>
          <p:nvPr/>
        </p:nvSpPr>
        <p:spPr>
          <a:xfrm>
            <a:off x="298577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8" name="Shape 140"/>
          <p:cNvSpPr/>
          <p:nvPr/>
        </p:nvSpPr>
        <p:spPr>
          <a:xfrm>
            <a:off x="313690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9" name="Shape 141"/>
          <p:cNvSpPr/>
          <p:nvPr/>
        </p:nvSpPr>
        <p:spPr>
          <a:xfrm>
            <a:off x="328803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0" name="Shape 142"/>
          <p:cNvSpPr/>
          <p:nvPr/>
        </p:nvSpPr>
        <p:spPr>
          <a:xfrm>
            <a:off x="343916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1" name="Shape 143"/>
          <p:cNvSpPr/>
          <p:nvPr/>
        </p:nvSpPr>
        <p:spPr>
          <a:xfrm>
            <a:off x="359029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2" name="Shape 144"/>
          <p:cNvSpPr/>
          <p:nvPr/>
        </p:nvSpPr>
        <p:spPr>
          <a:xfrm>
            <a:off x="374142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3" name="Text 145"/>
          <p:cNvSpPr/>
          <p:nvPr/>
        </p:nvSpPr>
        <p:spPr>
          <a:xfrm>
            <a:off x="327406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4" name="Shape 146"/>
          <p:cNvSpPr/>
          <p:nvPr/>
        </p:nvSpPr>
        <p:spPr>
          <a:xfrm>
            <a:off x="395351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5" name="Shape 147"/>
          <p:cNvSpPr/>
          <p:nvPr/>
        </p:nvSpPr>
        <p:spPr>
          <a:xfrm>
            <a:off x="410464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6" name="Shape 148"/>
          <p:cNvSpPr/>
          <p:nvPr/>
        </p:nvSpPr>
        <p:spPr>
          <a:xfrm>
            <a:off x="425577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7" name="Shape 149"/>
          <p:cNvSpPr/>
          <p:nvPr/>
        </p:nvSpPr>
        <p:spPr>
          <a:xfrm>
            <a:off x="440690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8" name="Shape 150"/>
          <p:cNvSpPr/>
          <p:nvPr/>
        </p:nvSpPr>
        <p:spPr>
          <a:xfrm>
            <a:off x="455803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9" name="Shape 151"/>
          <p:cNvSpPr/>
          <p:nvPr/>
        </p:nvSpPr>
        <p:spPr>
          <a:xfrm>
            <a:off x="470916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0" name="Text 152"/>
          <p:cNvSpPr/>
          <p:nvPr/>
        </p:nvSpPr>
        <p:spPr>
          <a:xfrm>
            <a:off x="424180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1" name="Shape 153"/>
          <p:cNvSpPr/>
          <p:nvPr/>
        </p:nvSpPr>
        <p:spPr>
          <a:xfrm>
            <a:off x="491871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2" name="Shape 154"/>
          <p:cNvSpPr/>
          <p:nvPr/>
        </p:nvSpPr>
        <p:spPr>
          <a:xfrm>
            <a:off x="506984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3" name="Shape 155"/>
          <p:cNvSpPr/>
          <p:nvPr/>
        </p:nvSpPr>
        <p:spPr>
          <a:xfrm>
            <a:off x="522097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4" name="Shape 156"/>
          <p:cNvSpPr/>
          <p:nvPr/>
        </p:nvSpPr>
        <p:spPr>
          <a:xfrm>
            <a:off x="537210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5" name="Shape 157"/>
          <p:cNvSpPr/>
          <p:nvPr/>
        </p:nvSpPr>
        <p:spPr>
          <a:xfrm>
            <a:off x="552323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6" name="Shape 158"/>
          <p:cNvSpPr/>
          <p:nvPr/>
        </p:nvSpPr>
        <p:spPr>
          <a:xfrm>
            <a:off x="567436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7" name="Text 159"/>
          <p:cNvSpPr/>
          <p:nvPr/>
        </p:nvSpPr>
        <p:spPr>
          <a:xfrm>
            <a:off x="520700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8" name="Shape 160"/>
          <p:cNvSpPr/>
          <p:nvPr/>
        </p:nvSpPr>
        <p:spPr>
          <a:xfrm>
            <a:off x="587756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9" name="Shape 161"/>
          <p:cNvSpPr/>
          <p:nvPr/>
        </p:nvSpPr>
        <p:spPr>
          <a:xfrm>
            <a:off x="602869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0" name="Shape 162"/>
          <p:cNvSpPr/>
          <p:nvPr/>
        </p:nvSpPr>
        <p:spPr>
          <a:xfrm>
            <a:off x="617982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1" name="Shape 163"/>
          <p:cNvSpPr/>
          <p:nvPr/>
        </p:nvSpPr>
        <p:spPr>
          <a:xfrm>
            <a:off x="633095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2" name="Shape 164"/>
          <p:cNvSpPr/>
          <p:nvPr/>
        </p:nvSpPr>
        <p:spPr>
          <a:xfrm>
            <a:off x="648208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3" name="Shape 165"/>
          <p:cNvSpPr/>
          <p:nvPr/>
        </p:nvSpPr>
        <p:spPr>
          <a:xfrm>
            <a:off x="663321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4" name="Text 166"/>
          <p:cNvSpPr/>
          <p:nvPr/>
        </p:nvSpPr>
        <p:spPr>
          <a:xfrm>
            <a:off x="616585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5" name="Shape 167"/>
          <p:cNvSpPr/>
          <p:nvPr/>
        </p:nvSpPr>
        <p:spPr>
          <a:xfrm>
            <a:off x="684276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6" name="Shape 168"/>
          <p:cNvSpPr/>
          <p:nvPr/>
        </p:nvSpPr>
        <p:spPr>
          <a:xfrm>
            <a:off x="699389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7" name="Shape 169"/>
          <p:cNvSpPr/>
          <p:nvPr/>
        </p:nvSpPr>
        <p:spPr>
          <a:xfrm>
            <a:off x="714502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8" name="Shape 170"/>
          <p:cNvSpPr/>
          <p:nvPr/>
        </p:nvSpPr>
        <p:spPr>
          <a:xfrm>
            <a:off x="729615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9" name="Shape 171"/>
          <p:cNvSpPr/>
          <p:nvPr/>
        </p:nvSpPr>
        <p:spPr>
          <a:xfrm>
            <a:off x="744728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0" name="Shape 172"/>
          <p:cNvSpPr/>
          <p:nvPr/>
        </p:nvSpPr>
        <p:spPr>
          <a:xfrm>
            <a:off x="759841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1" name="Text 173"/>
          <p:cNvSpPr/>
          <p:nvPr/>
        </p:nvSpPr>
        <p:spPr>
          <a:xfrm>
            <a:off x="713105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2" name="Shape 174"/>
          <p:cNvSpPr/>
          <p:nvPr/>
        </p:nvSpPr>
        <p:spPr>
          <a:xfrm>
            <a:off x="935482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3" name="Shape 175"/>
          <p:cNvSpPr/>
          <p:nvPr/>
        </p:nvSpPr>
        <p:spPr>
          <a:xfrm>
            <a:off x="950595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4" name="Shape 176"/>
          <p:cNvSpPr/>
          <p:nvPr/>
        </p:nvSpPr>
        <p:spPr>
          <a:xfrm>
            <a:off x="965708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5" name="Shape 177"/>
          <p:cNvSpPr/>
          <p:nvPr/>
        </p:nvSpPr>
        <p:spPr>
          <a:xfrm>
            <a:off x="980821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6" name="Shape 178"/>
          <p:cNvSpPr/>
          <p:nvPr/>
        </p:nvSpPr>
        <p:spPr>
          <a:xfrm>
            <a:off x="995934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7" name="Shape 179"/>
          <p:cNvSpPr/>
          <p:nvPr/>
        </p:nvSpPr>
        <p:spPr>
          <a:xfrm>
            <a:off x="1011047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8" name="Text 180"/>
          <p:cNvSpPr/>
          <p:nvPr/>
        </p:nvSpPr>
        <p:spPr>
          <a:xfrm>
            <a:off x="964311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199" name="Shape 181"/>
          <p:cNvSpPr/>
          <p:nvPr/>
        </p:nvSpPr>
        <p:spPr>
          <a:xfrm>
            <a:off x="1030224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0" name="Shape 182"/>
          <p:cNvSpPr/>
          <p:nvPr/>
        </p:nvSpPr>
        <p:spPr>
          <a:xfrm>
            <a:off x="1045337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1" name="Shape 183"/>
          <p:cNvSpPr/>
          <p:nvPr/>
        </p:nvSpPr>
        <p:spPr>
          <a:xfrm>
            <a:off x="1060450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2" name="Shape 184"/>
          <p:cNvSpPr/>
          <p:nvPr/>
        </p:nvSpPr>
        <p:spPr>
          <a:xfrm>
            <a:off x="1075563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3" name="Shape 185"/>
          <p:cNvSpPr/>
          <p:nvPr/>
        </p:nvSpPr>
        <p:spPr>
          <a:xfrm>
            <a:off x="1090676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4" name="Shape 186"/>
          <p:cNvSpPr/>
          <p:nvPr/>
        </p:nvSpPr>
        <p:spPr>
          <a:xfrm>
            <a:off x="1105789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5" name="Text 187"/>
          <p:cNvSpPr/>
          <p:nvPr/>
        </p:nvSpPr>
        <p:spPr>
          <a:xfrm>
            <a:off x="1059053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206" name="Shape 188"/>
          <p:cNvSpPr/>
          <p:nvPr/>
        </p:nvSpPr>
        <p:spPr>
          <a:xfrm>
            <a:off x="797052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7" name="Shape 189"/>
          <p:cNvSpPr/>
          <p:nvPr/>
        </p:nvSpPr>
        <p:spPr>
          <a:xfrm>
            <a:off x="820166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8" name="Shape 190"/>
          <p:cNvSpPr/>
          <p:nvPr/>
        </p:nvSpPr>
        <p:spPr>
          <a:xfrm>
            <a:off x="843153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9" name="Shape 191"/>
          <p:cNvSpPr/>
          <p:nvPr/>
        </p:nvSpPr>
        <p:spPr>
          <a:xfrm>
            <a:off x="866267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10" name="Shape 192"/>
          <p:cNvSpPr/>
          <p:nvPr/>
        </p:nvSpPr>
        <p:spPr>
          <a:xfrm>
            <a:off x="889254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11" name="Shape 193"/>
          <p:cNvSpPr/>
          <p:nvPr/>
        </p:nvSpPr>
        <p:spPr>
          <a:xfrm>
            <a:off x="1936750" y="2724150"/>
            <a:ext cx="9494520" cy="797560"/>
          </a:xfrm>
          <a:prstGeom prst="roundRect">
            <a:avLst>
              <a:gd name="adj" fmla="val 5732"/>
            </a:avLst>
          </a:prstGeom>
          <a:solidFill>
            <a:srgbClr val="E9B172"/>
          </a:solidFill>
          <a:ln w="19050">
            <a:solidFill>
              <a:srgbClr val="8A4A3C"/>
            </a:solidFill>
            <a:prstDash val="solid"/>
          </a:ln>
        </p:spPr>
      </p:sp>
      <p:sp>
        <p:nvSpPr>
          <p:cNvPr id="212" name="Text 194"/>
          <p:cNvSpPr/>
          <p:nvPr/>
        </p:nvSpPr>
        <p:spPr>
          <a:xfrm>
            <a:off x="2247900" y="2746489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6E3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700" dirty="0"/>
          </a:p>
        </p:txBody>
      </p:sp>
      <p:sp>
        <p:nvSpPr>
          <p:cNvPr id="213" name="Shape 195"/>
          <p:cNvSpPr/>
          <p:nvPr/>
        </p:nvSpPr>
        <p:spPr>
          <a:xfrm>
            <a:off x="20078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214" name="Shape 196"/>
          <p:cNvSpPr/>
          <p:nvPr/>
        </p:nvSpPr>
        <p:spPr>
          <a:xfrm>
            <a:off x="22999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5" name="Shape 197"/>
          <p:cNvSpPr/>
          <p:nvPr/>
        </p:nvSpPr>
        <p:spPr>
          <a:xfrm>
            <a:off x="22999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6" name="Shape 198"/>
          <p:cNvSpPr/>
          <p:nvPr/>
        </p:nvSpPr>
        <p:spPr>
          <a:xfrm>
            <a:off x="22999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7" name="Shape 199"/>
          <p:cNvSpPr/>
          <p:nvPr/>
        </p:nvSpPr>
        <p:spPr>
          <a:xfrm>
            <a:off x="22999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8" name="Shape 200"/>
          <p:cNvSpPr/>
          <p:nvPr/>
        </p:nvSpPr>
        <p:spPr>
          <a:xfrm>
            <a:off x="22999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9" name="Shape 201"/>
          <p:cNvSpPr/>
          <p:nvPr/>
        </p:nvSpPr>
        <p:spPr>
          <a:xfrm>
            <a:off x="22999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0" name="Shape 202"/>
          <p:cNvSpPr/>
          <p:nvPr/>
        </p:nvSpPr>
        <p:spPr>
          <a:xfrm>
            <a:off x="22999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1" name="Shape 203"/>
          <p:cNvSpPr/>
          <p:nvPr/>
        </p:nvSpPr>
        <p:spPr>
          <a:xfrm>
            <a:off x="22999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2" name="Shape 204"/>
          <p:cNvSpPr/>
          <p:nvPr/>
        </p:nvSpPr>
        <p:spPr>
          <a:xfrm>
            <a:off x="22999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3" name="Shape 205"/>
          <p:cNvSpPr/>
          <p:nvPr/>
        </p:nvSpPr>
        <p:spPr>
          <a:xfrm>
            <a:off x="23952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4" name="Shape 206"/>
          <p:cNvSpPr/>
          <p:nvPr/>
        </p:nvSpPr>
        <p:spPr>
          <a:xfrm>
            <a:off x="23952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5" name="Shape 207"/>
          <p:cNvSpPr/>
          <p:nvPr/>
        </p:nvSpPr>
        <p:spPr>
          <a:xfrm>
            <a:off x="23952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6" name="Shape 208"/>
          <p:cNvSpPr/>
          <p:nvPr/>
        </p:nvSpPr>
        <p:spPr>
          <a:xfrm>
            <a:off x="23952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7" name="Shape 209"/>
          <p:cNvSpPr/>
          <p:nvPr/>
        </p:nvSpPr>
        <p:spPr>
          <a:xfrm>
            <a:off x="23952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8" name="Shape 210"/>
          <p:cNvSpPr/>
          <p:nvPr/>
        </p:nvSpPr>
        <p:spPr>
          <a:xfrm>
            <a:off x="23952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9" name="Shape 211"/>
          <p:cNvSpPr/>
          <p:nvPr/>
        </p:nvSpPr>
        <p:spPr>
          <a:xfrm>
            <a:off x="23952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0" name="Shape 212"/>
          <p:cNvSpPr/>
          <p:nvPr/>
        </p:nvSpPr>
        <p:spPr>
          <a:xfrm>
            <a:off x="23952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1" name="Shape 213"/>
          <p:cNvSpPr/>
          <p:nvPr/>
        </p:nvSpPr>
        <p:spPr>
          <a:xfrm>
            <a:off x="23952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2" name="Shape 214"/>
          <p:cNvSpPr/>
          <p:nvPr/>
        </p:nvSpPr>
        <p:spPr>
          <a:xfrm>
            <a:off x="24904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3" name="Shape 215"/>
          <p:cNvSpPr/>
          <p:nvPr/>
        </p:nvSpPr>
        <p:spPr>
          <a:xfrm>
            <a:off x="24904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4" name="Shape 216"/>
          <p:cNvSpPr/>
          <p:nvPr/>
        </p:nvSpPr>
        <p:spPr>
          <a:xfrm>
            <a:off x="24904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5" name="Shape 217"/>
          <p:cNvSpPr/>
          <p:nvPr/>
        </p:nvSpPr>
        <p:spPr>
          <a:xfrm>
            <a:off x="24904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6" name="Shape 218"/>
          <p:cNvSpPr/>
          <p:nvPr/>
        </p:nvSpPr>
        <p:spPr>
          <a:xfrm>
            <a:off x="24904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7" name="Shape 219"/>
          <p:cNvSpPr/>
          <p:nvPr/>
        </p:nvSpPr>
        <p:spPr>
          <a:xfrm>
            <a:off x="24904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8" name="Shape 220"/>
          <p:cNvSpPr/>
          <p:nvPr/>
        </p:nvSpPr>
        <p:spPr>
          <a:xfrm>
            <a:off x="24904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9" name="Shape 221"/>
          <p:cNvSpPr/>
          <p:nvPr/>
        </p:nvSpPr>
        <p:spPr>
          <a:xfrm>
            <a:off x="24904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0" name="Shape 222"/>
          <p:cNvSpPr/>
          <p:nvPr/>
        </p:nvSpPr>
        <p:spPr>
          <a:xfrm>
            <a:off x="24904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1" name="Shape 223"/>
          <p:cNvSpPr/>
          <p:nvPr/>
        </p:nvSpPr>
        <p:spPr>
          <a:xfrm>
            <a:off x="25857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2" name="Shape 224"/>
          <p:cNvSpPr/>
          <p:nvPr/>
        </p:nvSpPr>
        <p:spPr>
          <a:xfrm>
            <a:off x="25857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3" name="Shape 225"/>
          <p:cNvSpPr/>
          <p:nvPr/>
        </p:nvSpPr>
        <p:spPr>
          <a:xfrm>
            <a:off x="25857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4" name="Shape 226"/>
          <p:cNvSpPr/>
          <p:nvPr/>
        </p:nvSpPr>
        <p:spPr>
          <a:xfrm>
            <a:off x="25857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5" name="Shape 227"/>
          <p:cNvSpPr/>
          <p:nvPr/>
        </p:nvSpPr>
        <p:spPr>
          <a:xfrm>
            <a:off x="25857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6" name="Shape 228"/>
          <p:cNvSpPr/>
          <p:nvPr/>
        </p:nvSpPr>
        <p:spPr>
          <a:xfrm>
            <a:off x="25857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7" name="Shape 229"/>
          <p:cNvSpPr/>
          <p:nvPr/>
        </p:nvSpPr>
        <p:spPr>
          <a:xfrm>
            <a:off x="25857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8" name="Shape 230"/>
          <p:cNvSpPr/>
          <p:nvPr/>
        </p:nvSpPr>
        <p:spPr>
          <a:xfrm>
            <a:off x="25857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9" name="Shape 231"/>
          <p:cNvSpPr/>
          <p:nvPr/>
        </p:nvSpPr>
        <p:spPr>
          <a:xfrm>
            <a:off x="25857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0" name="Shape 232"/>
          <p:cNvSpPr/>
          <p:nvPr/>
        </p:nvSpPr>
        <p:spPr>
          <a:xfrm>
            <a:off x="26809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1" name="Shape 233"/>
          <p:cNvSpPr/>
          <p:nvPr/>
        </p:nvSpPr>
        <p:spPr>
          <a:xfrm>
            <a:off x="26809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2" name="Shape 234"/>
          <p:cNvSpPr/>
          <p:nvPr/>
        </p:nvSpPr>
        <p:spPr>
          <a:xfrm>
            <a:off x="26809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3" name="Shape 235"/>
          <p:cNvSpPr/>
          <p:nvPr/>
        </p:nvSpPr>
        <p:spPr>
          <a:xfrm>
            <a:off x="26809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4" name="Shape 236"/>
          <p:cNvSpPr/>
          <p:nvPr/>
        </p:nvSpPr>
        <p:spPr>
          <a:xfrm>
            <a:off x="26809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5" name="Shape 237"/>
          <p:cNvSpPr/>
          <p:nvPr/>
        </p:nvSpPr>
        <p:spPr>
          <a:xfrm>
            <a:off x="26809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6" name="Shape 238"/>
          <p:cNvSpPr/>
          <p:nvPr/>
        </p:nvSpPr>
        <p:spPr>
          <a:xfrm>
            <a:off x="26809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7" name="Shape 239"/>
          <p:cNvSpPr/>
          <p:nvPr/>
        </p:nvSpPr>
        <p:spPr>
          <a:xfrm>
            <a:off x="26809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8" name="Shape 240"/>
          <p:cNvSpPr/>
          <p:nvPr/>
        </p:nvSpPr>
        <p:spPr>
          <a:xfrm>
            <a:off x="26809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9" name="Shape 241"/>
          <p:cNvSpPr/>
          <p:nvPr/>
        </p:nvSpPr>
        <p:spPr>
          <a:xfrm>
            <a:off x="2265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0" name="Shape 242"/>
          <p:cNvSpPr/>
          <p:nvPr/>
        </p:nvSpPr>
        <p:spPr>
          <a:xfrm>
            <a:off x="2360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1" name="Shape 243"/>
          <p:cNvSpPr/>
          <p:nvPr/>
        </p:nvSpPr>
        <p:spPr>
          <a:xfrm>
            <a:off x="24555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2" name="Shape 244"/>
          <p:cNvSpPr/>
          <p:nvPr/>
        </p:nvSpPr>
        <p:spPr>
          <a:xfrm>
            <a:off x="25507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3" name="Shape 245"/>
          <p:cNvSpPr/>
          <p:nvPr/>
        </p:nvSpPr>
        <p:spPr>
          <a:xfrm>
            <a:off x="2646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4" name="Shape 246"/>
          <p:cNvSpPr/>
          <p:nvPr/>
        </p:nvSpPr>
        <p:spPr>
          <a:xfrm>
            <a:off x="19780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5" name="Shape 247"/>
          <p:cNvSpPr/>
          <p:nvPr/>
        </p:nvSpPr>
        <p:spPr>
          <a:xfrm>
            <a:off x="20974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6" name="Shape 248"/>
          <p:cNvSpPr/>
          <p:nvPr/>
        </p:nvSpPr>
        <p:spPr>
          <a:xfrm>
            <a:off x="22167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7" name="Shape 249"/>
          <p:cNvSpPr/>
          <p:nvPr/>
        </p:nvSpPr>
        <p:spPr>
          <a:xfrm>
            <a:off x="23361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8" name="Shape 250"/>
          <p:cNvSpPr/>
          <p:nvPr/>
        </p:nvSpPr>
        <p:spPr>
          <a:xfrm>
            <a:off x="24555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9" name="Shape 251"/>
          <p:cNvSpPr/>
          <p:nvPr/>
        </p:nvSpPr>
        <p:spPr>
          <a:xfrm>
            <a:off x="25749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0" name="Shape 252"/>
          <p:cNvSpPr/>
          <p:nvPr/>
        </p:nvSpPr>
        <p:spPr>
          <a:xfrm>
            <a:off x="26943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1" name="Shape 253"/>
          <p:cNvSpPr/>
          <p:nvPr/>
        </p:nvSpPr>
        <p:spPr>
          <a:xfrm>
            <a:off x="28136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2" name="Shape 254"/>
          <p:cNvSpPr/>
          <p:nvPr/>
        </p:nvSpPr>
        <p:spPr>
          <a:xfrm>
            <a:off x="29330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3" name="Text 255"/>
          <p:cNvSpPr/>
          <p:nvPr/>
        </p:nvSpPr>
        <p:spPr>
          <a:xfrm>
            <a:off x="26428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74" name="Shape 256"/>
          <p:cNvSpPr/>
          <p:nvPr/>
        </p:nvSpPr>
        <p:spPr>
          <a:xfrm>
            <a:off x="30429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275" name="Shape 257"/>
          <p:cNvSpPr/>
          <p:nvPr/>
        </p:nvSpPr>
        <p:spPr>
          <a:xfrm>
            <a:off x="33350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6" name="Shape 258"/>
          <p:cNvSpPr/>
          <p:nvPr/>
        </p:nvSpPr>
        <p:spPr>
          <a:xfrm>
            <a:off x="33350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7" name="Shape 259"/>
          <p:cNvSpPr/>
          <p:nvPr/>
        </p:nvSpPr>
        <p:spPr>
          <a:xfrm>
            <a:off x="33350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8" name="Shape 260"/>
          <p:cNvSpPr/>
          <p:nvPr/>
        </p:nvSpPr>
        <p:spPr>
          <a:xfrm>
            <a:off x="33350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9" name="Shape 261"/>
          <p:cNvSpPr/>
          <p:nvPr/>
        </p:nvSpPr>
        <p:spPr>
          <a:xfrm>
            <a:off x="33350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0" name="Shape 262"/>
          <p:cNvSpPr/>
          <p:nvPr/>
        </p:nvSpPr>
        <p:spPr>
          <a:xfrm>
            <a:off x="33350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1" name="Shape 263"/>
          <p:cNvSpPr/>
          <p:nvPr/>
        </p:nvSpPr>
        <p:spPr>
          <a:xfrm>
            <a:off x="33350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2" name="Shape 264"/>
          <p:cNvSpPr/>
          <p:nvPr/>
        </p:nvSpPr>
        <p:spPr>
          <a:xfrm>
            <a:off x="33350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3" name="Shape 265"/>
          <p:cNvSpPr/>
          <p:nvPr/>
        </p:nvSpPr>
        <p:spPr>
          <a:xfrm>
            <a:off x="33350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4" name="Shape 266"/>
          <p:cNvSpPr/>
          <p:nvPr/>
        </p:nvSpPr>
        <p:spPr>
          <a:xfrm>
            <a:off x="34302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5" name="Shape 267"/>
          <p:cNvSpPr/>
          <p:nvPr/>
        </p:nvSpPr>
        <p:spPr>
          <a:xfrm>
            <a:off x="34302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6" name="Shape 268"/>
          <p:cNvSpPr/>
          <p:nvPr/>
        </p:nvSpPr>
        <p:spPr>
          <a:xfrm>
            <a:off x="34302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7" name="Shape 269"/>
          <p:cNvSpPr/>
          <p:nvPr/>
        </p:nvSpPr>
        <p:spPr>
          <a:xfrm>
            <a:off x="34302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8" name="Shape 270"/>
          <p:cNvSpPr/>
          <p:nvPr/>
        </p:nvSpPr>
        <p:spPr>
          <a:xfrm>
            <a:off x="34302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9" name="Shape 271"/>
          <p:cNvSpPr/>
          <p:nvPr/>
        </p:nvSpPr>
        <p:spPr>
          <a:xfrm>
            <a:off x="34302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0" name="Shape 272"/>
          <p:cNvSpPr/>
          <p:nvPr/>
        </p:nvSpPr>
        <p:spPr>
          <a:xfrm>
            <a:off x="34302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1" name="Shape 273"/>
          <p:cNvSpPr/>
          <p:nvPr/>
        </p:nvSpPr>
        <p:spPr>
          <a:xfrm>
            <a:off x="34302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2" name="Shape 274"/>
          <p:cNvSpPr/>
          <p:nvPr/>
        </p:nvSpPr>
        <p:spPr>
          <a:xfrm>
            <a:off x="34302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3" name="Shape 275"/>
          <p:cNvSpPr/>
          <p:nvPr/>
        </p:nvSpPr>
        <p:spPr>
          <a:xfrm>
            <a:off x="35255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4" name="Shape 276"/>
          <p:cNvSpPr/>
          <p:nvPr/>
        </p:nvSpPr>
        <p:spPr>
          <a:xfrm>
            <a:off x="35255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5" name="Shape 277"/>
          <p:cNvSpPr/>
          <p:nvPr/>
        </p:nvSpPr>
        <p:spPr>
          <a:xfrm>
            <a:off x="35255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6" name="Shape 278"/>
          <p:cNvSpPr/>
          <p:nvPr/>
        </p:nvSpPr>
        <p:spPr>
          <a:xfrm>
            <a:off x="35255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7" name="Shape 279"/>
          <p:cNvSpPr/>
          <p:nvPr/>
        </p:nvSpPr>
        <p:spPr>
          <a:xfrm>
            <a:off x="35255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8" name="Shape 280"/>
          <p:cNvSpPr/>
          <p:nvPr/>
        </p:nvSpPr>
        <p:spPr>
          <a:xfrm>
            <a:off x="35255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9" name="Shape 281"/>
          <p:cNvSpPr/>
          <p:nvPr/>
        </p:nvSpPr>
        <p:spPr>
          <a:xfrm>
            <a:off x="35255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0" name="Shape 282"/>
          <p:cNvSpPr/>
          <p:nvPr/>
        </p:nvSpPr>
        <p:spPr>
          <a:xfrm>
            <a:off x="35255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1" name="Shape 283"/>
          <p:cNvSpPr/>
          <p:nvPr/>
        </p:nvSpPr>
        <p:spPr>
          <a:xfrm>
            <a:off x="35255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2" name="Shape 284"/>
          <p:cNvSpPr/>
          <p:nvPr/>
        </p:nvSpPr>
        <p:spPr>
          <a:xfrm>
            <a:off x="36207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3" name="Shape 285"/>
          <p:cNvSpPr/>
          <p:nvPr/>
        </p:nvSpPr>
        <p:spPr>
          <a:xfrm>
            <a:off x="36207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4" name="Shape 286"/>
          <p:cNvSpPr/>
          <p:nvPr/>
        </p:nvSpPr>
        <p:spPr>
          <a:xfrm>
            <a:off x="36207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5" name="Shape 287"/>
          <p:cNvSpPr/>
          <p:nvPr/>
        </p:nvSpPr>
        <p:spPr>
          <a:xfrm>
            <a:off x="36207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6" name="Shape 288"/>
          <p:cNvSpPr/>
          <p:nvPr/>
        </p:nvSpPr>
        <p:spPr>
          <a:xfrm>
            <a:off x="36207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7" name="Shape 289"/>
          <p:cNvSpPr/>
          <p:nvPr/>
        </p:nvSpPr>
        <p:spPr>
          <a:xfrm>
            <a:off x="36207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8" name="Shape 290"/>
          <p:cNvSpPr/>
          <p:nvPr/>
        </p:nvSpPr>
        <p:spPr>
          <a:xfrm>
            <a:off x="36207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9" name="Shape 291"/>
          <p:cNvSpPr/>
          <p:nvPr/>
        </p:nvSpPr>
        <p:spPr>
          <a:xfrm>
            <a:off x="36207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0" name="Shape 292"/>
          <p:cNvSpPr/>
          <p:nvPr/>
        </p:nvSpPr>
        <p:spPr>
          <a:xfrm>
            <a:off x="36207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1" name="Shape 293"/>
          <p:cNvSpPr/>
          <p:nvPr/>
        </p:nvSpPr>
        <p:spPr>
          <a:xfrm>
            <a:off x="37160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2" name="Shape 294"/>
          <p:cNvSpPr/>
          <p:nvPr/>
        </p:nvSpPr>
        <p:spPr>
          <a:xfrm>
            <a:off x="37160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3" name="Shape 295"/>
          <p:cNvSpPr/>
          <p:nvPr/>
        </p:nvSpPr>
        <p:spPr>
          <a:xfrm>
            <a:off x="37160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4" name="Shape 296"/>
          <p:cNvSpPr/>
          <p:nvPr/>
        </p:nvSpPr>
        <p:spPr>
          <a:xfrm>
            <a:off x="37160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5" name="Shape 297"/>
          <p:cNvSpPr/>
          <p:nvPr/>
        </p:nvSpPr>
        <p:spPr>
          <a:xfrm>
            <a:off x="37160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6" name="Shape 298"/>
          <p:cNvSpPr/>
          <p:nvPr/>
        </p:nvSpPr>
        <p:spPr>
          <a:xfrm>
            <a:off x="37160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7" name="Shape 299"/>
          <p:cNvSpPr/>
          <p:nvPr/>
        </p:nvSpPr>
        <p:spPr>
          <a:xfrm>
            <a:off x="37160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8" name="Shape 300"/>
          <p:cNvSpPr/>
          <p:nvPr/>
        </p:nvSpPr>
        <p:spPr>
          <a:xfrm>
            <a:off x="37160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9" name="Shape 301"/>
          <p:cNvSpPr/>
          <p:nvPr/>
        </p:nvSpPr>
        <p:spPr>
          <a:xfrm>
            <a:off x="37160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20" name="Shape 302"/>
          <p:cNvSpPr/>
          <p:nvPr/>
        </p:nvSpPr>
        <p:spPr>
          <a:xfrm>
            <a:off x="33000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1" name="Shape 303"/>
          <p:cNvSpPr/>
          <p:nvPr/>
        </p:nvSpPr>
        <p:spPr>
          <a:xfrm>
            <a:off x="33953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2" name="Shape 304"/>
          <p:cNvSpPr/>
          <p:nvPr/>
        </p:nvSpPr>
        <p:spPr>
          <a:xfrm>
            <a:off x="34905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3" name="Shape 305"/>
          <p:cNvSpPr/>
          <p:nvPr/>
        </p:nvSpPr>
        <p:spPr>
          <a:xfrm>
            <a:off x="35858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4" name="Shape 306"/>
          <p:cNvSpPr/>
          <p:nvPr/>
        </p:nvSpPr>
        <p:spPr>
          <a:xfrm>
            <a:off x="36810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5" name="Shape 307"/>
          <p:cNvSpPr/>
          <p:nvPr/>
        </p:nvSpPr>
        <p:spPr>
          <a:xfrm>
            <a:off x="30130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6" name="Shape 308"/>
          <p:cNvSpPr/>
          <p:nvPr/>
        </p:nvSpPr>
        <p:spPr>
          <a:xfrm>
            <a:off x="31324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7" name="Shape 309"/>
          <p:cNvSpPr/>
          <p:nvPr/>
        </p:nvSpPr>
        <p:spPr>
          <a:xfrm>
            <a:off x="32518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8" name="Shape 310"/>
          <p:cNvSpPr/>
          <p:nvPr/>
        </p:nvSpPr>
        <p:spPr>
          <a:xfrm>
            <a:off x="33712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9" name="Shape 311"/>
          <p:cNvSpPr/>
          <p:nvPr/>
        </p:nvSpPr>
        <p:spPr>
          <a:xfrm>
            <a:off x="34905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0" name="Shape 312"/>
          <p:cNvSpPr/>
          <p:nvPr/>
        </p:nvSpPr>
        <p:spPr>
          <a:xfrm>
            <a:off x="36099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1" name="Shape 313"/>
          <p:cNvSpPr/>
          <p:nvPr/>
        </p:nvSpPr>
        <p:spPr>
          <a:xfrm>
            <a:off x="37293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2" name="Shape 314"/>
          <p:cNvSpPr/>
          <p:nvPr/>
        </p:nvSpPr>
        <p:spPr>
          <a:xfrm>
            <a:off x="38487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3" name="Shape 315"/>
          <p:cNvSpPr/>
          <p:nvPr/>
        </p:nvSpPr>
        <p:spPr>
          <a:xfrm>
            <a:off x="39681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4" name="Text 316"/>
          <p:cNvSpPr/>
          <p:nvPr/>
        </p:nvSpPr>
        <p:spPr>
          <a:xfrm>
            <a:off x="36779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35" name="Shape 317"/>
          <p:cNvSpPr/>
          <p:nvPr/>
        </p:nvSpPr>
        <p:spPr>
          <a:xfrm>
            <a:off x="40779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336" name="Shape 318"/>
          <p:cNvSpPr/>
          <p:nvPr/>
        </p:nvSpPr>
        <p:spPr>
          <a:xfrm>
            <a:off x="43700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7" name="Shape 319"/>
          <p:cNvSpPr/>
          <p:nvPr/>
        </p:nvSpPr>
        <p:spPr>
          <a:xfrm>
            <a:off x="43700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8" name="Shape 320"/>
          <p:cNvSpPr/>
          <p:nvPr/>
        </p:nvSpPr>
        <p:spPr>
          <a:xfrm>
            <a:off x="43700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9" name="Shape 321"/>
          <p:cNvSpPr/>
          <p:nvPr/>
        </p:nvSpPr>
        <p:spPr>
          <a:xfrm>
            <a:off x="43700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0" name="Shape 322"/>
          <p:cNvSpPr/>
          <p:nvPr/>
        </p:nvSpPr>
        <p:spPr>
          <a:xfrm>
            <a:off x="43700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1" name="Shape 323"/>
          <p:cNvSpPr/>
          <p:nvPr/>
        </p:nvSpPr>
        <p:spPr>
          <a:xfrm>
            <a:off x="43700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2" name="Shape 324"/>
          <p:cNvSpPr/>
          <p:nvPr/>
        </p:nvSpPr>
        <p:spPr>
          <a:xfrm>
            <a:off x="43700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3" name="Shape 325"/>
          <p:cNvSpPr/>
          <p:nvPr/>
        </p:nvSpPr>
        <p:spPr>
          <a:xfrm>
            <a:off x="43700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4" name="Shape 326"/>
          <p:cNvSpPr/>
          <p:nvPr/>
        </p:nvSpPr>
        <p:spPr>
          <a:xfrm>
            <a:off x="43700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5" name="Shape 327"/>
          <p:cNvSpPr/>
          <p:nvPr/>
        </p:nvSpPr>
        <p:spPr>
          <a:xfrm>
            <a:off x="44653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6" name="Shape 328"/>
          <p:cNvSpPr/>
          <p:nvPr/>
        </p:nvSpPr>
        <p:spPr>
          <a:xfrm>
            <a:off x="44653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7" name="Shape 329"/>
          <p:cNvSpPr/>
          <p:nvPr/>
        </p:nvSpPr>
        <p:spPr>
          <a:xfrm>
            <a:off x="44653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8" name="Shape 330"/>
          <p:cNvSpPr/>
          <p:nvPr/>
        </p:nvSpPr>
        <p:spPr>
          <a:xfrm>
            <a:off x="44653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9" name="Shape 331"/>
          <p:cNvSpPr/>
          <p:nvPr/>
        </p:nvSpPr>
        <p:spPr>
          <a:xfrm>
            <a:off x="44653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0" name="Shape 332"/>
          <p:cNvSpPr/>
          <p:nvPr/>
        </p:nvSpPr>
        <p:spPr>
          <a:xfrm>
            <a:off x="44653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1" name="Shape 333"/>
          <p:cNvSpPr/>
          <p:nvPr/>
        </p:nvSpPr>
        <p:spPr>
          <a:xfrm>
            <a:off x="44653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2" name="Shape 334"/>
          <p:cNvSpPr/>
          <p:nvPr/>
        </p:nvSpPr>
        <p:spPr>
          <a:xfrm>
            <a:off x="44653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3" name="Shape 335"/>
          <p:cNvSpPr/>
          <p:nvPr/>
        </p:nvSpPr>
        <p:spPr>
          <a:xfrm>
            <a:off x="44653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4" name="Shape 336"/>
          <p:cNvSpPr/>
          <p:nvPr/>
        </p:nvSpPr>
        <p:spPr>
          <a:xfrm>
            <a:off x="45605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5" name="Shape 337"/>
          <p:cNvSpPr/>
          <p:nvPr/>
        </p:nvSpPr>
        <p:spPr>
          <a:xfrm>
            <a:off x="45605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6" name="Shape 338"/>
          <p:cNvSpPr/>
          <p:nvPr/>
        </p:nvSpPr>
        <p:spPr>
          <a:xfrm>
            <a:off x="45605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7" name="Shape 339"/>
          <p:cNvSpPr/>
          <p:nvPr/>
        </p:nvSpPr>
        <p:spPr>
          <a:xfrm>
            <a:off x="45605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8" name="Shape 340"/>
          <p:cNvSpPr/>
          <p:nvPr/>
        </p:nvSpPr>
        <p:spPr>
          <a:xfrm>
            <a:off x="45605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9" name="Shape 341"/>
          <p:cNvSpPr/>
          <p:nvPr/>
        </p:nvSpPr>
        <p:spPr>
          <a:xfrm>
            <a:off x="45605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0" name="Shape 342"/>
          <p:cNvSpPr/>
          <p:nvPr/>
        </p:nvSpPr>
        <p:spPr>
          <a:xfrm>
            <a:off x="45605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1" name="Shape 343"/>
          <p:cNvSpPr/>
          <p:nvPr/>
        </p:nvSpPr>
        <p:spPr>
          <a:xfrm>
            <a:off x="45605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2" name="Shape 344"/>
          <p:cNvSpPr/>
          <p:nvPr/>
        </p:nvSpPr>
        <p:spPr>
          <a:xfrm>
            <a:off x="45605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3" name="Shape 345"/>
          <p:cNvSpPr/>
          <p:nvPr/>
        </p:nvSpPr>
        <p:spPr>
          <a:xfrm>
            <a:off x="46558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4" name="Shape 346"/>
          <p:cNvSpPr/>
          <p:nvPr/>
        </p:nvSpPr>
        <p:spPr>
          <a:xfrm>
            <a:off x="46558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5" name="Shape 347"/>
          <p:cNvSpPr/>
          <p:nvPr/>
        </p:nvSpPr>
        <p:spPr>
          <a:xfrm>
            <a:off x="46558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6" name="Shape 348"/>
          <p:cNvSpPr/>
          <p:nvPr/>
        </p:nvSpPr>
        <p:spPr>
          <a:xfrm>
            <a:off x="46558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7" name="Shape 349"/>
          <p:cNvSpPr/>
          <p:nvPr/>
        </p:nvSpPr>
        <p:spPr>
          <a:xfrm>
            <a:off x="46558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8" name="Shape 350"/>
          <p:cNvSpPr/>
          <p:nvPr/>
        </p:nvSpPr>
        <p:spPr>
          <a:xfrm>
            <a:off x="46558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9" name="Shape 351"/>
          <p:cNvSpPr/>
          <p:nvPr/>
        </p:nvSpPr>
        <p:spPr>
          <a:xfrm>
            <a:off x="46558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0" name="Shape 352"/>
          <p:cNvSpPr/>
          <p:nvPr/>
        </p:nvSpPr>
        <p:spPr>
          <a:xfrm>
            <a:off x="46558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1" name="Shape 353"/>
          <p:cNvSpPr/>
          <p:nvPr/>
        </p:nvSpPr>
        <p:spPr>
          <a:xfrm>
            <a:off x="46558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2" name="Shape 354"/>
          <p:cNvSpPr/>
          <p:nvPr/>
        </p:nvSpPr>
        <p:spPr>
          <a:xfrm>
            <a:off x="47510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3" name="Shape 355"/>
          <p:cNvSpPr/>
          <p:nvPr/>
        </p:nvSpPr>
        <p:spPr>
          <a:xfrm>
            <a:off x="47510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4" name="Shape 356"/>
          <p:cNvSpPr/>
          <p:nvPr/>
        </p:nvSpPr>
        <p:spPr>
          <a:xfrm>
            <a:off x="47510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5" name="Shape 357"/>
          <p:cNvSpPr/>
          <p:nvPr/>
        </p:nvSpPr>
        <p:spPr>
          <a:xfrm>
            <a:off x="47510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6" name="Shape 358"/>
          <p:cNvSpPr/>
          <p:nvPr/>
        </p:nvSpPr>
        <p:spPr>
          <a:xfrm>
            <a:off x="47510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7" name="Shape 359"/>
          <p:cNvSpPr/>
          <p:nvPr/>
        </p:nvSpPr>
        <p:spPr>
          <a:xfrm>
            <a:off x="47510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8" name="Shape 360"/>
          <p:cNvSpPr/>
          <p:nvPr/>
        </p:nvSpPr>
        <p:spPr>
          <a:xfrm>
            <a:off x="47510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9" name="Shape 361"/>
          <p:cNvSpPr/>
          <p:nvPr/>
        </p:nvSpPr>
        <p:spPr>
          <a:xfrm>
            <a:off x="47510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80" name="Shape 362"/>
          <p:cNvSpPr/>
          <p:nvPr/>
        </p:nvSpPr>
        <p:spPr>
          <a:xfrm>
            <a:off x="47510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81" name="Shape 363"/>
          <p:cNvSpPr/>
          <p:nvPr/>
        </p:nvSpPr>
        <p:spPr>
          <a:xfrm>
            <a:off x="4335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2" name="Shape 364"/>
          <p:cNvSpPr/>
          <p:nvPr/>
        </p:nvSpPr>
        <p:spPr>
          <a:xfrm>
            <a:off x="4430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3" name="Shape 365"/>
          <p:cNvSpPr/>
          <p:nvPr/>
        </p:nvSpPr>
        <p:spPr>
          <a:xfrm>
            <a:off x="45256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4" name="Shape 366"/>
          <p:cNvSpPr/>
          <p:nvPr/>
        </p:nvSpPr>
        <p:spPr>
          <a:xfrm>
            <a:off x="46208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5" name="Shape 367"/>
          <p:cNvSpPr/>
          <p:nvPr/>
        </p:nvSpPr>
        <p:spPr>
          <a:xfrm>
            <a:off x="4716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6" name="Shape 368"/>
          <p:cNvSpPr/>
          <p:nvPr/>
        </p:nvSpPr>
        <p:spPr>
          <a:xfrm>
            <a:off x="40481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7" name="Shape 369"/>
          <p:cNvSpPr/>
          <p:nvPr/>
        </p:nvSpPr>
        <p:spPr>
          <a:xfrm>
            <a:off x="41675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8" name="Shape 370"/>
          <p:cNvSpPr/>
          <p:nvPr/>
        </p:nvSpPr>
        <p:spPr>
          <a:xfrm>
            <a:off x="42868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9" name="Shape 371"/>
          <p:cNvSpPr/>
          <p:nvPr/>
        </p:nvSpPr>
        <p:spPr>
          <a:xfrm>
            <a:off x="44062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0" name="Shape 372"/>
          <p:cNvSpPr/>
          <p:nvPr/>
        </p:nvSpPr>
        <p:spPr>
          <a:xfrm>
            <a:off x="45256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1" name="Shape 373"/>
          <p:cNvSpPr/>
          <p:nvPr/>
        </p:nvSpPr>
        <p:spPr>
          <a:xfrm>
            <a:off x="46450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2" name="Shape 374"/>
          <p:cNvSpPr/>
          <p:nvPr/>
        </p:nvSpPr>
        <p:spPr>
          <a:xfrm>
            <a:off x="47644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3" name="Shape 375"/>
          <p:cNvSpPr/>
          <p:nvPr/>
        </p:nvSpPr>
        <p:spPr>
          <a:xfrm>
            <a:off x="48837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4" name="Shape 376"/>
          <p:cNvSpPr/>
          <p:nvPr/>
        </p:nvSpPr>
        <p:spPr>
          <a:xfrm>
            <a:off x="50031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5" name="Text 377"/>
          <p:cNvSpPr/>
          <p:nvPr/>
        </p:nvSpPr>
        <p:spPr>
          <a:xfrm>
            <a:off x="47129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96" name="Shape 378"/>
          <p:cNvSpPr/>
          <p:nvPr/>
        </p:nvSpPr>
        <p:spPr>
          <a:xfrm>
            <a:off x="51130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397" name="Shape 379"/>
          <p:cNvSpPr/>
          <p:nvPr/>
        </p:nvSpPr>
        <p:spPr>
          <a:xfrm>
            <a:off x="54051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98" name="Shape 380"/>
          <p:cNvSpPr/>
          <p:nvPr/>
        </p:nvSpPr>
        <p:spPr>
          <a:xfrm>
            <a:off x="54051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99" name="Shape 381"/>
          <p:cNvSpPr/>
          <p:nvPr/>
        </p:nvSpPr>
        <p:spPr>
          <a:xfrm>
            <a:off x="54051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0" name="Shape 382"/>
          <p:cNvSpPr/>
          <p:nvPr/>
        </p:nvSpPr>
        <p:spPr>
          <a:xfrm>
            <a:off x="54051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1" name="Shape 383"/>
          <p:cNvSpPr/>
          <p:nvPr/>
        </p:nvSpPr>
        <p:spPr>
          <a:xfrm>
            <a:off x="54051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2" name="Shape 384"/>
          <p:cNvSpPr/>
          <p:nvPr/>
        </p:nvSpPr>
        <p:spPr>
          <a:xfrm>
            <a:off x="54051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3" name="Shape 385"/>
          <p:cNvSpPr/>
          <p:nvPr/>
        </p:nvSpPr>
        <p:spPr>
          <a:xfrm>
            <a:off x="54051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4" name="Shape 386"/>
          <p:cNvSpPr/>
          <p:nvPr/>
        </p:nvSpPr>
        <p:spPr>
          <a:xfrm>
            <a:off x="54051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5" name="Shape 387"/>
          <p:cNvSpPr/>
          <p:nvPr/>
        </p:nvSpPr>
        <p:spPr>
          <a:xfrm>
            <a:off x="54051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6" name="Shape 388"/>
          <p:cNvSpPr/>
          <p:nvPr/>
        </p:nvSpPr>
        <p:spPr>
          <a:xfrm>
            <a:off x="55003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7" name="Shape 389"/>
          <p:cNvSpPr/>
          <p:nvPr/>
        </p:nvSpPr>
        <p:spPr>
          <a:xfrm>
            <a:off x="55003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8" name="Shape 390"/>
          <p:cNvSpPr/>
          <p:nvPr/>
        </p:nvSpPr>
        <p:spPr>
          <a:xfrm>
            <a:off x="55003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9" name="Shape 391"/>
          <p:cNvSpPr/>
          <p:nvPr/>
        </p:nvSpPr>
        <p:spPr>
          <a:xfrm>
            <a:off x="55003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0" name="Shape 392"/>
          <p:cNvSpPr/>
          <p:nvPr/>
        </p:nvSpPr>
        <p:spPr>
          <a:xfrm>
            <a:off x="55003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1" name="Shape 393"/>
          <p:cNvSpPr/>
          <p:nvPr/>
        </p:nvSpPr>
        <p:spPr>
          <a:xfrm>
            <a:off x="55003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2" name="Shape 394"/>
          <p:cNvSpPr/>
          <p:nvPr/>
        </p:nvSpPr>
        <p:spPr>
          <a:xfrm>
            <a:off x="55003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3" name="Shape 395"/>
          <p:cNvSpPr/>
          <p:nvPr/>
        </p:nvSpPr>
        <p:spPr>
          <a:xfrm>
            <a:off x="55003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4" name="Shape 396"/>
          <p:cNvSpPr/>
          <p:nvPr/>
        </p:nvSpPr>
        <p:spPr>
          <a:xfrm>
            <a:off x="55003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5" name="Shape 397"/>
          <p:cNvSpPr/>
          <p:nvPr/>
        </p:nvSpPr>
        <p:spPr>
          <a:xfrm>
            <a:off x="55956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6" name="Shape 398"/>
          <p:cNvSpPr/>
          <p:nvPr/>
        </p:nvSpPr>
        <p:spPr>
          <a:xfrm>
            <a:off x="55956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7" name="Shape 399"/>
          <p:cNvSpPr/>
          <p:nvPr/>
        </p:nvSpPr>
        <p:spPr>
          <a:xfrm>
            <a:off x="55956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8" name="Shape 400"/>
          <p:cNvSpPr/>
          <p:nvPr/>
        </p:nvSpPr>
        <p:spPr>
          <a:xfrm>
            <a:off x="55956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9" name="Shape 401"/>
          <p:cNvSpPr/>
          <p:nvPr/>
        </p:nvSpPr>
        <p:spPr>
          <a:xfrm>
            <a:off x="55956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0" name="Shape 402"/>
          <p:cNvSpPr/>
          <p:nvPr/>
        </p:nvSpPr>
        <p:spPr>
          <a:xfrm>
            <a:off x="55956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1" name="Shape 403"/>
          <p:cNvSpPr/>
          <p:nvPr/>
        </p:nvSpPr>
        <p:spPr>
          <a:xfrm>
            <a:off x="55956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2" name="Shape 404"/>
          <p:cNvSpPr/>
          <p:nvPr/>
        </p:nvSpPr>
        <p:spPr>
          <a:xfrm>
            <a:off x="55956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3" name="Shape 405"/>
          <p:cNvSpPr/>
          <p:nvPr/>
        </p:nvSpPr>
        <p:spPr>
          <a:xfrm>
            <a:off x="55956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4" name="Shape 406"/>
          <p:cNvSpPr/>
          <p:nvPr/>
        </p:nvSpPr>
        <p:spPr>
          <a:xfrm>
            <a:off x="56908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5" name="Shape 407"/>
          <p:cNvSpPr/>
          <p:nvPr/>
        </p:nvSpPr>
        <p:spPr>
          <a:xfrm>
            <a:off x="56908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6" name="Shape 408"/>
          <p:cNvSpPr/>
          <p:nvPr/>
        </p:nvSpPr>
        <p:spPr>
          <a:xfrm>
            <a:off x="56908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7" name="Shape 409"/>
          <p:cNvSpPr/>
          <p:nvPr/>
        </p:nvSpPr>
        <p:spPr>
          <a:xfrm>
            <a:off x="56908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8" name="Shape 410"/>
          <p:cNvSpPr/>
          <p:nvPr/>
        </p:nvSpPr>
        <p:spPr>
          <a:xfrm>
            <a:off x="56908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9" name="Shape 411"/>
          <p:cNvSpPr/>
          <p:nvPr/>
        </p:nvSpPr>
        <p:spPr>
          <a:xfrm>
            <a:off x="56908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0" name="Shape 412"/>
          <p:cNvSpPr/>
          <p:nvPr/>
        </p:nvSpPr>
        <p:spPr>
          <a:xfrm>
            <a:off x="56908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1" name="Shape 413"/>
          <p:cNvSpPr/>
          <p:nvPr/>
        </p:nvSpPr>
        <p:spPr>
          <a:xfrm>
            <a:off x="56908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2" name="Shape 414"/>
          <p:cNvSpPr/>
          <p:nvPr/>
        </p:nvSpPr>
        <p:spPr>
          <a:xfrm>
            <a:off x="56908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3" name="Shape 415"/>
          <p:cNvSpPr/>
          <p:nvPr/>
        </p:nvSpPr>
        <p:spPr>
          <a:xfrm>
            <a:off x="57861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4" name="Shape 416"/>
          <p:cNvSpPr/>
          <p:nvPr/>
        </p:nvSpPr>
        <p:spPr>
          <a:xfrm>
            <a:off x="57861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5" name="Shape 417"/>
          <p:cNvSpPr/>
          <p:nvPr/>
        </p:nvSpPr>
        <p:spPr>
          <a:xfrm>
            <a:off x="57861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6" name="Shape 418"/>
          <p:cNvSpPr/>
          <p:nvPr/>
        </p:nvSpPr>
        <p:spPr>
          <a:xfrm>
            <a:off x="57861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7" name="Shape 419"/>
          <p:cNvSpPr/>
          <p:nvPr/>
        </p:nvSpPr>
        <p:spPr>
          <a:xfrm>
            <a:off x="57861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8" name="Shape 420"/>
          <p:cNvSpPr/>
          <p:nvPr/>
        </p:nvSpPr>
        <p:spPr>
          <a:xfrm>
            <a:off x="57861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9" name="Shape 421"/>
          <p:cNvSpPr/>
          <p:nvPr/>
        </p:nvSpPr>
        <p:spPr>
          <a:xfrm>
            <a:off x="57861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0" name="Shape 422"/>
          <p:cNvSpPr/>
          <p:nvPr/>
        </p:nvSpPr>
        <p:spPr>
          <a:xfrm>
            <a:off x="57861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1" name="Shape 423"/>
          <p:cNvSpPr/>
          <p:nvPr/>
        </p:nvSpPr>
        <p:spPr>
          <a:xfrm>
            <a:off x="57861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2" name="Shape 424"/>
          <p:cNvSpPr/>
          <p:nvPr/>
        </p:nvSpPr>
        <p:spPr>
          <a:xfrm>
            <a:off x="5370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3" name="Shape 425"/>
          <p:cNvSpPr/>
          <p:nvPr/>
        </p:nvSpPr>
        <p:spPr>
          <a:xfrm>
            <a:off x="5465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4" name="Shape 426"/>
          <p:cNvSpPr/>
          <p:nvPr/>
        </p:nvSpPr>
        <p:spPr>
          <a:xfrm>
            <a:off x="55606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5" name="Shape 427"/>
          <p:cNvSpPr/>
          <p:nvPr/>
        </p:nvSpPr>
        <p:spPr>
          <a:xfrm>
            <a:off x="56559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6" name="Shape 428"/>
          <p:cNvSpPr/>
          <p:nvPr/>
        </p:nvSpPr>
        <p:spPr>
          <a:xfrm>
            <a:off x="5751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7" name="Shape 429"/>
          <p:cNvSpPr/>
          <p:nvPr/>
        </p:nvSpPr>
        <p:spPr>
          <a:xfrm>
            <a:off x="50831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48" name="Shape 430"/>
          <p:cNvSpPr/>
          <p:nvPr/>
        </p:nvSpPr>
        <p:spPr>
          <a:xfrm>
            <a:off x="52025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49" name="Shape 431"/>
          <p:cNvSpPr/>
          <p:nvPr/>
        </p:nvSpPr>
        <p:spPr>
          <a:xfrm>
            <a:off x="53219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0" name="Shape 432"/>
          <p:cNvSpPr/>
          <p:nvPr/>
        </p:nvSpPr>
        <p:spPr>
          <a:xfrm>
            <a:off x="54413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1" name="Shape 433"/>
          <p:cNvSpPr/>
          <p:nvPr/>
        </p:nvSpPr>
        <p:spPr>
          <a:xfrm>
            <a:off x="55606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2" name="Shape 434"/>
          <p:cNvSpPr/>
          <p:nvPr/>
        </p:nvSpPr>
        <p:spPr>
          <a:xfrm>
            <a:off x="56800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3" name="Shape 435"/>
          <p:cNvSpPr/>
          <p:nvPr/>
        </p:nvSpPr>
        <p:spPr>
          <a:xfrm>
            <a:off x="57994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4" name="Shape 436"/>
          <p:cNvSpPr/>
          <p:nvPr/>
        </p:nvSpPr>
        <p:spPr>
          <a:xfrm>
            <a:off x="59188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5" name="Shape 437"/>
          <p:cNvSpPr/>
          <p:nvPr/>
        </p:nvSpPr>
        <p:spPr>
          <a:xfrm>
            <a:off x="60382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6" name="Text 438"/>
          <p:cNvSpPr/>
          <p:nvPr/>
        </p:nvSpPr>
        <p:spPr>
          <a:xfrm>
            <a:off x="57480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457" name="Shape 439"/>
          <p:cNvSpPr/>
          <p:nvPr/>
        </p:nvSpPr>
        <p:spPr>
          <a:xfrm>
            <a:off x="61480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458" name="Shape 440"/>
          <p:cNvSpPr/>
          <p:nvPr/>
        </p:nvSpPr>
        <p:spPr>
          <a:xfrm>
            <a:off x="64401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59" name="Shape 441"/>
          <p:cNvSpPr/>
          <p:nvPr/>
        </p:nvSpPr>
        <p:spPr>
          <a:xfrm>
            <a:off x="64401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0" name="Shape 442"/>
          <p:cNvSpPr/>
          <p:nvPr/>
        </p:nvSpPr>
        <p:spPr>
          <a:xfrm>
            <a:off x="64401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1" name="Shape 443"/>
          <p:cNvSpPr/>
          <p:nvPr/>
        </p:nvSpPr>
        <p:spPr>
          <a:xfrm>
            <a:off x="64401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2" name="Shape 444"/>
          <p:cNvSpPr/>
          <p:nvPr/>
        </p:nvSpPr>
        <p:spPr>
          <a:xfrm>
            <a:off x="64401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3" name="Shape 445"/>
          <p:cNvSpPr/>
          <p:nvPr/>
        </p:nvSpPr>
        <p:spPr>
          <a:xfrm>
            <a:off x="64401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4" name="Shape 446"/>
          <p:cNvSpPr/>
          <p:nvPr/>
        </p:nvSpPr>
        <p:spPr>
          <a:xfrm>
            <a:off x="64401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5" name="Shape 447"/>
          <p:cNvSpPr/>
          <p:nvPr/>
        </p:nvSpPr>
        <p:spPr>
          <a:xfrm>
            <a:off x="64401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6" name="Shape 448"/>
          <p:cNvSpPr/>
          <p:nvPr/>
        </p:nvSpPr>
        <p:spPr>
          <a:xfrm>
            <a:off x="64401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7" name="Shape 449"/>
          <p:cNvSpPr/>
          <p:nvPr/>
        </p:nvSpPr>
        <p:spPr>
          <a:xfrm>
            <a:off x="65354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8" name="Shape 450"/>
          <p:cNvSpPr/>
          <p:nvPr/>
        </p:nvSpPr>
        <p:spPr>
          <a:xfrm>
            <a:off x="65354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9" name="Shape 451"/>
          <p:cNvSpPr/>
          <p:nvPr/>
        </p:nvSpPr>
        <p:spPr>
          <a:xfrm>
            <a:off x="65354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0" name="Shape 452"/>
          <p:cNvSpPr/>
          <p:nvPr/>
        </p:nvSpPr>
        <p:spPr>
          <a:xfrm>
            <a:off x="65354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1" name="Shape 453"/>
          <p:cNvSpPr/>
          <p:nvPr/>
        </p:nvSpPr>
        <p:spPr>
          <a:xfrm>
            <a:off x="65354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2" name="Shape 454"/>
          <p:cNvSpPr/>
          <p:nvPr/>
        </p:nvSpPr>
        <p:spPr>
          <a:xfrm>
            <a:off x="65354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3" name="Shape 455"/>
          <p:cNvSpPr/>
          <p:nvPr/>
        </p:nvSpPr>
        <p:spPr>
          <a:xfrm>
            <a:off x="65354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4" name="Shape 456"/>
          <p:cNvSpPr/>
          <p:nvPr/>
        </p:nvSpPr>
        <p:spPr>
          <a:xfrm>
            <a:off x="65354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5" name="Shape 457"/>
          <p:cNvSpPr/>
          <p:nvPr/>
        </p:nvSpPr>
        <p:spPr>
          <a:xfrm>
            <a:off x="65354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6" name="Shape 458"/>
          <p:cNvSpPr/>
          <p:nvPr/>
        </p:nvSpPr>
        <p:spPr>
          <a:xfrm>
            <a:off x="66306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7" name="Shape 459"/>
          <p:cNvSpPr/>
          <p:nvPr/>
        </p:nvSpPr>
        <p:spPr>
          <a:xfrm>
            <a:off x="66306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8" name="Shape 460"/>
          <p:cNvSpPr/>
          <p:nvPr/>
        </p:nvSpPr>
        <p:spPr>
          <a:xfrm>
            <a:off x="66306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9" name="Shape 461"/>
          <p:cNvSpPr/>
          <p:nvPr/>
        </p:nvSpPr>
        <p:spPr>
          <a:xfrm>
            <a:off x="66306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0" name="Shape 462"/>
          <p:cNvSpPr/>
          <p:nvPr/>
        </p:nvSpPr>
        <p:spPr>
          <a:xfrm>
            <a:off x="66306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1" name="Shape 463"/>
          <p:cNvSpPr/>
          <p:nvPr/>
        </p:nvSpPr>
        <p:spPr>
          <a:xfrm>
            <a:off x="66306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2" name="Shape 464"/>
          <p:cNvSpPr/>
          <p:nvPr/>
        </p:nvSpPr>
        <p:spPr>
          <a:xfrm>
            <a:off x="66306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3" name="Shape 465"/>
          <p:cNvSpPr/>
          <p:nvPr/>
        </p:nvSpPr>
        <p:spPr>
          <a:xfrm>
            <a:off x="66306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4" name="Shape 466"/>
          <p:cNvSpPr/>
          <p:nvPr/>
        </p:nvSpPr>
        <p:spPr>
          <a:xfrm>
            <a:off x="66306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5" name="Shape 467"/>
          <p:cNvSpPr/>
          <p:nvPr/>
        </p:nvSpPr>
        <p:spPr>
          <a:xfrm>
            <a:off x="67259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6" name="Shape 468"/>
          <p:cNvSpPr/>
          <p:nvPr/>
        </p:nvSpPr>
        <p:spPr>
          <a:xfrm>
            <a:off x="67259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7" name="Shape 469"/>
          <p:cNvSpPr/>
          <p:nvPr/>
        </p:nvSpPr>
        <p:spPr>
          <a:xfrm>
            <a:off x="67259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8" name="Shape 470"/>
          <p:cNvSpPr/>
          <p:nvPr/>
        </p:nvSpPr>
        <p:spPr>
          <a:xfrm>
            <a:off x="67259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9" name="Shape 471"/>
          <p:cNvSpPr/>
          <p:nvPr/>
        </p:nvSpPr>
        <p:spPr>
          <a:xfrm>
            <a:off x="67259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0" name="Shape 472"/>
          <p:cNvSpPr/>
          <p:nvPr/>
        </p:nvSpPr>
        <p:spPr>
          <a:xfrm>
            <a:off x="67259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1" name="Shape 473"/>
          <p:cNvSpPr/>
          <p:nvPr/>
        </p:nvSpPr>
        <p:spPr>
          <a:xfrm>
            <a:off x="67259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2" name="Shape 474"/>
          <p:cNvSpPr/>
          <p:nvPr/>
        </p:nvSpPr>
        <p:spPr>
          <a:xfrm>
            <a:off x="67259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3" name="Shape 475"/>
          <p:cNvSpPr/>
          <p:nvPr/>
        </p:nvSpPr>
        <p:spPr>
          <a:xfrm>
            <a:off x="67259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4" name="Shape 476"/>
          <p:cNvSpPr/>
          <p:nvPr/>
        </p:nvSpPr>
        <p:spPr>
          <a:xfrm>
            <a:off x="68211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5" name="Shape 477"/>
          <p:cNvSpPr/>
          <p:nvPr/>
        </p:nvSpPr>
        <p:spPr>
          <a:xfrm>
            <a:off x="68211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6" name="Shape 478"/>
          <p:cNvSpPr/>
          <p:nvPr/>
        </p:nvSpPr>
        <p:spPr>
          <a:xfrm>
            <a:off x="68211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7" name="Shape 479"/>
          <p:cNvSpPr/>
          <p:nvPr/>
        </p:nvSpPr>
        <p:spPr>
          <a:xfrm>
            <a:off x="68211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8" name="Shape 480"/>
          <p:cNvSpPr/>
          <p:nvPr/>
        </p:nvSpPr>
        <p:spPr>
          <a:xfrm>
            <a:off x="68211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9" name="Shape 481"/>
          <p:cNvSpPr/>
          <p:nvPr/>
        </p:nvSpPr>
        <p:spPr>
          <a:xfrm>
            <a:off x="68211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0" name="Shape 482"/>
          <p:cNvSpPr/>
          <p:nvPr/>
        </p:nvSpPr>
        <p:spPr>
          <a:xfrm>
            <a:off x="68211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1" name="Shape 483"/>
          <p:cNvSpPr/>
          <p:nvPr/>
        </p:nvSpPr>
        <p:spPr>
          <a:xfrm>
            <a:off x="68211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2" name="Shape 484"/>
          <p:cNvSpPr/>
          <p:nvPr/>
        </p:nvSpPr>
        <p:spPr>
          <a:xfrm>
            <a:off x="68211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3" name="Shape 485"/>
          <p:cNvSpPr/>
          <p:nvPr/>
        </p:nvSpPr>
        <p:spPr>
          <a:xfrm>
            <a:off x="64052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4" name="Shape 486"/>
          <p:cNvSpPr/>
          <p:nvPr/>
        </p:nvSpPr>
        <p:spPr>
          <a:xfrm>
            <a:off x="65004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5" name="Shape 487"/>
          <p:cNvSpPr/>
          <p:nvPr/>
        </p:nvSpPr>
        <p:spPr>
          <a:xfrm>
            <a:off x="65957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6" name="Shape 488"/>
          <p:cNvSpPr/>
          <p:nvPr/>
        </p:nvSpPr>
        <p:spPr>
          <a:xfrm>
            <a:off x="66909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7" name="Shape 489"/>
          <p:cNvSpPr/>
          <p:nvPr/>
        </p:nvSpPr>
        <p:spPr>
          <a:xfrm>
            <a:off x="67862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8" name="Shape 490"/>
          <p:cNvSpPr/>
          <p:nvPr/>
        </p:nvSpPr>
        <p:spPr>
          <a:xfrm>
            <a:off x="61182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09" name="Shape 491"/>
          <p:cNvSpPr/>
          <p:nvPr/>
        </p:nvSpPr>
        <p:spPr>
          <a:xfrm>
            <a:off x="62376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0" name="Shape 492"/>
          <p:cNvSpPr/>
          <p:nvPr/>
        </p:nvSpPr>
        <p:spPr>
          <a:xfrm>
            <a:off x="63569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1" name="Shape 493"/>
          <p:cNvSpPr/>
          <p:nvPr/>
        </p:nvSpPr>
        <p:spPr>
          <a:xfrm>
            <a:off x="64763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2" name="Shape 494"/>
          <p:cNvSpPr/>
          <p:nvPr/>
        </p:nvSpPr>
        <p:spPr>
          <a:xfrm>
            <a:off x="65957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3" name="Shape 495"/>
          <p:cNvSpPr/>
          <p:nvPr/>
        </p:nvSpPr>
        <p:spPr>
          <a:xfrm>
            <a:off x="67151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4" name="Shape 496"/>
          <p:cNvSpPr/>
          <p:nvPr/>
        </p:nvSpPr>
        <p:spPr>
          <a:xfrm>
            <a:off x="68345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5" name="Shape 497"/>
          <p:cNvSpPr/>
          <p:nvPr/>
        </p:nvSpPr>
        <p:spPr>
          <a:xfrm>
            <a:off x="69538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6" name="Shape 498"/>
          <p:cNvSpPr/>
          <p:nvPr/>
        </p:nvSpPr>
        <p:spPr>
          <a:xfrm>
            <a:off x="70732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7" name="Text 499"/>
          <p:cNvSpPr/>
          <p:nvPr/>
        </p:nvSpPr>
        <p:spPr>
          <a:xfrm>
            <a:off x="67830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518" name="Shape 500"/>
          <p:cNvSpPr/>
          <p:nvPr/>
        </p:nvSpPr>
        <p:spPr>
          <a:xfrm>
            <a:off x="71831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519" name="Shape 501"/>
          <p:cNvSpPr/>
          <p:nvPr/>
        </p:nvSpPr>
        <p:spPr>
          <a:xfrm>
            <a:off x="74752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0" name="Shape 502"/>
          <p:cNvSpPr/>
          <p:nvPr/>
        </p:nvSpPr>
        <p:spPr>
          <a:xfrm>
            <a:off x="74752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1" name="Shape 503"/>
          <p:cNvSpPr/>
          <p:nvPr/>
        </p:nvSpPr>
        <p:spPr>
          <a:xfrm>
            <a:off x="74752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2" name="Shape 504"/>
          <p:cNvSpPr/>
          <p:nvPr/>
        </p:nvSpPr>
        <p:spPr>
          <a:xfrm>
            <a:off x="74752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3" name="Shape 505"/>
          <p:cNvSpPr/>
          <p:nvPr/>
        </p:nvSpPr>
        <p:spPr>
          <a:xfrm>
            <a:off x="74752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4" name="Shape 506"/>
          <p:cNvSpPr/>
          <p:nvPr/>
        </p:nvSpPr>
        <p:spPr>
          <a:xfrm>
            <a:off x="74752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5" name="Shape 507"/>
          <p:cNvSpPr/>
          <p:nvPr/>
        </p:nvSpPr>
        <p:spPr>
          <a:xfrm>
            <a:off x="74752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6" name="Shape 508"/>
          <p:cNvSpPr/>
          <p:nvPr/>
        </p:nvSpPr>
        <p:spPr>
          <a:xfrm>
            <a:off x="74752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7" name="Shape 509"/>
          <p:cNvSpPr/>
          <p:nvPr/>
        </p:nvSpPr>
        <p:spPr>
          <a:xfrm>
            <a:off x="74752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8" name="Shape 510"/>
          <p:cNvSpPr/>
          <p:nvPr/>
        </p:nvSpPr>
        <p:spPr>
          <a:xfrm>
            <a:off x="75704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9" name="Shape 511"/>
          <p:cNvSpPr/>
          <p:nvPr/>
        </p:nvSpPr>
        <p:spPr>
          <a:xfrm>
            <a:off x="75704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0" name="Shape 512"/>
          <p:cNvSpPr/>
          <p:nvPr/>
        </p:nvSpPr>
        <p:spPr>
          <a:xfrm>
            <a:off x="75704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1" name="Shape 513"/>
          <p:cNvSpPr/>
          <p:nvPr/>
        </p:nvSpPr>
        <p:spPr>
          <a:xfrm>
            <a:off x="75704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2" name="Shape 514"/>
          <p:cNvSpPr/>
          <p:nvPr/>
        </p:nvSpPr>
        <p:spPr>
          <a:xfrm>
            <a:off x="75704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3" name="Shape 515"/>
          <p:cNvSpPr/>
          <p:nvPr/>
        </p:nvSpPr>
        <p:spPr>
          <a:xfrm>
            <a:off x="75704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4" name="Shape 516"/>
          <p:cNvSpPr/>
          <p:nvPr/>
        </p:nvSpPr>
        <p:spPr>
          <a:xfrm>
            <a:off x="75704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5" name="Shape 517"/>
          <p:cNvSpPr/>
          <p:nvPr/>
        </p:nvSpPr>
        <p:spPr>
          <a:xfrm>
            <a:off x="75704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6" name="Shape 518"/>
          <p:cNvSpPr/>
          <p:nvPr/>
        </p:nvSpPr>
        <p:spPr>
          <a:xfrm>
            <a:off x="75704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7" name="Shape 519"/>
          <p:cNvSpPr/>
          <p:nvPr/>
        </p:nvSpPr>
        <p:spPr>
          <a:xfrm>
            <a:off x="76657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8" name="Shape 520"/>
          <p:cNvSpPr/>
          <p:nvPr/>
        </p:nvSpPr>
        <p:spPr>
          <a:xfrm>
            <a:off x="76657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9" name="Shape 521"/>
          <p:cNvSpPr/>
          <p:nvPr/>
        </p:nvSpPr>
        <p:spPr>
          <a:xfrm>
            <a:off x="76657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0" name="Shape 522"/>
          <p:cNvSpPr/>
          <p:nvPr/>
        </p:nvSpPr>
        <p:spPr>
          <a:xfrm>
            <a:off x="76657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1" name="Shape 523"/>
          <p:cNvSpPr/>
          <p:nvPr/>
        </p:nvSpPr>
        <p:spPr>
          <a:xfrm>
            <a:off x="76657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2" name="Shape 524"/>
          <p:cNvSpPr/>
          <p:nvPr/>
        </p:nvSpPr>
        <p:spPr>
          <a:xfrm>
            <a:off x="76657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3" name="Shape 525"/>
          <p:cNvSpPr/>
          <p:nvPr/>
        </p:nvSpPr>
        <p:spPr>
          <a:xfrm>
            <a:off x="76657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4" name="Shape 526"/>
          <p:cNvSpPr/>
          <p:nvPr/>
        </p:nvSpPr>
        <p:spPr>
          <a:xfrm>
            <a:off x="76657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5" name="Shape 527"/>
          <p:cNvSpPr/>
          <p:nvPr/>
        </p:nvSpPr>
        <p:spPr>
          <a:xfrm>
            <a:off x="76657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6" name="Shape 528"/>
          <p:cNvSpPr/>
          <p:nvPr/>
        </p:nvSpPr>
        <p:spPr>
          <a:xfrm>
            <a:off x="77609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7" name="Shape 529"/>
          <p:cNvSpPr/>
          <p:nvPr/>
        </p:nvSpPr>
        <p:spPr>
          <a:xfrm>
            <a:off x="77609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8" name="Shape 530"/>
          <p:cNvSpPr/>
          <p:nvPr/>
        </p:nvSpPr>
        <p:spPr>
          <a:xfrm>
            <a:off x="77609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9" name="Shape 531"/>
          <p:cNvSpPr/>
          <p:nvPr/>
        </p:nvSpPr>
        <p:spPr>
          <a:xfrm>
            <a:off x="77609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0" name="Shape 532"/>
          <p:cNvSpPr/>
          <p:nvPr/>
        </p:nvSpPr>
        <p:spPr>
          <a:xfrm>
            <a:off x="77609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1" name="Shape 533"/>
          <p:cNvSpPr/>
          <p:nvPr/>
        </p:nvSpPr>
        <p:spPr>
          <a:xfrm>
            <a:off x="77609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2" name="Shape 534"/>
          <p:cNvSpPr/>
          <p:nvPr/>
        </p:nvSpPr>
        <p:spPr>
          <a:xfrm>
            <a:off x="77609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3" name="Shape 535"/>
          <p:cNvSpPr/>
          <p:nvPr/>
        </p:nvSpPr>
        <p:spPr>
          <a:xfrm>
            <a:off x="77609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4" name="Shape 536"/>
          <p:cNvSpPr/>
          <p:nvPr/>
        </p:nvSpPr>
        <p:spPr>
          <a:xfrm>
            <a:off x="77609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5" name="Shape 537"/>
          <p:cNvSpPr/>
          <p:nvPr/>
        </p:nvSpPr>
        <p:spPr>
          <a:xfrm>
            <a:off x="78562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6" name="Shape 538"/>
          <p:cNvSpPr/>
          <p:nvPr/>
        </p:nvSpPr>
        <p:spPr>
          <a:xfrm>
            <a:off x="78562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7" name="Shape 539"/>
          <p:cNvSpPr/>
          <p:nvPr/>
        </p:nvSpPr>
        <p:spPr>
          <a:xfrm>
            <a:off x="78562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8" name="Shape 540"/>
          <p:cNvSpPr/>
          <p:nvPr/>
        </p:nvSpPr>
        <p:spPr>
          <a:xfrm>
            <a:off x="78562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9" name="Shape 541"/>
          <p:cNvSpPr/>
          <p:nvPr/>
        </p:nvSpPr>
        <p:spPr>
          <a:xfrm>
            <a:off x="78562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0" name="Shape 542"/>
          <p:cNvSpPr/>
          <p:nvPr/>
        </p:nvSpPr>
        <p:spPr>
          <a:xfrm>
            <a:off x="78562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1" name="Shape 543"/>
          <p:cNvSpPr/>
          <p:nvPr/>
        </p:nvSpPr>
        <p:spPr>
          <a:xfrm>
            <a:off x="78562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2" name="Shape 544"/>
          <p:cNvSpPr/>
          <p:nvPr/>
        </p:nvSpPr>
        <p:spPr>
          <a:xfrm>
            <a:off x="78562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3" name="Shape 545"/>
          <p:cNvSpPr/>
          <p:nvPr/>
        </p:nvSpPr>
        <p:spPr>
          <a:xfrm>
            <a:off x="78562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4" name="Shape 546"/>
          <p:cNvSpPr/>
          <p:nvPr/>
        </p:nvSpPr>
        <p:spPr>
          <a:xfrm>
            <a:off x="7440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5" name="Shape 547"/>
          <p:cNvSpPr/>
          <p:nvPr/>
        </p:nvSpPr>
        <p:spPr>
          <a:xfrm>
            <a:off x="75355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6" name="Shape 548"/>
          <p:cNvSpPr/>
          <p:nvPr/>
        </p:nvSpPr>
        <p:spPr>
          <a:xfrm>
            <a:off x="76307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7" name="Shape 549"/>
          <p:cNvSpPr/>
          <p:nvPr/>
        </p:nvSpPr>
        <p:spPr>
          <a:xfrm>
            <a:off x="7726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8" name="Shape 550"/>
          <p:cNvSpPr/>
          <p:nvPr/>
        </p:nvSpPr>
        <p:spPr>
          <a:xfrm>
            <a:off x="7821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9" name="Shape 551"/>
          <p:cNvSpPr/>
          <p:nvPr/>
        </p:nvSpPr>
        <p:spPr>
          <a:xfrm>
            <a:off x="71532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0" name="Shape 552"/>
          <p:cNvSpPr/>
          <p:nvPr/>
        </p:nvSpPr>
        <p:spPr>
          <a:xfrm>
            <a:off x="72726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1" name="Shape 553"/>
          <p:cNvSpPr/>
          <p:nvPr/>
        </p:nvSpPr>
        <p:spPr>
          <a:xfrm>
            <a:off x="73920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2" name="Shape 554"/>
          <p:cNvSpPr/>
          <p:nvPr/>
        </p:nvSpPr>
        <p:spPr>
          <a:xfrm>
            <a:off x="75114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3" name="Shape 555"/>
          <p:cNvSpPr/>
          <p:nvPr/>
        </p:nvSpPr>
        <p:spPr>
          <a:xfrm>
            <a:off x="76307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4" name="Shape 556"/>
          <p:cNvSpPr/>
          <p:nvPr/>
        </p:nvSpPr>
        <p:spPr>
          <a:xfrm>
            <a:off x="77501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5" name="Shape 557"/>
          <p:cNvSpPr/>
          <p:nvPr/>
        </p:nvSpPr>
        <p:spPr>
          <a:xfrm>
            <a:off x="78695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6" name="Shape 558"/>
          <p:cNvSpPr/>
          <p:nvPr/>
        </p:nvSpPr>
        <p:spPr>
          <a:xfrm>
            <a:off x="79889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7" name="Shape 559"/>
          <p:cNvSpPr/>
          <p:nvPr/>
        </p:nvSpPr>
        <p:spPr>
          <a:xfrm>
            <a:off x="81083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8" name="Text 560"/>
          <p:cNvSpPr/>
          <p:nvPr/>
        </p:nvSpPr>
        <p:spPr>
          <a:xfrm>
            <a:off x="78181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579" name="Shape 561"/>
          <p:cNvSpPr/>
          <p:nvPr/>
        </p:nvSpPr>
        <p:spPr>
          <a:xfrm>
            <a:off x="92532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580" name="Shape 562"/>
          <p:cNvSpPr/>
          <p:nvPr/>
        </p:nvSpPr>
        <p:spPr>
          <a:xfrm>
            <a:off x="95453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1" name="Shape 563"/>
          <p:cNvSpPr/>
          <p:nvPr/>
        </p:nvSpPr>
        <p:spPr>
          <a:xfrm>
            <a:off x="95453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2" name="Shape 564"/>
          <p:cNvSpPr/>
          <p:nvPr/>
        </p:nvSpPr>
        <p:spPr>
          <a:xfrm>
            <a:off x="95453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3" name="Shape 565"/>
          <p:cNvSpPr/>
          <p:nvPr/>
        </p:nvSpPr>
        <p:spPr>
          <a:xfrm>
            <a:off x="95453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4" name="Shape 566"/>
          <p:cNvSpPr/>
          <p:nvPr/>
        </p:nvSpPr>
        <p:spPr>
          <a:xfrm>
            <a:off x="95453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5" name="Shape 567"/>
          <p:cNvSpPr/>
          <p:nvPr/>
        </p:nvSpPr>
        <p:spPr>
          <a:xfrm>
            <a:off x="95453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6" name="Shape 568"/>
          <p:cNvSpPr/>
          <p:nvPr/>
        </p:nvSpPr>
        <p:spPr>
          <a:xfrm>
            <a:off x="95453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7" name="Shape 569"/>
          <p:cNvSpPr/>
          <p:nvPr/>
        </p:nvSpPr>
        <p:spPr>
          <a:xfrm>
            <a:off x="95453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8" name="Shape 570"/>
          <p:cNvSpPr/>
          <p:nvPr/>
        </p:nvSpPr>
        <p:spPr>
          <a:xfrm>
            <a:off x="95453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9" name="Shape 571"/>
          <p:cNvSpPr/>
          <p:nvPr/>
        </p:nvSpPr>
        <p:spPr>
          <a:xfrm>
            <a:off x="96405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0" name="Shape 572"/>
          <p:cNvSpPr/>
          <p:nvPr/>
        </p:nvSpPr>
        <p:spPr>
          <a:xfrm>
            <a:off x="96405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1" name="Shape 573"/>
          <p:cNvSpPr/>
          <p:nvPr/>
        </p:nvSpPr>
        <p:spPr>
          <a:xfrm>
            <a:off x="96405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2" name="Shape 574"/>
          <p:cNvSpPr/>
          <p:nvPr/>
        </p:nvSpPr>
        <p:spPr>
          <a:xfrm>
            <a:off x="96405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3" name="Shape 575"/>
          <p:cNvSpPr/>
          <p:nvPr/>
        </p:nvSpPr>
        <p:spPr>
          <a:xfrm>
            <a:off x="96405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4" name="Shape 576"/>
          <p:cNvSpPr/>
          <p:nvPr/>
        </p:nvSpPr>
        <p:spPr>
          <a:xfrm>
            <a:off x="96405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5" name="Shape 577"/>
          <p:cNvSpPr/>
          <p:nvPr/>
        </p:nvSpPr>
        <p:spPr>
          <a:xfrm>
            <a:off x="96405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6" name="Shape 578"/>
          <p:cNvSpPr/>
          <p:nvPr/>
        </p:nvSpPr>
        <p:spPr>
          <a:xfrm>
            <a:off x="96405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7" name="Shape 579"/>
          <p:cNvSpPr/>
          <p:nvPr/>
        </p:nvSpPr>
        <p:spPr>
          <a:xfrm>
            <a:off x="96405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8" name="Shape 580"/>
          <p:cNvSpPr/>
          <p:nvPr/>
        </p:nvSpPr>
        <p:spPr>
          <a:xfrm>
            <a:off x="97358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9" name="Shape 581"/>
          <p:cNvSpPr/>
          <p:nvPr/>
        </p:nvSpPr>
        <p:spPr>
          <a:xfrm>
            <a:off x="97358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0" name="Shape 582"/>
          <p:cNvSpPr/>
          <p:nvPr/>
        </p:nvSpPr>
        <p:spPr>
          <a:xfrm>
            <a:off x="97358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1" name="Shape 583"/>
          <p:cNvSpPr/>
          <p:nvPr/>
        </p:nvSpPr>
        <p:spPr>
          <a:xfrm>
            <a:off x="97358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2" name="Shape 584"/>
          <p:cNvSpPr/>
          <p:nvPr/>
        </p:nvSpPr>
        <p:spPr>
          <a:xfrm>
            <a:off x="97358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3" name="Shape 585"/>
          <p:cNvSpPr/>
          <p:nvPr/>
        </p:nvSpPr>
        <p:spPr>
          <a:xfrm>
            <a:off x="97358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4" name="Shape 586"/>
          <p:cNvSpPr/>
          <p:nvPr/>
        </p:nvSpPr>
        <p:spPr>
          <a:xfrm>
            <a:off x="97358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5" name="Shape 587"/>
          <p:cNvSpPr/>
          <p:nvPr/>
        </p:nvSpPr>
        <p:spPr>
          <a:xfrm>
            <a:off x="97358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6" name="Shape 588"/>
          <p:cNvSpPr/>
          <p:nvPr/>
        </p:nvSpPr>
        <p:spPr>
          <a:xfrm>
            <a:off x="97358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7" name="Shape 589"/>
          <p:cNvSpPr/>
          <p:nvPr/>
        </p:nvSpPr>
        <p:spPr>
          <a:xfrm>
            <a:off x="98310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8" name="Shape 590"/>
          <p:cNvSpPr/>
          <p:nvPr/>
        </p:nvSpPr>
        <p:spPr>
          <a:xfrm>
            <a:off x="98310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9" name="Shape 591"/>
          <p:cNvSpPr/>
          <p:nvPr/>
        </p:nvSpPr>
        <p:spPr>
          <a:xfrm>
            <a:off x="98310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0" name="Shape 592"/>
          <p:cNvSpPr/>
          <p:nvPr/>
        </p:nvSpPr>
        <p:spPr>
          <a:xfrm>
            <a:off x="98310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1" name="Shape 593"/>
          <p:cNvSpPr/>
          <p:nvPr/>
        </p:nvSpPr>
        <p:spPr>
          <a:xfrm>
            <a:off x="98310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2" name="Shape 594"/>
          <p:cNvSpPr/>
          <p:nvPr/>
        </p:nvSpPr>
        <p:spPr>
          <a:xfrm>
            <a:off x="98310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3" name="Shape 595"/>
          <p:cNvSpPr/>
          <p:nvPr/>
        </p:nvSpPr>
        <p:spPr>
          <a:xfrm>
            <a:off x="98310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4" name="Shape 596"/>
          <p:cNvSpPr/>
          <p:nvPr/>
        </p:nvSpPr>
        <p:spPr>
          <a:xfrm>
            <a:off x="98310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5" name="Shape 597"/>
          <p:cNvSpPr/>
          <p:nvPr/>
        </p:nvSpPr>
        <p:spPr>
          <a:xfrm>
            <a:off x="98310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6" name="Shape 598"/>
          <p:cNvSpPr/>
          <p:nvPr/>
        </p:nvSpPr>
        <p:spPr>
          <a:xfrm>
            <a:off x="99263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7" name="Shape 599"/>
          <p:cNvSpPr/>
          <p:nvPr/>
        </p:nvSpPr>
        <p:spPr>
          <a:xfrm>
            <a:off x="99263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8" name="Shape 600"/>
          <p:cNvSpPr/>
          <p:nvPr/>
        </p:nvSpPr>
        <p:spPr>
          <a:xfrm>
            <a:off x="99263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9" name="Shape 601"/>
          <p:cNvSpPr/>
          <p:nvPr/>
        </p:nvSpPr>
        <p:spPr>
          <a:xfrm>
            <a:off x="99263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0" name="Shape 602"/>
          <p:cNvSpPr/>
          <p:nvPr/>
        </p:nvSpPr>
        <p:spPr>
          <a:xfrm>
            <a:off x="99263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1" name="Shape 603"/>
          <p:cNvSpPr/>
          <p:nvPr/>
        </p:nvSpPr>
        <p:spPr>
          <a:xfrm>
            <a:off x="99263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2" name="Shape 604"/>
          <p:cNvSpPr/>
          <p:nvPr/>
        </p:nvSpPr>
        <p:spPr>
          <a:xfrm>
            <a:off x="99263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3" name="Shape 605"/>
          <p:cNvSpPr/>
          <p:nvPr/>
        </p:nvSpPr>
        <p:spPr>
          <a:xfrm>
            <a:off x="99263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4" name="Shape 606"/>
          <p:cNvSpPr/>
          <p:nvPr/>
        </p:nvSpPr>
        <p:spPr>
          <a:xfrm>
            <a:off x="99263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5" name="Shape 607"/>
          <p:cNvSpPr/>
          <p:nvPr/>
        </p:nvSpPr>
        <p:spPr>
          <a:xfrm>
            <a:off x="9510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6" name="Shape 608"/>
          <p:cNvSpPr/>
          <p:nvPr/>
        </p:nvSpPr>
        <p:spPr>
          <a:xfrm>
            <a:off x="96056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7" name="Shape 609"/>
          <p:cNvSpPr/>
          <p:nvPr/>
        </p:nvSpPr>
        <p:spPr>
          <a:xfrm>
            <a:off x="97008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8" name="Shape 610"/>
          <p:cNvSpPr/>
          <p:nvPr/>
        </p:nvSpPr>
        <p:spPr>
          <a:xfrm>
            <a:off x="9796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9" name="Shape 611"/>
          <p:cNvSpPr/>
          <p:nvPr/>
        </p:nvSpPr>
        <p:spPr>
          <a:xfrm>
            <a:off x="9891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30" name="Shape 612"/>
          <p:cNvSpPr/>
          <p:nvPr/>
        </p:nvSpPr>
        <p:spPr>
          <a:xfrm>
            <a:off x="92233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1" name="Shape 613"/>
          <p:cNvSpPr/>
          <p:nvPr/>
        </p:nvSpPr>
        <p:spPr>
          <a:xfrm>
            <a:off x="93427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2" name="Shape 614"/>
          <p:cNvSpPr/>
          <p:nvPr/>
        </p:nvSpPr>
        <p:spPr>
          <a:xfrm>
            <a:off x="94621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3" name="Shape 615"/>
          <p:cNvSpPr/>
          <p:nvPr/>
        </p:nvSpPr>
        <p:spPr>
          <a:xfrm>
            <a:off x="95815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4" name="Shape 616"/>
          <p:cNvSpPr/>
          <p:nvPr/>
        </p:nvSpPr>
        <p:spPr>
          <a:xfrm>
            <a:off x="97008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5" name="Shape 617"/>
          <p:cNvSpPr/>
          <p:nvPr/>
        </p:nvSpPr>
        <p:spPr>
          <a:xfrm>
            <a:off x="98202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6" name="Shape 618"/>
          <p:cNvSpPr/>
          <p:nvPr/>
        </p:nvSpPr>
        <p:spPr>
          <a:xfrm>
            <a:off x="99396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7" name="Shape 619"/>
          <p:cNvSpPr/>
          <p:nvPr/>
        </p:nvSpPr>
        <p:spPr>
          <a:xfrm>
            <a:off x="100590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8" name="Shape 620"/>
          <p:cNvSpPr/>
          <p:nvPr/>
        </p:nvSpPr>
        <p:spPr>
          <a:xfrm>
            <a:off x="101784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9" name="Text 621"/>
          <p:cNvSpPr/>
          <p:nvPr/>
        </p:nvSpPr>
        <p:spPr>
          <a:xfrm>
            <a:off x="98882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640" name="Shape 622"/>
          <p:cNvSpPr/>
          <p:nvPr/>
        </p:nvSpPr>
        <p:spPr>
          <a:xfrm>
            <a:off x="102882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641" name="Shape 623"/>
          <p:cNvSpPr/>
          <p:nvPr/>
        </p:nvSpPr>
        <p:spPr>
          <a:xfrm>
            <a:off x="105803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2" name="Shape 624"/>
          <p:cNvSpPr/>
          <p:nvPr/>
        </p:nvSpPr>
        <p:spPr>
          <a:xfrm>
            <a:off x="105803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3" name="Shape 625"/>
          <p:cNvSpPr/>
          <p:nvPr/>
        </p:nvSpPr>
        <p:spPr>
          <a:xfrm>
            <a:off x="105803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4" name="Shape 626"/>
          <p:cNvSpPr/>
          <p:nvPr/>
        </p:nvSpPr>
        <p:spPr>
          <a:xfrm>
            <a:off x="105803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5" name="Shape 627"/>
          <p:cNvSpPr/>
          <p:nvPr/>
        </p:nvSpPr>
        <p:spPr>
          <a:xfrm>
            <a:off x="105803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6" name="Shape 628"/>
          <p:cNvSpPr/>
          <p:nvPr/>
        </p:nvSpPr>
        <p:spPr>
          <a:xfrm>
            <a:off x="105803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7" name="Shape 629"/>
          <p:cNvSpPr/>
          <p:nvPr/>
        </p:nvSpPr>
        <p:spPr>
          <a:xfrm>
            <a:off x="105803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8" name="Shape 630"/>
          <p:cNvSpPr/>
          <p:nvPr/>
        </p:nvSpPr>
        <p:spPr>
          <a:xfrm>
            <a:off x="105803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9" name="Shape 631"/>
          <p:cNvSpPr/>
          <p:nvPr/>
        </p:nvSpPr>
        <p:spPr>
          <a:xfrm>
            <a:off x="105803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0" name="Shape 632"/>
          <p:cNvSpPr/>
          <p:nvPr/>
        </p:nvSpPr>
        <p:spPr>
          <a:xfrm>
            <a:off x="106756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1" name="Shape 633"/>
          <p:cNvSpPr/>
          <p:nvPr/>
        </p:nvSpPr>
        <p:spPr>
          <a:xfrm>
            <a:off x="106756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2" name="Shape 634"/>
          <p:cNvSpPr/>
          <p:nvPr/>
        </p:nvSpPr>
        <p:spPr>
          <a:xfrm>
            <a:off x="106756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3" name="Shape 635"/>
          <p:cNvSpPr/>
          <p:nvPr/>
        </p:nvSpPr>
        <p:spPr>
          <a:xfrm>
            <a:off x="106756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4" name="Shape 636"/>
          <p:cNvSpPr/>
          <p:nvPr/>
        </p:nvSpPr>
        <p:spPr>
          <a:xfrm>
            <a:off x="106756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5" name="Shape 637"/>
          <p:cNvSpPr/>
          <p:nvPr/>
        </p:nvSpPr>
        <p:spPr>
          <a:xfrm>
            <a:off x="106756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6" name="Shape 638"/>
          <p:cNvSpPr/>
          <p:nvPr/>
        </p:nvSpPr>
        <p:spPr>
          <a:xfrm>
            <a:off x="106756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7" name="Shape 639"/>
          <p:cNvSpPr/>
          <p:nvPr/>
        </p:nvSpPr>
        <p:spPr>
          <a:xfrm>
            <a:off x="106756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8" name="Shape 640"/>
          <p:cNvSpPr/>
          <p:nvPr/>
        </p:nvSpPr>
        <p:spPr>
          <a:xfrm>
            <a:off x="106756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9" name="Shape 641"/>
          <p:cNvSpPr/>
          <p:nvPr/>
        </p:nvSpPr>
        <p:spPr>
          <a:xfrm>
            <a:off x="107708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0" name="Shape 642"/>
          <p:cNvSpPr/>
          <p:nvPr/>
        </p:nvSpPr>
        <p:spPr>
          <a:xfrm>
            <a:off x="107708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1" name="Shape 643"/>
          <p:cNvSpPr/>
          <p:nvPr/>
        </p:nvSpPr>
        <p:spPr>
          <a:xfrm>
            <a:off x="107708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2" name="Shape 644"/>
          <p:cNvSpPr/>
          <p:nvPr/>
        </p:nvSpPr>
        <p:spPr>
          <a:xfrm>
            <a:off x="107708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3" name="Shape 645"/>
          <p:cNvSpPr/>
          <p:nvPr/>
        </p:nvSpPr>
        <p:spPr>
          <a:xfrm>
            <a:off x="107708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4" name="Shape 646"/>
          <p:cNvSpPr/>
          <p:nvPr/>
        </p:nvSpPr>
        <p:spPr>
          <a:xfrm>
            <a:off x="107708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5" name="Shape 647"/>
          <p:cNvSpPr/>
          <p:nvPr/>
        </p:nvSpPr>
        <p:spPr>
          <a:xfrm>
            <a:off x="107708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6" name="Shape 648"/>
          <p:cNvSpPr/>
          <p:nvPr/>
        </p:nvSpPr>
        <p:spPr>
          <a:xfrm>
            <a:off x="107708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7" name="Shape 649"/>
          <p:cNvSpPr/>
          <p:nvPr/>
        </p:nvSpPr>
        <p:spPr>
          <a:xfrm>
            <a:off x="107708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8" name="Shape 650"/>
          <p:cNvSpPr/>
          <p:nvPr/>
        </p:nvSpPr>
        <p:spPr>
          <a:xfrm>
            <a:off x="108661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9" name="Shape 651"/>
          <p:cNvSpPr/>
          <p:nvPr/>
        </p:nvSpPr>
        <p:spPr>
          <a:xfrm>
            <a:off x="108661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0" name="Shape 652"/>
          <p:cNvSpPr/>
          <p:nvPr/>
        </p:nvSpPr>
        <p:spPr>
          <a:xfrm>
            <a:off x="108661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1" name="Shape 653"/>
          <p:cNvSpPr/>
          <p:nvPr/>
        </p:nvSpPr>
        <p:spPr>
          <a:xfrm>
            <a:off x="108661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2" name="Shape 654"/>
          <p:cNvSpPr/>
          <p:nvPr/>
        </p:nvSpPr>
        <p:spPr>
          <a:xfrm>
            <a:off x="108661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3" name="Shape 655"/>
          <p:cNvSpPr/>
          <p:nvPr/>
        </p:nvSpPr>
        <p:spPr>
          <a:xfrm>
            <a:off x="108661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4" name="Shape 656"/>
          <p:cNvSpPr/>
          <p:nvPr/>
        </p:nvSpPr>
        <p:spPr>
          <a:xfrm>
            <a:off x="108661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5" name="Shape 657"/>
          <p:cNvSpPr/>
          <p:nvPr/>
        </p:nvSpPr>
        <p:spPr>
          <a:xfrm>
            <a:off x="108661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6" name="Shape 658"/>
          <p:cNvSpPr/>
          <p:nvPr/>
        </p:nvSpPr>
        <p:spPr>
          <a:xfrm>
            <a:off x="108661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7" name="Shape 659"/>
          <p:cNvSpPr/>
          <p:nvPr/>
        </p:nvSpPr>
        <p:spPr>
          <a:xfrm>
            <a:off x="109613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8" name="Shape 660"/>
          <p:cNvSpPr/>
          <p:nvPr/>
        </p:nvSpPr>
        <p:spPr>
          <a:xfrm>
            <a:off x="109613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9" name="Shape 661"/>
          <p:cNvSpPr/>
          <p:nvPr/>
        </p:nvSpPr>
        <p:spPr>
          <a:xfrm>
            <a:off x="109613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0" name="Shape 662"/>
          <p:cNvSpPr/>
          <p:nvPr/>
        </p:nvSpPr>
        <p:spPr>
          <a:xfrm>
            <a:off x="109613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1" name="Shape 663"/>
          <p:cNvSpPr/>
          <p:nvPr/>
        </p:nvSpPr>
        <p:spPr>
          <a:xfrm>
            <a:off x="109613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2" name="Shape 664"/>
          <p:cNvSpPr/>
          <p:nvPr/>
        </p:nvSpPr>
        <p:spPr>
          <a:xfrm>
            <a:off x="109613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3" name="Shape 665"/>
          <p:cNvSpPr/>
          <p:nvPr/>
        </p:nvSpPr>
        <p:spPr>
          <a:xfrm>
            <a:off x="109613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4" name="Shape 666"/>
          <p:cNvSpPr/>
          <p:nvPr/>
        </p:nvSpPr>
        <p:spPr>
          <a:xfrm>
            <a:off x="109613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5" name="Shape 667"/>
          <p:cNvSpPr/>
          <p:nvPr/>
        </p:nvSpPr>
        <p:spPr>
          <a:xfrm>
            <a:off x="109613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6" name="Shape 668"/>
          <p:cNvSpPr/>
          <p:nvPr/>
        </p:nvSpPr>
        <p:spPr>
          <a:xfrm>
            <a:off x="10545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7" name="Shape 669"/>
          <p:cNvSpPr/>
          <p:nvPr/>
        </p:nvSpPr>
        <p:spPr>
          <a:xfrm>
            <a:off x="106406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8" name="Shape 670"/>
          <p:cNvSpPr/>
          <p:nvPr/>
        </p:nvSpPr>
        <p:spPr>
          <a:xfrm>
            <a:off x="107359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9" name="Shape 671"/>
          <p:cNvSpPr/>
          <p:nvPr/>
        </p:nvSpPr>
        <p:spPr>
          <a:xfrm>
            <a:off x="10831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90" name="Shape 672"/>
          <p:cNvSpPr/>
          <p:nvPr/>
        </p:nvSpPr>
        <p:spPr>
          <a:xfrm>
            <a:off x="10926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91" name="Shape 673"/>
          <p:cNvSpPr/>
          <p:nvPr/>
        </p:nvSpPr>
        <p:spPr>
          <a:xfrm>
            <a:off x="102584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2" name="Shape 674"/>
          <p:cNvSpPr/>
          <p:nvPr/>
        </p:nvSpPr>
        <p:spPr>
          <a:xfrm>
            <a:off x="103778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3" name="Shape 675"/>
          <p:cNvSpPr/>
          <p:nvPr/>
        </p:nvSpPr>
        <p:spPr>
          <a:xfrm>
            <a:off x="104971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4" name="Shape 676"/>
          <p:cNvSpPr/>
          <p:nvPr/>
        </p:nvSpPr>
        <p:spPr>
          <a:xfrm>
            <a:off x="106165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5" name="Shape 677"/>
          <p:cNvSpPr/>
          <p:nvPr/>
        </p:nvSpPr>
        <p:spPr>
          <a:xfrm>
            <a:off x="107359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6" name="Shape 678"/>
          <p:cNvSpPr/>
          <p:nvPr/>
        </p:nvSpPr>
        <p:spPr>
          <a:xfrm>
            <a:off x="108553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7" name="Shape 679"/>
          <p:cNvSpPr/>
          <p:nvPr/>
        </p:nvSpPr>
        <p:spPr>
          <a:xfrm>
            <a:off x="109747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8" name="Shape 680"/>
          <p:cNvSpPr/>
          <p:nvPr/>
        </p:nvSpPr>
        <p:spPr>
          <a:xfrm>
            <a:off x="110940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9" name="Shape 681"/>
          <p:cNvSpPr/>
          <p:nvPr/>
        </p:nvSpPr>
        <p:spPr>
          <a:xfrm>
            <a:off x="112134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700" name="Text 682"/>
          <p:cNvSpPr/>
          <p:nvPr/>
        </p:nvSpPr>
        <p:spPr>
          <a:xfrm>
            <a:off x="109232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701" name="Shape 683"/>
          <p:cNvSpPr/>
          <p:nvPr/>
        </p:nvSpPr>
        <p:spPr>
          <a:xfrm>
            <a:off x="1958340" y="5515610"/>
            <a:ext cx="9474200" cy="744220"/>
          </a:xfrm>
          <a:prstGeom prst="rect">
            <a:avLst/>
          </a:prstGeom>
          <a:solidFill>
            <a:srgbClr val="854659"/>
          </a:solidFill>
          <a:ln/>
        </p:spPr>
      </p:sp>
      <p:sp>
        <p:nvSpPr>
          <p:cNvPr id="702" name="Text 684"/>
          <p:cNvSpPr/>
          <p:nvPr/>
        </p:nvSpPr>
        <p:spPr>
          <a:xfrm>
            <a:off x="2499360" y="5515610"/>
            <a:ext cx="8382000" cy="744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2B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900" dirty="0"/>
          </a:p>
        </p:txBody>
      </p:sp>
      <p:pic>
        <p:nvPicPr>
          <p:cNvPr id="703" name="Image 16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78710" y="6299200"/>
            <a:ext cx="203200" cy="254000"/>
          </a:xfrm>
          <a:prstGeom prst="rect">
            <a:avLst/>
          </a:prstGeom>
        </p:spPr>
      </p:pic>
      <p:pic>
        <p:nvPicPr>
          <p:cNvPr id="704" name="Image 1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85060" y="5327650"/>
            <a:ext cx="190500" cy="184150"/>
          </a:xfrm>
          <a:prstGeom prst="rect">
            <a:avLst/>
          </a:prstGeom>
        </p:spPr>
      </p:pic>
      <p:pic>
        <p:nvPicPr>
          <p:cNvPr id="705" name="Image 18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85060" y="2520950"/>
            <a:ext cx="190500" cy="184150"/>
          </a:xfrm>
          <a:prstGeom prst="rect">
            <a:avLst/>
          </a:prstGeom>
        </p:spPr>
      </p:pic>
      <p:pic>
        <p:nvPicPr>
          <p:cNvPr id="706" name="Image 1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85060" y="3536950"/>
            <a:ext cx="190500" cy="184150"/>
          </a:xfrm>
          <a:prstGeom prst="rect">
            <a:avLst/>
          </a:prstGeom>
        </p:spPr>
      </p:pic>
      <p:pic>
        <p:nvPicPr>
          <p:cNvPr id="707" name="Image 20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7560" y="6299200"/>
            <a:ext cx="203200" cy="254000"/>
          </a:xfrm>
          <a:prstGeom prst="rect">
            <a:avLst/>
          </a:prstGeom>
        </p:spPr>
      </p:pic>
      <p:pic>
        <p:nvPicPr>
          <p:cNvPr id="708" name="Image 2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43910" y="5327650"/>
            <a:ext cx="190500" cy="184150"/>
          </a:xfrm>
          <a:prstGeom prst="rect">
            <a:avLst/>
          </a:prstGeom>
        </p:spPr>
      </p:pic>
      <p:pic>
        <p:nvPicPr>
          <p:cNvPr id="709" name="Image 22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43910" y="2520950"/>
            <a:ext cx="190500" cy="184150"/>
          </a:xfrm>
          <a:prstGeom prst="rect">
            <a:avLst/>
          </a:prstGeom>
        </p:spPr>
      </p:pic>
      <p:pic>
        <p:nvPicPr>
          <p:cNvPr id="710" name="Image 2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43910" y="3536950"/>
            <a:ext cx="190500" cy="184150"/>
          </a:xfrm>
          <a:prstGeom prst="rect">
            <a:avLst/>
          </a:prstGeom>
        </p:spPr>
      </p:pic>
      <p:pic>
        <p:nvPicPr>
          <p:cNvPr id="711" name="Image 24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05300" y="6299200"/>
            <a:ext cx="203200" cy="254000"/>
          </a:xfrm>
          <a:prstGeom prst="rect">
            <a:avLst/>
          </a:prstGeom>
        </p:spPr>
      </p:pic>
      <p:pic>
        <p:nvPicPr>
          <p:cNvPr id="712" name="Image 2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11650" y="5327650"/>
            <a:ext cx="190500" cy="184150"/>
          </a:xfrm>
          <a:prstGeom prst="rect">
            <a:avLst/>
          </a:prstGeom>
        </p:spPr>
      </p:pic>
      <p:pic>
        <p:nvPicPr>
          <p:cNvPr id="713" name="Image 26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11650" y="2520950"/>
            <a:ext cx="190500" cy="184150"/>
          </a:xfrm>
          <a:prstGeom prst="rect">
            <a:avLst/>
          </a:prstGeom>
        </p:spPr>
      </p:pic>
      <p:pic>
        <p:nvPicPr>
          <p:cNvPr id="714" name="Image 2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11650" y="3536950"/>
            <a:ext cx="190500" cy="184150"/>
          </a:xfrm>
          <a:prstGeom prst="rect">
            <a:avLst/>
          </a:prstGeom>
        </p:spPr>
      </p:pic>
      <p:pic>
        <p:nvPicPr>
          <p:cNvPr id="715" name="Image 28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70500" y="6299200"/>
            <a:ext cx="203200" cy="254000"/>
          </a:xfrm>
          <a:prstGeom prst="rect">
            <a:avLst/>
          </a:prstGeom>
        </p:spPr>
      </p:pic>
      <p:pic>
        <p:nvPicPr>
          <p:cNvPr id="716" name="Image 2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76850" y="5327650"/>
            <a:ext cx="190500" cy="184150"/>
          </a:xfrm>
          <a:prstGeom prst="rect">
            <a:avLst/>
          </a:prstGeom>
        </p:spPr>
      </p:pic>
      <p:pic>
        <p:nvPicPr>
          <p:cNvPr id="717" name="Image 30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76850" y="2520950"/>
            <a:ext cx="190500" cy="184150"/>
          </a:xfrm>
          <a:prstGeom prst="rect">
            <a:avLst/>
          </a:prstGeom>
        </p:spPr>
      </p:pic>
      <p:pic>
        <p:nvPicPr>
          <p:cNvPr id="718" name="Image 3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76850" y="3536950"/>
            <a:ext cx="190500" cy="184150"/>
          </a:xfrm>
          <a:prstGeom prst="rect">
            <a:avLst/>
          </a:prstGeom>
        </p:spPr>
      </p:pic>
      <p:pic>
        <p:nvPicPr>
          <p:cNvPr id="719" name="Image 32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29350" y="6299200"/>
            <a:ext cx="203200" cy="254000"/>
          </a:xfrm>
          <a:prstGeom prst="rect">
            <a:avLst/>
          </a:prstGeom>
        </p:spPr>
      </p:pic>
      <p:pic>
        <p:nvPicPr>
          <p:cNvPr id="720" name="Image 3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35700" y="5327650"/>
            <a:ext cx="190500" cy="184150"/>
          </a:xfrm>
          <a:prstGeom prst="rect">
            <a:avLst/>
          </a:prstGeom>
        </p:spPr>
      </p:pic>
      <p:pic>
        <p:nvPicPr>
          <p:cNvPr id="721" name="Image 34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35700" y="2520950"/>
            <a:ext cx="190500" cy="184150"/>
          </a:xfrm>
          <a:prstGeom prst="rect">
            <a:avLst/>
          </a:prstGeom>
        </p:spPr>
      </p:pic>
      <p:pic>
        <p:nvPicPr>
          <p:cNvPr id="722" name="Image 3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35700" y="3536950"/>
            <a:ext cx="190500" cy="184150"/>
          </a:xfrm>
          <a:prstGeom prst="rect">
            <a:avLst/>
          </a:prstGeom>
        </p:spPr>
      </p:pic>
      <p:pic>
        <p:nvPicPr>
          <p:cNvPr id="723" name="Image 36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194550" y="6299200"/>
            <a:ext cx="203200" cy="254000"/>
          </a:xfrm>
          <a:prstGeom prst="rect">
            <a:avLst/>
          </a:prstGeom>
        </p:spPr>
      </p:pic>
      <p:pic>
        <p:nvPicPr>
          <p:cNvPr id="724" name="Image 3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200900" y="5327650"/>
            <a:ext cx="190500" cy="184150"/>
          </a:xfrm>
          <a:prstGeom prst="rect">
            <a:avLst/>
          </a:prstGeom>
        </p:spPr>
      </p:pic>
      <p:pic>
        <p:nvPicPr>
          <p:cNvPr id="725" name="Image 38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00900" y="2520950"/>
            <a:ext cx="190500" cy="184150"/>
          </a:xfrm>
          <a:prstGeom prst="rect">
            <a:avLst/>
          </a:prstGeom>
        </p:spPr>
      </p:pic>
      <p:pic>
        <p:nvPicPr>
          <p:cNvPr id="726" name="Image 3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200900" y="3536950"/>
            <a:ext cx="190500" cy="184150"/>
          </a:xfrm>
          <a:prstGeom prst="rect">
            <a:avLst/>
          </a:prstGeom>
        </p:spPr>
      </p:pic>
      <p:pic>
        <p:nvPicPr>
          <p:cNvPr id="727" name="Image 40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06610" y="6299200"/>
            <a:ext cx="203200" cy="254000"/>
          </a:xfrm>
          <a:prstGeom prst="rect">
            <a:avLst/>
          </a:prstGeom>
        </p:spPr>
      </p:pic>
      <p:pic>
        <p:nvPicPr>
          <p:cNvPr id="728" name="Image 4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712960" y="5327650"/>
            <a:ext cx="190500" cy="184150"/>
          </a:xfrm>
          <a:prstGeom prst="rect">
            <a:avLst/>
          </a:prstGeom>
        </p:spPr>
      </p:pic>
      <p:pic>
        <p:nvPicPr>
          <p:cNvPr id="729" name="Image 42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712960" y="2520950"/>
            <a:ext cx="190500" cy="184150"/>
          </a:xfrm>
          <a:prstGeom prst="rect">
            <a:avLst/>
          </a:prstGeom>
        </p:spPr>
      </p:pic>
      <p:pic>
        <p:nvPicPr>
          <p:cNvPr id="730" name="Image 4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12960" y="3536950"/>
            <a:ext cx="190500" cy="184150"/>
          </a:xfrm>
          <a:prstGeom prst="rect">
            <a:avLst/>
          </a:prstGeom>
        </p:spPr>
      </p:pic>
      <p:pic>
        <p:nvPicPr>
          <p:cNvPr id="731" name="Image 44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654030" y="6299200"/>
            <a:ext cx="203200" cy="254000"/>
          </a:xfrm>
          <a:prstGeom prst="rect">
            <a:avLst/>
          </a:prstGeom>
        </p:spPr>
      </p:pic>
      <p:pic>
        <p:nvPicPr>
          <p:cNvPr id="732" name="Image 4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660380" y="5327650"/>
            <a:ext cx="190500" cy="184150"/>
          </a:xfrm>
          <a:prstGeom prst="rect">
            <a:avLst/>
          </a:prstGeom>
        </p:spPr>
      </p:pic>
      <p:pic>
        <p:nvPicPr>
          <p:cNvPr id="733" name="Image 46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660380" y="2520950"/>
            <a:ext cx="190500" cy="184150"/>
          </a:xfrm>
          <a:prstGeom prst="rect">
            <a:avLst/>
          </a:prstGeom>
        </p:spPr>
      </p:pic>
      <p:pic>
        <p:nvPicPr>
          <p:cNvPr id="734" name="Image 4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660380" y="3536950"/>
            <a:ext cx="190500" cy="184150"/>
          </a:xfrm>
          <a:prstGeom prst="rect">
            <a:avLst/>
          </a:prstGeom>
        </p:spPr>
      </p:pic>
      <p:sp>
        <p:nvSpPr>
          <p:cNvPr id="735" name="Shape 685"/>
          <p:cNvSpPr/>
          <p:nvPr/>
        </p:nvSpPr>
        <p:spPr>
          <a:xfrm>
            <a:off x="248031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36" name="Shape 686"/>
          <p:cNvSpPr/>
          <p:nvPr/>
        </p:nvSpPr>
        <p:spPr>
          <a:xfrm>
            <a:off x="248031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37" name="Shape 687"/>
          <p:cNvSpPr/>
          <p:nvPr/>
        </p:nvSpPr>
        <p:spPr>
          <a:xfrm>
            <a:off x="248031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38" name="Shape 688"/>
          <p:cNvSpPr/>
          <p:nvPr/>
        </p:nvSpPr>
        <p:spPr>
          <a:xfrm>
            <a:off x="343916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39" name="Shape 689"/>
          <p:cNvSpPr/>
          <p:nvPr/>
        </p:nvSpPr>
        <p:spPr>
          <a:xfrm>
            <a:off x="343916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0" name="Shape 690"/>
          <p:cNvSpPr/>
          <p:nvPr/>
        </p:nvSpPr>
        <p:spPr>
          <a:xfrm>
            <a:off x="343916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1" name="Shape 691"/>
          <p:cNvSpPr/>
          <p:nvPr/>
        </p:nvSpPr>
        <p:spPr>
          <a:xfrm>
            <a:off x="440690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2" name="Shape 692"/>
          <p:cNvSpPr/>
          <p:nvPr/>
        </p:nvSpPr>
        <p:spPr>
          <a:xfrm>
            <a:off x="440690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3" name="Shape 693"/>
          <p:cNvSpPr/>
          <p:nvPr/>
        </p:nvSpPr>
        <p:spPr>
          <a:xfrm>
            <a:off x="440690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4" name="Shape 694"/>
          <p:cNvSpPr/>
          <p:nvPr/>
        </p:nvSpPr>
        <p:spPr>
          <a:xfrm>
            <a:off x="537210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5" name="Shape 695"/>
          <p:cNvSpPr/>
          <p:nvPr/>
        </p:nvSpPr>
        <p:spPr>
          <a:xfrm>
            <a:off x="537210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6" name="Shape 696"/>
          <p:cNvSpPr/>
          <p:nvPr/>
        </p:nvSpPr>
        <p:spPr>
          <a:xfrm>
            <a:off x="537210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7" name="Shape 697"/>
          <p:cNvSpPr/>
          <p:nvPr/>
        </p:nvSpPr>
        <p:spPr>
          <a:xfrm>
            <a:off x="633095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8" name="Shape 698"/>
          <p:cNvSpPr/>
          <p:nvPr/>
        </p:nvSpPr>
        <p:spPr>
          <a:xfrm>
            <a:off x="633095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9" name="Shape 699"/>
          <p:cNvSpPr/>
          <p:nvPr/>
        </p:nvSpPr>
        <p:spPr>
          <a:xfrm>
            <a:off x="633095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0" name="Shape 700"/>
          <p:cNvSpPr/>
          <p:nvPr/>
        </p:nvSpPr>
        <p:spPr>
          <a:xfrm>
            <a:off x="729615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1" name="Shape 701"/>
          <p:cNvSpPr/>
          <p:nvPr/>
        </p:nvSpPr>
        <p:spPr>
          <a:xfrm>
            <a:off x="729615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2" name="Shape 702"/>
          <p:cNvSpPr/>
          <p:nvPr/>
        </p:nvSpPr>
        <p:spPr>
          <a:xfrm>
            <a:off x="729615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3" name="Shape 703"/>
          <p:cNvSpPr/>
          <p:nvPr/>
        </p:nvSpPr>
        <p:spPr>
          <a:xfrm>
            <a:off x="980821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4" name="Shape 704"/>
          <p:cNvSpPr/>
          <p:nvPr/>
        </p:nvSpPr>
        <p:spPr>
          <a:xfrm>
            <a:off x="980821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5" name="Shape 705"/>
          <p:cNvSpPr/>
          <p:nvPr/>
        </p:nvSpPr>
        <p:spPr>
          <a:xfrm>
            <a:off x="980821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6" name="Shape 706"/>
          <p:cNvSpPr/>
          <p:nvPr/>
        </p:nvSpPr>
        <p:spPr>
          <a:xfrm>
            <a:off x="1075563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7" name="Shape 707"/>
          <p:cNvSpPr/>
          <p:nvPr/>
        </p:nvSpPr>
        <p:spPr>
          <a:xfrm>
            <a:off x="1075563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8" name="Shape 708"/>
          <p:cNvSpPr/>
          <p:nvPr/>
        </p:nvSpPr>
        <p:spPr>
          <a:xfrm>
            <a:off x="1075563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9" name="Shape 709"/>
          <p:cNvSpPr/>
          <p:nvPr/>
        </p:nvSpPr>
        <p:spPr>
          <a:xfrm>
            <a:off x="248031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0" name="Shape 710"/>
          <p:cNvSpPr/>
          <p:nvPr/>
        </p:nvSpPr>
        <p:spPr>
          <a:xfrm>
            <a:off x="248031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1" name="Shape 711"/>
          <p:cNvSpPr/>
          <p:nvPr/>
        </p:nvSpPr>
        <p:spPr>
          <a:xfrm>
            <a:off x="248031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2" name="Shape 712"/>
          <p:cNvSpPr/>
          <p:nvPr/>
        </p:nvSpPr>
        <p:spPr>
          <a:xfrm>
            <a:off x="343916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3" name="Shape 713"/>
          <p:cNvSpPr/>
          <p:nvPr/>
        </p:nvSpPr>
        <p:spPr>
          <a:xfrm>
            <a:off x="343916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4" name="Shape 714"/>
          <p:cNvSpPr/>
          <p:nvPr/>
        </p:nvSpPr>
        <p:spPr>
          <a:xfrm>
            <a:off x="343916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5" name="Shape 715"/>
          <p:cNvSpPr/>
          <p:nvPr/>
        </p:nvSpPr>
        <p:spPr>
          <a:xfrm>
            <a:off x="440690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6" name="Shape 716"/>
          <p:cNvSpPr/>
          <p:nvPr/>
        </p:nvSpPr>
        <p:spPr>
          <a:xfrm>
            <a:off x="440690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7" name="Shape 717"/>
          <p:cNvSpPr/>
          <p:nvPr/>
        </p:nvSpPr>
        <p:spPr>
          <a:xfrm>
            <a:off x="440690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8" name="Shape 718"/>
          <p:cNvSpPr/>
          <p:nvPr/>
        </p:nvSpPr>
        <p:spPr>
          <a:xfrm>
            <a:off x="537210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9" name="Shape 719"/>
          <p:cNvSpPr/>
          <p:nvPr/>
        </p:nvSpPr>
        <p:spPr>
          <a:xfrm>
            <a:off x="537210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0" name="Shape 720"/>
          <p:cNvSpPr/>
          <p:nvPr/>
        </p:nvSpPr>
        <p:spPr>
          <a:xfrm>
            <a:off x="537210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1" name="Shape 721"/>
          <p:cNvSpPr/>
          <p:nvPr/>
        </p:nvSpPr>
        <p:spPr>
          <a:xfrm>
            <a:off x="633095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2" name="Shape 722"/>
          <p:cNvSpPr/>
          <p:nvPr/>
        </p:nvSpPr>
        <p:spPr>
          <a:xfrm>
            <a:off x="633095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3" name="Shape 723"/>
          <p:cNvSpPr/>
          <p:nvPr/>
        </p:nvSpPr>
        <p:spPr>
          <a:xfrm>
            <a:off x="633095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4" name="Shape 724"/>
          <p:cNvSpPr/>
          <p:nvPr/>
        </p:nvSpPr>
        <p:spPr>
          <a:xfrm>
            <a:off x="729615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5" name="Shape 725"/>
          <p:cNvSpPr/>
          <p:nvPr/>
        </p:nvSpPr>
        <p:spPr>
          <a:xfrm>
            <a:off x="729615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6" name="Shape 726"/>
          <p:cNvSpPr/>
          <p:nvPr/>
        </p:nvSpPr>
        <p:spPr>
          <a:xfrm>
            <a:off x="729615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7" name="Shape 727"/>
          <p:cNvSpPr/>
          <p:nvPr/>
        </p:nvSpPr>
        <p:spPr>
          <a:xfrm>
            <a:off x="980821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8" name="Shape 728"/>
          <p:cNvSpPr/>
          <p:nvPr/>
        </p:nvSpPr>
        <p:spPr>
          <a:xfrm>
            <a:off x="980821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9" name="Shape 729"/>
          <p:cNvSpPr/>
          <p:nvPr/>
        </p:nvSpPr>
        <p:spPr>
          <a:xfrm>
            <a:off x="980821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0" name="Shape 730"/>
          <p:cNvSpPr/>
          <p:nvPr/>
        </p:nvSpPr>
        <p:spPr>
          <a:xfrm>
            <a:off x="1075563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81" name="Shape 731"/>
          <p:cNvSpPr/>
          <p:nvPr/>
        </p:nvSpPr>
        <p:spPr>
          <a:xfrm>
            <a:off x="1075563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2" name="Shape 732"/>
          <p:cNvSpPr/>
          <p:nvPr/>
        </p:nvSpPr>
        <p:spPr>
          <a:xfrm>
            <a:off x="1075563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3" name="Shape 733"/>
          <p:cNvSpPr/>
          <p:nvPr/>
        </p:nvSpPr>
        <p:spPr>
          <a:xfrm>
            <a:off x="233426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4" name="Text 734"/>
          <p:cNvSpPr/>
          <p:nvPr/>
        </p:nvSpPr>
        <p:spPr>
          <a:xfrm>
            <a:off x="233426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5" name="Shape 735"/>
          <p:cNvSpPr/>
          <p:nvPr/>
        </p:nvSpPr>
        <p:spPr>
          <a:xfrm>
            <a:off x="329311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6" name="Text 736"/>
          <p:cNvSpPr/>
          <p:nvPr/>
        </p:nvSpPr>
        <p:spPr>
          <a:xfrm>
            <a:off x="329311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7" name="Shape 737"/>
          <p:cNvSpPr/>
          <p:nvPr/>
        </p:nvSpPr>
        <p:spPr>
          <a:xfrm>
            <a:off x="426085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8" name="Text 738"/>
          <p:cNvSpPr/>
          <p:nvPr/>
        </p:nvSpPr>
        <p:spPr>
          <a:xfrm>
            <a:off x="426085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9" name="Shape 739"/>
          <p:cNvSpPr/>
          <p:nvPr/>
        </p:nvSpPr>
        <p:spPr>
          <a:xfrm>
            <a:off x="522605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0" name="Text 740"/>
          <p:cNvSpPr/>
          <p:nvPr/>
        </p:nvSpPr>
        <p:spPr>
          <a:xfrm>
            <a:off x="522605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1" name="Shape 741"/>
          <p:cNvSpPr/>
          <p:nvPr/>
        </p:nvSpPr>
        <p:spPr>
          <a:xfrm>
            <a:off x="618490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2" name="Text 742"/>
          <p:cNvSpPr/>
          <p:nvPr/>
        </p:nvSpPr>
        <p:spPr>
          <a:xfrm>
            <a:off x="618490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3" name="Shape 743"/>
          <p:cNvSpPr/>
          <p:nvPr/>
        </p:nvSpPr>
        <p:spPr>
          <a:xfrm>
            <a:off x="715010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4" name="Text 744"/>
          <p:cNvSpPr/>
          <p:nvPr/>
        </p:nvSpPr>
        <p:spPr>
          <a:xfrm>
            <a:off x="715010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5" name="Shape 745"/>
          <p:cNvSpPr/>
          <p:nvPr/>
        </p:nvSpPr>
        <p:spPr>
          <a:xfrm>
            <a:off x="966216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6" name="Text 746"/>
          <p:cNvSpPr/>
          <p:nvPr/>
        </p:nvSpPr>
        <p:spPr>
          <a:xfrm>
            <a:off x="966216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7" name="Shape 747"/>
          <p:cNvSpPr/>
          <p:nvPr/>
        </p:nvSpPr>
        <p:spPr>
          <a:xfrm>
            <a:off x="1060958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8" name="Text 748"/>
          <p:cNvSpPr/>
          <p:nvPr/>
        </p:nvSpPr>
        <p:spPr>
          <a:xfrm>
            <a:off x="1060958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9" name="Shape 749"/>
          <p:cNvSpPr/>
          <p:nvPr/>
        </p:nvSpPr>
        <p:spPr>
          <a:xfrm>
            <a:off x="233426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0" name="Text 750"/>
          <p:cNvSpPr/>
          <p:nvPr/>
        </p:nvSpPr>
        <p:spPr>
          <a:xfrm>
            <a:off x="233426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1" name="Shape 751"/>
          <p:cNvSpPr/>
          <p:nvPr/>
        </p:nvSpPr>
        <p:spPr>
          <a:xfrm>
            <a:off x="329311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2" name="Text 752"/>
          <p:cNvSpPr/>
          <p:nvPr/>
        </p:nvSpPr>
        <p:spPr>
          <a:xfrm>
            <a:off x="329311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3" name="Shape 753"/>
          <p:cNvSpPr/>
          <p:nvPr/>
        </p:nvSpPr>
        <p:spPr>
          <a:xfrm>
            <a:off x="426085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4" name="Text 754"/>
          <p:cNvSpPr/>
          <p:nvPr/>
        </p:nvSpPr>
        <p:spPr>
          <a:xfrm>
            <a:off x="426085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5" name="Shape 755"/>
          <p:cNvSpPr/>
          <p:nvPr/>
        </p:nvSpPr>
        <p:spPr>
          <a:xfrm>
            <a:off x="522605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6" name="Text 756"/>
          <p:cNvSpPr/>
          <p:nvPr/>
        </p:nvSpPr>
        <p:spPr>
          <a:xfrm>
            <a:off x="522605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7" name="Shape 757"/>
          <p:cNvSpPr/>
          <p:nvPr/>
        </p:nvSpPr>
        <p:spPr>
          <a:xfrm>
            <a:off x="618490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8" name="Text 758"/>
          <p:cNvSpPr/>
          <p:nvPr/>
        </p:nvSpPr>
        <p:spPr>
          <a:xfrm>
            <a:off x="618490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9" name="Shape 759"/>
          <p:cNvSpPr/>
          <p:nvPr/>
        </p:nvSpPr>
        <p:spPr>
          <a:xfrm>
            <a:off x="715010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0" name="Text 760"/>
          <p:cNvSpPr/>
          <p:nvPr/>
        </p:nvSpPr>
        <p:spPr>
          <a:xfrm>
            <a:off x="715010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1" name="Shape 761"/>
          <p:cNvSpPr/>
          <p:nvPr/>
        </p:nvSpPr>
        <p:spPr>
          <a:xfrm>
            <a:off x="966216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2" name="Text 762"/>
          <p:cNvSpPr/>
          <p:nvPr/>
        </p:nvSpPr>
        <p:spPr>
          <a:xfrm>
            <a:off x="966216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3" name="Shape 763"/>
          <p:cNvSpPr/>
          <p:nvPr/>
        </p:nvSpPr>
        <p:spPr>
          <a:xfrm>
            <a:off x="1060958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4" name="Text 764"/>
          <p:cNvSpPr/>
          <p:nvPr/>
        </p:nvSpPr>
        <p:spPr>
          <a:xfrm>
            <a:off x="1060958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5" name="Shape 765"/>
          <p:cNvSpPr/>
          <p:nvPr/>
        </p:nvSpPr>
        <p:spPr>
          <a:xfrm>
            <a:off x="202692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6" name="Shape 766"/>
          <p:cNvSpPr/>
          <p:nvPr/>
        </p:nvSpPr>
        <p:spPr>
          <a:xfrm>
            <a:off x="217805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7" name="Shape 767"/>
          <p:cNvSpPr/>
          <p:nvPr/>
        </p:nvSpPr>
        <p:spPr>
          <a:xfrm>
            <a:off x="232918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8" name="Shape 768"/>
          <p:cNvSpPr/>
          <p:nvPr/>
        </p:nvSpPr>
        <p:spPr>
          <a:xfrm>
            <a:off x="248031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9" name="Shape 769"/>
          <p:cNvSpPr/>
          <p:nvPr/>
        </p:nvSpPr>
        <p:spPr>
          <a:xfrm>
            <a:off x="263144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0" name="Shape 770"/>
          <p:cNvSpPr/>
          <p:nvPr/>
        </p:nvSpPr>
        <p:spPr>
          <a:xfrm>
            <a:off x="278257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1" name="Text 771"/>
          <p:cNvSpPr/>
          <p:nvPr/>
        </p:nvSpPr>
        <p:spPr>
          <a:xfrm>
            <a:off x="231521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22" name="Shape 772"/>
          <p:cNvSpPr/>
          <p:nvPr/>
        </p:nvSpPr>
        <p:spPr>
          <a:xfrm>
            <a:off x="298577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3" name="Shape 773"/>
          <p:cNvSpPr/>
          <p:nvPr/>
        </p:nvSpPr>
        <p:spPr>
          <a:xfrm>
            <a:off x="313690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4" name="Shape 774"/>
          <p:cNvSpPr/>
          <p:nvPr/>
        </p:nvSpPr>
        <p:spPr>
          <a:xfrm>
            <a:off x="328803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5" name="Shape 775"/>
          <p:cNvSpPr/>
          <p:nvPr/>
        </p:nvSpPr>
        <p:spPr>
          <a:xfrm>
            <a:off x="343916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6" name="Shape 776"/>
          <p:cNvSpPr/>
          <p:nvPr/>
        </p:nvSpPr>
        <p:spPr>
          <a:xfrm>
            <a:off x="359029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7" name="Shape 777"/>
          <p:cNvSpPr/>
          <p:nvPr/>
        </p:nvSpPr>
        <p:spPr>
          <a:xfrm>
            <a:off x="374142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8" name="Text 778"/>
          <p:cNvSpPr/>
          <p:nvPr/>
        </p:nvSpPr>
        <p:spPr>
          <a:xfrm>
            <a:off x="327406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29" name="Shape 779"/>
          <p:cNvSpPr/>
          <p:nvPr/>
        </p:nvSpPr>
        <p:spPr>
          <a:xfrm>
            <a:off x="395351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0" name="Shape 780"/>
          <p:cNvSpPr/>
          <p:nvPr/>
        </p:nvSpPr>
        <p:spPr>
          <a:xfrm>
            <a:off x="410464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1" name="Shape 781"/>
          <p:cNvSpPr/>
          <p:nvPr/>
        </p:nvSpPr>
        <p:spPr>
          <a:xfrm>
            <a:off x="425577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2" name="Shape 782"/>
          <p:cNvSpPr/>
          <p:nvPr/>
        </p:nvSpPr>
        <p:spPr>
          <a:xfrm>
            <a:off x="440690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3" name="Shape 783"/>
          <p:cNvSpPr/>
          <p:nvPr/>
        </p:nvSpPr>
        <p:spPr>
          <a:xfrm>
            <a:off x="455803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4" name="Shape 784"/>
          <p:cNvSpPr/>
          <p:nvPr/>
        </p:nvSpPr>
        <p:spPr>
          <a:xfrm>
            <a:off x="470916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5" name="Text 785"/>
          <p:cNvSpPr/>
          <p:nvPr/>
        </p:nvSpPr>
        <p:spPr>
          <a:xfrm>
            <a:off x="424180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36" name="Shape 786"/>
          <p:cNvSpPr/>
          <p:nvPr/>
        </p:nvSpPr>
        <p:spPr>
          <a:xfrm>
            <a:off x="491871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7" name="Shape 787"/>
          <p:cNvSpPr/>
          <p:nvPr/>
        </p:nvSpPr>
        <p:spPr>
          <a:xfrm>
            <a:off x="506984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8" name="Shape 788"/>
          <p:cNvSpPr/>
          <p:nvPr/>
        </p:nvSpPr>
        <p:spPr>
          <a:xfrm>
            <a:off x="522097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9" name="Shape 789"/>
          <p:cNvSpPr/>
          <p:nvPr/>
        </p:nvSpPr>
        <p:spPr>
          <a:xfrm>
            <a:off x="537210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0" name="Shape 790"/>
          <p:cNvSpPr/>
          <p:nvPr/>
        </p:nvSpPr>
        <p:spPr>
          <a:xfrm>
            <a:off x="552323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1" name="Shape 791"/>
          <p:cNvSpPr/>
          <p:nvPr/>
        </p:nvSpPr>
        <p:spPr>
          <a:xfrm>
            <a:off x="567436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2" name="Text 792"/>
          <p:cNvSpPr/>
          <p:nvPr/>
        </p:nvSpPr>
        <p:spPr>
          <a:xfrm>
            <a:off x="520700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43" name="Shape 793"/>
          <p:cNvSpPr/>
          <p:nvPr/>
        </p:nvSpPr>
        <p:spPr>
          <a:xfrm>
            <a:off x="587756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4" name="Shape 794"/>
          <p:cNvSpPr/>
          <p:nvPr/>
        </p:nvSpPr>
        <p:spPr>
          <a:xfrm>
            <a:off x="602869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5" name="Shape 795"/>
          <p:cNvSpPr/>
          <p:nvPr/>
        </p:nvSpPr>
        <p:spPr>
          <a:xfrm>
            <a:off x="617982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6" name="Shape 796"/>
          <p:cNvSpPr/>
          <p:nvPr/>
        </p:nvSpPr>
        <p:spPr>
          <a:xfrm>
            <a:off x="633095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7" name="Shape 797"/>
          <p:cNvSpPr/>
          <p:nvPr/>
        </p:nvSpPr>
        <p:spPr>
          <a:xfrm>
            <a:off x="648208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8" name="Shape 798"/>
          <p:cNvSpPr/>
          <p:nvPr/>
        </p:nvSpPr>
        <p:spPr>
          <a:xfrm>
            <a:off x="663321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9" name="Text 799"/>
          <p:cNvSpPr/>
          <p:nvPr/>
        </p:nvSpPr>
        <p:spPr>
          <a:xfrm>
            <a:off x="616585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50" name="Shape 800"/>
          <p:cNvSpPr/>
          <p:nvPr/>
        </p:nvSpPr>
        <p:spPr>
          <a:xfrm>
            <a:off x="684276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1" name="Shape 801"/>
          <p:cNvSpPr/>
          <p:nvPr/>
        </p:nvSpPr>
        <p:spPr>
          <a:xfrm>
            <a:off x="699389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2" name="Shape 802"/>
          <p:cNvSpPr/>
          <p:nvPr/>
        </p:nvSpPr>
        <p:spPr>
          <a:xfrm>
            <a:off x="714502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3" name="Shape 803"/>
          <p:cNvSpPr/>
          <p:nvPr/>
        </p:nvSpPr>
        <p:spPr>
          <a:xfrm>
            <a:off x="729615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4" name="Shape 804"/>
          <p:cNvSpPr/>
          <p:nvPr/>
        </p:nvSpPr>
        <p:spPr>
          <a:xfrm>
            <a:off x="744728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5" name="Shape 805"/>
          <p:cNvSpPr/>
          <p:nvPr/>
        </p:nvSpPr>
        <p:spPr>
          <a:xfrm>
            <a:off x="759841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6" name="Text 806"/>
          <p:cNvSpPr/>
          <p:nvPr/>
        </p:nvSpPr>
        <p:spPr>
          <a:xfrm>
            <a:off x="713105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857" name="Shape 807"/>
          <p:cNvSpPr/>
          <p:nvPr/>
        </p:nvSpPr>
        <p:spPr>
          <a:xfrm>
            <a:off x="935482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8" name="Shape 808"/>
          <p:cNvSpPr/>
          <p:nvPr/>
        </p:nvSpPr>
        <p:spPr>
          <a:xfrm>
            <a:off x="950595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9" name="Shape 809"/>
          <p:cNvSpPr/>
          <p:nvPr/>
        </p:nvSpPr>
        <p:spPr>
          <a:xfrm>
            <a:off x="965708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0" name="Shape 810"/>
          <p:cNvSpPr/>
          <p:nvPr/>
        </p:nvSpPr>
        <p:spPr>
          <a:xfrm>
            <a:off x="980821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1" name="Shape 811"/>
          <p:cNvSpPr/>
          <p:nvPr/>
        </p:nvSpPr>
        <p:spPr>
          <a:xfrm>
            <a:off x="995934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2" name="Shape 812"/>
          <p:cNvSpPr/>
          <p:nvPr/>
        </p:nvSpPr>
        <p:spPr>
          <a:xfrm>
            <a:off x="1011047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3" name="Text 813"/>
          <p:cNvSpPr/>
          <p:nvPr/>
        </p:nvSpPr>
        <p:spPr>
          <a:xfrm>
            <a:off x="964311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864" name="Shape 814"/>
          <p:cNvSpPr/>
          <p:nvPr/>
        </p:nvSpPr>
        <p:spPr>
          <a:xfrm>
            <a:off x="1030224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5" name="Shape 815"/>
          <p:cNvSpPr/>
          <p:nvPr/>
        </p:nvSpPr>
        <p:spPr>
          <a:xfrm>
            <a:off x="1045337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6" name="Shape 816"/>
          <p:cNvSpPr/>
          <p:nvPr/>
        </p:nvSpPr>
        <p:spPr>
          <a:xfrm>
            <a:off x="1060450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7" name="Shape 817"/>
          <p:cNvSpPr/>
          <p:nvPr/>
        </p:nvSpPr>
        <p:spPr>
          <a:xfrm>
            <a:off x="1075563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8" name="Shape 818"/>
          <p:cNvSpPr/>
          <p:nvPr/>
        </p:nvSpPr>
        <p:spPr>
          <a:xfrm>
            <a:off x="1090676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9" name="Shape 819"/>
          <p:cNvSpPr/>
          <p:nvPr/>
        </p:nvSpPr>
        <p:spPr>
          <a:xfrm>
            <a:off x="1105789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0" name="Text 820"/>
          <p:cNvSpPr/>
          <p:nvPr/>
        </p:nvSpPr>
        <p:spPr>
          <a:xfrm>
            <a:off x="1059053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871" name="Shape 821"/>
          <p:cNvSpPr/>
          <p:nvPr/>
        </p:nvSpPr>
        <p:spPr>
          <a:xfrm>
            <a:off x="797052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2" name="Shape 822"/>
          <p:cNvSpPr/>
          <p:nvPr/>
        </p:nvSpPr>
        <p:spPr>
          <a:xfrm>
            <a:off x="820166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3" name="Shape 823"/>
          <p:cNvSpPr/>
          <p:nvPr/>
        </p:nvSpPr>
        <p:spPr>
          <a:xfrm>
            <a:off x="843153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4" name="Shape 824"/>
          <p:cNvSpPr/>
          <p:nvPr/>
        </p:nvSpPr>
        <p:spPr>
          <a:xfrm>
            <a:off x="866267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5" name="Shape 825"/>
          <p:cNvSpPr/>
          <p:nvPr/>
        </p:nvSpPr>
        <p:spPr>
          <a:xfrm>
            <a:off x="889254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6" name="Shape 826"/>
          <p:cNvSpPr/>
          <p:nvPr/>
        </p:nvSpPr>
        <p:spPr>
          <a:xfrm>
            <a:off x="202692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7" name="Shape 827"/>
          <p:cNvSpPr/>
          <p:nvPr/>
        </p:nvSpPr>
        <p:spPr>
          <a:xfrm>
            <a:off x="217805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8" name="Shape 828"/>
          <p:cNvSpPr/>
          <p:nvPr/>
        </p:nvSpPr>
        <p:spPr>
          <a:xfrm>
            <a:off x="232918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9" name="Shape 829"/>
          <p:cNvSpPr/>
          <p:nvPr/>
        </p:nvSpPr>
        <p:spPr>
          <a:xfrm>
            <a:off x="248031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0" name="Shape 830"/>
          <p:cNvSpPr/>
          <p:nvPr/>
        </p:nvSpPr>
        <p:spPr>
          <a:xfrm>
            <a:off x="263144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1" name="Shape 831"/>
          <p:cNvSpPr/>
          <p:nvPr/>
        </p:nvSpPr>
        <p:spPr>
          <a:xfrm>
            <a:off x="278257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2" name="Text 832"/>
          <p:cNvSpPr/>
          <p:nvPr/>
        </p:nvSpPr>
        <p:spPr>
          <a:xfrm>
            <a:off x="231521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83" name="Shape 833"/>
          <p:cNvSpPr/>
          <p:nvPr/>
        </p:nvSpPr>
        <p:spPr>
          <a:xfrm>
            <a:off x="298577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4" name="Shape 834"/>
          <p:cNvSpPr/>
          <p:nvPr/>
        </p:nvSpPr>
        <p:spPr>
          <a:xfrm>
            <a:off x="313690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5" name="Shape 835"/>
          <p:cNvSpPr/>
          <p:nvPr/>
        </p:nvSpPr>
        <p:spPr>
          <a:xfrm>
            <a:off x="328803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6" name="Shape 836"/>
          <p:cNvSpPr/>
          <p:nvPr/>
        </p:nvSpPr>
        <p:spPr>
          <a:xfrm>
            <a:off x="343916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7" name="Shape 837"/>
          <p:cNvSpPr/>
          <p:nvPr/>
        </p:nvSpPr>
        <p:spPr>
          <a:xfrm>
            <a:off x="359029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8" name="Shape 838"/>
          <p:cNvSpPr/>
          <p:nvPr/>
        </p:nvSpPr>
        <p:spPr>
          <a:xfrm>
            <a:off x="374142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9" name="Text 839"/>
          <p:cNvSpPr/>
          <p:nvPr/>
        </p:nvSpPr>
        <p:spPr>
          <a:xfrm>
            <a:off x="327406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90" name="Shape 840"/>
          <p:cNvSpPr/>
          <p:nvPr/>
        </p:nvSpPr>
        <p:spPr>
          <a:xfrm>
            <a:off x="395351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1" name="Shape 841"/>
          <p:cNvSpPr/>
          <p:nvPr/>
        </p:nvSpPr>
        <p:spPr>
          <a:xfrm>
            <a:off x="410464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2" name="Shape 842"/>
          <p:cNvSpPr/>
          <p:nvPr/>
        </p:nvSpPr>
        <p:spPr>
          <a:xfrm>
            <a:off x="425577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3" name="Shape 843"/>
          <p:cNvSpPr/>
          <p:nvPr/>
        </p:nvSpPr>
        <p:spPr>
          <a:xfrm>
            <a:off x="440690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4" name="Shape 844"/>
          <p:cNvSpPr/>
          <p:nvPr/>
        </p:nvSpPr>
        <p:spPr>
          <a:xfrm>
            <a:off x="455803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5" name="Shape 845"/>
          <p:cNvSpPr/>
          <p:nvPr/>
        </p:nvSpPr>
        <p:spPr>
          <a:xfrm>
            <a:off x="470916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6" name="Text 846"/>
          <p:cNvSpPr/>
          <p:nvPr/>
        </p:nvSpPr>
        <p:spPr>
          <a:xfrm>
            <a:off x="424180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97" name="Shape 847"/>
          <p:cNvSpPr/>
          <p:nvPr/>
        </p:nvSpPr>
        <p:spPr>
          <a:xfrm>
            <a:off x="491871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8" name="Shape 848"/>
          <p:cNvSpPr/>
          <p:nvPr/>
        </p:nvSpPr>
        <p:spPr>
          <a:xfrm>
            <a:off x="506984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9" name="Shape 849"/>
          <p:cNvSpPr/>
          <p:nvPr/>
        </p:nvSpPr>
        <p:spPr>
          <a:xfrm>
            <a:off x="522097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0" name="Shape 850"/>
          <p:cNvSpPr/>
          <p:nvPr/>
        </p:nvSpPr>
        <p:spPr>
          <a:xfrm>
            <a:off x="537210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1" name="Shape 851"/>
          <p:cNvSpPr/>
          <p:nvPr/>
        </p:nvSpPr>
        <p:spPr>
          <a:xfrm>
            <a:off x="552323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2" name="Shape 852"/>
          <p:cNvSpPr/>
          <p:nvPr/>
        </p:nvSpPr>
        <p:spPr>
          <a:xfrm>
            <a:off x="567436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3" name="Text 853"/>
          <p:cNvSpPr/>
          <p:nvPr/>
        </p:nvSpPr>
        <p:spPr>
          <a:xfrm>
            <a:off x="520700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904" name="Shape 854"/>
          <p:cNvSpPr/>
          <p:nvPr/>
        </p:nvSpPr>
        <p:spPr>
          <a:xfrm>
            <a:off x="587756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5" name="Shape 855"/>
          <p:cNvSpPr/>
          <p:nvPr/>
        </p:nvSpPr>
        <p:spPr>
          <a:xfrm>
            <a:off x="602869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6" name="Shape 856"/>
          <p:cNvSpPr/>
          <p:nvPr/>
        </p:nvSpPr>
        <p:spPr>
          <a:xfrm>
            <a:off x="617982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7" name="Shape 857"/>
          <p:cNvSpPr/>
          <p:nvPr/>
        </p:nvSpPr>
        <p:spPr>
          <a:xfrm>
            <a:off x="633095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8" name="Shape 858"/>
          <p:cNvSpPr/>
          <p:nvPr/>
        </p:nvSpPr>
        <p:spPr>
          <a:xfrm>
            <a:off x="648208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9" name="Shape 859"/>
          <p:cNvSpPr/>
          <p:nvPr/>
        </p:nvSpPr>
        <p:spPr>
          <a:xfrm>
            <a:off x="663321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0" name="Text 860"/>
          <p:cNvSpPr/>
          <p:nvPr/>
        </p:nvSpPr>
        <p:spPr>
          <a:xfrm>
            <a:off x="616585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1" name="Shape 861"/>
          <p:cNvSpPr/>
          <p:nvPr/>
        </p:nvSpPr>
        <p:spPr>
          <a:xfrm>
            <a:off x="684276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2" name="Shape 862"/>
          <p:cNvSpPr/>
          <p:nvPr/>
        </p:nvSpPr>
        <p:spPr>
          <a:xfrm>
            <a:off x="699389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3" name="Shape 863"/>
          <p:cNvSpPr/>
          <p:nvPr/>
        </p:nvSpPr>
        <p:spPr>
          <a:xfrm>
            <a:off x="714502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4" name="Shape 864"/>
          <p:cNvSpPr/>
          <p:nvPr/>
        </p:nvSpPr>
        <p:spPr>
          <a:xfrm>
            <a:off x="729615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5" name="Shape 865"/>
          <p:cNvSpPr/>
          <p:nvPr/>
        </p:nvSpPr>
        <p:spPr>
          <a:xfrm>
            <a:off x="744728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6" name="Shape 866"/>
          <p:cNvSpPr/>
          <p:nvPr/>
        </p:nvSpPr>
        <p:spPr>
          <a:xfrm>
            <a:off x="759841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7" name="Text 867"/>
          <p:cNvSpPr/>
          <p:nvPr/>
        </p:nvSpPr>
        <p:spPr>
          <a:xfrm>
            <a:off x="713105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18" name="Shape 868"/>
          <p:cNvSpPr/>
          <p:nvPr/>
        </p:nvSpPr>
        <p:spPr>
          <a:xfrm>
            <a:off x="935482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9" name="Shape 869"/>
          <p:cNvSpPr/>
          <p:nvPr/>
        </p:nvSpPr>
        <p:spPr>
          <a:xfrm>
            <a:off x="950595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0" name="Shape 870"/>
          <p:cNvSpPr/>
          <p:nvPr/>
        </p:nvSpPr>
        <p:spPr>
          <a:xfrm>
            <a:off x="965708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1" name="Shape 871"/>
          <p:cNvSpPr/>
          <p:nvPr/>
        </p:nvSpPr>
        <p:spPr>
          <a:xfrm>
            <a:off x="980821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2" name="Shape 872"/>
          <p:cNvSpPr/>
          <p:nvPr/>
        </p:nvSpPr>
        <p:spPr>
          <a:xfrm>
            <a:off x="995934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3" name="Shape 873"/>
          <p:cNvSpPr/>
          <p:nvPr/>
        </p:nvSpPr>
        <p:spPr>
          <a:xfrm>
            <a:off x="1011047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4" name="Text 874"/>
          <p:cNvSpPr/>
          <p:nvPr/>
        </p:nvSpPr>
        <p:spPr>
          <a:xfrm>
            <a:off x="964311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925" name="Shape 875"/>
          <p:cNvSpPr/>
          <p:nvPr/>
        </p:nvSpPr>
        <p:spPr>
          <a:xfrm>
            <a:off x="1030224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6" name="Shape 876"/>
          <p:cNvSpPr/>
          <p:nvPr/>
        </p:nvSpPr>
        <p:spPr>
          <a:xfrm>
            <a:off x="1045337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7" name="Shape 877"/>
          <p:cNvSpPr/>
          <p:nvPr/>
        </p:nvSpPr>
        <p:spPr>
          <a:xfrm>
            <a:off x="1060450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8" name="Shape 878"/>
          <p:cNvSpPr/>
          <p:nvPr/>
        </p:nvSpPr>
        <p:spPr>
          <a:xfrm>
            <a:off x="1075563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9" name="Shape 879"/>
          <p:cNvSpPr/>
          <p:nvPr/>
        </p:nvSpPr>
        <p:spPr>
          <a:xfrm>
            <a:off x="1090676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30" name="Shape 880"/>
          <p:cNvSpPr/>
          <p:nvPr/>
        </p:nvSpPr>
        <p:spPr>
          <a:xfrm>
            <a:off x="1105789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31" name="Text 881"/>
          <p:cNvSpPr/>
          <p:nvPr/>
        </p:nvSpPr>
        <p:spPr>
          <a:xfrm>
            <a:off x="1059053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932" name="Shape 882"/>
          <p:cNvSpPr/>
          <p:nvPr/>
        </p:nvSpPr>
        <p:spPr>
          <a:xfrm>
            <a:off x="797052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3" name="Shape 883"/>
          <p:cNvSpPr/>
          <p:nvPr/>
        </p:nvSpPr>
        <p:spPr>
          <a:xfrm>
            <a:off x="820166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4" name="Shape 884"/>
          <p:cNvSpPr/>
          <p:nvPr/>
        </p:nvSpPr>
        <p:spPr>
          <a:xfrm>
            <a:off x="843153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5" name="Shape 885"/>
          <p:cNvSpPr/>
          <p:nvPr/>
        </p:nvSpPr>
        <p:spPr>
          <a:xfrm>
            <a:off x="866267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6" name="Shape 886"/>
          <p:cNvSpPr/>
          <p:nvPr/>
        </p:nvSpPr>
        <p:spPr>
          <a:xfrm>
            <a:off x="889254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7" name="Shape 887"/>
          <p:cNvSpPr/>
          <p:nvPr/>
        </p:nvSpPr>
        <p:spPr>
          <a:xfrm>
            <a:off x="11188700" y="770890"/>
            <a:ext cx="165100" cy="226060"/>
          </a:xfrm>
          <a:prstGeom prst="rect">
            <a:avLst/>
          </a:prstGeom>
          <a:solidFill>
            <a:srgbClr val="FEFF9C"/>
          </a:solidFill>
          <a:ln w="9525">
            <a:solidFill>
              <a:srgbClr val="8A7A30"/>
            </a:solidFill>
            <a:prstDash val="solid"/>
          </a:ln>
        </p:spPr>
      </p:sp>
      <p:sp>
        <p:nvSpPr>
          <p:cNvPr id="938" name="Shape 888"/>
          <p:cNvSpPr/>
          <p:nvPr/>
        </p:nvSpPr>
        <p:spPr>
          <a:xfrm>
            <a:off x="11353800" y="770890"/>
            <a:ext cx="165100" cy="226060"/>
          </a:xfrm>
          <a:prstGeom prst="rect">
            <a:avLst/>
          </a:prstGeom>
          <a:solidFill>
            <a:srgbClr val="FEFF9C"/>
          </a:solidFill>
          <a:ln w="9525">
            <a:solidFill>
              <a:srgbClr val="8A7A30"/>
            </a:solidFill>
            <a:prstDash val="solid"/>
          </a:ln>
        </p:spPr>
      </p:sp>
      <p:sp>
        <p:nvSpPr>
          <p:cNvPr id="939" name="Shape 889"/>
          <p:cNvSpPr/>
          <p:nvPr/>
        </p:nvSpPr>
        <p:spPr>
          <a:xfrm>
            <a:off x="508000" y="685800"/>
            <a:ext cx="1803400" cy="508000"/>
          </a:xfrm>
          <a:prstGeom prst="roundRect">
            <a:avLst>
              <a:gd name="adj" fmla="val 14400"/>
            </a:avLst>
          </a:prstGeom>
          <a:solidFill>
            <a:srgbClr val="FFF4F0"/>
          </a:solidFill>
          <a:ln w="22225">
            <a:solidFill>
              <a:srgbClr val="8E2E31"/>
            </a:solidFill>
            <a:prstDash val="solid"/>
          </a:ln>
        </p:spPr>
      </p:sp>
      <p:sp>
        <p:nvSpPr>
          <p:cNvPr id="940" name="Text 890"/>
          <p:cNvSpPr/>
          <p:nvPr/>
        </p:nvSpPr>
        <p:spPr>
          <a:xfrm>
            <a:off x="508000" y="685800"/>
            <a:ext cx="180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E2E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Output</a:t>
            </a:r>
            <a:endParaRPr lang="en-US" sz="1900" dirty="0"/>
          </a:p>
        </p:txBody>
      </p:sp>
      <p:sp>
        <p:nvSpPr>
          <p:cNvPr id="941" name="Shape 891"/>
          <p:cNvSpPr/>
          <p:nvPr/>
        </p:nvSpPr>
        <p:spPr>
          <a:xfrm>
            <a:off x="508000" y="6248400"/>
            <a:ext cx="1803400" cy="584200"/>
          </a:xfrm>
          <a:prstGeom prst="roundRect">
            <a:avLst>
              <a:gd name="adj" fmla="val 12522"/>
            </a:avLst>
          </a:prstGeom>
          <a:solidFill>
            <a:srgbClr val="FFF4F0"/>
          </a:solidFill>
          <a:ln w="22225">
            <a:solidFill>
              <a:srgbClr val="8E2E31"/>
            </a:solidFill>
            <a:prstDash val="solid"/>
          </a:ln>
        </p:spPr>
      </p:sp>
      <p:sp>
        <p:nvSpPr>
          <p:cNvPr id="942" name="Text 892"/>
          <p:cNvSpPr/>
          <p:nvPr/>
        </p:nvSpPr>
        <p:spPr>
          <a:xfrm>
            <a:off x="508000" y="6248400"/>
            <a:ext cx="1803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E2E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Input</a:t>
            </a:r>
            <a:endParaRPr lang="en-US" sz="1900" dirty="0"/>
          </a:p>
        </p:txBody>
      </p:sp>
      <p:sp>
        <p:nvSpPr>
          <p:cNvPr id="943" name="Text 893"/>
          <p:cNvSpPr/>
          <p:nvPr/>
        </p:nvSpPr>
        <p:spPr>
          <a:xfrm rot="16200000">
            <a:off x="-1225550" y="3315970"/>
            <a:ext cx="457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100" kern="0" dirty="0">
                <a:solidFill>
                  <a:srgbClr val="9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</a:t>
            </a:r>
            <a:endParaRPr lang="en-US" sz="2600" dirty="0"/>
          </a:p>
        </p:txBody>
      </p:sp>
      <p:sp>
        <p:nvSpPr>
          <p:cNvPr id="944" name="Shape 894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945" name="Text 895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23670" y="1155700"/>
            <a:ext cx="10210800" cy="5181600"/>
          </a:xfrm>
          <a:prstGeom prst="roundRect">
            <a:avLst>
              <a:gd name="adj" fmla="val 1059"/>
            </a:avLst>
          </a:prstGeom>
          <a:solidFill>
            <a:srgbClr val="E9B172"/>
          </a:solidFill>
          <a:ln w="28575">
            <a:solidFill>
              <a:srgbClr val="9E5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9600" y="1276350"/>
            <a:ext cx="9550400" cy="923290"/>
          </a:xfrm>
          <a:prstGeom prst="roundRect">
            <a:avLst>
              <a:gd name="adj" fmla="val 7923"/>
            </a:avLst>
          </a:prstGeom>
          <a:solidFill>
            <a:srgbClr val="E9B172"/>
          </a:solidFill>
          <a:ln w="19050">
            <a:solidFill>
              <a:srgbClr val="9A8434"/>
            </a:solidFill>
            <a:prstDash val="dashDot"/>
          </a:ln>
        </p:spPr>
      </p:sp>
      <p:sp>
        <p:nvSpPr>
          <p:cNvPr id="7" name="Shape 5"/>
          <p:cNvSpPr/>
          <p:nvPr/>
        </p:nvSpPr>
        <p:spPr>
          <a:xfrm>
            <a:off x="1879600" y="4013200"/>
            <a:ext cx="9550400" cy="1017270"/>
          </a:xfrm>
          <a:prstGeom prst="roundRect">
            <a:avLst>
              <a:gd name="adj" fmla="val 7191"/>
            </a:avLst>
          </a:prstGeom>
          <a:solidFill>
            <a:srgbClr val="E9B172"/>
          </a:solidFill>
          <a:ln w="19050">
            <a:solidFill>
              <a:srgbClr val="9A8434"/>
            </a:solidFill>
            <a:prstDash val="dashDot"/>
          </a:ln>
        </p:spPr>
      </p:sp>
      <p:sp>
        <p:nvSpPr>
          <p:cNvPr id="8" name="Shape 6"/>
          <p:cNvSpPr/>
          <p:nvPr/>
        </p:nvSpPr>
        <p:spPr>
          <a:xfrm>
            <a:off x="2024380" y="1342390"/>
            <a:ext cx="9182100" cy="398780"/>
          </a:xfrm>
          <a:prstGeom prst="rect">
            <a:avLst/>
          </a:prstGeom>
          <a:solidFill>
            <a:srgbClr val="EDB671"/>
          </a:solidFill>
          <a:ln w="15875">
            <a:solidFill>
              <a:srgbClr val="B08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2850" y="1342390"/>
            <a:ext cx="5588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024380" y="4146550"/>
            <a:ext cx="9182100" cy="398780"/>
          </a:xfrm>
          <a:prstGeom prst="rect">
            <a:avLst/>
          </a:prstGeom>
          <a:solidFill>
            <a:srgbClr val="EDB671"/>
          </a:solidFill>
          <a:ln w="15875">
            <a:solidFill>
              <a:srgbClr val="B08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2850" y="4146550"/>
            <a:ext cx="5588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900" dirty="0"/>
          </a:p>
        </p:txBody>
      </p:sp>
      <p:pic>
        <p:nvPicPr>
          <p:cNvPr id="12" name="Image 0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910" y="1933575"/>
            <a:ext cx="685800" cy="1905000"/>
          </a:xfrm>
          <a:prstGeom prst="rect">
            <a:avLst/>
          </a:prstGeom>
        </p:spPr>
      </p:pic>
      <p:pic>
        <p:nvPicPr>
          <p:cNvPr id="13" name="Image 1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760" y="1933575"/>
            <a:ext cx="685800" cy="1905000"/>
          </a:xfrm>
          <a:prstGeom prst="rect">
            <a:avLst/>
          </a:prstGeom>
        </p:spPr>
      </p:pic>
      <p:pic>
        <p:nvPicPr>
          <p:cNvPr id="14" name="Image 2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1933575"/>
            <a:ext cx="685800" cy="1905000"/>
          </a:xfrm>
          <a:prstGeom prst="rect">
            <a:avLst/>
          </a:prstGeom>
        </p:spPr>
      </p:pic>
      <p:pic>
        <p:nvPicPr>
          <p:cNvPr id="15" name="Image 3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00" y="1933575"/>
            <a:ext cx="685800" cy="1905000"/>
          </a:xfrm>
          <a:prstGeom prst="rect">
            <a:avLst/>
          </a:prstGeom>
        </p:spPr>
      </p:pic>
      <p:pic>
        <p:nvPicPr>
          <p:cNvPr id="16" name="Image 4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550" y="1933575"/>
            <a:ext cx="685800" cy="1905000"/>
          </a:xfrm>
          <a:prstGeom prst="rect">
            <a:avLst/>
          </a:prstGeom>
        </p:spPr>
      </p:pic>
      <p:pic>
        <p:nvPicPr>
          <p:cNvPr id="17" name="Image 5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750" y="1933575"/>
            <a:ext cx="685800" cy="1905000"/>
          </a:xfrm>
          <a:prstGeom prst="rect">
            <a:avLst/>
          </a:prstGeom>
        </p:spPr>
      </p:pic>
      <p:pic>
        <p:nvPicPr>
          <p:cNvPr id="18" name="Image 6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7810" y="1933575"/>
            <a:ext cx="685800" cy="1905000"/>
          </a:xfrm>
          <a:prstGeom prst="rect">
            <a:avLst/>
          </a:prstGeom>
        </p:spPr>
      </p:pic>
      <p:pic>
        <p:nvPicPr>
          <p:cNvPr id="19" name="Image 7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5230" y="1933575"/>
            <a:ext cx="685800" cy="1905000"/>
          </a:xfrm>
          <a:prstGeom prst="rect">
            <a:avLst/>
          </a:prstGeom>
        </p:spPr>
      </p:pic>
      <p:pic>
        <p:nvPicPr>
          <p:cNvPr id="20" name="Image 8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9910" y="4751705"/>
            <a:ext cx="685800" cy="1905000"/>
          </a:xfrm>
          <a:prstGeom prst="rect">
            <a:avLst/>
          </a:prstGeom>
        </p:spPr>
      </p:pic>
      <p:pic>
        <p:nvPicPr>
          <p:cNvPr id="21" name="Image 9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8760" y="4751705"/>
            <a:ext cx="685800" cy="1905000"/>
          </a:xfrm>
          <a:prstGeom prst="rect">
            <a:avLst/>
          </a:prstGeom>
        </p:spPr>
      </p:pic>
      <p:pic>
        <p:nvPicPr>
          <p:cNvPr id="22" name="Image 10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6500" y="4751705"/>
            <a:ext cx="685800" cy="1905000"/>
          </a:xfrm>
          <a:prstGeom prst="rect">
            <a:avLst/>
          </a:prstGeom>
        </p:spPr>
      </p:pic>
      <p:pic>
        <p:nvPicPr>
          <p:cNvPr id="23" name="Image 11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1700" y="4751705"/>
            <a:ext cx="685800" cy="1905000"/>
          </a:xfrm>
          <a:prstGeom prst="rect">
            <a:avLst/>
          </a:prstGeom>
        </p:spPr>
      </p:pic>
      <p:pic>
        <p:nvPicPr>
          <p:cNvPr id="24" name="Image 12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70550" y="4751705"/>
            <a:ext cx="685800" cy="1905000"/>
          </a:xfrm>
          <a:prstGeom prst="rect">
            <a:avLst/>
          </a:prstGeom>
        </p:spPr>
      </p:pic>
      <p:pic>
        <p:nvPicPr>
          <p:cNvPr id="25" name="Image 13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5750" y="4751705"/>
            <a:ext cx="685800" cy="1905000"/>
          </a:xfrm>
          <a:prstGeom prst="rect">
            <a:avLst/>
          </a:prstGeom>
        </p:spPr>
      </p:pic>
      <p:pic>
        <p:nvPicPr>
          <p:cNvPr id="26" name="Image 14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7810" y="4751705"/>
            <a:ext cx="685800" cy="1905000"/>
          </a:xfrm>
          <a:prstGeom prst="rect">
            <a:avLst/>
          </a:prstGeom>
        </p:spPr>
      </p:pic>
      <p:pic>
        <p:nvPicPr>
          <p:cNvPr id="27" name="Image 15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95230" y="4751705"/>
            <a:ext cx="685800" cy="1905000"/>
          </a:xfrm>
          <a:prstGeom prst="rect">
            <a:avLst/>
          </a:prstGeom>
        </p:spPr>
      </p:pic>
      <p:sp>
        <p:nvSpPr>
          <p:cNvPr id="28" name="Shape 10"/>
          <p:cNvSpPr/>
          <p:nvPr/>
        </p:nvSpPr>
        <p:spPr>
          <a:xfrm>
            <a:off x="202692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9" name="Shape 11"/>
          <p:cNvSpPr/>
          <p:nvPr/>
        </p:nvSpPr>
        <p:spPr>
          <a:xfrm>
            <a:off x="217805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0" name="Shape 12"/>
          <p:cNvSpPr/>
          <p:nvPr/>
        </p:nvSpPr>
        <p:spPr>
          <a:xfrm>
            <a:off x="232918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1" name="Shape 13"/>
          <p:cNvSpPr/>
          <p:nvPr/>
        </p:nvSpPr>
        <p:spPr>
          <a:xfrm>
            <a:off x="248031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2" name="Shape 14"/>
          <p:cNvSpPr/>
          <p:nvPr/>
        </p:nvSpPr>
        <p:spPr>
          <a:xfrm>
            <a:off x="263144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3" name="Shape 15"/>
          <p:cNvSpPr/>
          <p:nvPr/>
        </p:nvSpPr>
        <p:spPr>
          <a:xfrm>
            <a:off x="278257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4" name="Text 16"/>
          <p:cNvSpPr/>
          <p:nvPr/>
        </p:nvSpPr>
        <p:spPr>
          <a:xfrm>
            <a:off x="231521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5" name="Shape 17"/>
          <p:cNvSpPr/>
          <p:nvPr/>
        </p:nvSpPr>
        <p:spPr>
          <a:xfrm>
            <a:off x="298577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6" name="Shape 18"/>
          <p:cNvSpPr/>
          <p:nvPr/>
        </p:nvSpPr>
        <p:spPr>
          <a:xfrm>
            <a:off x="313690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7" name="Shape 19"/>
          <p:cNvSpPr/>
          <p:nvPr/>
        </p:nvSpPr>
        <p:spPr>
          <a:xfrm>
            <a:off x="328803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8" name="Shape 20"/>
          <p:cNvSpPr/>
          <p:nvPr/>
        </p:nvSpPr>
        <p:spPr>
          <a:xfrm>
            <a:off x="343916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9" name="Shape 21"/>
          <p:cNvSpPr/>
          <p:nvPr/>
        </p:nvSpPr>
        <p:spPr>
          <a:xfrm>
            <a:off x="359029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0" name="Shape 22"/>
          <p:cNvSpPr/>
          <p:nvPr/>
        </p:nvSpPr>
        <p:spPr>
          <a:xfrm>
            <a:off x="374142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1" name="Text 23"/>
          <p:cNvSpPr/>
          <p:nvPr/>
        </p:nvSpPr>
        <p:spPr>
          <a:xfrm>
            <a:off x="327406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24"/>
          <p:cNvSpPr/>
          <p:nvPr/>
        </p:nvSpPr>
        <p:spPr>
          <a:xfrm>
            <a:off x="395351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3" name="Shape 25"/>
          <p:cNvSpPr/>
          <p:nvPr/>
        </p:nvSpPr>
        <p:spPr>
          <a:xfrm>
            <a:off x="410464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4" name="Shape 26"/>
          <p:cNvSpPr/>
          <p:nvPr/>
        </p:nvSpPr>
        <p:spPr>
          <a:xfrm>
            <a:off x="425577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5" name="Shape 27"/>
          <p:cNvSpPr/>
          <p:nvPr/>
        </p:nvSpPr>
        <p:spPr>
          <a:xfrm>
            <a:off x="440690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6" name="Shape 28"/>
          <p:cNvSpPr/>
          <p:nvPr/>
        </p:nvSpPr>
        <p:spPr>
          <a:xfrm>
            <a:off x="455803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7" name="Shape 29"/>
          <p:cNvSpPr/>
          <p:nvPr/>
        </p:nvSpPr>
        <p:spPr>
          <a:xfrm>
            <a:off x="470916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8" name="Text 30"/>
          <p:cNvSpPr/>
          <p:nvPr/>
        </p:nvSpPr>
        <p:spPr>
          <a:xfrm>
            <a:off x="424180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Shape 31"/>
          <p:cNvSpPr/>
          <p:nvPr/>
        </p:nvSpPr>
        <p:spPr>
          <a:xfrm>
            <a:off x="491871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0" name="Shape 32"/>
          <p:cNvSpPr/>
          <p:nvPr/>
        </p:nvSpPr>
        <p:spPr>
          <a:xfrm>
            <a:off x="506984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1" name="Shape 33"/>
          <p:cNvSpPr/>
          <p:nvPr/>
        </p:nvSpPr>
        <p:spPr>
          <a:xfrm>
            <a:off x="522097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2" name="Shape 34"/>
          <p:cNvSpPr/>
          <p:nvPr/>
        </p:nvSpPr>
        <p:spPr>
          <a:xfrm>
            <a:off x="537210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3" name="Shape 35"/>
          <p:cNvSpPr/>
          <p:nvPr/>
        </p:nvSpPr>
        <p:spPr>
          <a:xfrm>
            <a:off x="552323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4" name="Shape 36"/>
          <p:cNvSpPr/>
          <p:nvPr/>
        </p:nvSpPr>
        <p:spPr>
          <a:xfrm>
            <a:off x="567436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5" name="Text 37"/>
          <p:cNvSpPr/>
          <p:nvPr/>
        </p:nvSpPr>
        <p:spPr>
          <a:xfrm>
            <a:off x="520700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Shape 38"/>
          <p:cNvSpPr/>
          <p:nvPr/>
        </p:nvSpPr>
        <p:spPr>
          <a:xfrm>
            <a:off x="587756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7" name="Shape 39"/>
          <p:cNvSpPr/>
          <p:nvPr/>
        </p:nvSpPr>
        <p:spPr>
          <a:xfrm>
            <a:off x="602869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8" name="Shape 40"/>
          <p:cNvSpPr/>
          <p:nvPr/>
        </p:nvSpPr>
        <p:spPr>
          <a:xfrm>
            <a:off x="617982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9" name="Shape 41"/>
          <p:cNvSpPr/>
          <p:nvPr/>
        </p:nvSpPr>
        <p:spPr>
          <a:xfrm>
            <a:off x="633095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648208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663321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2" name="Text 44"/>
          <p:cNvSpPr/>
          <p:nvPr/>
        </p:nvSpPr>
        <p:spPr>
          <a:xfrm>
            <a:off x="616585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3" name="Shape 45"/>
          <p:cNvSpPr/>
          <p:nvPr/>
        </p:nvSpPr>
        <p:spPr>
          <a:xfrm>
            <a:off x="684276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4" name="Shape 46"/>
          <p:cNvSpPr/>
          <p:nvPr/>
        </p:nvSpPr>
        <p:spPr>
          <a:xfrm>
            <a:off x="699389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5" name="Shape 47"/>
          <p:cNvSpPr/>
          <p:nvPr/>
        </p:nvSpPr>
        <p:spPr>
          <a:xfrm>
            <a:off x="714502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6" name="Shape 48"/>
          <p:cNvSpPr/>
          <p:nvPr/>
        </p:nvSpPr>
        <p:spPr>
          <a:xfrm>
            <a:off x="729615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7" name="Shape 49"/>
          <p:cNvSpPr/>
          <p:nvPr/>
        </p:nvSpPr>
        <p:spPr>
          <a:xfrm>
            <a:off x="744728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8" name="Shape 50"/>
          <p:cNvSpPr/>
          <p:nvPr/>
        </p:nvSpPr>
        <p:spPr>
          <a:xfrm>
            <a:off x="759841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713105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0" name="Shape 52"/>
          <p:cNvSpPr/>
          <p:nvPr/>
        </p:nvSpPr>
        <p:spPr>
          <a:xfrm>
            <a:off x="935482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1" name="Shape 53"/>
          <p:cNvSpPr/>
          <p:nvPr/>
        </p:nvSpPr>
        <p:spPr>
          <a:xfrm>
            <a:off x="950595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2" name="Shape 54"/>
          <p:cNvSpPr/>
          <p:nvPr/>
        </p:nvSpPr>
        <p:spPr>
          <a:xfrm>
            <a:off x="965708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980821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995934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5" name="Shape 57"/>
          <p:cNvSpPr/>
          <p:nvPr/>
        </p:nvSpPr>
        <p:spPr>
          <a:xfrm>
            <a:off x="1011047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6" name="Text 58"/>
          <p:cNvSpPr/>
          <p:nvPr/>
        </p:nvSpPr>
        <p:spPr>
          <a:xfrm>
            <a:off x="964311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77" name="Shape 59"/>
          <p:cNvSpPr/>
          <p:nvPr/>
        </p:nvSpPr>
        <p:spPr>
          <a:xfrm>
            <a:off x="1030224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8" name="Shape 60"/>
          <p:cNvSpPr/>
          <p:nvPr/>
        </p:nvSpPr>
        <p:spPr>
          <a:xfrm>
            <a:off x="1045337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9" name="Shape 61"/>
          <p:cNvSpPr/>
          <p:nvPr/>
        </p:nvSpPr>
        <p:spPr>
          <a:xfrm>
            <a:off x="1060450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0" name="Shape 62"/>
          <p:cNvSpPr/>
          <p:nvPr/>
        </p:nvSpPr>
        <p:spPr>
          <a:xfrm>
            <a:off x="1075563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1" name="Shape 63"/>
          <p:cNvSpPr/>
          <p:nvPr/>
        </p:nvSpPr>
        <p:spPr>
          <a:xfrm>
            <a:off x="1090676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2" name="Shape 64"/>
          <p:cNvSpPr/>
          <p:nvPr/>
        </p:nvSpPr>
        <p:spPr>
          <a:xfrm>
            <a:off x="1105789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3" name="Text 65"/>
          <p:cNvSpPr/>
          <p:nvPr/>
        </p:nvSpPr>
        <p:spPr>
          <a:xfrm>
            <a:off x="1059053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84" name="Shape 66"/>
          <p:cNvSpPr/>
          <p:nvPr/>
        </p:nvSpPr>
        <p:spPr>
          <a:xfrm>
            <a:off x="797052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5" name="Shape 67"/>
          <p:cNvSpPr/>
          <p:nvPr/>
        </p:nvSpPr>
        <p:spPr>
          <a:xfrm>
            <a:off x="820166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6" name="Shape 68"/>
          <p:cNvSpPr/>
          <p:nvPr/>
        </p:nvSpPr>
        <p:spPr>
          <a:xfrm>
            <a:off x="843153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7" name="Shape 69"/>
          <p:cNvSpPr/>
          <p:nvPr/>
        </p:nvSpPr>
        <p:spPr>
          <a:xfrm>
            <a:off x="866267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8" name="Shape 70"/>
          <p:cNvSpPr/>
          <p:nvPr/>
        </p:nvSpPr>
        <p:spPr>
          <a:xfrm>
            <a:off x="889254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9" name="Shape 71"/>
          <p:cNvSpPr/>
          <p:nvPr/>
        </p:nvSpPr>
        <p:spPr>
          <a:xfrm>
            <a:off x="202692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0" name="Shape 72"/>
          <p:cNvSpPr/>
          <p:nvPr/>
        </p:nvSpPr>
        <p:spPr>
          <a:xfrm>
            <a:off x="217805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1" name="Shape 73"/>
          <p:cNvSpPr/>
          <p:nvPr/>
        </p:nvSpPr>
        <p:spPr>
          <a:xfrm>
            <a:off x="232918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2" name="Shape 74"/>
          <p:cNvSpPr/>
          <p:nvPr/>
        </p:nvSpPr>
        <p:spPr>
          <a:xfrm>
            <a:off x="248031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3" name="Shape 75"/>
          <p:cNvSpPr/>
          <p:nvPr/>
        </p:nvSpPr>
        <p:spPr>
          <a:xfrm>
            <a:off x="263144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4" name="Shape 76"/>
          <p:cNvSpPr/>
          <p:nvPr/>
        </p:nvSpPr>
        <p:spPr>
          <a:xfrm>
            <a:off x="278257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5" name="Text 77"/>
          <p:cNvSpPr/>
          <p:nvPr/>
        </p:nvSpPr>
        <p:spPr>
          <a:xfrm>
            <a:off x="231521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96" name="Shape 78"/>
          <p:cNvSpPr/>
          <p:nvPr/>
        </p:nvSpPr>
        <p:spPr>
          <a:xfrm>
            <a:off x="298577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7" name="Shape 79"/>
          <p:cNvSpPr/>
          <p:nvPr/>
        </p:nvSpPr>
        <p:spPr>
          <a:xfrm>
            <a:off x="313690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8" name="Shape 80"/>
          <p:cNvSpPr/>
          <p:nvPr/>
        </p:nvSpPr>
        <p:spPr>
          <a:xfrm>
            <a:off x="328803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9" name="Shape 81"/>
          <p:cNvSpPr/>
          <p:nvPr/>
        </p:nvSpPr>
        <p:spPr>
          <a:xfrm>
            <a:off x="343916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0" name="Shape 82"/>
          <p:cNvSpPr/>
          <p:nvPr/>
        </p:nvSpPr>
        <p:spPr>
          <a:xfrm>
            <a:off x="359029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1" name="Shape 83"/>
          <p:cNvSpPr/>
          <p:nvPr/>
        </p:nvSpPr>
        <p:spPr>
          <a:xfrm>
            <a:off x="374142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2" name="Text 84"/>
          <p:cNvSpPr/>
          <p:nvPr/>
        </p:nvSpPr>
        <p:spPr>
          <a:xfrm>
            <a:off x="327406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3" name="Shape 85"/>
          <p:cNvSpPr/>
          <p:nvPr/>
        </p:nvSpPr>
        <p:spPr>
          <a:xfrm>
            <a:off x="395351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4" name="Shape 86"/>
          <p:cNvSpPr/>
          <p:nvPr/>
        </p:nvSpPr>
        <p:spPr>
          <a:xfrm>
            <a:off x="410464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5" name="Shape 87"/>
          <p:cNvSpPr/>
          <p:nvPr/>
        </p:nvSpPr>
        <p:spPr>
          <a:xfrm>
            <a:off x="425577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6" name="Shape 88"/>
          <p:cNvSpPr/>
          <p:nvPr/>
        </p:nvSpPr>
        <p:spPr>
          <a:xfrm>
            <a:off x="440690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7" name="Shape 89"/>
          <p:cNvSpPr/>
          <p:nvPr/>
        </p:nvSpPr>
        <p:spPr>
          <a:xfrm>
            <a:off x="455803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8" name="Shape 90"/>
          <p:cNvSpPr/>
          <p:nvPr/>
        </p:nvSpPr>
        <p:spPr>
          <a:xfrm>
            <a:off x="470916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9" name="Text 91"/>
          <p:cNvSpPr/>
          <p:nvPr/>
        </p:nvSpPr>
        <p:spPr>
          <a:xfrm>
            <a:off x="424180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0" name="Shape 92"/>
          <p:cNvSpPr/>
          <p:nvPr/>
        </p:nvSpPr>
        <p:spPr>
          <a:xfrm>
            <a:off x="491871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1" name="Shape 93"/>
          <p:cNvSpPr/>
          <p:nvPr/>
        </p:nvSpPr>
        <p:spPr>
          <a:xfrm>
            <a:off x="506984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2" name="Shape 94"/>
          <p:cNvSpPr/>
          <p:nvPr/>
        </p:nvSpPr>
        <p:spPr>
          <a:xfrm>
            <a:off x="522097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3" name="Shape 95"/>
          <p:cNvSpPr/>
          <p:nvPr/>
        </p:nvSpPr>
        <p:spPr>
          <a:xfrm>
            <a:off x="537210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4" name="Shape 96"/>
          <p:cNvSpPr/>
          <p:nvPr/>
        </p:nvSpPr>
        <p:spPr>
          <a:xfrm>
            <a:off x="552323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5" name="Shape 97"/>
          <p:cNvSpPr/>
          <p:nvPr/>
        </p:nvSpPr>
        <p:spPr>
          <a:xfrm>
            <a:off x="567436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6" name="Text 98"/>
          <p:cNvSpPr/>
          <p:nvPr/>
        </p:nvSpPr>
        <p:spPr>
          <a:xfrm>
            <a:off x="520700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7" name="Shape 99"/>
          <p:cNvSpPr/>
          <p:nvPr/>
        </p:nvSpPr>
        <p:spPr>
          <a:xfrm>
            <a:off x="587756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8" name="Shape 100"/>
          <p:cNvSpPr/>
          <p:nvPr/>
        </p:nvSpPr>
        <p:spPr>
          <a:xfrm>
            <a:off x="602869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9" name="Shape 101"/>
          <p:cNvSpPr/>
          <p:nvPr/>
        </p:nvSpPr>
        <p:spPr>
          <a:xfrm>
            <a:off x="617982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0" name="Shape 102"/>
          <p:cNvSpPr/>
          <p:nvPr/>
        </p:nvSpPr>
        <p:spPr>
          <a:xfrm>
            <a:off x="633095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1" name="Shape 103"/>
          <p:cNvSpPr/>
          <p:nvPr/>
        </p:nvSpPr>
        <p:spPr>
          <a:xfrm>
            <a:off x="648208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2" name="Shape 104"/>
          <p:cNvSpPr/>
          <p:nvPr/>
        </p:nvSpPr>
        <p:spPr>
          <a:xfrm>
            <a:off x="663321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3" name="Text 105"/>
          <p:cNvSpPr/>
          <p:nvPr/>
        </p:nvSpPr>
        <p:spPr>
          <a:xfrm>
            <a:off x="616585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24" name="Shape 106"/>
          <p:cNvSpPr/>
          <p:nvPr/>
        </p:nvSpPr>
        <p:spPr>
          <a:xfrm>
            <a:off x="684276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5" name="Shape 107"/>
          <p:cNvSpPr/>
          <p:nvPr/>
        </p:nvSpPr>
        <p:spPr>
          <a:xfrm>
            <a:off x="699389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6" name="Shape 108"/>
          <p:cNvSpPr/>
          <p:nvPr/>
        </p:nvSpPr>
        <p:spPr>
          <a:xfrm>
            <a:off x="714502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7" name="Shape 109"/>
          <p:cNvSpPr/>
          <p:nvPr/>
        </p:nvSpPr>
        <p:spPr>
          <a:xfrm>
            <a:off x="729615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8" name="Shape 110"/>
          <p:cNvSpPr/>
          <p:nvPr/>
        </p:nvSpPr>
        <p:spPr>
          <a:xfrm>
            <a:off x="744728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9" name="Shape 111"/>
          <p:cNvSpPr/>
          <p:nvPr/>
        </p:nvSpPr>
        <p:spPr>
          <a:xfrm>
            <a:off x="759841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0" name="Text 112"/>
          <p:cNvSpPr/>
          <p:nvPr/>
        </p:nvSpPr>
        <p:spPr>
          <a:xfrm>
            <a:off x="713105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31" name="Shape 113"/>
          <p:cNvSpPr/>
          <p:nvPr/>
        </p:nvSpPr>
        <p:spPr>
          <a:xfrm>
            <a:off x="935482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2" name="Shape 114"/>
          <p:cNvSpPr/>
          <p:nvPr/>
        </p:nvSpPr>
        <p:spPr>
          <a:xfrm>
            <a:off x="950595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3" name="Shape 115"/>
          <p:cNvSpPr/>
          <p:nvPr/>
        </p:nvSpPr>
        <p:spPr>
          <a:xfrm>
            <a:off x="965708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4" name="Shape 116"/>
          <p:cNvSpPr/>
          <p:nvPr/>
        </p:nvSpPr>
        <p:spPr>
          <a:xfrm>
            <a:off x="980821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5" name="Shape 117"/>
          <p:cNvSpPr/>
          <p:nvPr/>
        </p:nvSpPr>
        <p:spPr>
          <a:xfrm>
            <a:off x="995934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6" name="Shape 118"/>
          <p:cNvSpPr/>
          <p:nvPr/>
        </p:nvSpPr>
        <p:spPr>
          <a:xfrm>
            <a:off x="1011047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7" name="Text 119"/>
          <p:cNvSpPr/>
          <p:nvPr/>
        </p:nvSpPr>
        <p:spPr>
          <a:xfrm>
            <a:off x="964311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138" name="Shape 120"/>
          <p:cNvSpPr/>
          <p:nvPr/>
        </p:nvSpPr>
        <p:spPr>
          <a:xfrm>
            <a:off x="1030224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9" name="Shape 121"/>
          <p:cNvSpPr/>
          <p:nvPr/>
        </p:nvSpPr>
        <p:spPr>
          <a:xfrm>
            <a:off x="1045337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0" name="Shape 122"/>
          <p:cNvSpPr/>
          <p:nvPr/>
        </p:nvSpPr>
        <p:spPr>
          <a:xfrm>
            <a:off x="1060450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1" name="Shape 123"/>
          <p:cNvSpPr/>
          <p:nvPr/>
        </p:nvSpPr>
        <p:spPr>
          <a:xfrm>
            <a:off x="1075563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2" name="Shape 124"/>
          <p:cNvSpPr/>
          <p:nvPr/>
        </p:nvSpPr>
        <p:spPr>
          <a:xfrm>
            <a:off x="1090676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3" name="Shape 125"/>
          <p:cNvSpPr/>
          <p:nvPr/>
        </p:nvSpPr>
        <p:spPr>
          <a:xfrm>
            <a:off x="1105789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4" name="Text 126"/>
          <p:cNvSpPr/>
          <p:nvPr/>
        </p:nvSpPr>
        <p:spPr>
          <a:xfrm>
            <a:off x="1059053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45" name="Shape 127"/>
          <p:cNvSpPr/>
          <p:nvPr/>
        </p:nvSpPr>
        <p:spPr>
          <a:xfrm>
            <a:off x="797052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6" name="Shape 128"/>
          <p:cNvSpPr/>
          <p:nvPr/>
        </p:nvSpPr>
        <p:spPr>
          <a:xfrm>
            <a:off x="820166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7" name="Shape 129"/>
          <p:cNvSpPr/>
          <p:nvPr/>
        </p:nvSpPr>
        <p:spPr>
          <a:xfrm>
            <a:off x="843153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8" name="Shape 130"/>
          <p:cNvSpPr/>
          <p:nvPr/>
        </p:nvSpPr>
        <p:spPr>
          <a:xfrm>
            <a:off x="866267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9" name="Shape 131"/>
          <p:cNvSpPr/>
          <p:nvPr/>
        </p:nvSpPr>
        <p:spPr>
          <a:xfrm>
            <a:off x="889254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50" name="Shape 132"/>
          <p:cNvSpPr/>
          <p:nvPr/>
        </p:nvSpPr>
        <p:spPr>
          <a:xfrm>
            <a:off x="202692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1" name="Shape 133"/>
          <p:cNvSpPr/>
          <p:nvPr/>
        </p:nvSpPr>
        <p:spPr>
          <a:xfrm>
            <a:off x="217805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2" name="Shape 134"/>
          <p:cNvSpPr/>
          <p:nvPr/>
        </p:nvSpPr>
        <p:spPr>
          <a:xfrm>
            <a:off x="232918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3" name="Shape 135"/>
          <p:cNvSpPr/>
          <p:nvPr/>
        </p:nvSpPr>
        <p:spPr>
          <a:xfrm>
            <a:off x="248031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4" name="Shape 136"/>
          <p:cNvSpPr/>
          <p:nvPr/>
        </p:nvSpPr>
        <p:spPr>
          <a:xfrm>
            <a:off x="263144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5" name="Shape 137"/>
          <p:cNvSpPr/>
          <p:nvPr/>
        </p:nvSpPr>
        <p:spPr>
          <a:xfrm>
            <a:off x="278257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6" name="Text 138"/>
          <p:cNvSpPr/>
          <p:nvPr/>
        </p:nvSpPr>
        <p:spPr>
          <a:xfrm>
            <a:off x="231521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57" name="Shape 139"/>
          <p:cNvSpPr/>
          <p:nvPr/>
        </p:nvSpPr>
        <p:spPr>
          <a:xfrm>
            <a:off x="298577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8" name="Shape 140"/>
          <p:cNvSpPr/>
          <p:nvPr/>
        </p:nvSpPr>
        <p:spPr>
          <a:xfrm>
            <a:off x="313690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9" name="Shape 141"/>
          <p:cNvSpPr/>
          <p:nvPr/>
        </p:nvSpPr>
        <p:spPr>
          <a:xfrm>
            <a:off x="328803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0" name="Shape 142"/>
          <p:cNvSpPr/>
          <p:nvPr/>
        </p:nvSpPr>
        <p:spPr>
          <a:xfrm>
            <a:off x="343916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1" name="Shape 143"/>
          <p:cNvSpPr/>
          <p:nvPr/>
        </p:nvSpPr>
        <p:spPr>
          <a:xfrm>
            <a:off x="359029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2" name="Shape 144"/>
          <p:cNvSpPr/>
          <p:nvPr/>
        </p:nvSpPr>
        <p:spPr>
          <a:xfrm>
            <a:off x="374142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3" name="Text 145"/>
          <p:cNvSpPr/>
          <p:nvPr/>
        </p:nvSpPr>
        <p:spPr>
          <a:xfrm>
            <a:off x="327406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4" name="Shape 146"/>
          <p:cNvSpPr/>
          <p:nvPr/>
        </p:nvSpPr>
        <p:spPr>
          <a:xfrm>
            <a:off x="395351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5" name="Shape 147"/>
          <p:cNvSpPr/>
          <p:nvPr/>
        </p:nvSpPr>
        <p:spPr>
          <a:xfrm>
            <a:off x="410464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6" name="Shape 148"/>
          <p:cNvSpPr/>
          <p:nvPr/>
        </p:nvSpPr>
        <p:spPr>
          <a:xfrm>
            <a:off x="425577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7" name="Shape 149"/>
          <p:cNvSpPr/>
          <p:nvPr/>
        </p:nvSpPr>
        <p:spPr>
          <a:xfrm>
            <a:off x="440690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8" name="Shape 150"/>
          <p:cNvSpPr/>
          <p:nvPr/>
        </p:nvSpPr>
        <p:spPr>
          <a:xfrm>
            <a:off x="455803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9" name="Shape 151"/>
          <p:cNvSpPr/>
          <p:nvPr/>
        </p:nvSpPr>
        <p:spPr>
          <a:xfrm>
            <a:off x="470916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0" name="Text 152"/>
          <p:cNvSpPr/>
          <p:nvPr/>
        </p:nvSpPr>
        <p:spPr>
          <a:xfrm>
            <a:off x="424180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1" name="Shape 153"/>
          <p:cNvSpPr/>
          <p:nvPr/>
        </p:nvSpPr>
        <p:spPr>
          <a:xfrm>
            <a:off x="491871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2" name="Shape 154"/>
          <p:cNvSpPr/>
          <p:nvPr/>
        </p:nvSpPr>
        <p:spPr>
          <a:xfrm>
            <a:off x="506984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3" name="Shape 155"/>
          <p:cNvSpPr/>
          <p:nvPr/>
        </p:nvSpPr>
        <p:spPr>
          <a:xfrm>
            <a:off x="522097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4" name="Shape 156"/>
          <p:cNvSpPr/>
          <p:nvPr/>
        </p:nvSpPr>
        <p:spPr>
          <a:xfrm>
            <a:off x="537210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5" name="Shape 157"/>
          <p:cNvSpPr/>
          <p:nvPr/>
        </p:nvSpPr>
        <p:spPr>
          <a:xfrm>
            <a:off x="552323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6" name="Shape 158"/>
          <p:cNvSpPr/>
          <p:nvPr/>
        </p:nvSpPr>
        <p:spPr>
          <a:xfrm>
            <a:off x="567436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7" name="Text 159"/>
          <p:cNvSpPr/>
          <p:nvPr/>
        </p:nvSpPr>
        <p:spPr>
          <a:xfrm>
            <a:off x="520700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8" name="Shape 160"/>
          <p:cNvSpPr/>
          <p:nvPr/>
        </p:nvSpPr>
        <p:spPr>
          <a:xfrm>
            <a:off x="587756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9" name="Shape 161"/>
          <p:cNvSpPr/>
          <p:nvPr/>
        </p:nvSpPr>
        <p:spPr>
          <a:xfrm>
            <a:off x="602869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0" name="Shape 162"/>
          <p:cNvSpPr/>
          <p:nvPr/>
        </p:nvSpPr>
        <p:spPr>
          <a:xfrm>
            <a:off x="617982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1" name="Shape 163"/>
          <p:cNvSpPr/>
          <p:nvPr/>
        </p:nvSpPr>
        <p:spPr>
          <a:xfrm>
            <a:off x="633095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2" name="Shape 164"/>
          <p:cNvSpPr/>
          <p:nvPr/>
        </p:nvSpPr>
        <p:spPr>
          <a:xfrm>
            <a:off x="648208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3" name="Shape 165"/>
          <p:cNvSpPr/>
          <p:nvPr/>
        </p:nvSpPr>
        <p:spPr>
          <a:xfrm>
            <a:off x="663321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4" name="Text 166"/>
          <p:cNvSpPr/>
          <p:nvPr/>
        </p:nvSpPr>
        <p:spPr>
          <a:xfrm>
            <a:off x="616585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5" name="Shape 167"/>
          <p:cNvSpPr/>
          <p:nvPr/>
        </p:nvSpPr>
        <p:spPr>
          <a:xfrm>
            <a:off x="684276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6" name="Shape 168"/>
          <p:cNvSpPr/>
          <p:nvPr/>
        </p:nvSpPr>
        <p:spPr>
          <a:xfrm>
            <a:off x="699389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7" name="Shape 169"/>
          <p:cNvSpPr/>
          <p:nvPr/>
        </p:nvSpPr>
        <p:spPr>
          <a:xfrm>
            <a:off x="714502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8" name="Shape 170"/>
          <p:cNvSpPr/>
          <p:nvPr/>
        </p:nvSpPr>
        <p:spPr>
          <a:xfrm>
            <a:off x="729615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9" name="Shape 171"/>
          <p:cNvSpPr/>
          <p:nvPr/>
        </p:nvSpPr>
        <p:spPr>
          <a:xfrm>
            <a:off x="744728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0" name="Shape 172"/>
          <p:cNvSpPr/>
          <p:nvPr/>
        </p:nvSpPr>
        <p:spPr>
          <a:xfrm>
            <a:off x="759841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1" name="Text 173"/>
          <p:cNvSpPr/>
          <p:nvPr/>
        </p:nvSpPr>
        <p:spPr>
          <a:xfrm>
            <a:off x="713105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2" name="Shape 174"/>
          <p:cNvSpPr/>
          <p:nvPr/>
        </p:nvSpPr>
        <p:spPr>
          <a:xfrm>
            <a:off x="935482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3" name="Shape 175"/>
          <p:cNvSpPr/>
          <p:nvPr/>
        </p:nvSpPr>
        <p:spPr>
          <a:xfrm>
            <a:off x="950595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4" name="Shape 176"/>
          <p:cNvSpPr/>
          <p:nvPr/>
        </p:nvSpPr>
        <p:spPr>
          <a:xfrm>
            <a:off x="965708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5" name="Shape 177"/>
          <p:cNvSpPr/>
          <p:nvPr/>
        </p:nvSpPr>
        <p:spPr>
          <a:xfrm>
            <a:off x="980821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6" name="Shape 178"/>
          <p:cNvSpPr/>
          <p:nvPr/>
        </p:nvSpPr>
        <p:spPr>
          <a:xfrm>
            <a:off x="995934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7" name="Shape 179"/>
          <p:cNvSpPr/>
          <p:nvPr/>
        </p:nvSpPr>
        <p:spPr>
          <a:xfrm>
            <a:off x="1011047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8" name="Text 180"/>
          <p:cNvSpPr/>
          <p:nvPr/>
        </p:nvSpPr>
        <p:spPr>
          <a:xfrm>
            <a:off x="964311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199" name="Shape 181"/>
          <p:cNvSpPr/>
          <p:nvPr/>
        </p:nvSpPr>
        <p:spPr>
          <a:xfrm>
            <a:off x="1030224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0" name="Shape 182"/>
          <p:cNvSpPr/>
          <p:nvPr/>
        </p:nvSpPr>
        <p:spPr>
          <a:xfrm>
            <a:off x="1045337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1" name="Shape 183"/>
          <p:cNvSpPr/>
          <p:nvPr/>
        </p:nvSpPr>
        <p:spPr>
          <a:xfrm>
            <a:off x="1060450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2" name="Shape 184"/>
          <p:cNvSpPr/>
          <p:nvPr/>
        </p:nvSpPr>
        <p:spPr>
          <a:xfrm>
            <a:off x="1075563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3" name="Shape 185"/>
          <p:cNvSpPr/>
          <p:nvPr/>
        </p:nvSpPr>
        <p:spPr>
          <a:xfrm>
            <a:off x="1090676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4" name="Shape 186"/>
          <p:cNvSpPr/>
          <p:nvPr/>
        </p:nvSpPr>
        <p:spPr>
          <a:xfrm>
            <a:off x="1105789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5" name="Text 187"/>
          <p:cNvSpPr/>
          <p:nvPr/>
        </p:nvSpPr>
        <p:spPr>
          <a:xfrm>
            <a:off x="1059053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206" name="Shape 188"/>
          <p:cNvSpPr/>
          <p:nvPr/>
        </p:nvSpPr>
        <p:spPr>
          <a:xfrm>
            <a:off x="797052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7" name="Shape 189"/>
          <p:cNvSpPr/>
          <p:nvPr/>
        </p:nvSpPr>
        <p:spPr>
          <a:xfrm>
            <a:off x="820166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8" name="Shape 190"/>
          <p:cNvSpPr/>
          <p:nvPr/>
        </p:nvSpPr>
        <p:spPr>
          <a:xfrm>
            <a:off x="843153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9" name="Shape 191"/>
          <p:cNvSpPr/>
          <p:nvPr/>
        </p:nvSpPr>
        <p:spPr>
          <a:xfrm>
            <a:off x="866267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10" name="Shape 192"/>
          <p:cNvSpPr/>
          <p:nvPr/>
        </p:nvSpPr>
        <p:spPr>
          <a:xfrm>
            <a:off x="889254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11" name="Shape 193"/>
          <p:cNvSpPr/>
          <p:nvPr/>
        </p:nvSpPr>
        <p:spPr>
          <a:xfrm>
            <a:off x="1936750" y="2724150"/>
            <a:ext cx="9494520" cy="797560"/>
          </a:xfrm>
          <a:prstGeom prst="roundRect">
            <a:avLst>
              <a:gd name="adj" fmla="val 5732"/>
            </a:avLst>
          </a:prstGeom>
          <a:solidFill>
            <a:srgbClr val="E9B172"/>
          </a:solidFill>
          <a:ln w="19050">
            <a:solidFill>
              <a:srgbClr val="8A4A3C"/>
            </a:solidFill>
            <a:prstDash val="solid"/>
          </a:ln>
        </p:spPr>
      </p:sp>
      <p:sp>
        <p:nvSpPr>
          <p:cNvPr id="212" name="Text 194"/>
          <p:cNvSpPr/>
          <p:nvPr/>
        </p:nvSpPr>
        <p:spPr>
          <a:xfrm>
            <a:off x="2247900" y="2746489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6E3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700" dirty="0"/>
          </a:p>
        </p:txBody>
      </p:sp>
      <p:sp>
        <p:nvSpPr>
          <p:cNvPr id="213" name="Shape 195"/>
          <p:cNvSpPr/>
          <p:nvPr/>
        </p:nvSpPr>
        <p:spPr>
          <a:xfrm>
            <a:off x="20078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214" name="Shape 196"/>
          <p:cNvSpPr/>
          <p:nvPr/>
        </p:nvSpPr>
        <p:spPr>
          <a:xfrm>
            <a:off x="22999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5" name="Shape 197"/>
          <p:cNvSpPr/>
          <p:nvPr/>
        </p:nvSpPr>
        <p:spPr>
          <a:xfrm>
            <a:off x="22999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6" name="Shape 198"/>
          <p:cNvSpPr/>
          <p:nvPr/>
        </p:nvSpPr>
        <p:spPr>
          <a:xfrm>
            <a:off x="22999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7" name="Shape 199"/>
          <p:cNvSpPr/>
          <p:nvPr/>
        </p:nvSpPr>
        <p:spPr>
          <a:xfrm>
            <a:off x="22999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8" name="Shape 200"/>
          <p:cNvSpPr/>
          <p:nvPr/>
        </p:nvSpPr>
        <p:spPr>
          <a:xfrm>
            <a:off x="22999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9" name="Shape 201"/>
          <p:cNvSpPr/>
          <p:nvPr/>
        </p:nvSpPr>
        <p:spPr>
          <a:xfrm>
            <a:off x="22999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0" name="Shape 202"/>
          <p:cNvSpPr/>
          <p:nvPr/>
        </p:nvSpPr>
        <p:spPr>
          <a:xfrm>
            <a:off x="22999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1" name="Shape 203"/>
          <p:cNvSpPr/>
          <p:nvPr/>
        </p:nvSpPr>
        <p:spPr>
          <a:xfrm>
            <a:off x="22999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2" name="Shape 204"/>
          <p:cNvSpPr/>
          <p:nvPr/>
        </p:nvSpPr>
        <p:spPr>
          <a:xfrm>
            <a:off x="22999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3" name="Shape 205"/>
          <p:cNvSpPr/>
          <p:nvPr/>
        </p:nvSpPr>
        <p:spPr>
          <a:xfrm>
            <a:off x="23952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4" name="Shape 206"/>
          <p:cNvSpPr/>
          <p:nvPr/>
        </p:nvSpPr>
        <p:spPr>
          <a:xfrm>
            <a:off x="23952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5" name="Shape 207"/>
          <p:cNvSpPr/>
          <p:nvPr/>
        </p:nvSpPr>
        <p:spPr>
          <a:xfrm>
            <a:off x="23952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6" name="Shape 208"/>
          <p:cNvSpPr/>
          <p:nvPr/>
        </p:nvSpPr>
        <p:spPr>
          <a:xfrm>
            <a:off x="23952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7" name="Shape 209"/>
          <p:cNvSpPr/>
          <p:nvPr/>
        </p:nvSpPr>
        <p:spPr>
          <a:xfrm>
            <a:off x="23952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8" name="Shape 210"/>
          <p:cNvSpPr/>
          <p:nvPr/>
        </p:nvSpPr>
        <p:spPr>
          <a:xfrm>
            <a:off x="23952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9" name="Shape 211"/>
          <p:cNvSpPr/>
          <p:nvPr/>
        </p:nvSpPr>
        <p:spPr>
          <a:xfrm>
            <a:off x="23952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0" name="Shape 212"/>
          <p:cNvSpPr/>
          <p:nvPr/>
        </p:nvSpPr>
        <p:spPr>
          <a:xfrm>
            <a:off x="23952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1" name="Shape 213"/>
          <p:cNvSpPr/>
          <p:nvPr/>
        </p:nvSpPr>
        <p:spPr>
          <a:xfrm>
            <a:off x="23952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2" name="Shape 214"/>
          <p:cNvSpPr/>
          <p:nvPr/>
        </p:nvSpPr>
        <p:spPr>
          <a:xfrm>
            <a:off x="24904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3" name="Shape 215"/>
          <p:cNvSpPr/>
          <p:nvPr/>
        </p:nvSpPr>
        <p:spPr>
          <a:xfrm>
            <a:off x="24904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4" name="Shape 216"/>
          <p:cNvSpPr/>
          <p:nvPr/>
        </p:nvSpPr>
        <p:spPr>
          <a:xfrm>
            <a:off x="24904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5" name="Shape 217"/>
          <p:cNvSpPr/>
          <p:nvPr/>
        </p:nvSpPr>
        <p:spPr>
          <a:xfrm>
            <a:off x="24904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6" name="Shape 218"/>
          <p:cNvSpPr/>
          <p:nvPr/>
        </p:nvSpPr>
        <p:spPr>
          <a:xfrm>
            <a:off x="24904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7" name="Shape 219"/>
          <p:cNvSpPr/>
          <p:nvPr/>
        </p:nvSpPr>
        <p:spPr>
          <a:xfrm>
            <a:off x="24904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8" name="Shape 220"/>
          <p:cNvSpPr/>
          <p:nvPr/>
        </p:nvSpPr>
        <p:spPr>
          <a:xfrm>
            <a:off x="24904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9" name="Shape 221"/>
          <p:cNvSpPr/>
          <p:nvPr/>
        </p:nvSpPr>
        <p:spPr>
          <a:xfrm>
            <a:off x="24904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0" name="Shape 222"/>
          <p:cNvSpPr/>
          <p:nvPr/>
        </p:nvSpPr>
        <p:spPr>
          <a:xfrm>
            <a:off x="24904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1" name="Shape 223"/>
          <p:cNvSpPr/>
          <p:nvPr/>
        </p:nvSpPr>
        <p:spPr>
          <a:xfrm>
            <a:off x="25857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2" name="Shape 224"/>
          <p:cNvSpPr/>
          <p:nvPr/>
        </p:nvSpPr>
        <p:spPr>
          <a:xfrm>
            <a:off x="25857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3" name="Shape 225"/>
          <p:cNvSpPr/>
          <p:nvPr/>
        </p:nvSpPr>
        <p:spPr>
          <a:xfrm>
            <a:off x="25857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4" name="Shape 226"/>
          <p:cNvSpPr/>
          <p:nvPr/>
        </p:nvSpPr>
        <p:spPr>
          <a:xfrm>
            <a:off x="25857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5" name="Shape 227"/>
          <p:cNvSpPr/>
          <p:nvPr/>
        </p:nvSpPr>
        <p:spPr>
          <a:xfrm>
            <a:off x="25857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6" name="Shape 228"/>
          <p:cNvSpPr/>
          <p:nvPr/>
        </p:nvSpPr>
        <p:spPr>
          <a:xfrm>
            <a:off x="25857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7" name="Shape 229"/>
          <p:cNvSpPr/>
          <p:nvPr/>
        </p:nvSpPr>
        <p:spPr>
          <a:xfrm>
            <a:off x="25857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8" name="Shape 230"/>
          <p:cNvSpPr/>
          <p:nvPr/>
        </p:nvSpPr>
        <p:spPr>
          <a:xfrm>
            <a:off x="25857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9" name="Shape 231"/>
          <p:cNvSpPr/>
          <p:nvPr/>
        </p:nvSpPr>
        <p:spPr>
          <a:xfrm>
            <a:off x="25857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0" name="Shape 232"/>
          <p:cNvSpPr/>
          <p:nvPr/>
        </p:nvSpPr>
        <p:spPr>
          <a:xfrm>
            <a:off x="26809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1" name="Shape 233"/>
          <p:cNvSpPr/>
          <p:nvPr/>
        </p:nvSpPr>
        <p:spPr>
          <a:xfrm>
            <a:off x="26809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2" name="Shape 234"/>
          <p:cNvSpPr/>
          <p:nvPr/>
        </p:nvSpPr>
        <p:spPr>
          <a:xfrm>
            <a:off x="26809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3" name="Shape 235"/>
          <p:cNvSpPr/>
          <p:nvPr/>
        </p:nvSpPr>
        <p:spPr>
          <a:xfrm>
            <a:off x="26809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4" name="Shape 236"/>
          <p:cNvSpPr/>
          <p:nvPr/>
        </p:nvSpPr>
        <p:spPr>
          <a:xfrm>
            <a:off x="26809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5" name="Shape 237"/>
          <p:cNvSpPr/>
          <p:nvPr/>
        </p:nvSpPr>
        <p:spPr>
          <a:xfrm>
            <a:off x="26809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6" name="Shape 238"/>
          <p:cNvSpPr/>
          <p:nvPr/>
        </p:nvSpPr>
        <p:spPr>
          <a:xfrm>
            <a:off x="26809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7" name="Shape 239"/>
          <p:cNvSpPr/>
          <p:nvPr/>
        </p:nvSpPr>
        <p:spPr>
          <a:xfrm>
            <a:off x="26809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8" name="Shape 240"/>
          <p:cNvSpPr/>
          <p:nvPr/>
        </p:nvSpPr>
        <p:spPr>
          <a:xfrm>
            <a:off x="26809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9" name="Shape 241"/>
          <p:cNvSpPr/>
          <p:nvPr/>
        </p:nvSpPr>
        <p:spPr>
          <a:xfrm>
            <a:off x="2265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0" name="Shape 242"/>
          <p:cNvSpPr/>
          <p:nvPr/>
        </p:nvSpPr>
        <p:spPr>
          <a:xfrm>
            <a:off x="2360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1" name="Shape 243"/>
          <p:cNvSpPr/>
          <p:nvPr/>
        </p:nvSpPr>
        <p:spPr>
          <a:xfrm>
            <a:off x="24555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2" name="Shape 244"/>
          <p:cNvSpPr/>
          <p:nvPr/>
        </p:nvSpPr>
        <p:spPr>
          <a:xfrm>
            <a:off x="25507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3" name="Shape 245"/>
          <p:cNvSpPr/>
          <p:nvPr/>
        </p:nvSpPr>
        <p:spPr>
          <a:xfrm>
            <a:off x="2646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4" name="Shape 246"/>
          <p:cNvSpPr/>
          <p:nvPr/>
        </p:nvSpPr>
        <p:spPr>
          <a:xfrm>
            <a:off x="19780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5" name="Shape 247"/>
          <p:cNvSpPr/>
          <p:nvPr/>
        </p:nvSpPr>
        <p:spPr>
          <a:xfrm>
            <a:off x="20974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6" name="Shape 248"/>
          <p:cNvSpPr/>
          <p:nvPr/>
        </p:nvSpPr>
        <p:spPr>
          <a:xfrm>
            <a:off x="22167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7" name="Shape 249"/>
          <p:cNvSpPr/>
          <p:nvPr/>
        </p:nvSpPr>
        <p:spPr>
          <a:xfrm>
            <a:off x="23361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8" name="Shape 250"/>
          <p:cNvSpPr/>
          <p:nvPr/>
        </p:nvSpPr>
        <p:spPr>
          <a:xfrm>
            <a:off x="24555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9" name="Shape 251"/>
          <p:cNvSpPr/>
          <p:nvPr/>
        </p:nvSpPr>
        <p:spPr>
          <a:xfrm>
            <a:off x="25749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0" name="Shape 252"/>
          <p:cNvSpPr/>
          <p:nvPr/>
        </p:nvSpPr>
        <p:spPr>
          <a:xfrm>
            <a:off x="26943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1" name="Shape 253"/>
          <p:cNvSpPr/>
          <p:nvPr/>
        </p:nvSpPr>
        <p:spPr>
          <a:xfrm>
            <a:off x="28136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2" name="Shape 254"/>
          <p:cNvSpPr/>
          <p:nvPr/>
        </p:nvSpPr>
        <p:spPr>
          <a:xfrm>
            <a:off x="29330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3" name="Text 255"/>
          <p:cNvSpPr/>
          <p:nvPr/>
        </p:nvSpPr>
        <p:spPr>
          <a:xfrm>
            <a:off x="26428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74" name="Shape 256"/>
          <p:cNvSpPr/>
          <p:nvPr/>
        </p:nvSpPr>
        <p:spPr>
          <a:xfrm>
            <a:off x="30429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275" name="Shape 257"/>
          <p:cNvSpPr/>
          <p:nvPr/>
        </p:nvSpPr>
        <p:spPr>
          <a:xfrm>
            <a:off x="33350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6" name="Shape 258"/>
          <p:cNvSpPr/>
          <p:nvPr/>
        </p:nvSpPr>
        <p:spPr>
          <a:xfrm>
            <a:off x="33350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7" name="Shape 259"/>
          <p:cNvSpPr/>
          <p:nvPr/>
        </p:nvSpPr>
        <p:spPr>
          <a:xfrm>
            <a:off x="33350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8" name="Shape 260"/>
          <p:cNvSpPr/>
          <p:nvPr/>
        </p:nvSpPr>
        <p:spPr>
          <a:xfrm>
            <a:off x="33350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9" name="Shape 261"/>
          <p:cNvSpPr/>
          <p:nvPr/>
        </p:nvSpPr>
        <p:spPr>
          <a:xfrm>
            <a:off x="33350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0" name="Shape 262"/>
          <p:cNvSpPr/>
          <p:nvPr/>
        </p:nvSpPr>
        <p:spPr>
          <a:xfrm>
            <a:off x="33350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1" name="Shape 263"/>
          <p:cNvSpPr/>
          <p:nvPr/>
        </p:nvSpPr>
        <p:spPr>
          <a:xfrm>
            <a:off x="33350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2" name="Shape 264"/>
          <p:cNvSpPr/>
          <p:nvPr/>
        </p:nvSpPr>
        <p:spPr>
          <a:xfrm>
            <a:off x="33350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3" name="Shape 265"/>
          <p:cNvSpPr/>
          <p:nvPr/>
        </p:nvSpPr>
        <p:spPr>
          <a:xfrm>
            <a:off x="33350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4" name="Shape 266"/>
          <p:cNvSpPr/>
          <p:nvPr/>
        </p:nvSpPr>
        <p:spPr>
          <a:xfrm>
            <a:off x="34302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5" name="Shape 267"/>
          <p:cNvSpPr/>
          <p:nvPr/>
        </p:nvSpPr>
        <p:spPr>
          <a:xfrm>
            <a:off x="34302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6" name="Shape 268"/>
          <p:cNvSpPr/>
          <p:nvPr/>
        </p:nvSpPr>
        <p:spPr>
          <a:xfrm>
            <a:off x="34302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7" name="Shape 269"/>
          <p:cNvSpPr/>
          <p:nvPr/>
        </p:nvSpPr>
        <p:spPr>
          <a:xfrm>
            <a:off x="34302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8" name="Shape 270"/>
          <p:cNvSpPr/>
          <p:nvPr/>
        </p:nvSpPr>
        <p:spPr>
          <a:xfrm>
            <a:off x="34302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9" name="Shape 271"/>
          <p:cNvSpPr/>
          <p:nvPr/>
        </p:nvSpPr>
        <p:spPr>
          <a:xfrm>
            <a:off x="34302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0" name="Shape 272"/>
          <p:cNvSpPr/>
          <p:nvPr/>
        </p:nvSpPr>
        <p:spPr>
          <a:xfrm>
            <a:off x="34302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1" name="Shape 273"/>
          <p:cNvSpPr/>
          <p:nvPr/>
        </p:nvSpPr>
        <p:spPr>
          <a:xfrm>
            <a:off x="34302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2" name="Shape 274"/>
          <p:cNvSpPr/>
          <p:nvPr/>
        </p:nvSpPr>
        <p:spPr>
          <a:xfrm>
            <a:off x="34302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3" name="Shape 275"/>
          <p:cNvSpPr/>
          <p:nvPr/>
        </p:nvSpPr>
        <p:spPr>
          <a:xfrm>
            <a:off x="35255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4" name="Shape 276"/>
          <p:cNvSpPr/>
          <p:nvPr/>
        </p:nvSpPr>
        <p:spPr>
          <a:xfrm>
            <a:off x="35255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5" name="Shape 277"/>
          <p:cNvSpPr/>
          <p:nvPr/>
        </p:nvSpPr>
        <p:spPr>
          <a:xfrm>
            <a:off x="35255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6" name="Shape 278"/>
          <p:cNvSpPr/>
          <p:nvPr/>
        </p:nvSpPr>
        <p:spPr>
          <a:xfrm>
            <a:off x="35255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7" name="Shape 279"/>
          <p:cNvSpPr/>
          <p:nvPr/>
        </p:nvSpPr>
        <p:spPr>
          <a:xfrm>
            <a:off x="35255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8" name="Shape 280"/>
          <p:cNvSpPr/>
          <p:nvPr/>
        </p:nvSpPr>
        <p:spPr>
          <a:xfrm>
            <a:off x="35255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9" name="Shape 281"/>
          <p:cNvSpPr/>
          <p:nvPr/>
        </p:nvSpPr>
        <p:spPr>
          <a:xfrm>
            <a:off x="35255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0" name="Shape 282"/>
          <p:cNvSpPr/>
          <p:nvPr/>
        </p:nvSpPr>
        <p:spPr>
          <a:xfrm>
            <a:off x="35255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1" name="Shape 283"/>
          <p:cNvSpPr/>
          <p:nvPr/>
        </p:nvSpPr>
        <p:spPr>
          <a:xfrm>
            <a:off x="35255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2" name="Shape 284"/>
          <p:cNvSpPr/>
          <p:nvPr/>
        </p:nvSpPr>
        <p:spPr>
          <a:xfrm>
            <a:off x="36207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3" name="Shape 285"/>
          <p:cNvSpPr/>
          <p:nvPr/>
        </p:nvSpPr>
        <p:spPr>
          <a:xfrm>
            <a:off x="36207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4" name="Shape 286"/>
          <p:cNvSpPr/>
          <p:nvPr/>
        </p:nvSpPr>
        <p:spPr>
          <a:xfrm>
            <a:off x="36207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5" name="Shape 287"/>
          <p:cNvSpPr/>
          <p:nvPr/>
        </p:nvSpPr>
        <p:spPr>
          <a:xfrm>
            <a:off x="36207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6" name="Shape 288"/>
          <p:cNvSpPr/>
          <p:nvPr/>
        </p:nvSpPr>
        <p:spPr>
          <a:xfrm>
            <a:off x="36207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7" name="Shape 289"/>
          <p:cNvSpPr/>
          <p:nvPr/>
        </p:nvSpPr>
        <p:spPr>
          <a:xfrm>
            <a:off x="36207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8" name="Shape 290"/>
          <p:cNvSpPr/>
          <p:nvPr/>
        </p:nvSpPr>
        <p:spPr>
          <a:xfrm>
            <a:off x="36207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9" name="Shape 291"/>
          <p:cNvSpPr/>
          <p:nvPr/>
        </p:nvSpPr>
        <p:spPr>
          <a:xfrm>
            <a:off x="36207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0" name="Shape 292"/>
          <p:cNvSpPr/>
          <p:nvPr/>
        </p:nvSpPr>
        <p:spPr>
          <a:xfrm>
            <a:off x="36207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1" name="Shape 293"/>
          <p:cNvSpPr/>
          <p:nvPr/>
        </p:nvSpPr>
        <p:spPr>
          <a:xfrm>
            <a:off x="37160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2" name="Shape 294"/>
          <p:cNvSpPr/>
          <p:nvPr/>
        </p:nvSpPr>
        <p:spPr>
          <a:xfrm>
            <a:off x="37160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3" name="Shape 295"/>
          <p:cNvSpPr/>
          <p:nvPr/>
        </p:nvSpPr>
        <p:spPr>
          <a:xfrm>
            <a:off x="37160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4" name="Shape 296"/>
          <p:cNvSpPr/>
          <p:nvPr/>
        </p:nvSpPr>
        <p:spPr>
          <a:xfrm>
            <a:off x="37160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5" name="Shape 297"/>
          <p:cNvSpPr/>
          <p:nvPr/>
        </p:nvSpPr>
        <p:spPr>
          <a:xfrm>
            <a:off x="37160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6" name="Shape 298"/>
          <p:cNvSpPr/>
          <p:nvPr/>
        </p:nvSpPr>
        <p:spPr>
          <a:xfrm>
            <a:off x="37160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7" name="Shape 299"/>
          <p:cNvSpPr/>
          <p:nvPr/>
        </p:nvSpPr>
        <p:spPr>
          <a:xfrm>
            <a:off x="37160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8" name="Shape 300"/>
          <p:cNvSpPr/>
          <p:nvPr/>
        </p:nvSpPr>
        <p:spPr>
          <a:xfrm>
            <a:off x="37160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9" name="Shape 301"/>
          <p:cNvSpPr/>
          <p:nvPr/>
        </p:nvSpPr>
        <p:spPr>
          <a:xfrm>
            <a:off x="37160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20" name="Shape 302"/>
          <p:cNvSpPr/>
          <p:nvPr/>
        </p:nvSpPr>
        <p:spPr>
          <a:xfrm>
            <a:off x="33000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1" name="Shape 303"/>
          <p:cNvSpPr/>
          <p:nvPr/>
        </p:nvSpPr>
        <p:spPr>
          <a:xfrm>
            <a:off x="33953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2" name="Shape 304"/>
          <p:cNvSpPr/>
          <p:nvPr/>
        </p:nvSpPr>
        <p:spPr>
          <a:xfrm>
            <a:off x="34905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3" name="Shape 305"/>
          <p:cNvSpPr/>
          <p:nvPr/>
        </p:nvSpPr>
        <p:spPr>
          <a:xfrm>
            <a:off x="35858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4" name="Shape 306"/>
          <p:cNvSpPr/>
          <p:nvPr/>
        </p:nvSpPr>
        <p:spPr>
          <a:xfrm>
            <a:off x="36810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5" name="Shape 307"/>
          <p:cNvSpPr/>
          <p:nvPr/>
        </p:nvSpPr>
        <p:spPr>
          <a:xfrm>
            <a:off x="30130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6" name="Shape 308"/>
          <p:cNvSpPr/>
          <p:nvPr/>
        </p:nvSpPr>
        <p:spPr>
          <a:xfrm>
            <a:off x="31324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7" name="Shape 309"/>
          <p:cNvSpPr/>
          <p:nvPr/>
        </p:nvSpPr>
        <p:spPr>
          <a:xfrm>
            <a:off x="32518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8" name="Shape 310"/>
          <p:cNvSpPr/>
          <p:nvPr/>
        </p:nvSpPr>
        <p:spPr>
          <a:xfrm>
            <a:off x="33712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9" name="Shape 311"/>
          <p:cNvSpPr/>
          <p:nvPr/>
        </p:nvSpPr>
        <p:spPr>
          <a:xfrm>
            <a:off x="34905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0" name="Shape 312"/>
          <p:cNvSpPr/>
          <p:nvPr/>
        </p:nvSpPr>
        <p:spPr>
          <a:xfrm>
            <a:off x="36099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1" name="Shape 313"/>
          <p:cNvSpPr/>
          <p:nvPr/>
        </p:nvSpPr>
        <p:spPr>
          <a:xfrm>
            <a:off x="37293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2" name="Shape 314"/>
          <p:cNvSpPr/>
          <p:nvPr/>
        </p:nvSpPr>
        <p:spPr>
          <a:xfrm>
            <a:off x="38487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3" name="Shape 315"/>
          <p:cNvSpPr/>
          <p:nvPr/>
        </p:nvSpPr>
        <p:spPr>
          <a:xfrm>
            <a:off x="39681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4" name="Text 316"/>
          <p:cNvSpPr/>
          <p:nvPr/>
        </p:nvSpPr>
        <p:spPr>
          <a:xfrm>
            <a:off x="36779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35" name="Shape 317"/>
          <p:cNvSpPr/>
          <p:nvPr/>
        </p:nvSpPr>
        <p:spPr>
          <a:xfrm>
            <a:off x="40779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336" name="Shape 318"/>
          <p:cNvSpPr/>
          <p:nvPr/>
        </p:nvSpPr>
        <p:spPr>
          <a:xfrm>
            <a:off x="43700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7" name="Shape 319"/>
          <p:cNvSpPr/>
          <p:nvPr/>
        </p:nvSpPr>
        <p:spPr>
          <a:xfrm>
            <a:off x="43700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8" name="Shape 320"/>
          <p:cNvSpPr/>
          <p:nvPr/>
        </p:nvSpPr>
        <p:spPr>
          <a:xfrm>
            <a:off x="43700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9" name="Shape 321"/>
          <p:cNvSpPr/>
          <p:nvPr/>
        </p:nvSpPr>
        <p:spPr>
          <a:xfrm>
            <a:off x="43700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0" name="Shape 322"/>
          <p:cNvSpPr/>
          <p:nvPr/>
        </p:nvSpPr>
        <p:spPr>
          <a:xfrm>
            <a:off x="43700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1" name="Shape 323"/>
          <p:cNvSpPr/>
          <p:nvPr/>
        </p:nvSpPr>
        <p:spPr>
          <a:xfrm>
            <a:off x="43700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2" name="Shape 324"/>
          <p:cNvSpPr/>
          <p:nvPr/>
        </p:nvSpPr>
        <p:spPr>
          <a:xfrm>
            <a:off x="43700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3" name="Shape 325"/>
          <p:cNvSpPr/>
          <p:nvPr/>
        </p:nvSpPr>
        <p:spPr>
          <a:xfrm>
            <a:off x="43700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4" name="Shape 326"/>
          <p:cNvSpPr/>
          <p:nvPr/>
        </p:nvSpPr>
        <p:spPr>
          <a:xfrm>
            <a:off x="43700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5" name="Shape 327"/>
          <p:cNvSpPr/>
          <p:nvPr/>
        </p:nvSpPr>
        <p:spPr>
          <a:xfrm>
            <a:off x="44653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6" name="Shape 328"/>
          <p:cNvSpPr/>
          <p:nvPr/>
        </p:nvSpPr>
        <p:spPr>
          <a:xfrm>
            <a:off x="44653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7" name="Shape 329"/>
          <p:cNvSpPr/>
          <p:nvPr/>
        </p:nvSpPr>
        <p:spPr>
          <a:xfrm>
            <a:off x="44653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8" name="Shape 330"/>
          <p:cNvSpPr/>
          <p:nvPr/>
        </p:nvSpPr>
        <p:spPr>
          <a:xfrm>
            <a:off x="44653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9" name="Shape 331"/>
          <p:cNvSpPr/>
          <p:nvPr/>
        </p:nvSpPr>
        <p:spPr>
          <a:xfrm>
            <a:off x="44653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0" name="Shape 332"/>
          <p:cNvSpPr/>
          <p:nvPr/>
        </p:nvSpPr>
        <p:spPr>
          <a:xfrm>
            <a:off x="44653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1" name="Shape 333"/>
          <p:cNvSpPr/>
          <p:nvPr/>
        </p:nvSpPr>
        <p:spPr>
          <a:xfrm>
            <a:off x="44653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2" name="Shape 334"/>
          <p:cNvSpPr/>
          <p:nvPr/>
        </p:nvSpPr>
        <p:spPr>
          <a:xfrm>
            <a:off x="44653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3" name="Shape 335"/>
          <p:cNvSpPr/>
          <p:nvPr/>
        </p:nvSpPr>
        <p:spPr>
          <a:xfrm>
            <a:off x="44653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4" name="Shape 336"/>
          <p:cNvSpPr/>
          <p:nvPr/>
        </p:nvSpPr>
        <p:spPr>
          <a:xfrm>
            <a:off x="45605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5" name="Shape 337"/>
          <p:cNvSpPr/>
          <p:nvPr/>
        </p:nvSpPr>
        <p:spPr>
          <a:xfrm>
            <a:off x="45605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6" name="Shape 338"/>
          <p:cNvSpPr/>
          <p:nvPr/>
        </p:nvSpPr>
        <p:spPr>
          <a:xfrm>
            <a:off x="45605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7" name="Shape 339"/>
          <p:cNvSpPr/>
          <p:nvPr/>
        </p:nvSpPr>
        <p:spPr>
          <a:xfrm>
            <a:off x="45605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8" name="Shape 340"/>
          <p:cNvSpPr/>
          <p:nvPr/>
        </p:nvSpPr>
        <p:spPr>
          <a:xfrm>
            <a:off x="45605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9" name="Shape 341"/>
          <p:cNvSpPr/>
          <p:nvPr/>
        </p:nvSpPr>
        <p:spPr>
          <a:xfrm>
            <a:off x="45605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0" name="Shape 342"/>
          <p:cNvSpPr/>
          <p:nvPr/>
        </p:nvSpPr>
        <p:spPr>
          <a:xfrm>
            <a:off x="45605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1" name="Shape 343"/>
          <p:cNvSpPr/>
          <p:nvPr/>
        </p:nvSpPr>
        <p:spPr>
          <a:xfrm>
            <a:off x="45605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2" name="Shape 344"/>
          <p:cNvSpPr/>
          <p:nvPr/>
        </p:nvSpPr>
        <p:spPr>
          <a:xfrm>
            <a:off x="45605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3" name="Shape 345"/>
          <p:cNvSpPr/>
          <p:nvPr/>
        </p:nvSpPr>
        <p:spPr>
          <a:xfrm>
            <a:off x="46558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4" name="Shape 346"/>
          <p:cNvSpPr/>
          <p:nvPr/>
        </p:nvSpPr>
        <p:spPr>
          <a:xfrm>
            <a:off x="46558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5" name="Shape 347"/>
          <p:cNvSpPr/>
          <p:nvPr/>
        </p:nvSpPr>
        <p:spPr>
          <a:xfrm>
            <a:off x="46558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6" name="Shape 348"/>
          <p:cNvSpPr/>
          <p:nvPr/>
        </p:nvSpPr>
        <p:spPr>
          <a:xfrm>
            <a:off x="46558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7" name="Shape 349"/>
          <p:cNvSpPr/>
          <p:nvPr/>
        </p:nvSpPr>
        <p:spPr>
          <a:xfrm>
            <a:off x="46558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8" name="Shape 350"/>
          <p:cNvSpPr/>
          <p:nvPr/>
        </p:nvSpPr>
        <p:spPr>
          <a:xfrm>
            <a:off x="46558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9" name="Shape 351"/>
          <p:cNvSpPr/>
          <p:nvPr/>
        </p:nvSpPr>
        <p:spPr>
          <a:xfrm>
            <a:off x="46558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0" name="Shape 352"/>
          <p:cNvSpPr/>
          <p:nvPr/>
        </p:nvSpPr>
        <p:spPr>
          <a:xfrm>
            <a:off x="46558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1" name="Shape 353"/>
          <p:cNvSpPr/>
          <p:nvPr/>
        </p:nvSpPr>
        <p:spPr>
          <a:xfrm>
            <a:off x="46558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2" name="Shape 354"/>
          <p:cNvSpPr/>
          <p:nvPr/>
        </p:nvSpPr>
        <p:spPr>
          <a:xfrm>
            <a:off x="47510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3" name="Shape 355"/>
          <p:cNvSpPr/>
          <p:nvPr/>
        </p:nvSpPr>
        <p:spPr>
          <a:xfrm>
            <a:off x="47510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4" name="Shape 356"/>
          <p:cNvSpPr/>
          <p:nvPr/>
        </p:nvSpPr>
        <p:spPr>
          <a:xfrm>
            <a:off x="47510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5" name="Shape 357"/>
          <p:cNvSpPr/>
          <p:nvPr/>
        </p:nvSpPr>
        <p:spPr>
          <a:xfrm>
            <a:off x="47510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6" name="Shape 358"/>
          <p:cNvSpPr/>
          <p:nvPr/>
        </p:nvSpPr>
        <p:spPr>
          <a:xfrm>
            <a:off x="47510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7" name="Shape 359"/>
          <p:cNvSpPr/>
          <p:nvPr/>
        </p:nvSpPr>
        <p:spPr>
          <a:xfrm>
            <a:off x="47510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8" name="Shape 360"/>
          <p:cNvSpPr/>
          <p:nvPr/>
        </p:nvSpPr>
        <p:spPr>
          <a:xfrm>
            <a:off x="47510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9" name="Shape 361"/>
          <p:cNvSpPr/>
          <p:nvPr/>
        </p:nvSpPr>
        <p:spPr>
          <a:xfrm>
            <a:off x="47510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80" name="Shape 362"/>
          <p:cNvSpPr/>
          <p:nvPr/>
        </p:nvSpPr>
        <p:spPr>
          <a:xfrm>
            <a:off x="47510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81" name="Shape 363"/>
          <p:cNvSpPr/>
          <p:nvPr/>
        </p:nvSpPr>
        <p:spPr>
          <a:xfrm>
            <a:off x="4335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2" name="Shape 364"/>
          <p:cNvSpPr/>
          <p:nvPr/>
        </p:nvSpPr>
        <p:spPr>
          <a:xfrm>
            <a:off x="4430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3" name="Shape 365"/>
          <p:cNvSpPr/>
          <p:nvPr/>
        </p:nvSpPr>
        <p:spPr>
          <a:xfrm>
            <a:off x="45256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4" name="Shape 366"/>
          <p:cNvSpPr/>
          <p:nvPr/>
        </p:nvSpPr>
        <p:spPr>
          <a:xfrm>
            <a:off x="46208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5" name="Shape 367"/>
          <p:cNvSpPr/>
          <p:nvPr/>
        </p:nvSpPr>
        <p:spPr>
          <a:xfrm>
            <a:off x="4716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6" name="Shape 368"/>
          <p:cNvSpPr/>
          <p:nvPr/>
        </p:nvSpPr>
        <p:spPr>
          <a:xfrm>
            <a:off x="40481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7" name="Shape 369"/>
          <p:cNvSpPr/>
          <p:nvPr/>
        </p:nvSpPr>
        <p:spPr>
          <a:xfrm>
            <a:off x="41675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8" name="Shape 370"/>
          <p:cNvSpPr/>
          <p:nvPr/>
        </p:nvSpPr>
        <p:spPr>
          <a:xfrm>
            <a:off x="42868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9" name="Shape 371"/>
          <p:cNvSpPr/>
          <p:nvPr/>
        </p:nvSpPr>
        <p:spPr>
          <a:xfrm>
            <a:off x="44062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0" name="Shape 372"/>
          <p:cNvSpPr/>
          <p:nvPr/>
        </p:nvSpPr>
        <p:spPr>
          <a:xfrm>
            <a:off x="45256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1" name="Shape 373"/>
          <p:cNvSpPr/>
          <p:nvPr/>
        </p:nvSpPr>
        <p:spPr>
          <a:xfrm>
            <a:off x="46450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2" name="Shape 374"/>
          <p:cNvSpPr/>
          <p:nvPr/>
        </p:nvSpPr>
        <p:spPr>
          <a:xfrm>
            <a:off x="47644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3" name="Shape 375"/>
          <p:cNvSpPr/>
          <p:nvPr/>
        </p:nvSpPr>
        <p:spPr>
          <a:xfrm>
            <a:off x="48837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4" name="Shape 376"/>
          <p:cNvSpPr/>
          <p:nvPr/>
        </p:nvSpPr>
        <p:spPr>
          <a:xfrm>
            <a:off x="50031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5" name="Text 377"/>
          <p:cNvSpPr/>
          <p:nvPr/>
        </p:nvSpPr>
        <p:spPr>
          <a:xfrm>
            <a:off x="47129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96" name="Shape 378"/>
          <p:cNvSpPr/>
          <p:nvPr/>
        </p:nvSpPr>
        <p:spPr>
          <a:xfrm>
            <a:off x="51130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397" name="Shape 379"/>
          <p:cNvSpPr/>
          <p:nvPr/>
        </p:nvSpPr>
        <p:spPr>
          <a:xfrm>
            <a:off x="54051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98" name="Shape 380"/>
          <p:cNvSpPr/>
          <p:nvPr/>
        </p:nvSpPr>
        <p:spPr>
          <a:xfrm>
            <a:off x="54051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99" name="Shape 381"/>
          <p:cNvSpPr/>
          <p:nvPr/>
        </p:nvSpPr>
        <p:spPr>
          <a:xfrm>
            <a:off x="54051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0" name="Shape 382"/>
          <p:cNvSpPr/>
          <p:nvPr/>
        </p:nvSpPr>
        <p:spPr>
          <a:xfrm>
            <a:off x="54051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1" name="Shape 383"/>
          <p:cNvSpPr/>
          <p:nvPr/>
        </p:nvSpPr>
        <p:spPr>
          <a:xfrm>
            <a:off x="54051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2" name="Shape 384"/>
          <p:cNvSpPr/>
          <p:nvPr/>
        </p:nvSpPr>
        <p:spPr>
          <a:xfrm>
            <a:off x="54051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3" name="Shape 385"/>
          <p:cNvSpPr/>
          <p:nvPr/>
        </p:nvSpPr>
        <p:spPr>
          <a:xfrm>
            <a:off x="54051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4" name="Shape 386"/>
          <p:cNvSpPr/>
          <p:nvPr/>
        </p:nvSpPr>
        <p:spPr>
          <a:xfrm>
            <a:off x="54051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5" name="Shape 387"/>
          <p:cNvSpPr/>
          <p:nvPr/>
        </p:nvSpPr>
        <p:spPr>
          <a:xfrm>
            <a:off x="54051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6" name="Shape 388"/>
          <p:cNvSpPr/>
          <p:nvPr/>
        </p:nvSpPr>
        <p:spPr>
          <a:xfrm>
            <a:off x="55003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7" name="Shape 389"/>
          <p:cNvSpPr/>
          <p:nvPr/>
        </p:nvSpPr>
        <p:spPr>
          <a:xfrm>
            <a:off x="55003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8" name="Shape 390"/>
          <p:cNvSpPr/>
          <p:nvPr/>
        </p:nvSpPr>
        <p:spPr>
          <a:xfrm>
            <a:off x="55003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9" name="Shape 391"/>
          <p:cNvSpPr/>
          <p:nvPr/>
        </p:nvSpPr>
        <p:spPr>
          <a:xfrm>
            <a:off x="55003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0" name="Shape 392"/>
          <p:cNvSpPr/>
          <p:nvPr/>
        </p:nvSpPr>
        <p:spPr>
          <a:xfrm>
            <a:off x="55003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1" name="Shape 393"/>
          <p:cNvSpPr/>
          <p:nvPr/>
        </p:nvSpPr>
        <p:spPr>
          <a:xfrm>
            <a:off x="55003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2" name="Shape 394"/>
          <p:cNvSpPr/>
          <p:nvPr/>
        </p:nvSpPr>
        <p:spPr>
          <a:xfrm>
            <a:off x="55003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3" name="Shape 395"/>
          <p:cNvSpPr/>
          <p:nvPr/>
        </p:nvSpPr>
        <p:spPr>
          <a:xfrm>
            <a:off x="55003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4" name="Shape 396"/>
          <p:cNvSpPr/>
          <p:nvPr/>
        </p:nvSpPr>
        <p:spPr>
          <a:xfrm>
            <a:off x="55003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5" name="Shape 397"/>
          <p:cNvSpPr/>
          <p:nvPr/>
        </p:nvSpPr>
        <p:spPr>
          <a:xfrm>
            <a:off x="55956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6" name="Shape 398"/>
          <p:cNvSpPr/>
          <p:nvPr/>
        </p:nvSpPr>
        <p:spPr>
          <a:xfrm>
            <a:off x="55956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7" name="Shape 399"/>
          <p:cNvSpPr/>
          <p:nvPr/>
        </p:nvSpPr>
        <p:spPr>
          <a:xfrm>
            <a:off x="55956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8" name="Shape 400"/>
          <p:cNvSpPr/>
          <p:nvPr/>
        </p:nvSpPr>
        <p:spPr>
          <a:xfrm>
            <a:off x="55956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9" name="Shape 401"/>
          <p:cNvSpPr/>
          <p:nvPr/>
        </p:nvSpPr>
        <p:spPr>
          <a:xfrm>
            <a:off x="55956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0" name="Shape 402"/>
          <p:cNvSpPr/>
          <p:nvPr/>
        </p:nvSpPr>
        <p:spPr>
          <a:xfrm>
            <a:off x="55956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1" name="Shape 403"/>
          <p:cNvSpPr/>
          <p:nvPr/>
        </p:nvSpPr>
        <p:spPr>
          <a:xfrm>
            <a:off x="55956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2" name="Shape 404"/>
          <p:cNvSpPr/>
          <p:nvPr/>
        </p:nvSpPr>
        <p:spPr>
          <a:xfrm>
            <a:off x="55956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3" name="Shape 405"/>
          <p:cNvSpPr/>
          <p:nvPr/>
        </p:nvSpPr>
        <p:spPr>
          <a:xfrm>
            <a:off x="55956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4" name="Shape 406"/>
          <p:cNvSpPr/>
          <p:nvPr/>
        </p:nvSpPr>
        <p:spPr>
          <a:xfrm>
            <a:off x="56908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5" name="Shape 407"/>
          <p:cNvSpPr/>
          <p:nvPr/>
        </p:nvSpPr>
        <p:spPr>
          <a:xfrm>
            <a:off x="56908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6" name="Shape 408"/>
          <p:cNvSpPr/>
          <p:nvPr/>
        </p:nvSpPr>
        <p:spPr>
          <a:xfrm>
            <a:off x="56908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7" name="Shape 409"/>
          <p:cNvSpPr/>
          <p:nvPr/>
        </p:nvSpPr>
        <p:spPr>
          <a:xfrm>
            <a:off x="56908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8" name="Shape 410"/>
          <p:cNvSpPr/>
          <p:nvPr/>
        </p:nvSpPr>
        <p:spPr>
          <a:xfrm>
            <a:off x="56908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9" name="Shape 411"/>
          <p:cNvSpPr/>
          <p:nvPr/>
        </p:nvSpPr>
        <p:spPr>
          <a:xfrm>
            <a:off x="56908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0" name="Shape 412"/>
          <p:cNvSpPr/>
          <p:nvPr/>
        </p:nvSpPr>
        <p:spPr>
          <a:xfrm>
            <a:off x="56908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1" name="Shape 413"/>
          <p:cNvSpPr/>
          <p:nvPr/>
        </p:nvSpPr>
        <p:spPr>
          <a:xfrm>
            <a:off x="56908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2" name="Shape 414"/>
          <p:cNvSpPr/>
          <p:nvPr/>
        </p:nvSpPr>
        <p:spPr>
          <a:xfrm>
            <a:off x="56908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3" name="Shape 415"/>
          <p:cNvSpPr/>
          <p:nvPr/>
        </p:nvSpPr>
        <p:spPr>
          <a:xfrm>
            <a:off x="57861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4" name="Shape 416"/>
          <p:cNvSpPr/>
          <p:nvPr/>
        </p:nvSpPr>
        <p:spPr>
          <a:xfrm>
            <a:off x="57861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5" name="Shape 417"/>
          <p:cNvSpPr/>
          <p:nvPr/>
        </p:nvSpPr>
        <p:spPr>
          <a:xfrm>
            <a:off x="57861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6" name="Shape 418"/>
          <p:cNvSpPr/>
          <p:nvPr/>
        </p:nvSpPr>
        <p:spPr>
          <a:xfrm>
            <a:off x="57861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7" name="Shape 419"/>
          <p:cNvSpPr/>
          <p:nvPr/>
        </p:nvSpPr>
        <p:spPr>
          <a:xfrm>
            <a:off x="57861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8" name="Shape 420"/>
          <p:cNvSpPr/>
          <p:nvPr/>
        </p:nvSpPr>
        <p:spPr>
          <a:xfrm>
            <a:off x="57861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9" name="Shape 421"/>
          <p:cNvSpPr/>
          <p:nvPr/>
        </p:nvSpPr>
        <p:spPr>
          <a:xfrm>
            <a:off x="57861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0" name="Shape 422"/>
          <p:cNvSpPr/>
          <p:nvPr/>
        </p:nvSpPr>
        <p:spPr>
          <a:xfrm>
            <a:off x="57861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1" name="Shape 423"/>
          <p:cNvSpPr/>
          <p:nvPr/>
        </p:nvSpPr>
        <p:spPr>
          <a:xfrm>
            <a:off x="57861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2" name="Shape 424"/>
          <p:cNvSpPr/>
          <p:nvPr/>
        </p:nvSpPr>
        <p:spPr>
          <a:xfrm>
            <a:off x="5370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3" name="Shape 425"/>
          <p:cNvSpPr/>
          <p:nvPr/>
        </p:nvSpPr>
        <p:spPr>
          <a:xfrm>
            <a:off x="5465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4" name="Shape 426"/>
          <p:cNvSpPr/>
          <p:nvPr/>
        </p:nvSpPr>
        <p:spPr>
          <a:xfrm>
            <a:off x="55606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5" name="Shape 427"/>
          <p:cNvSpPr/>
          <p:nvPr/>
        </p:nvSpPr>
        <p:spPr>
          <a:xfrm>
            <a:off x="56559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6" name="Shape 428"/>
          <p:cNvSpPr/>
          <p:nvPr/>
        </p:nvSpPr>
        <p:spPr>
          <a:xfrm>
            <a:off x="5751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7" name="Shape 429"/>
          <p:cNvSpPr/>
          <p:nvPr/>
        </p:nvSpPr>
        <p:spPr>
          <a:xfrm>
            <a:off x="50831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48" name="Shape 430"/>
          <p:cNvSpPr/>
          <p:nvPr/>
        </p:nvSpPr>
        <p:spPr>
          <a:xfrm>
            <a:off x="52025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49" name="Shape 431"/>
          <p:cNvSpPr/>
          <p:nvPr/>
        </p:nvSpPr>
        <p:spPr>
          <a:xfrm>
            <a:off x="53219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0" name="Shape 432"/>
          <p:cNvSpPr/>
          <p:nvPr/>
        </p:nvSpPr>
        <p:spPr>
          <a:xfrm>
            <a:off x="54413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1" name="Shape 433"/>
          <p:cNvSpPr/>
          <p:nvPr/>
        </p:nvSpPr>
        <p:spPr>
          <a:xfrm>
            <a:off x="55606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2" name="Shape 434"/>
          <p:cNvSpPr/>
          <p:nvPr/>
        </p:nvSpPr>
        <p:spPr>
          <a:xfrm>
            <a:off x="56800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3" name="Shape 435"/>
          <p:cNvSpPr/>
          <p:nvPr/>
        </p:nvSpPr>
        <p:spPr>
          <a:xfrm>
            <a:off x="57994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4" name="Shape 436"/>
          <p:cNvSpPr/>
          <p:nvPr/>
        </p:nvSpPr>
        <p:spPr>
          <a:xfrm>
            <a:off x="59188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5" name="Shape 437"/>
          <p:cNvSpPr/>
          <p:nvPr/>
        </p:nvSpPr>
        <p:spPr>
          <a:xfrm>
            <a:off x="60382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6" name="Text 438"/>
          <p:cNvSpPr/>
          <p:nvPr/>
        </p:nvSpPr>
        <p:spPr>
          <a:xfrm>
            <a:off x="57480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457" name="Shape 439"/>
          <p:cNvSpPr/>
          <p:nvPr/>
        </p:nvSpPr>
        <p:spPr>
          <a:xfrm>
            <a:off x="61480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458" name="Shape 440"/>
          <p:cNvSpPr/>
          <p:nvPr/>
        </p:nvSpPr>
        <p:spPr>
          <a:xfrm>
            <a:off x="64401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59" name="Shape 441"/>
          <p:cNvSpPr/>
          <p:nvPr/>
        </p:nvSpPr>
        <p:spPr>
          <a:xfrm>
            <a:off x="64401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0" name="Shape 442"/>
          <p:cNvSpPr/>
          <p:nvPr/>
        </p:nvSpPr>
        <p:spPr>
          <a:xfrm>
            <a:off x="64401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1" name="Shape 443"/>
          <p:cNvSpPr/>
          <p:nvPr/>
        </p:nvSpPr>
        <p:spPr>
          <a:xfrm>
            <a:off x="64401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2" name="Shape 444"/>
          <p:cNvSpPr/>
          <p:nvPr/>
        </p:nvSpPr>
        <p:spPr>
          <a:xfrm>
            <a:off x="64401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3" name="Shape 445"/>
          <p:cNvSpPr/>
          <p:nvPr/>
        </p:nvSpPr>
        <p:spPr>
          <a:xfrm>
            <a:off x="64401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4" name="Shape 446"/>
          <p:cNvSpPr/>
          <p:nvPr/>
        </p:nvSpPr>
        <p:spPr>
          <a:xfrm>
            <a:off x="64401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5" name="Shape 447"/>
          <p:cNvSpPr/>
          <p:nvPr/>
        </p:nvSpPr>
        <p:spPr>
          <a:xfrm>
            <a:off x="64401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6" name="Shape 448"/>
          <p:cNvSpPr/>
          <p:nvPr/>
        </p:nvSpPr>
        <p:spPr>
          <a:xfrm>
            <a:off x="64401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7" name="Shape 449"/>
          <p:cNvSpPr/>
          <p:nvPr/>
        </p:nvSpPr>
        <p:spPr>
          <a:xfrm>
            <a:off x="65354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8" name="Shape 450"/>
          <p:cNvSpPr/>
          <p:nvPr/>
        </p:nvSpPr>
        <p:spPr>
          <a:xfrm>
            <a:off x="65354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9" name="Shape 451"/>
          <p:cNvSpPr/>
          <p:nvPr/>
        </p:nvSpPr>
        <p:spPr>
          <a:xfrm>
            <a:off x="65354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0" name="Shape 452"/>
          <p:cNvSpPr/>
          <p:nvPr/>
        </p:nvSpPr>
        <p:spPr>
          <a:xfrm>
            <a:off x="65354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1" name="Shape 453"/>
          <p:cNvSpPr/>
          <p:nvPr/>
        </p:nvSpPr>
        <p:spPr>
          <a:xfrm>
            <a:off x="65354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2" name="Shape 454"/>
          <p:cNvSpPr/>
          <p:nvPr/>
        </p:nvSpPr>
        <p:spPr>
          <a:xfrm>
            <a:off x="65354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3" name="Shape 455"/>
          <p:cNvSpPr/>
          <p:nvPr/>
        </p:nvSpPr>
        <p:spPr>
          <a:xfrm>
            <a:off x="65354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4" name="Shape 456"/>
          <p:cNvSpPr/>
          <p:nvPr/>
        </p:nvSpPr>
        <p:spPr>
          <a:xfrm>
            <a:off x="65354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5" name="Shape 457"/>
          <p:cNvSpPr/>
          <p:nvPr/>
        </p:nvSpPr>
        <p:spPr>
          <a:xfrm>
            <a:off x="65354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6" name="Shape 458"/>
          <p:cNvSpPr/>
          <p:nvPr/>
        </p:nvSpPr>
        <p:spPr>
          <a:xfrm>
            <a:off x="66306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7" name="Shape 459"/>
          <p:cNvSpPr/>
          <p:nvPr/>
        </p:nvSpPr>
        <p:spPr>
          <a:xfrm>
            <a:off x="66306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8" name="Shape 460"/>
          <p:cNvSpPr/>
          <p:nvPr/>
        </p:nvSpPr>
        <p:spPr>
          <a:xfrm>
            <a:off x="66306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9" name="Shape 461"/>
          <p:cNvSpPr/>
          <p:nvPr/>
        </p:nvSpPr>
        <p:spPr>
          <a:xfrm>
            <a:off x="66306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0" name="Shape 462"/>
          <p:cNvSpPr/>
          <p:nvPr/>
        </p:nvSpPr>
        <p:spPr>
          <a:xfrm>
            <a:off x="66306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1" name="Shape 463"/>
          <p:cNvSpPr/>
          <p:nvPr/>
        </p:nvSpPr>
        <p:spPr>
          <a:xfrm>
            <a:off x="66306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2" name="Shape 464"/>
          <p:cNvSpPr/>
          <p:nvPr/>
        </p:nvSpPr>
        <p:spPr>
          <a:xfrm>
            <a:off x="66306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3" name="Shape 465"/>
          <p:cNvSpPr/>
          <p:nvPr/>
        </p:nvSpPr>
        <p:spPr>
          <a:xfrm>
            <a:off x="66306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4" name="Shape 466"/>
          <p:cNvSpPr/>
          <p:nvPr/>
        </p:nvSpPr>
        <p:spPr>
          <a:xfrm>
            <a:off x="66306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5" name="Shape 467"/>
          <p:cNvSpPr/>
          <p:nvPr/>
        </p:nvSpPr>
        <p:spPr>
          <a:xfrm>
            <a:off x="67259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6" name="Shape 468"/>
          <p:cNvSpPr/>
          <p:nvPr/>
        </p:nvSpPr>
        <p:spPr>
          <a:xfrm>
            <a:off x="67259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7" name="Shape 469"/>
          <p:cNvSpPr/>
          <p:nvPr/>
        </p:nvSpPr>
        <p:spPr>
          <a:xfrm>
            <a:off x="67259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8" name="Shape 470"/>
          <p:cNvSpPr/>
          <p:nvPr/>
        </p:nvSpPr>
        <p:spPr>
          <a:xfrm>
            <a:off x="67259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9" name="Shape 471"/>
          <p:cNvSpPr/>
          <p:nvPr/>
        </p:nvSpPr>
        <p:spPr>
          <a:xfrm>
            <a:off x="67259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0" name="Shape 472"/>
          <p:cNvSpPr/>
          <p:nvPr/>
        </p:nvSpPr>
        <p:spPr>
          <a:xfrm>
            <a:off x="67259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1" name="Shape 473"/>
          <p:cNvSpPr/>
          <p:nvPr/>
        </p:nvSpPr>
        <p:spPr>
          <a:xfrm>
            <a:off x="67259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2" name="Shape 474"/>
          <p:cNvSpPr/>
          <p:nvPr/>
        </p:nvSpPr>
        <p:spPr>
          <a:xfrm>
            <a:off x="67259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3" name="Shape 475"/>
          <p:cNvSpPr/>
          <p:nvPr/>
        </p:nvSpPr>
        <p:spPr>
          <a:xfrm>
            <a:off x="67259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4" name="Shape 476"/>
          <p:cNvSpPr/>
          <p:nvPr/>
        </p:nvSpPr>
        <p:spPr>
          <a:xfrm>
            <a:off x="68211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5" name="Shape 477"/>
          <p:cNvSpPr/>
          <p:nvPr/>
        </p:nvSpPr>
        <p:spPr>
          <a:xfrm>
            <a:off x="68211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6" name="Shape 478"/>
          <p:cNvSpPr/>
          <p:nvPr/>
        </p:nvSpPr>
        <p:spPr>
          <a:xfrm>
            <a:off x="68211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7" name="Shape 479"/>
          <p:cNvSpPr/>
          <p:nvPr/>
        </p:nvSpPr>
        <p:spPr>
          <a:xfrm>
            <a:off x="68211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8" name="Shape 480"/>
          <p:cNvSpPr/>
          <p:nvPr/>
        </p:nvSpPr>
        <p:spPr>
          <a:xfrm>
            <a:off x="68211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9" name="Shape 481"/>
          <p:cNvSpPr/>
          <p:nvPr/>
        </p:nvSpPr>
        <p:spPr>
          <a:xfrm>
            <a:off x="68211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0" name="Shape 482"/>
          <p:cNvSpPr/>
          <p:nvPr/>
        </p:nvSpPr>
        <p:spPr>
          <a:xfrm>
            <a:off x="68211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1" name="Shape 483"/>
          <p:cNvSpPr/>
          <p:nvPr/>
        </p:nvSpPr>
        <p:spPr>
          <a:xfrm>
            <a:off x="68211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2" name="Shape 484"/>
          <p:cNvSpPr/>
          <p:nvPr/>
        </p:nvSpPr>
        <p:spPr>
          <a:xfrm>
            <a:off x="68211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3" name="Shape 485"/>
          <p:cNvSpPr/>
          <p:nvPr/>
        </p:nvSpPr>
        <p:spPr>
          <a:xfrm>
            <a:off x="64052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4" name="Shape 486"/>
          <p:cNvSpPr/>
          <p:nvPr/>
        </p:nvSpPr>
        <p:spPr>
          <a:xfrm>
            <a:off x="65004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5" name="Shape 487"/>
          <p:cNvSpPr/>
          <p:nvPr/>
        </p:nvSpPr>
        <p:spPr>
          <a:xfrm>
            <a:off x="65957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6" name="Shape 488"/>
          <p:cNvSpPr/>
          <p:nvPr/>
        </p:nvSpPr>
        <p:spPr>
          <a:xfrm>
            <a:off x="66909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7" name="Shape 489"/>
          <p:cNvSpPr/>
          <p:nvPr/>
        </p:nvSpPr>
        <p:spPr>
          <a:xfrm>
            <a:off x="67862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8" name="Shape 490"/>
          <p:cNvSpPr/>
          <p:nvPr/>
        </p:nvSpPr>
        <p:spPr>
          <a:xfrm>
            <a:off x="61182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09" name="Shape 491"/>
          <p:cNvSpPr/>
          <p:nvPr/>
        </p:nvSpPr>
        <p:spPr>
          <a:xfrm>
            <a:off x="62376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0" name="Shape 492"/>
          <p:cNvSpPr/>
          <p:nvPr/>
        </p:nvSpPr>
        <p:spPr>
          <a:xfrm>
            <a:off x="63569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1" name="Shape 493"/>
          <p:cNvSpPr/>
          <p:nvPr/>
        </p:nvSpPr>
        <p:spPr>
          <a:xfrm>
            <a:off x="64763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2" name="Shape 494"/>
          <p:cNvSpPr/>
          <p:nvPr/>
        </p:nvSpPr>
        <p:spPr>
          <a:xfrm>
            <a:off x="65957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3" name="Shape 495"/>
          <p:cNvSpPr/>
          <p:nvPr/>
        </p:nvSpPr>
        <p:spPr>
          <a:xfrm>
            <a:off x="67151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4" name="Shape 496"/>
          <p:cNvSpPr/>
          <p:nvPr/>
        </p:nvSpPr>
        <p:spPr>
          <a:xfrm>
            <a:off x="68345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5" name="Shape 497"/>
          <p:cNvSpPr/>
          <p:nvPr/>
        </p:nvSpPr>
        <p:spPr>
          <a:xfrm>
            <a:off x="69538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6" name="Shape 498"/>
          <p:cNvSpPr/>
          <p:nvPr/>
        </p:nvSpPr>
        <p:spPr>
          <a:xfrm>
            <a:off x="70732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7" name="Text 499"/>
          <p:cNvSpPr/>
          <p:nvPr/>
        </p:nvSpPr>
        <p:spPr>
          <a:xfrm>
            <a:off x="67830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518" name="Shape 500"/>
          <p:cNvSpPr/>
          <p:nvPr/>
        </p:nvSpPr>
        <p:spPr>
          <a:xfrm>
            <a:off x="71831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519" name="Shape 501"/>
          <p:cNvSpPr/>
          <p:nvPr/>
        </p:nvSpPr>
        <p:spPr>
          <a:xfrm>
            <a:off x="74752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0" name="Shape 502"/>
          <p:cNvSpPr/>
          <p:nvPr/>
        </p:nvSpPr>
        <p:spPr>
          <a:xfrm>
            <a:off x="74752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1" name="Shape 503"/>
          <p:cNvSpPr/>
          <p:nvPr/>
        </p:nvSpPr>
        <p:spPr>
          <a:xfrm>
            <a:off x="74752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2" name="Shape 504"/>
          <p:cNvSpPr/>
          <p:nvPr/>
        </p:nvSpPr>
        <p:spPr>
          <a:xfrm>
            <a:off x="74752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3" name="Shape 505"/>
          <p:cNvSpPr/>
          <p:nvPr/>
        </p:nvSpPr>
        <p:spPr>
          <a:xfrm>
            <a:off x="74752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4" name="Shape 506"/>
          <p:cNvSpPr/>
          <p:nvPr/>
        </p:nvSpPr>
        <p:spPr>
          <a:xfrm>
            <a:off x="74752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5" name="Shape 507"/>
          <p:cNvSpPr/>
          <p:nvPr/>
        </p:nvSpPr>
        <p:spPr>
          <a:xfrm>
            <a:off x="74752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6" name="Shape 508"/>
          <p:cNvSpPr/>
          <p:nvPr/>
        </p:nvSpPr>
        <p:spPr>
          <a:xfrm>
            <a:off x="74752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7" name="Shape 509"/>
          <p:cNvSpPr/>
          <p:nvPr/>
        </p:nvSpPr>
        <p:spPr>
          <a:xfrm>
            <a:off x="74752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8" name="Shape 510"/>
          <p:cNvSpPr/>
          <p:nvPr/>
        </p:nvSpPr>
        <p:spPr>
          <a:xfrm>
            <a:off x="75704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9" name="Shape 511"/>
          <p:cNvSpPr/>
          <p:nvPr/>
        </p:nvSpPr>
        <p:spPr>
          <a:xfrm>
            <a:off x="75704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0" name="Shape 512"/>
          <p:cNvSpPr/>
          <p:nvPr/>
        </p:nvSpPr>
        <p:spPr>
          <a:xfrm>
            <a:off x="75704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1" name="Shape 513"/>
          <p:cNvSpPr/>
          <p:nvPr/>
        </p:nvSpPr>
        <p:spPr>
          <a:xfrm>
            <a:off x="75704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2" name="Shape 514"/>
          <p:cNvSpPr/>
          <p:nvPr/>
        </p:nvSpPr>
        <p:spPr>
          <a:xfrm>
            <a:off x="75704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3" name="Shape 515"/>
          <p:cNvSpPr/>
          <p:nvPr/>
        </p:nvSpPr>
        <p:spPr>
          <a:xfrm>
            <a:off x="75704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4" name="Shape 516"/>
          <p:cNvSpPr/>
          <p:nvPr/>
        </p:nvSpPr>
        <p:spPr>
          <a:xfrm>
            <a:off x="75704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5" name="Shape 517"/>
          <p:cNvSpPr/>
          <p:nvPr/>
        </p:nvSpPr>
        <p:spPr>
          <a:xfrm>
            <a:off x="75704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6" name="Shape 518"/>
          <p:cNvSpPr/>
          <p:nvPr/>
        </p:nvSpPr>
        <p:spPr>
          <a:xfrm>
            <a:off x="75704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7" name="Shape 519"/>
          <p:cNvSpPr/>
          <p:nvPr/>
        </p:nvSpPr>
        <p:spPr>
          <a:xfrm>
            <a:off x="76657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8" name="Shape 520"/>
          <p:cNvSpPr/>
          <p:nvPr/>
        </p:nvSpPr>
        <p:spPr>
          <a:xfrm>
            <a:off x="76657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9" name="Shape 521"/>
          <p:cNvSpPr/>
          <p:nvPr/>
        </p:nvSpPr>
        <p:spPr>
          <a:xfrm>
            <a:off x="76657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0" name="Shape 522"/>
          <p:cNvSpPr/>
          <p:nvPr/>
        </p:nvSpPr>
        <p:spPr>
          <a:xfrm>
            <a:off x="76657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1" name="Shape 523"/>
          <p:cNvSpPr/>
          <p:nvPr/>
        </p:nvSpPr>
        <p:spPr>
          <a:xfrm>
            <a:off x="76657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2" name="Shape 524"/>
          <p:cNvSpPr/>
          <p:nvPr/>
        </p:nvSpPr>
        <p:spPr>
          <a:xfrm>
            <a:off x="76657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3" name="Shape 525"/>
          <p:cNvSpPr/>
          <p:nvPr/>
        </p:nvSpPr>
        <p:spPr>
          <a:xfrm>
            <a:off x="76657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4" name="Shape 526"/>
          <p:cNvSpPr/>
          <p:nvPr/>
        </p:nvSpPr>
        <p:spPr>
          <a:xfrm>
            <a:off x="76657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5" name="Shape 527"/>
          <p:cNvSpPr/>
          <p:nvPr/>
        </p:nvSpPr>
        <p:spPr>
          <a:xfrm>
            <a:off x="76657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6" name="Shape 528"/>
          <p:cNvSpPr/>
          <p:nvPr/>
        </p:nvSpPr>
        <p:spPr>
          <a:xfrm>
            <a:off x="77609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7" name="Shape 529"/>
          <p:cNvSpPr/>
          <p:nvPr/>
        </p:nvSpPr>
        <p:spPr>
          <a:xfrm>
            <a:off x="77609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8" name="Shape 530"/>
          <p:cNvSpPr/>
          <p:nvPr/>
        </p:nvSpPr>
        <p:spPr>
          <a:xfrm>
            <a:off x="77609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9" name="Shape 531"/>
          <p:cNvSpPr/>
          <p:nvPr/>
        </p:nvSpPr>
        <p:spPr>
          <a:xfrm>
            <a:off x="77609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0" name="Shape 532"/>
          <p:cNvSpPr/>
          <p:nvPr/>
        </p:nvSpPr>
        <p:spPr>
          <a:xfrm>
            <a:off x="77609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1" name="Shape 533"/>
          <p:cNvSpPr/>
          <p:nvPr/>
        </p:nvSpPr>
        <p:spPr>
          <a:xfrm>
            <a:off x="77609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2" name="Shape 534"/>
          <p:cNvSpPr/>
          <p:nvPr/>
        </p:nvSpPr>
        <p:spPr>
          <a:xfrm>
            <a:off x="77609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3" name="Shape 535"/>
          <p:cNvSpPr/>
          <p:nvPr/>
        </p:nvSpPr>
        <p:spPr>
          <a:xfrm>
            <a:off x="77609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4" name="Shape 536"/>
          <p:cNvSpPr/>
          <p:nvPr/>
        </p:nvSpPr>
        <p:spPr>
          <a:xfrm>
            <a:off x="77609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5" name="Shape 537"/>
          <p:cNvSpPr/>
          <p:nvPr/>
        </p:nvSpPr>
        <p:spPr>
          <a:xfrm>
            <a:off x="78562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6" name="Shape 538"/>
          <p:cNvSpPr/>
          <p:nvPr/>
        </p:nvSpPr>
        <p:spPr>
          <a:xfrm>
            <a:off x="78562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7" name="Shape 539"/>
          <p:cNvSpPr/>
          <p:nvPr/>
        </p:nvSpPr>
        <p:spPr>
          <a:xfrm>
            <a:off x="78562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8" name="Shape 540"/>
          <p:cNvSpPr/>
          <p:nvPr/>
        </p:nvSpPr>
        <p:spPr>
          <a:xfrm>
            <a:off x="78562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9" name="Shape 541"/>
          <p:cNvSpPr/>
          <p:nvPr/>
        </p:nvSpPr>
        <p:spPr>
          <a:xfrm>
            <a:off x="78562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0" name="Shape 542"/>
          <p:cNvSpPr/>
          <p:nvPr/>
        </p:nvSpPr>
        <p:spPr>
          <a:xfrm>
            <a:off x="78562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1" name="Shape 543"/>
          <p:cNvSpPr/>
          <p:nvPr/>
        </p:nvSpPr>
        <p:spPr>
          <a:xfrm>
            <a:off x="78562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2" name="Shape 544"/>
          <p:cNvSpPr/>
          <p:nvPr/>
        </p:nvSpPr>
        <p:spPr>
          <a:xfrm>
            <a:off x="78562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3" name="Shape 545"/>
          <p:cNvSpPr/>
          <p:nvPr/>
        </p:nvSpPr>
        <p:spPr>
          <a:xfrm>
            <a:off x="78562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4" name="Shape 546"/>
          <p:cNvSpPr/>
          <p:nvPr/>
        </p:nvSpPr>
        <p:spPr>
          <a:xfrm>
            <a:off x="7440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5" name="Shape 547"/>
          <p:cNvSpPr/>
          <p:nvPr/>
        </p:nvSpPr>
        <p:spPr>
          <a:xfrm>
            <a:off x="75355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6" name="Shape 548"/>
          <p:cNvSpPr/>
          <p:nvPr/>
        </p:nvSpPr>
        <p:spPr>
          <a:xfrm>
            <a:off x="76307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7" name="Shape 549"/>
          <p:cNvSpPr/>
          <p:nvPr/>
        </p:nvSpPr>
        <p:spPr>
          <a:xfrm>
            <a:off x="7726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8" name="Shape 550"/>
          <p:cNvSpPr/>
          <p:nvPr/>
        </p:nvSpPr>
        <p:spPr>
          <a:xfrm>
            <a:off x="7821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9" name="Shape 551"/>
          <p:cNvSpPr/>
          <p:nvPr/>
        </p:nvSpPr>
        <p:spPr>
          <a:xfrm>
            <a:off x="71532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0" name="Shape 552"/>
          <p:cNvSpPr/>
          <p:nvPr/>
        </p:nvSpPr>
        <p:spPr>
          <a:xfrm>
            <a:off x="72726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1" name="Shape 553"/>
          <p:cNvSpPr/>
          <p:nvPr/>
        </p:nvSpPr>
        <p:spPr>
          <a:xfrm>
            <a:off x="73920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2" name="Shape 554"/>
          <p:cNvSpPr/>
          <p:nvPr/>
        </p:nvSpPr>
        <p:spPr>
          <a:xfrm>
            <a:off x="75114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3" name="Shape 555"/>
          <p:cNvSpPr/>
          <p:nvPr/>
        </p:nvSpPr>
        <p:spPr>
          <a:xfrm>
            <a:off x="76307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4" name="Shape 556"/>
          <p:cNvSpPr/>
          <p:nvPr/>
        </p:nvSpPr>
        <p:spPr>
          <a:xfrm>
            <a:off x="77501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5" name="Shape 557"/>
          <p:cNvSpPr/>
          <p:nvPr/>
        </p:nvSpPr>
        <p:spPr>
          <a:xfrm>
            <a:off x="78695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6" name="Shape 558"/>
          <p:cNvSpPr/>
          <p:nvPr/>
        </p:nvSpPr>
        <p:spPr>
          <a:xfrm>
            <a:off x="79889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7" name="Shape 559"/>
          <p:cNvSpPr/>
          <p:nvPr/>
        </p:nvSpPr>
        <p:spPr>
          <a:xfrm>
            <a:off x="81083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8" name="Text 560"/>
          <p:cNvSpPr/>
          <p:nvPr/>
        </p:nvSpPr>
        <p:spPr>
          <a:xfrm>
            <a:off x="78181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579" name="Shape 561"/>
          <p:cNvSpPr/>
          <p:nvPr/>
        </p:nvSpPr>
        <p:spPr>
          <a:xfrm>
            <a:off x="92532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580" name="Shape 562"/>
          <p:cNvSpPr/>
          <p:nvPr/>
        </p:nvSpPr>
        <p:spPr>
          <a:xfrm>
            <a:off x="95453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1" name="Shape 563"/>
          <p:cNvSpPr/>
          <p:nvPr/>
        </p:nvSpPr>
        <p:spPr>
          <a:xfrm>
            <a:off x="95453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2" name="Shape 564"/>
          <p:cNvSpPr/>
          <p:nvPr/>
        </p:nvSpPr>
        <p:spPr>
          <a:xfrm>
            <a:off x="95453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3" name="Shape 565"/>
          <p:cNvSpPr/>
          <p:nvPr/>
        </p:nvSpPr>
        <p:spPr>
          <a:xfrm>
            <a:off x="95453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4" name="Shape 566"/>
          <p:cNvSpPr/>
          <p:nvPr/>
        </p:nvSpPr>
        <p:spPr>
          <a:xfrm>
            <a:off x="95453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5" name="Shape 567"/>
          <p:cNvSpPr/>
          <p:nvPr/>
        </p:nvSpPr>
        <p:spPr>
          <a:xfrm>
            <a:off x="95453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6" name="Shape 568"/>
          <p:cNvSpPr/>
          <p:nvPr/>
        </p:nvSpPr>
        <p:spPr>
          <a:xfrm>
            <a:off x="95453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7" name="Shape 569"/>
          <p:cNvSpPr/>
          <p:nvPr/>
        </p:nvSpPr>
        <p:spPr>
          <a:xfrm>
            <a:off x="95453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8" name="Shape 570"/>
          <p:cNvSpPr/>
          <p:nvPr/>
        </p:nvSpPr>
        <p:spPr>
          <a:xfrm>
            <a:off x="95453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9" name="Shape 571"/>
          <p:cNvSpPr/>
          <p:nvPr/>
        </p:nvSpPr>
        <p:spPr>
          <a:xfrm>
            <a:off x="96405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0" name="Shape 572"/>
          <p:cNvSpPr/>
          <p:nvPr/>
        </p:nvSpPr>
        <p:spPr>
          <a:xfrm>
            <a:off x="96405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1" name="Shape 573"/>
          <p:cNvSpPr/>
          <p:nvPr/>
        </p:nvSpPr>
        <p:spPr>
          <a:xfrm>
            <a:off x="96405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2" name="Shape 574"/>
          <p:cNvSpPr/>
          <p:nvPr/>
        </p:nvSpPr>
        <p:spPr>
          <a:xfrm>
            <a:off x="96405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3" name="Shape 575"/>
          <p:cNvSpPr/>
          <p:nvPr/>
        </p:nvSpPr>
        <p:spPr>
          <a:xfrm>
            <a:off x="96405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4" name="Shape 576"/>
          <p:cNvSpPr/>
          <p:nvPr/>
        </p:nvSpPr>
        <p:spPr>
          <a:xfrm>
            <a:off x="96405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5" name="Shape 577"/>
          <p:cNvSpPr/>
          <p:nvPr/>
        </p:nvSpPr>
        <p:spPr>
          <a:xfrm>
            <a:off x="96405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6" name="Shape 578"/>
          <p:cNvSpPr/>
          <p:nvPr/>
        </p:nvSpPr>
        <p:spPr>
          <a:xfrm>
            <a:off x="96405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7" name="Shape 579"/>
          <p:cNvSpPr/>
          <p:nvPr/>
        </p:nvSpPr>
        <p:spPr>
          <a:xfrm>
            <a:off x="96405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8" name="Shape 580"/>
          <p:cNvSpPr/>
          <p:nvPr/>
        </p:nvSpPr>
        <p:spPr>
          <a:xfrm>
            <a:off x="97358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9" name="Shape 581"/>
          <p:cNvSpPr/>
          <p:nvPr/>
        </p:nvSpPr>
        <p:spPr>
          <a:xfrm>
            <a:off x="97358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0" name="Shape 582"/>
          <p:cNvSpPr/>
          <p:nvPr/>
        </p:nvSpPr>
        <p:spPr>
          <a:xfrm>
            <a:off x="97358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1" name="Shape 583"/>
          <p:cNvSpPr/>
          <p:nvPr/>
        </p:nvSpPr>
        <p:spPr>
          <a:xfrm>
            <a:off x="97358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2" name="Shape 584"/>
          <p:cNvSpPr/>
          <p:nvPr/>
        </p:nvSpPr>
        <p:spPr>
          <a:xfrm>
            <a:off x="97358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3" name="Shape 585"/>
          <p:cNvSpPr/>
          <p:nvPr/>
        </p:nvSpPr>
        <p:spPr>
          <a:xfrm>
            <a:off x="97358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4" name="Shape 586"/>
          <p:cNvSpPr/>
          <p:nvPr/>
        </p:nvSpPr>
        <p:spPr>
          <a:xfrm>
            <a:off x="97358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5" name="Shape 587"/>
          <p:cNvSpPr/>
          <p:nvPr/>
        </p:nvSpPr>
        <p:spPr>
          <a:xfrm>
            <a:off x="97358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6" name="Shape 588"/>
          <p:cNvSpPr/>
          <p:nvPr/>
        </p:nvSpPr>
        <p:spPr>
          <a:xfrm>
            <a:off x="97358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7" name="Shape 589"/>
          <p:cNvSpPr/>
          <p:nvPr/>
        </p:nvSpPr>
        <p:spPr>
          <a:xfrm>
            <a:off x="98310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8" name="Shape 590"/>
          <p:cNvSpPr/>
          <p:nvPr/>
        </p:nvSpPr>
        <p:spPr>
          <a:xfrm>
            <a:off x="98310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9" name="Shape 591"/>
          <p:cNvSpPr/>
          <p:nvPr/>
        </p:nvSpPr>
        <p:spPr>
          <a:xfrm>
            <a:off x="98310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0" name="Shape 592"/>
          <p:cNvSpPr/>
          <p:nvPr/>
        </p:nvSpPr>
        <p:spPr>
          <a:xfrm>
            <a:off x="98310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1" name="Shape 593"/>
          <p:cNvSpPr/>
          <p:nvPr/>
        </p:nvSpPr>
        <p:spPr>
          <a:xfrm>
            <a:off x="98310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2" name="Shape 594"/>
          <p:cNvSpPr/>
          <p:nvPr/>
        </p:nvSpPr>
        <p:spPr>
          <a:xfrm>
            <a:off x="98310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3" name="Shape 595"/>
          <p:cNvSpPr/>
          <p:nvPr/>
        </p:nvSpPr>
        <p:spPr>
          <a:xfrm>
            <a:off x="98310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4" name="Shape 596"/>
          <p:cNvSpPr/>
          <p:nvPr/>
        </p:nvSpPr>
        <p:spPr>
          <a:xfrm>
            <a:off x="98310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5" name="Shape 597"/>
          <p:cNvSpPr/>
          <p:nvPr/>
        </p:nvSpPr>
        <p:spPr>
          <a:xfrm>
            <a:off x="98310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6" name="Shape 598"/>
          <p:cNvSpPr/>
          <p:nvPr/>
        </p:nvSpPr>
        <p:spPr>
          <a:xfrm>
            <a:off x="99263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7" name="Shape 599"/>
          <p:cNvSpPr/>
          <p:nvPr/>
        </p:nvSpPr>
        <p:spPr>
          <a:xfrm>
            <a:off x="99263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8" name="Shape 600"/>
          <p:cNvSpPr/>
          <p:nvPr/>
        </p:nvSpPr>
        <p:spPr>
          <a:xfrm>
            <a:off x="99263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9" name="Shape 601"/>
          <p:cNvSpPr/>
          <p:nvPr/>
        </p:nvSpPr>
        <p:spPr>
          <a:xfrm>
            <a:off x="99263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0" name="Shape 602"/>
          <p:cNvSpPr/>
          <p:nvPr/>
        </p:nvSpPr>
        <p:spPr>
          <a:xfrm>
            <a:off x="99263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1" name="Shape 603"/>
          <p:cNvSpPr/>
          <p:nvPr/>
        </p:nvSpPr>
        <p:spPr>
          <a:xfrm>
            <a:off x="99263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2" name="Shape 604"/>
          <p:cNvSpPr/>
          <p:nvPr/>
        </p:nvSpPr>
        <p:spPr>
          <a:xfrm>
            <a:off x="99263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3" name="Shape 605"/>
          <p:cNvSpPr/>
          <p:nvPr/>
        </p:nvSpPr>
        <p:spPr>
          <a:xfrm>
            <a:off x="99263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4" name="Shape 606"/>
          <p:cNvSpPr/>
          <p:nvPr/>
        </p:nvSpPr>
        <p:spPr>
          <a:xfrm>
            <a:off x="99263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5" name="Shape 607"/>
          <p:cNvSpPr/>
          <p:nvPr/>
        </p:nvSpPr>
        <p:spPr>
          <a:xfrm>
            <a:off x="9510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6" name="Shape 608"/>
          <p:cNvSpPr/>
          <p:nvPr/>
        </p:nvSpPr>
        <p:spPr>
          <a:xfrm>
            <a:off x="96056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7" name="Shape 609"/>
          <p:cNvSpPr/>
          <p:nvPr/>
        </p:nvSpPr>
        <p:spPr>
          <a:xfrm>
            <a:off x="97008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8" name="Shape 610"/>
          <p:cNvSpPr/>
          <p:nvPr/>
        </p:nvSpPr>
        <p:spPr>
          <a:xfrm>
            <a:off x="9796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9" name="Shape 611"/>
          <p:cNvSpPr/>
          <p:nvPr/>
        </p:nvSpPr>
        <p:spPr>
          <a:xfrm>
            <a:off x="9891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30" name="Shape 612"/>
          <p:cNvSpPr/>
          <p:nvPr/>
        </p:nvSpPr>
        <p:spPr>
          <a:xfrm>
            <a:off x="92233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1" name="Shape 613"/>
          <p:cNvSpPr/>
          <p:nvPr/>
        </p:nvSpPr>
        <p:spPr>
          <a:xfrm>
            <a:off x="93427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2" name="Shape 614"/>
          <p:cNvSpPr/>
          <p:nvPr/>
        </p:nvSpPr>
        <p:spPr>
          <a:xfrm>
            <a:off x="94621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3" name="Shape 615"/>
          <p:cNvSpPr/>
          <p:nvPr/>
        </p:nvSpPr>
        <p:spPr>
          <a:xfrm>
            <a:off x="95815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4" name="Shape 616"/>
          <p:cNvSpPr/>
          <p:nvPr/>
        </p:nvSpPr>
        <p:spPr>
          <a:xfrm>
            <a:off x="97008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5" name="Shape 617"/>
          <p:cNvSpPr/>
          <p:nvPr/>
        </p:nvSpPr>
        <p:spPr>
          <a:xfrm>
            <a:off x="98202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6" name="Shape 618"/>
          <p:cNvSpPr/>
          <p:nvPr/>
        </p:nvSpPr>
        <p:spPr>
          <a:xfrm>
            <a:off x="99396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7" name="Shape 619"/>
          <p:cNvSpPr/>
          <p:nvPr/>
        </p:nvSpPr>
        <p:spPr>
          <a:xfrm>
            <a:off x="100590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8" name="Shape 620"/>
          <p:cNvSpPr/>
          <p:nvPr/>
        </p:nvSpPr>
        <p:spPr>
          <a:xfrm>
            <a:off x="101784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9" name="Text 621"/>
          <p:cNvSpPr/>
          <p:nvPr/>
        </p:nvSpPr>
        <p:spPr>
          <a:xfrm>
            <a:off x="98882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640" name="Shape 622"/>
          <p:cNvSpPr/>
          <p:nvPr/>
        </p:nvSpPr>
        <p:spPr>
          <a:xfrm>
            <a:off x="102882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641" name="Shape 623"/>
          <p:cNvSpPr/>
          <p:nvPr/>
        </p:nvSpPr>
        <p:spPr>
          <a:xfrm>
            <a:off x="105803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2" name="Shape 624"/>
          <p:cNvSpPr/>
          <p:nvPr/>
        </p:nvSpPr>
        <p:spPr>
          <a:xfrm>
            <a:off x="105803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3" name="Shape 625"/>
          <p:cNvSpPr/>
          <p:nvPr/>
        </p:nvSpPr>
        <p:spPr>
          <a:xfrm>
            <a:off x="105803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4" name="Shape 626"/>
          <p:cNvSpPr/>
          <p:nvPr/>
        </p:nvSpPr>
        <p:spPr>
          <a:xfrm>
            <a:off x="105803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5" name="Shape 627"/>
          <p:cNvSpPr/>
          <p:nvPr/>
        </p:nvSpPr>
        <p:spPr>
          <a:xfrm>
            <a:off x="105803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6" name="Shape 628"/>
          <p:cNvSpPr/>
          <p:nvPr/>
        </p:nvSpPr>
        <p:spPr>
          <a:xfrm>
            <a:off x="105803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7" name="Shape 629"/>
          <p:cNvSpPr/>
          <p:nvPr/>
        </p:nvSpPr>
        <p:spPr>
          <a:xfrm>
            <a:off x="105803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8" name="Shape 630"/>
          <p:cNvSpPr/>
          <p:nvPr/>
        </p:nvSpPr>
        <p:spPr>
          <a:xfrm>
            <a:off x="105803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9" name="Shape 631"/>
          <p:cNvSpPr/>
          <p:nvPr/>
        </p:nvSpPr>
        <p:spPr>
          <a:xfrm>
            <a:off x="105803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0" name="Shape 632"/>
          <p:cNvSpPr/>
          <p:nvPr/>
        </p:nvSpPr>
        <p:spPr>
          <a:xfrm>
            <a:off x="106756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1" name="Shape 633"/>
          <p:cNvSpPr/>
          <p:nvPr/>
        </p:nvSpPr>
        <p:spPr>
          <a:xfrm>
            <a:off x="106756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2" name="Shape 634"/>
          <p:cNvSpPr/>
          <p:nvPr/>
        </p:nvSpPr>
        <p:spPr>
          <a:xfrm>
            <a:off x="106756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3" name="Shape 635"/>
          <p:cNvSpPr/>
          <p:nvPr/>
        </p:nvSpPr>
        <p:spPr>
          <a:xfrm>
            <a:off x="106756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4" name="Shape 636"/>
          <p:cNvSpPr/>
          <p:nvPr/>
        </p:nvSpPr>
        <p:spPr>
          <a:xfrm>
            <a:off x="106756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5" name="Shape 637"/>
          <p:cNvSpPr/>
          <p:nvPr/>
        </p:nvSpPr>
        <p:spPr>
          <a:xfrm>
            <a:off x="106756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6" name="Shape 638"/>
          <p:cNvSpPr/>
          <p:nvPr/>
        </p:nvSpPr>
        <p:spPr>
          <a:xfrm>
            <a:off x="106756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7" name="Shape 639"/>
          <p:cNvSpPr/>
          <p:nvPr/>
        </p:nvSpPr>
        <p:spPr>
          <a:xfrm>
            <a:off x="106756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8" name="Shape 640"/>
          <p:cNvSpPr/>
          <p:nvPr/>
        </p:nvSpPr>
        <p:spPr>
          <a:xfrm>
            <a:off x="106756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9" name="Shape 641"/>
          <p:cNvSpPr/>
          <p:nvPr/>
        </p:nvSpPr>
        <p:spPr>
          <a:xfrm>
            <a:off x="107708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0" name="Shape 642"/>
          <p:cNvSpPr/>
          <p:nvPr/>
        </p:nvSpPr>
        <p:spPr>
          <a:xfrm>
            <a:off x="107708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1" name="Shape 643"/>
          <p:cNvSpPr/>
          <p:nvPr/>
        </p:nvSpPr>
        <p:spPr>
          <a:xfrm>
            <a:off x="107708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2" name="Shape 644"/>
          <p:cNvSpPr/>
          <p:nvPr/>
        </p:nvSpPr>
        <p:spPr>
          <a:xfrm>
            <a:off x="107708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3" name="Shape 645"/>
          <p:cNvSpPr/>
          <p:nvPr/>
        </p:nvSpPr>
        <p:spPr>
          <a:xfrm>
            <a:off x="107708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4" name="Shape 646"/>
          <p:cNvSpPr/>
          <p:nvPr/>
        </p:nvSpPr>
        <p:spPr>
          <a:xfrm>
            <a:off x="107708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5" name="Shape 647"/>
          <p:cNvSpPr/>
          <p:nvPr/>
        </p:nvSpPr>
        <p:spPr>
          <a:xfrm>
            <a:off x="107708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6" name="Shape 648"/>
          <p:cNvSpPr/>
          <p:nvPr/>
        </p:nvSpPr>
        <p:spPr>
          <a:xfrm>
            <a:off x="107708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7" name="Shape 649"/>
          <p:cNvSpPr/>
          <p:nvPr/>
        </p:nvSpPr>
        <p:spPr>
          <a:xfrm>
            <a:off x="107708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8" name="Shape 650"/>
          <p:cNvSpPr/>
          <p:nvPr/>
        </p:nvSpPr>
        <p:spPr>
          <a:xfrm>
            <a:off x="108661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9" name="Shape 651"/>
          <p:cNvSpPr/>
          <p:nvPr/>
        </p:nvSpPr>
        <p:spPr>
          <a:xfrm>
            <a:off x="108661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0" name="Shape 652"/>
          <p:cNvSpPr/>
          <p:nvPr/>
        </p:nvSpPr>
        <p:spPr>
          <a:xfrm>
            <a:off x="108661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1" name="Shape 653"/>
          <p:cNvSpPr/>
          <p:nvPr/>
        </p:nvSpPr>
        <p:spPr>
          <a:xfrm>
            <a:off x="108661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2" name="Shape 654"/>
          <p:cNvSpPr/>
          <p:nvPr/>
        </p:nvSpPr>
        <p:spPr>
          <a:xfrm>
            <a:off x="108661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3" name="Shape 655"/>
          <p:cNvSpPr/>
          <p:nvPr/>
        </p:nvSpPr>
        <p:spPr>
          <a:xfrm>
            <a:off x="108661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4" name="Shape 656"/>
          <p:cNvSpPr/>
          <p:nvPr/>
        </p:nvSpPr>
        <p:spPr>
          <a:xfrm>
            <a:off x="108661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5" name="Shape 657"/>
          <p:cNvSpPr/>
          <p:nvPr/>
        </p:nvSpPr>
        <p:spPr>
          <a:xfrm>
            <a:off x="108661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6" name="Shape 658"/>
          <p:cNvSpPr/>
          <p:nvPr/>
        </p:nvSpPr>
        <p:spPr>
          <a:xfrm>
            <a:off x="108661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7" name="Shape 659"/>
          <p:cNvSpPr/>
          <p:nvPr/>
        </p:nvSpPr>
        <p:spPr>
          <a:xfrm>
            <a:off x="109613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8" name="Shape 660"/>
          <p:cNvSpPr/>
          <p:nvPr/>
        </p:nvSpPr>
        <p:spPr>
          <a:xfrm>
            <a:off x="109613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9" name="Shape 661"/>
          <p:cNvSpPr/>
          <p:nvPr/>
        </p:nvSpPr>
        <p:spPr>
          <a:xfrm>
            <a:off x="109613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0" name="Shape 662"/>
          <p:cNvSpPr/>
          <p:nvPr/>
        </p:nvSpPr>
        <p:spPr>
          <a:xfrm>
            <a:off x="109613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1" name="Shape 663"/>
          <p:cNvSpPr/>
          <p:nvPr/>
        </p:nvSpPr>
        <p:spPr>
          <a:xfrm>
            <a:off x="109613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2" name="Shape 664"/>
          <p:cNvSpPr/>
          <p:nvPr/>
        </p:nvSpPr>
        <p:spPr>
          <a:xfrm>
            <a:off x="109613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3" name="Shape 665"/>
          <p:cNvSpPr/>
          <p:nvPr/>
        </p:nvSpPr>
        <p:spPr>
          <a:xfrm>
            <a:off x="109613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4" name="Shape 666"/>
          <p:cNvSpPr/>
          <p:nvPr/>
        </p:nvSpPr>
        <p:spPr>
          <a:xfrm>
            <a:off x="109613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5" name="Shape 667"/>
          <p:cNvSpPr/>
          <p:nvPr/>
        </p:nvSpPr>
        <p:spPr>
          <a:xfrm>
            <a:off x="109613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6" name="Shape 668"/>
          <p:cNvSpPr/>
          <p:nvPr/>
        </p:nvSpPr>
        <p:spPr>
          <a:xfrm>
            <a:off x="10545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7" name="Shape 669"/>
          <p:cNvSpPr/>
          <p:nvPr/>
        </p:nvSpPr>
        <p:spPr>
          <a:xfrm>
            <a:off x="106406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8" name="Shape 670"/>
          <p:cNvSpPr/>
          <p:nvPr/>
        </p:nvSpPr>
        <p:spPr>
          <a:xfrm>
            <a:off x="107359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9" name="Shape 671"/>
          <p:cNvSpPr/>
          <p:nvPr/>
        </p:nvSpPr>
        <p:spPr>
          <a:xfrm>
            <a:off x="10831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90" name="Shape 672"/>
          <p:cNvSpPr/>
          <p:nvPr/>
        </p:nvSpPr>
        <p:spPr>
          <a:xfrm>
            <a:off x="10926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91" name="Shape 673"/>
          <p:cNvSpPr/>
          <p:nvPr/>
        </p:nvSpPr>
        <p:spPr>
          <a:xfrm>
            <a:off x="102584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2" name="Shape 674"/>
          <p:cNvSpPr/>
          <p:nvPr/>
        </p:nvSpPr>
        <p:spPr>
          <a:xfrm>
            <a:off x="103778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3" name="Shape 675"/>
          <p:cNvSpPr/>
          <p:nvPr/>
        </p:nvSpPr>
        <p:spPr>
          <a:xfrm>
            <a:off x="104971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4" name="Shape 676"/>
          <p:cNvSpPr/>
          <p:nvPr/>
        </p:nvSpPr>
        <p:spPr>
          <a:xfrm>
            <a:off x="106165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5" name="Shape 677"/>
          <p:cNvSpPr/>
          <p:nvPr/>
        </p:nvSpPr>
        <p:spPr>
          <a:xfrm>
            <a:off x="107359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6" name="Shape 678"/>
          <p:cNvSpPr/>
          <p:nvPr/>
        </p:nvSpPr>
        <p:spPr>
          <a:xfrm>
            <a:off x="108553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7" name="Shape 679"/>
          <p:cNvSpPr/>
          <p:nvPr/>
        </p:nvSpPr>
        <p:spPr>
          <a:xfrm>
            <a:off x="109747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8" name="Shape 680"/>
          <p:cNvSpPr/>
          <p:nvPr/>
        </p:nvSpPr>
        <p:spPr>
          <a:xfrm>
            <a:off x="110940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9" name="Shape 681"/>
          <p:cNvSpPr/>
          <p:nvPr/>
        </p:nvSpPr>
        <p:spPr>
          <a:xfrm>
            <a:off x="112134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700" name="Text 682"/>
          <p:cNvSpPr/>
          <p:nvPr/>
        </p:nvSpPr>
        <p:spPr>
          <a:xfrm>
            <a:off x="109232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701" name="Shape 683"/>
          <p:cNvSpPr/>
          <p:nvPr/>
        </p:nvSpPr>
        <p:spPr>
          <a:xfrm>
            <a:off x="1958340" y="5515610"/>
            <a:ext cx="9474200" cy="744220"/>
          </a:xfrm>
          <a:prstGeom prst="rect">
            <a:avLst/>
          </a:prstGeom>
          <a:solidFill>
            <a:srgbClr val="854659"/>
          </a:solidFill>
          <a:ln/>
        </p:spPr>
      </p:sp>
      <p:sp>
        <p:nvSpPr>
          <p:cNvPr id="702" name="Text 684"/>
          <p:cNvSpPr/>
          <p:nvPr/>
        </p:nvSpPr>
        <p:spPr>
          <a:xfrm>
            <a:off x="2499360" y="5515610"/>
            <a:ext cx="8382000" cy="744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2B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900" dirty="0"/>
          </a:p>
        </p:txBody>
      </p:sp>
      <p:pic>
        <p:nvPicPr>
          <p:cNvPr id="703" name="Image 16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78710" y="6299200"/>
            <a:ext cx="203200" cy="254000"/>
          </a:xfrm>
          <a:prstGeom prst="rect">
            <a:avLst/>
          </a:prstGeom>
        </p:spPr>
      </p:pic>
      <p:pic>
        <p:nvPicPr>
          <p:cNvPr id="704" name="Image 1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85060" y="5327650"/>
            <a:ext cx="190500" cy="184150"/>
          </a:xfrm>
          <a:prstGeom prst="rect">
            <a:avLst/>
          </a:prstGeom>
        </p:spPr>
      </p:pic>
      <p:pic>
        <p:nvPicPr>
          <p:cNvPr id="705" name="Image 18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85060" y="2520950"/>
            <a:ext cx="190500" cy="184150"/>
          </a:xfrm>
          <a:prstGeom prst="rect">
            <a:avLst/>
          </a:prstGeom>
        </p:spPr>
      </p:pic>
      <p:pic>
        <p:nvPicPr>
          <p:cNvPr id="706" name="Image 1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85060" y="3536950"/>
            <a:ext cx="190500" cy="184150"/>
          </a:xfrm>
          <a:prstGeom prst="rect">
            <a:avLst/>
          </a:prstGeom>
        </p:spPr>
      </p:pic>
      <p:pic>
        <p:nvPicPr>
          <p:cNvPr id="707" name="Image 20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7560" y="6299200"/>
            <a:ext cx="203200" cy="254000"/>
          </a:xfrm>
          <a:prstGeom prst="rect">
            <a:avLst/>
          </a:prstGeom>
        </p:spPr>
      </p:pic>
      <p:pic>
        <p:nvPicPr>
          <p:cNvPr id="708" name="Image 2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43910" y="5327650"/>
            <a:ext cx="190500" cy="184150"/>
          </a:xfrm>
          <a:prstGeom prst="rect">
            <a:avLst/>
          </a:prstGeom>
        </p:spPr>
      </p:pic>
      <p:pic>
        <p:nvPicPr>
          <p:cNvPr id="709" name="Image 22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43910" y="2520950"/>
            <a:ext cx="190500" cy="184150"/>
          </a:xfrm>
          <a:prstGeom prst="rect">
            <a:avLst/>
          </a:prstGeom>
        </p:spPr>
      </p:pic>
      <p:pic>
        <p:nvPicPr>
          <p:cNvPr id="710" name="Image 2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43910" y="3536950"/>
            <a:ext cx="190500" cy="184150"/>
          </a:xfrm>
          <a:prstGeom prst="rect">
            <a:avLst/>
          </a:prstGeom>
        </p:spPr>
      </p:pic>
      <p:pic>
        <p:nvPicPr>
          <p:cNvPr id="711" name="Image 24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05300" y="6299200"/>
            <a:ext cx="203200" cy="254000"/>
          </a:xfrm>
          <a:prstGeom prst="rect">
            <a:avLst/>
          </a:prstGeom>
        </p:spPr>
      </p:pic>
      <p:pic>
        <p:nvPicPr>
          <p:cNvPr id="712" name="Image 2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11650" y="5327650"/>
            <a:ext cx="190500" cy="184150"/>
          </a:xfrm>
          <a:prstGeom prst="rect">
            <a:avLst/>
          </a:prstGeom>
        </p:spPr>
      </p:pic>
      <p:pic>
        <p:nvPicPr>
          <p:cNvPr id="713" name="Image 26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11650" y="2520950"/>
            <a:ext cx="190500" cy="184150"/>
          </a:xfrm>
          <a:prstGeom prst="rect">
            <a:avLst/>
          </a:prstGeom>
        </p:spPr>
      </p:pic>
      <p:pic>
        <p:nvPicPr>
          <p:cNvPr id="714" name="Image 2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11650" y="3536950"/>
            <a:ext cx="190500" cy="184150"/>
          </a:xfrm>
          <a:prstGeom prst="rect">
            <a:avLst/>
          </a:prstGeom>
        </p:spPr>
      </p:pic>
      <p:pic>
        <p:nvPicPr>
          <p:cNvPr id="715" name="Image 28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70500" y="6299200"/>
            <a:ext cx="203200" cy="254000"/>
          </a:xfrm>
          <a:prstGeom prst="rect">
            <a:avLst/>
          </a:prstGeom>
        </p:spPr>
      </p:pic>
      <p:pic>
        <p:nvPicPr>
          <p:cNvPr id="716" name="Image 2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76850" y="5327650"/>
            <a:ext cx="190500" cy="184150"/>
          </a:xfrm>
          <a:prstGeom prst="rect">
            <a:avLst/>
          </a:prstGeom>
        </p:spPr>
      </p:pic>
      <p:pic>
        <p:nvPicPr>
          <p:cNvPr id="717" name="Image 30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76850" y="2520950"/>
            <a:ext cx="190500" cy="184150"/>
          </a:xfrm>
          <a:prstGeom prst="rect">
            <a:avLst/>
          </a:prstGeom>
        </p:spPr>
      </p:pic>
      <p:pic>
        <p:nvPicPr>
          <p:cNvPr id="718" name="Image 3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76850" y="3536950"/>
            <a:ext cx="190500" cy="184150"/>
          </a:xfrm>
          <a:prstGeom prst="rect">
            <a:avLst/>
          </a:prstGeom>
        </p:spPr>
      </p:pic>
      <p:pic>
        <p:nvPicPr>
          <p:cNvPr id="719" name="Image 32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29350" y="6299200"/>
            <a:ext cx="203200" cy="254000"/>
          </a:xfrm>
          <a:prstGeom prst="rect">
            <a:avLst/>
          </a:prstGeom>
        </p:spPr>
      </p:pic>
      <p:pic>
        <p:nvPicPr>
          <p:cNvPr id="720" name="Image 3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35700" y="5327650"/>
            <a:ext cx="190500" cy="184150"/>
          </a:xfrm>
          <a:prstGeom prst="rect">
            <a:avLst/>
          </a:prstGeom>
        </p:spPr>
      </p:pic>
      <p:pic>
        <p:nvPicPr>
          <p:cNvPr id="721" name="Image 34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35700" y="2520950"/>
            <a:ext cx="190500" cy="184150"/>
          </a:xfrm>
          <a:prstGeom prst="rect">
            <a:avLst/>
          </a:prstGeom>
        </p:spPr>
      </p:pic>
      <p:pic>
        <p:nvPicPr>
          <p:cNvPr id="722" name="Image 3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35700" y="3536950"/>
            <a:ext cx="190500" cy="184150"/>
          </a:xfrm>
          <a:prstGeom prst="rect">
            <a:avLst/>
          </a:prstGeom>
        </p:spPr>
      </p:pic>
      <p:pic>
        <p:nvPicPr>
          <p:cNvPr id="723" name="Image 36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194550" y="6299200"/>
            <a:ext cx="203200" cy="254000"/>
          </a:xfrm>
          <a:prstGeom prst="rect">
            <a:avLst/>
          </a:prstGeom>
        </p:spPr>
      </p:pic>
      <p:pic>
        <p:nvPicPr>
          <p:cNvPr id="724" name="Image 3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200900" y="5327650"/>
            <a:ext cx="190500" cy="184150"/>
          </a:xfrm>
          <a:prstGeom prst="rect">
            <a:avLst/>
          </a:prstGeom>
        </p:spPr>
      </p:pic>
      <p:pic>
        <p:nvPicPr>
          <p:cNvPr id="725" name="Image 38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00900" y="2520950"/>
            <a:ext cx="190500" cy="184150"/>
          </a:xfrm>
          <a:prstGeom prst="rect">
            <a:avLst/>
          </a:prstGeom>
        </p:spPr>
      </p:pic>
      <p:pic>
        <p:nvPicPr>
          <p:cNvPr id="726" name="Image 3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200900" y="3536950"/>
            <a:ext cx="190500" cy="184150"/>
          </a:xfrm>
          <a:prstGeom prst="rect">
            <a:avLst/>
          </a:prstGeom>
        </p:spPr>
      </p:pic>
      <p:pic>
        <p:nvPicPr>
          <p:cNvPr id="727" name="Image 40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06610" y="6299200"/>
            <a:ext cx="203200" cy="254000"/>
          </a:xfrm>
          <a:prstGeom prst="rect">
            <a:avLst/>
          </a:prstGeom>
        </p:spPr>
      </p:pic>
      <p:pic>
        <p:nvPicPr>
          <p:cNvPr id="728" name="Image 4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712960" y="5327650"/>
            <a:ext cx="190500" cy="184150"/>
          </a:xfrm>
          <a:prstGeom prst="rect">
            <a:avLst/>
          </a:prstGeom>
        </p:spPr>
      </p:pic>
      <p:pic>
        <p:nvPicPr>
          <p:cNvPr id="729" name="Image 42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712960" y="2520950"/>
            <a:ext cx="190500" cy="184150"/>
          </a:xfrm>
          <a:prstGeom prst="rect">
            <a:avLst/>
          </a:prstGeom>
        </p:spPr>
      </p:pic>
      <p:pic>
        <p:nvPicPr>
          <p:cNvPr id="730" name="Image 4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12960" y="3536950"/>
            <a:ext cx="190500" cy="184150"/>
          </a:xfrm>
          <a:prstGeom prst="rect">
            <a:avLst/>
          </a:prstGeom>
        </p:spPr>
      </p:pic>
      <p:pic>
        <p:nvPicPr>
          <p:cNvPr id="731" name="Image 44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654030" y="6299200"/>
            <a:ext cx="203200" cy="254000"/>
          </a:xfrm>
          <a:prstGeom prst="rect">
            <a:avLst/>
          </a:prstGeom>
        </p:spPr>
      </p:pic>
      <p:pic>
        <p:nvPicPr>
          <p:cNvPr id="732" name="Image 4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660380" y="5327650"/>
            <a:ext cx="190500" cy="184150"/>
          </a:xfrm>
          <a:prstGeom prst="rect">
            <a:avLst/>
          </a:prstGeom>
        </p:spPr>
      </p:pic>
      <p:pic>
        <p:nvPicPr>
          <p:cNvPr id="733" name="Image 46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660380" y="2520950"/>
            <a:ext cx="190500" cy="184150"/>
          </a:xfrm>
          <a:prstGeom prst="rect">
            <a:avLst/>
          </a:prstGeom>
        </p:spPr>
      </p:pic>
      <p:pic>
        <p:nvPicPr>
          <p:cNvPr id="734" name="Image 4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660380" y="3536950"/>
            <a:ext cx="190500" cy="184150"/>
          </a:xfrm>
          <a:prstGeom prst="rect">
            <a:avLst/>
          </a:prstGeom>
        </p:spPr>
      </p:pic>
      <p:sp>
        <p:nvSpPr>
          <p:cNvPr id="735" name="Shape 685"/>
          <p:cNvSpPr/>
          <p:nvPr/>
        </p:nvSpPr>
        <p:spPr>
          <a:xfrm>
            <a:off x="248031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36" name="Shape 686"/>
          <p:cNvSpPr/>
          <p:nvPr/>
        </p:nvSpPr>
        <p:spPr>
          <a:xfrm>
            <a:off x="248031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37" name="Shape 687"/>
          <p:cNvSpPr/>
          <p:nvPr/>
        </p:nvSpPr>
        <p:spPr>
          <a:xfrm>
            <a:off x="248031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38" name="Shape 688"/>
          <p:cNvSpPr/>
          <p:nvPr/>
        </p:nvSpPr>
        <p:spPr>
          <a:xfrm>
            <a:off x="343916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39" name="Shape 689"/>
          <p:cNvSpPr/>
          <p:nvPr/>
        </p:nvSpPr>
        <p:spPr>
          <a:xfrm>
            <a:off x="343916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0" name="Shape 690"/>
          <p:cNvSpPr/>
          <p:nvPr/>
        </p:nvSpPr>
        <p:spPr>
          <a:xfrm>
            <a:off x="343916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1" name="Shape 691"/>
          <p:cNvSpPr/>
          <p:nvPr/>
        </p:nvSpPr>
        <p:spPr>
          <a:xfrm>
            <a:off x="440690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2" name="Shape 692"/>
          <p:cNvSpPr/>
          <p:nvPr/>
        </p:nvSpPr>
        <p:spPr>
          <a:xfrm>
            <a:off x="440690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3" name="Shape 693"/>
          <p:cNvSpPr/>
          <p:nvPr/>
        </p:nvSpPr>
        <p:spPr>
          <a:xfrm>
            <a:off x="440690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4" name="Shape 694"/>
          <p:cNvSpPr/>
          <p:nvPr/>
        </p:nvSpPr>
        <p:spPr>
          <a:xfrm>
            <a:off x="537210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5" name="Shape 695"/>
          <p:cNvSpPr/>
          <p:nvPr/>
        </p:nvSpPr>
        <p:spPr>
          <a:xfrm>
            <a:off x="537210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6" name="Shape 696"/>
          <p:cNvSpPr/>
          <p:nvPr/>
        </p:nvSpPr>
        <p:spPr>
          <a:xfrm>
            <a:off x="537210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7" name="Shape 697"/>
          <p:cNvSpPr/>
          <p:nvPr/>
        </p:nvSpPr>
        <p:spPr>
          <a:xfrm>
            <a:off x="633095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8" name="Shape 698"/>
          <p:cNvSpPr/>
          <p:nvPr/>
        </p:nvSpPr>
        <p:spPr>
          <a:xfrm>
            <a:off x="633095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9" name="Shape 699"/>
          <p:cNvSpPr/>
          <p:nvPr/>
        </p:nvSpPr>
        <p:spPr>
          <a:xfrm>
            <a:off x="633095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0" name="Shape 700"/>
          <p:cNvSpPr/>
          <p:nvPr/>
        </p:nvSpPr>
        <p:spPr>
          <a:xfrm>
            <a:off x="729615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1" name="Shape 701"/>
          <p:cNvSpPr/>
          <p:nvPr/>
        </p:nvSpPr>
        <p:spPr>
          <a:xfrm>
            <a:off x="729615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2" name="Shape 702"/>
          <p:cNvSpPr/>
          <p:nvPr/>
        </p:nvSpPr>
        <p:spPr>
          <a:xfrm>
            <a:off x="729615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3" name="Shape 703"/>
          <p:cNvSpPr/>
          <p:nvPr/>
        </p:nvSpPr>
        <p:spPr>
          <a:xfrm>
            <a:off x="980821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4" name="Shape 704"/>
          <p:cNvSpPr/>
          <p:nvPr/>
        </p:nvSpPr>
        <p:spPr>
          <a:xfrm>
            <a:off x="980821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5" name="Shape 705"/>
          <p:cNvSpPr/>
          <p:nvPr/>
        </p:nvSpPr>
        <p:spPr>
          <a:xfrm>
            <a:off x="980821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6" name="Shape 706"/>
          <p:cNvSpPr/>
          <p:nvPr/>
        </p:nvSpPr>
        <p:spPr>
          <a:xfrm>
            <a:off x="1075563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7" name="Shape 707"/>
          <p:cNvSpPr/>
          <p:nvPr/>
        </p:nvSpPr>
        <p:spPr>
          <a:xfrm>
            <a:off x="1075563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8" name="Shape 708"/>
          <p:cNvSpPr/>
          <p:nvPr/>
        </p:nvSpPr>
        <p:spPr>
          <a:xfrm>
            <a:off x="1075563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9" name="Shape 709"/>
          <p:cNvSpPr/>
          <p:nvPr/>
        </p:nvSpPr>
        <p:spPr>
          <a:xfrm>
            <a:off x="248031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0" name="Shape 710"/>
          <p:cNvSpPr/>
          <p:nvPr/>
        </p:nvSpPr>
        <p:spPr>
          <a:xfrm>
            <a:off x="248031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1" name="Shape 711"/>
          <p:cNvSpPr/>
          <p:nvPr/>
        </p:nvSpPr>
        <p:spPr>
          <a:xfrm>
            <a:off x="248031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2" name="Shape 712"/>
          <p:cNvSpPr/>
          <p:nvPr/>
        </p:nvSpPr>
        <p:spPr>
          <a:xfrm>
            <a:off x="343916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3" name="Shape 713"/>
          <p:cNvSpPr/>
          <p:nvPr/>
        </p:nvSpPr>
        <p:spPr>
          <a:xfrm>
            <a:off x="343916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4" name="Shape 714"/>
          <p:cNvSpPr/>
          <p:nvPr/>
        </p:nvSpPr>
        <p:spPr>
          <a:xfrm>
            <a:off x="343916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5" name="Shape 715"/>
          <p:cNvSpPr/>
          <p:nvPr/>
        </p:nvSpPr>
        <p:spPr>
          <a:xfrm>
            <a:off x="440690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6" name="Shape 716"/>
          <p:cNvSpPr/>
          <p:nvPr/>
        </p:nvSpPr>
        <p:spPr>
          <a:xfrm>
            <a:off x="440690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7" name="Shape 717"/>
          <p:cNvSpPr/>
          <p:nvPr/>
        </p:nvSpPr>
        <p:spPr>
          <a:xfrm>
            <a:off x="440690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8" name="Shape 718"/>
          <p:cNvSpPr/>
          <p:nvPr/>
        </p:nvSpPr>
        <p:spPr>
          <a:xfrm>
            <a:off x="537210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9" name="Shape 719"/>
          <p:cNvSpPr/>
          <p:nvPr/>
        </p:nvSpPr>
        <p:spPr>
          <a:xfrm>
            <a:off x="537210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0" name="Shape 720"/>
          <p:cNvSpPr/>
          <p:nvPr/>
        </p:nvSpPr>
        <p:spPr>
          <a:xfrm>
            <a:off x="537210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1" name="Shape 721"/>
          <p:cNvSpPr/>
          <p:nvPr/>
        </p:nvSpPr>
        <p:spPr>
          <a:xfrm>
            <a:off x="633095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2" name="Shape 722"/>
          <p:cNvSpPr/>
          <p:nvPr/>
        </p:nvSpPr>
        <p:spPr>
          <a:xfrm>
            <a:off x="633095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3" name="Shape 723"/>
          <p:cNvSpPr/>
          <p:nvPr/>
        </p:nvSpPr>
        <p:spPr>
          <a:xfrm>
            <a:off x="633095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4" name="Shape 724"/>
          <p:cNvSpPr/>
          <p:nvPr/>
        </p:nvSpPr>
        <p:spPr>
          <a:xfrm>
            <a:off x="729615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5" name="Shape 725"/>
          <p:cNvSpPr/>
          <p:nvPr/>
        </p:nvSpPr>
        <p:spPr>
          <a:xfrm>
            <a:off x="729615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6" name="Shape 726"/>
          <p:cNvSpPr/>
          <p:nvPr/>
        </p:nvSpPr>
        <p:spPr>
          <a:xfrm>
            <a:off x="729615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7" name="Shape 727"/>
          <p:cNvSpPr/>
          <p:nvPr/>
        </p:nvSpPr>
        <p:spPr>
          <a:xfrm>
            <a:off x="980821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8" name="Shape 728"/>
          <p:cNvSpPr/>
          <p:nvPr/>
        </p:nvSpPr>
        <p:spPr>
          <a:xfrm>
            <a:off x="980821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9" name="Shape 729"/>
          <p:cNvSpPr/>
          <p:nvPr/>
        </p:nvSpPr>
        <p:spPr>
          <a:xfrm>
            <a:off x="980821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0" name="Shape 730"/>
          <p:cNvSpPr/>
          <p:nvPr/>
        </p:nvSpPr>
        <p:spPr>
          <a:xfrm>
            <a:off x="1075563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81" name="Shape 731"/>
          <p:cNvSpPr/>
          <p:nvPr/>
        </p:nvSpPr>
        <p:spPr>
          <a:xfrm>
            <a:off x="1075563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2" name="Shape 732"/>
          <p:cNvSpPr/>
          <p:nvPr/>
        </p:nvSpPr>
        <p:spPr>
          <a:xfrm>
            <a:off x="1075563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3" name="Shape 733"/>
          <p:cNvSpPr/>
          <p:nvPr/>
        </p:nvSpPr>
        <p:spPr>
          <a:xfrm>
            <a:off x="233426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4" name="Text 734"/>
          <p:cNvSpPr/>
          <p:nvPr/>
        </p:nvSpPr>
        <p:spPr>
          <a:xfrm>
            <a:off x="233426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5" name="Shape 735"/>
          <p:cNvSpPr/>
          <p:nvPr/>
        </p:nvSpPr>
        <p:spPr>
          <a:xfrm>
            <a:off x="329311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6" name="Text 736"/>
          <p:cNvSpPr/>
          <p:nvPr/>
        </p:nvSpPr>
        <p:spPr>
          <a:xfrm>
            <a:off x="329311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7" name="Shape 737"/>
          <p:cNvSpPr/>
          <p:nvPr/>
        </p:nvSpPr>
        <p:spPr>
          <a:xfrm>
            <a:off x="426085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8" name="Text 738"/>
          <p:cNvSpPr/>
          <p:nvPr/>
        </p:nvSpPr>
        <p:spPr>
          <a:xfrm>
            <a:off x="426085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9" name="Shape 739"/>
          <p:cNvSpPr/>
          <p:nvPr/>
        </p:nvSpPr>
        <p:spPr>
          <a:xfrm>
            <a:off x="522605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0" name="Text 740"/>
          <p:cNvSpPr/>
          <p:nvPr/>
        </p:nvSpPr>
        <p:spPr>
          <a:xfrm>
            <a:off x="522605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1" name="Shape 741"/>
          <p:cNvSpPr/>
          <p:nvPr/>
        </p:nvSpPr>
        <p:spPr>
          <a:xfrm>
            <a:off x="618490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2" name="Text 742"/>
          <p:cNvSpPr/>
          <p:nvPr/>
        </p:nvSpPr>
        <p:spPr>
          <a:xfrm>
            <a:off x="618490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3" name="Shape 743"/>
          <p:cNvSpPr/>
          <p:nvPr/>
        </p:nvSpPr>
        <p:spPr>
          <a:xfrm>
            <a:off x="715010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4" name="Text 744"/>
          <p:cNvSpPr/>
          <p:nvPr/>
        </p:nvSpPr>
        <p:spPr>
          <a:xfrm>
            <a:off x="715010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5" name="Shape 745"/>
          <p:cNvSpPr/>
          <p:nvPr/>
        </p:nvSpPr>
        <p:spPr>
          <a:xfrm>
            <a:off x="966216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6" name="Text 746"/>
          <p:cNvSpPr/>
          <p:nvPr/>
        </p:nvSpPr>
        <p:spPr>
          <a:xfrm>
            <a:off x="966216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7" name="Shape 747"/>
          <p:cNvSpPr/>
          <p:nvPr/>
        </p:nvSpPr>
        <p:spPr>
          <a:xfrm>
            <a:off x="1060958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8" name="Text 748"/>
          <p:cNvSpPr/>
          <p:nvPr/>
        </p:nvSpPr>
        <p:spPr>
          <a:xfrm>
            <a:off x="1060958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9" name="Shape 749"/>
          <p:cNvSpPr/>
          <p:nvPr/>
        </p:nvSpPr>
        <p:spPr>
          <a:xfrm>
            <a:off x="233426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0" name="Text 750"/>
          <p:cNvSpPr/>
          <p:nvPr/>
        </p:nvSpPr>
        <p:spPr>
          <a:xfrm>
            <a:off x="233426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1" name="Shape 751"/>
          <p:cNvSpPr/>
          <p:nvPr/>
        </p:nvSpPr>
        <p:spPr>
          <a:xfrm>
            <a:off x="329311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2" name="Text 752"/>
          <p:cNvSpPr/>
          <p:nvPr/>
        </p:nvSpPr>
        <p:spPr>
          <a:xfrm>
            <a:off x="329311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3" name="Shape 753"/>
          <p:cNvSpPr/>
          <p:nvPr/>
        </p:nvSpPr>
        <p:spPr>
          <a:xfrm>
            <a:off x="426085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4" name="Text 754"/>
          <p:cNvSpPr/>
          <p:nvPr/>
        </p:nvSpPr>
        <p:spPr>
          <a:xfrm>
            <a:off x="426085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5" name="Shape 755"/>
          <p:cNvSpPr/>
          <p:nvPr/>
        </p:nvSpPr>
        <p:spPr>
          <a:xfrm>
            <a:off x="522605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6" name="Text 756"/>
          <p:cNvSpPr/>
          <p:nvPr/>
        </p:nvSpPr>
        <p:spPr>
          <a:xfrm>
            <a:off x="522605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7" name="Shape 757"/>
          <p:cNvSpPr/>
          <p:nvPr/>
        </p:nvSpPr>
        <p:spPr>
          <a:xfrm>
            <a:off x="618490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8" name="Text 758"/>
          <p:cNvSpPr/>
          <p:nvPr/>
        </p:nvSpPr>
        <p:spPr>
          <a:xfrm>
            <a:off x="618490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9" name="Shape 759"/>
          <p:cNvSpPr/>
          <p:nvPr/>
        </p:nvSpPr>
        <p:spPr>
          <a:xfrm>
            <a:off x="715010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0" name="Text 760"/>
          <p:cNvSpPr/>
          <p:nvPr/>
        </p:nvSpPr>
        <p:spPr>
          <a:xfrm>
            <a:off x="715010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1" name="Shape 761"/>
          <p:cNvSpPr/>
          <p:nvPr/>
        </p:nvSpPr>
        <p:spPr>
          <a:xfrm>
            <a:off x="966216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2" name="Text 762"/>
          <p:cNvSpPr/>
          <p:nvPr/>
        </p:nvSpPr>
        <p:spPr>
          <a:xfrm>
            <a:off x="966216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3" name="Shape 763"/>
          <p:cNvSpPr/>
          <p:nvPr/>
        </p:nvSpPr>
        <p:spPr>
          <a:xfrm>
            <a:off x="1060958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4" name="Text 764"/>
          <p:cNvSpPr/>
          <p:nvPr/>
        </p:nvSpPr>
        <p:spPr>
          <a:xfrm>
            <a:off x="1060958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5" name="Shape 765"/>
          <p:cNvSpPr/>
          <p:nvPr/>
        </p:nvSpPr>
        <p:spPr>
          <a:xfrm>
            <a:off x="202692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6" name="Shape 766"/>
          <p:cNvSpPr/>
          <p:nvPr/>
        </p:nvSpPr>
        <p:spPr>
          <a:xfrm>
            <a:off x="217805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7" name="Shape 767"/>
          <p:cNvSpPr/>
          <p:nvPr/>
        </p:nvSpPr>
        <p:spPr>
          <a:xfrm>
            <a:off x="232918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8" name="Shape 768"/>
          <p:cNvSpPr/>
          <p:nvPr/>
        </p:nvSpPr>
        <p:spPr>
          <a:xfrm>
            <a:off x="248031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9" name="Shape 769"/>
          <p:cNvSpPr/>
          <p:nvPr/>
        </p:nvSpPr>
        <p:spPr>
          <a:xfrm>
            <a:off x="263144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0" name="Shape 770"/>
          <p:cNvSpPr/>
          <p:nvPr/>
        </p:nvSpPr>
        <p:spPr>
          <a:xfrm>
            <a:off x="278257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1" name="Text 771"/>
          <p:cNvSpPr/>
          <p:nvPr/>
        </p:nvSpPr>
        <p:spPr>
          <a:xfrm>
            <a:off x="231521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22" name="Shape 772"/>
          <p:cNvSpPr/>
          <p:nvPr/>
        </p:nvSpPr>
        <p:spPr>
          <a:xfrm>
            <a:off x="298577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3" name="Shape 773"/>
          <p:cNvSpPr/>
          <p:nvPr/>
        </p:nvSpPr>
        <p:spPr>
          <a:xfrm>
            <a:off x="313690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4" name="Shape 774"/>
          <p:cNvSpPr/>
          <p:nvPr/>
        </p:nvSpPr>
        <p:spPr>
          <a:xfrm>
            <a:off x="328803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5" name="Shape 775"/>
          <p:cNvSpPr/>
          <p:nvPr/>
        </p:nvSpPr>
        <p:spPr>
          <a:xfrm>
            <a:off x="343916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6" name="Shape 776"/>
          <p:cNvSpPr/>
          <p:nvPr/>
        </p:nvSpPr>
        <p:spPr>
          <a:xfrm>
            <a:off x="359029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7" name="Shape 777"/>
          <p:cNvSpPr/>
          <p:nvPr/>
        </p:nvSpPr>
        <p:spPr>
          <a:xfrm>
            <a:off x="374142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8" name="Text 778"/>
          <p:cNvSpPr/>
          <p:nvPr/>
        </p:nvSpPr>
        <p:spPr>
          <a:xfrm>
            <a:off x="327406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29" name="Shape 779"/>
          <p:cNvSpPr/>
          <p:nvPr/>
        </p:nvSpPr>
        <p:spPr>
          <a:xfrm>
            <a:off x="395351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0" name="Shape 780"/>
          <p:cNvSpPr/>
          <p:nvPr/>
        </p:nvSpPr>
        <p:spPr>
          <a:xfrm>
            <a:off x="410464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1" name="Shape 781"/>
          <p:cNvSpPr/>
          <p:nvPr/>
        </p:nvSpPr>
        <p:spPr>
          <a:xfrm>
            <a:off x="425577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2" name="Shape 782"/>
          <p:cNvSpPr/>
          <p:nvPr/>
        </p:nvSpPr>
        <p:spPr>
          <a:xfrm>
            <a:off x="440690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3" name="Shape 783"/>
          <p:cNvSpPr/>
          <p:nvPr/>
        </p:nvSpPr>
        <p:spPr>
          <a:xfrm>
            <a:off x="455803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4" name="Shape 784"/>
          <p:cNvSpPr/>
          <p:nvPr/>
        </p:nvSpPr>
        <p:spPr>
          <a:xfrm>
            <a:off x="470916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5" name="Text 785"/>
          <p:cNvSpPr/>
          <p:nvPr/>
        </p:nvSpPr>
        <p:spPr>
          <a:xfrm>
            <a:off x="424180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36" name="Shape 786"/>
          <p:cNvSpPr/>
          <p:nvPr/>
        </p:nvSpPr>
        <p:spPr>
          <a:xfrm>
            <a:off x="491871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7" name="Shape 787"/>
          <p:cNvSpPr/>
          <p:nvPr/>
        </p:nvSpPr>
        <p:spPr>
          <a:xfrm>
            <a:off x="506984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8" name="Shape 788"/>
          <p:cNvSpPr/>
          <p:nvPr/>
        </p:nvSpPr>
        <p:spPr>
          <a:xfrm>
            <a:off x="522097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9" name="Shape 789"/>
          <p:cNvSpPr/>
          <p:nvPr/>
        </p:nvSpPr>
        <p:spPr>
          <a:xfrm>
            <a:off x="537210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0" name="Shape 790"/>
          <p:cNvSpPr/>
          <p:nvPr/>
        </p:nvSpPr>
        <p:spPr>
          <a:xfrm>
            <a:off x="552323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1" name="Shape 791"/>
          <p:cNvSpPr/>
          <p:nvPr/>
        </p:nvSpPr>
        <p:spPr>
          <a:xfrm>
            <a:off x="567436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2" name="Text 792"/>
          <p:cNvSpPr/>
          <p:nvPr/>
        </p:nvSpPr>
        <p:spPr>
          <a:xfrm>
            <a:off x="520700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43" name="Shape 793"/>
          <p:cNvSpPr/>
          <p:nvPr/>
        </p:nvSpPr>
        <p:spPr>
          <a:xfrm>
            <a:off x="587756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4" name="Shape 794"/>
          <p:cNvSpPr/>
          <p:nvPr/>
        </p:nvSpPr>
        <p:spPr>
          <a:xfrm>
            <a:off x="602869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5" name="Shape 795"/>
          <p:cNvSpPr/>
          <p:nvPr/>
        </p:nvSpPr>
        <p:spPr>
          <a:xfrm>
            <a:off x="617982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6" name="Shape 796"/>
          <p:cNvSpPr/>
          <p:nvPr/>
        </p:nvSpPr>
        <p:spPr>
          <a:xfrm>
            <a:off x="633095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7" name="Shape 797"/>
          <p:cNvSpPr/>
          <p:nvPr/>
        </p:nvSpPr>
        <p:spPr>
          <a:xfrm>
            <a:off x="648208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8" name="Shape 798"/>
          <p:cNvSpPr/>
          <p:nvPr/>
        </p:nvSpPr>
        <p:spPr>
          <a:xfrm>
            <a:off x="663321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9" name="Text 799"/>
          <p:cNvSpPr/>
          <p:nvPr/>
        </p:nvSpPr>
        <p:spPr>
          <a:xfrm>
            <a:off x="616585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50" name="Shape 800"/>
          <p:cNvSpPr/>
          <p:nvPr/>
        </p:nvSpPr>
        <p:spPr>
          <a:xfrm>
            <a:off x="684276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1" name="Shape 801"/>
          <p:cNvSpPr/>
          <p:nvPr/>
        </p:nvSpPr>
        <p:spPr>
          <a:xfrm>
            <a:off x="699389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2" name="Shape 802"/>
          <p:cNvSpPr/>
          <p:nvPr/>
        </p:nvSpPr>
        <p:spPr>
          <a:xfrm>
            <a:off x="714502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3" name="Shape 803"/>
          <p:cNvSpPr/>
          <p:nvPr/>
        </p:nvSpPr>
        <p:spPr>
          <a:xfrm>
            <a:off x="729615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4" name="Shape 804"/>
          <p:cNvSpPr/>
          <p:nvPr/>
        </p:nvSpPr>
        <p:spPr>
          <a:xfrm>
            <a:off x="744728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5" name="Shape 805"/>
          <p:cNvSpPr/>
          <p:nvPr/>
        </p:nvSpPr>
        <p:spPr>
          <a:xfrm>
            <a:off x="759841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6" name="Text 806"/>
          <p:cNvSpPr/>
          <p:nvPr/>
        </p:nvSpPr>
        <p:spPr>
          <a:xfrm>
            <a:off x="713105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857" name="Shape 807"/>
          <p:cNvSpPr/>
          <p:nvPr/>
        </p:nvSpPr>
        <p:spPr>
          <a:xfrm>
            <a:off x="935482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8" name="Shape 808"/>
          <p:cNvSpPr/>
          <p:nvPr/>
        </p:nvSpPr>
        <p:spPr>
          <a:xfrm>
            <a:off x="950595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9" name="Shape 809"/>
          <p:cNvSpPr/>
          <p:nvPr/>
        </p:nvSpPr>
        <p:spPr>
          <a:xfrm>
            <a:off x="965708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0" name="Shape 810"/>
          <p:cNvSpPr/>
          <p:nvPr/>
        </p:nvSpPr>
        <p:spPr>
          <a:xfrm>
            <a:off x="980821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1" name="Shape 811"/>
          <p:cNvSpPr/>
          <p:nvPr/>
        </p:nvSpPr>
        <p:spPr>
          <a:xfrm>
            <a:off x="995934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2" name="Shape 812"/>
          <p:cNvSpPr/>
          <p:nvPr/>
        </p:nvSpPr>
        <p:spPr>
          <a:xfrm>
            <a:off x="1011047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3" name="Text 813"/>
          <p:cNvSpPr/>
          <p:nvPr/>
        </p:nvSpPr>
        <p:spPr>
          <a:xfrm>
            <a:off x="964311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864" name="Shape 814"/>
          <p:cNvSpPr/>
          <p:nvPr/>
        </p:nvSpPr>
        <p:spPr>
          <a:xfrm>
            <a:off x="1030224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5" name="Shape 815"/>
          <p:cNvSpPr/>
          <p:nvPr/>
        </p:nvSpPr>
        <p:spPr>
          <a:xfrm>
            <a:off x="1045337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6" name="Shape 816"/>
          <p:cNvSpPr/>
          <p:nvPr/>
        </p:nvSpPr>
        <p:spPr>
          <a:xfrm>
            <a:off x="1060450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7" name="Shape 817"/>
          <p:cNvSpPr/>
          <p:nvPr/>
        </p:nvSpPr>
        <p:spPr>
          <a:xfrm>
            <a:off x="1075563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8" name="Shape 818"/>
          <p:cNvSpPr/>
          <p:nvPr/>
        </p:nvSpPr>
        <p:spPr>
          <a:xfrm>
            <a:off x="1090676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9" name="Shape 819"/>
          <p:cNvSpPr/>
          <p:nvPr/>
        </p:nvSpPr>
        <p:spPr>
          <a:xfrm>
            <a:off x="1105789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0" name="Text 820"/>
          <p:cNvSpPr/>
          <p:nvPr/>
        </p:nvSpPr>
        <p:spPr>
          <a:xfrm>
            <a:off x="1059053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871" name="Shape 821"/>
          <p:cNvSpPr/>
          <p:nvPr/>
        </p:nvSpPr>
        <p:spPr>
          <a:xfrm>
            <a:off x="797052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2" name="Shape 822"/>
          <p:cNvSpPr/>
          <p:nvPr/>
        </p:nvSpPr>
        <p:spPr>
          <a:xfrm>
            <a:off x="820166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3" name="Shape 823"/>
          <p:cNvSpPr/>
          <p:nvPr/>
        </p:nvSpPr>
        <p:spPr>
          <a:xfrm>
            <a:off x="843153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4" name="Shape 824"/>
          <p:cNvSpPr/>
          <p:nvPr/>
        </p:nvSpPr>
        <p:spPr>
          <a:xfrm>
            <a:off x="866267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5" name="Shape 825"/>
          <p:cNvSpPr/>
          <p:nvPr/>
        </p:nvSpPr>
        <p:spPr>
          <a:xfrm>
            <a:off x="889254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6" name="Shape 826"/>
          <p:cNvSpPr/>
          <p:nvPr/>
        </p:nvSpPr>
        <p:spPr>
          <a:xfrm>
            <a:off x="202692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7" name="Shape 827"/>
          <p:cNvSpPr/>
          <p:nvPr/>
        </p:nvSpPr>
        <p:spPr>
          <a:xfrm>
            <a:off x="217805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8" name="Shape 828"/>
          <p:cNvSpPr/>
          <p:nvPr/>
        </p:nvSpPr>
        <p:spPr>
          <a:xfrm>
            <a:off x="232918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9" name="Shape 829"/>
          <p:cNvSpPr/>
          <p:nvPr/>
        </p:nvSpPr>
        <p:spPr>
          <a:xfrm>
            <a:off x="248031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0" name="Shape 830"/>
          <p:cNvSpPr/>
          <p:nvPr/>
        </p:nvSpPr>
        <p:spPr>
          <a:xfrm>
            <a:off x="263144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1" name="Shape 831"/>
          <p:cNvSpPr/>
          <p:nvPr/>
        </p:nvSpPr>
        <p:spPr>
          <a:xfrm>
            <a:off x="278257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2" name="Text 832"/>
          <p:cNvSpPr/>
          <p:nvPr/>
        </p:nvSpPr>
        <p:spPr>
          <a:xfrm>
            <a:off x="231521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83" name="Shape 833"/>
          <p:cNvSpPr/>
          <p:nvPr/>
        </p:nvSpPr>
        <p:spPr>
          <a:xfrm>
            <a:off x="298577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4" name="Shape 834"/>
          <p:cNvSpPr/>
          <p:nvPr/>
        </p:nvSpPr>
        <p:spPr>
          <a:xfrm>
            <a:off x="313690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5" name="Shape 835"/>
          <p:cNvSpPr/>
          <p:nvPr/>
        </p:nvSpPr>
        <p:spPr>
          <a:xfrm>
            <a:off x="328803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6" name="Shape 836"/>
          <p:cNvSpPr/>
          <p:nvPr/>
        </p:nvSpPr>
        <p:spPr>
          <a:xfrm>
            <a:off x="343916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7" name="Shape 837"/>
          <p:cNvSpPr/>
          <p:nvPr/>
        </p:nvSpPr>
        <p:spPr>
          <a:xfrm>
            <a:off x="359029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8" name="Shape 838"/>
          <p:cNvSpPr/>
          <p:nvPr/>
        </p:nvSpPr>
        <p:spPr>
          <a:xfrm>
            <a:off x="374142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9" name="Text 839"/>
          <p:cNvSpPr/>
          <p:nvPr/>
        </p:nvSpPr>
        <p:spPr>
          <a:xfrm>
            <a:off x="327406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90" name="Shape 840"/>
          <p:cNvSpPr/>
          <p:nvPr/>
        </p:nvSpPr>
        <p:spPr>
          <a:xfrm>
            <a:off x="395351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1" name="Shape 841"/>
          <p:cNvSpPr/>
          <p:nvPr/>
        </p:nvSpPr>
        <p:spPr>
          <a:xfrm>
            <a:off x="410464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2" name="Shape 842"/>
          <p:cNvSpPr/>
          <p:nvPr/>
        </p:nvSpPr>
        <p:spPr>
          <a:xfrm>
            <a:off x="425577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3" name="Shape 843"/>
          <p:cNvSpPr/>
          <p:nvPr/>
        </p:nvSpPr>
        <p:spPr>
          <a:xfrm>
            <a:off x="440690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4" name="Shape 844"/>
          <p:cNvSpPr/>
          <p:nvPr/>
        </p:nvSpPr>
        <p:spPr>
          <a:xfrm>
            <a:off x="455803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5" name="Shape 845"/>
          <p:cNvSpPr/>
          <p:nvPr/>
        </p:nvSpPr>
        <p:spPr>
          <a:xfrm>
            <a:off x="470916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6" name="Text 846"/>
          <p:cNvSpPr/>
          <p:nvPr/>
        </p:nvSpPr>
        <p:spPr>
          <a:xfrm>
            <a:off x="424180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97" name="Shape 847"/>
          <p:cNvSpPr/>
          <p:nvPr/>
        </p:nvSpPr>
        <p:spPr>
          <a:xfrm>
            <a:off x="491871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8" name="Shape 848"/>
          <p:cNvSpPr/>
          <p:nvPr/>
        </p:nvSpPr>
        <p:spPr>
          <a:xfrm>
            <a:off x="506984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9" name="Shape 849"/>
          <p:cNvSpPr/>
          <p:nvPr/>
        </p:nvSpPr>
        <p:spPr>
          <a:xfrm>
            <a:off x="522097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0" name="Shape 850"/>
          <p:cNvSpPr/>
          <p:nvPr/>
        </p:nvSpPr>
        <p:spPr>
          <a:xfrm>
            <a:off x="537210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1" name="Shape 851"/>
          <p:cNvSpPr/>
          <p:nvPr/>
        </p:nvSpPr>
        <p:spPr>
          <a:xfrm>
            <a:off x="552323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2" name="Shape 852"/>
          <p:cNvSpPr/>
          <p:nvPr/>
        </p:nvSpPr>
        <p:spPr>
          <a:xfrm>
            <a:off x="567436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3" name="Text 853"/>
          <p:cNvSpPr/>
          <p:nvPr/>
        </p:nvSpPr>
        <p:spPr>
          <a:xfrm>
            <a:off x="520700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904" name="Shape 854"/>
          <p:cNvSpPr/>
          <p:nvPr/>
        </p:nvSpPr>
        <p:spPr>
          <a:xfrm>
            <a:off x="587756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5" name="Shape 855"/>
          <p:cNvSpPr/>
          <p:nvPr/>
        </p:nvSpPr>
        <p:spPr>
          <a:xfrm>
            <a:off x="602869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6" name="Shape 856"/>
          <p:cNvSpPr/>
          <p:nvPr/>
        </p:nvSpPr>
        <p:spPr>
          <a:xfrm>
            <a:off x="617982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7" name="Shape 857"/>
          <p:cNvSpPr/>
          <p:nvPr/>
        </p:nvSpPr>
        <p:spPr>
          <a:xfrm>
            <a:off x="633095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8" name="Shape 858"/>
          <p:cNvSpPr/>
          <p:nvPr/>
        </p:nvSpPr>
        <p:spPr>
          <a:xfrm>
            <a:off x="648208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9" name="Shape 859"/>
          <p:cNvSpPr/>
          <p:nvPr/>
        </p:nvSpPr>
        <p:spPr>
          <a:xfrm>
            <a:off x="663321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0" name="Text 860"/>
          <p:cNvSpPr/>
          <p:nvPr/>
        </p:nvSpPr>
        <p:spPr>
          <a:xfrm>
            <a:off x="616585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1" name="Shape 861"/>
          <p:cNvSpPr/>
          <p:nvPr/>
        </p:nvSpPr>
        <p:spPr>
          <a:xfrm>
            <a:off x="684276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2" name="Shape 862"/>
          <p:cNvSpPr/>
          <p:nvPr/>
        </p:nvSpPr>
        <p:spPr>
          <a:xfrm>
            <a:off x="699389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3" name="Shape 863"/>
          <p:cNvSpPr/>
          <p:nvPr/>
        </p:nvSpPr>
        <p:spPr>
          <a:xfrm>
            <a:off x="714502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4" name="Shape 864"/>
          <p:cNvSpPr/>
          <p:nvPr/>
        </p:nvSpPr>
        <p:spPr>
          <a:xfrm>
            <a:off x="729615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5" name="Shape 865"/>
          <p:cNvSpPr/>
          <p:nvPr/>
        </p:nvSpPr>
        <p:spPr>
          <a:xfrm>
            <a:off x="744728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6" name="Shape 866"/>
          <p:cNvSpPr/>
          <p:nvPr/>
        </p:nvSpPr>
        <p:spPr>
          <a:xfrm>
            <a:off x="759841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7" name="Text 867"/>
          <p:cNvSpPr/>
          <p:nvPr/>
        </p:nvSpPr>
        <p:spPr>
          <a:xfrm>
            <a:off x="713105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18" name="Shape 868"/>
          <p:cNvSpPr/>
          <p:nvPr/>
        </p:nvSpPr>
        <p:spPr>
          <a:xfrm>
            <a:off x="935482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9" name="Shape 869"/>
          <p:cNvSpPr/>
          <p:nvPr/>
        </p:nvSpPr>
        <p:spPr>
          <a:xfrm>
            <a:off x="950595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0" name="Shape 870"/>
          <p:cNvSpPr/>
          <p:nvPr/>
        </p:nvSpPr>
        <p:spPr>
          <a:xfrm>
            <a:off x="965708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1" name="Shape 871"/>
          <p:cNvSpPr/>
          <p:nvPr/>
        </p:nvSpPr>
        <p:spPr>
          <a:xfrm>
            <a:off x="980821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2" name="Shape 872"/>
          <p:cNvSpPr/>
          <p:nvPr/>
        </p:nvSpPr>
        <p:spPr>
          <a:xfrm>
            <a:off x="995934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3" name="Shape 873"/>
          <p:cNvSpPr/>
          <p:nvPr/>
        </p:nvSpPr>
        <p:spPr>
          <a:xfrm>
            <a:off x="1011047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4" name="Text 874"/>
          <p:cNvSpPr/>
          <p:nvPr/>
        </p:nvSpPr>
        <p:spPr>
          <a:xfrm>
            <a:off x="964311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925" name="Shape 875"/>
          <p:cNvSpPr/>
          <p:nvPr/>
        </p:nvSpPr>
        <p:spPr>
          <a:xfrm>
            <a:off x="1030224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6" name="Shape 876"/>
          <p:cNvSpPr/>
          <p:nvPr/>
        </p:nvSpPr>
        <p:spPr>
          <a:xfrm>
            <a:off x="1045337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7" name="Shape 877"/>
          <p:cNvSpPr/>
          <p:nvPr/>
        </p:nvSpPr>
        <p:spPr>
          <a:xfrm>
            <a:off x="1060450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8" name="Shape 878"/>
          <p:cNvSpPr/>
          <p:nvPr/>
        </p:nvSpPr>
        <p:spPr>
          <a:xfrm>
            <a:off x="1075563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9" name="Shape 879"/>
          <p:cNvSpPr/>
          <p:nvPr/>
        </p:nvSpPr>
        <p:spPr>
          <a:xfrm>
            <a:off x="1090676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30" name="Shape 880"/>
          <p:cNvSpPr/>
          <p:nvPr/>
        </p:nvSpPr>
        <p:spPr>
          <a:xfrm>
            <a:off x="1105789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31" name="Text 881"/>
          <p:cNvSpPr/>
          <p:nvPr/>
        </p:nvSpPr>
        <p:spPr>
          <a:xfrm>
            <a:off x="1059053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932" name="Shape 882"/>
          <p:cNvSpPr/>
          <p:nvPr/>
        </p:nvSpPr>
        <p:spPr>
          <a:xfrm>
            <a:off x="797052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3" name="Shape 883"/>
          <p:cNvSpPr/>
          <p:nvPr/>
        </p:nvSpPr>
        <p:spPr>
          <a:xfrm>
            <a:off x="820166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4" name="Shape 884"/>
          <p:cNvSpPr/>
          <p:nvPr/>
        </p:nvSpPr>
        <p:spPr>
          <a:xfrm>
            <a:off x="843153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5" name="Shape 885"/>
          <p:cNvSpPr/>
          <p:nvPr/>
        </p:nvSpPr>
        <p:spPr>
          <a:xfrm>
            <a:off x="866267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6" name="Shape 886"/>
          <p:cNvSpPr/>
          <p:nvPr/>
        </p:nvSpPr>
        <p:spPr>
          <a:xfrm>
            <a:off x="889254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7" name="Shape 887"/>
          <p:cNvSpPr/>
          <p:nvPr/>
        </p:nvSpPr>
        <p:spPr>
          <a:xfrm>
            <a:off x="11188700" y="770890"/>
            <a:ext cx="165100" cy="226060"/>
          </a:xfrm>
          <a:prstGeom prst="rect">
            <a:avLst/>
          </a:prstGeom>
          <a:solidFill>
            <a:srgbClr val="FEFF9C"/>
          </a:solidFill>
          <a:ln w="9525">
            <a:solidFill>
              <a:srgbClr val="8A7A30"/>
            </a:solidFill>
            <a:prstDash val="solid"/>
          </a:ln>
        </p:spPr>
      </p:sp>
      <p:sp>
        <p:nvSpPr>
          <p:cNvPr id="938" name="Shape 888"/>
          <p:cNvSpPr/>
          <p:nvPr/>
        </p:nvSpPr>
        <p:spPr>
          <a:xfrm>
            <a:off x="11353800" y="770890"/>
            <a:ext cx="165100" cy="226060"/>
          </a:xfrm>
          <a:prstGeom prst="rect">
            <a:avLst/>
          </a:prstGeom>
          <a:solidFill>
            <a:srgbClr val="FEFF9C"/>
          </a:solidFill>
          <a:ln w="9525">
            <a:solidFill>
              <a:srgbClr val="8A7A30"/>
            </a:solidFill>
            <a:prstDash val="solid"/>
          </a:ln>
        </p:spPr>
      </p:sp>
      <p:sp>
        <p:nvSpPr>
          <p:cNvPr id="939" name="Shape 889"/>
          <p:cNvSpPr/>
          <p:nvPr/>
        </p:nvSpPr>
        <p:spPr>
          <a:xfrm>
            <a:off x="508000" y="685800"/>
            <a:ext cx="1803400" cy="508000"/>
          </a:xfrm>
          <a:prstGeom prst="roundRect">
            <a:avLst>
              <a:gd name="adj" fmla="val 14400"/>
            </a:avLst>
          </a:prstGeom>
          <a:solidFill>
            <a:srgbClr val="FFF4F0"/>
          </a:solidFill>
          <a:ln w="22225">
            <a:solidFill>
              <a:srgbClr val="8E2E31"/>
            </a:solidFill>
            <a:prstDash val="solid"/>
          </a:ln>
        </p:spPr>
      </p:sp>
      <p:sp>
        <p:nvSpPr>
          <p:cNvPr id="940" name="Text 890"/>
          <p:cNvSpPr/>
          <p:nvPr/>
        </p:nvSpPr>
        <p:spPr>
          <a:xfrm>
            <a:off x="508000" y="685800"/>
            <a:ext cx="180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E2E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Output</a:t>
            </a:r>
            <a:endParaRPr lang="en-US" sz="1900" dirty="0"/>
          </a:p>
        </p:txBody>
      </p:sp>
      <p:sp>
        <p:nvSpPr>
          <p:cNvPr id="941" name="Shape 891"/>
          <p:cNvSpPr/>
          <p:nvPr/>
        </p:nvSpPr>
        <p:spPr>
          <a:xfrm>
            <a:off x="508000" y="6248400"/>
            <a:ext cx="1803400" cy="584200"/>
          </a:xfrm>
          <a:prstGeom prst="roundRect">
            <a:avLst>
              <a:gd name="adj" fmla="val 12522"/>
            </a:avLst>
          </a:prstGeom>
          <a:solidFill>
            <a:srgbClr val="FFF4F0"/>
          </a:solidFill>
          <a:ln w="22225">
            <a:solidFill>
              <a:srgbClr val="8E2E31"/>
            </a:solidFill>
            <a:prstDash val="solid"/>
          </a:ln>
        </p:spPr>
      </p:sp>
      <p:sp>
        <p:nvSpPr>
          <p:cNvPr id="942" name="Text 892"/>
          <p:cNvSpPr/>
          <p:nvPr/>
        </p:nvSpPr>
        <p:spPr>
          <a:xfrm>
            <a:off x="508000" y="6248400"/>
            <a:ext cx="1803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E2E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Input</a:t>
            </a:r>
            <a:endParaRPr lang="en-US" sz="1900" dirty="0"/>
          </a:p>
        </p:txBody>
      </p:sp>
      <p:sp>
        <p:nvSpPr>
          <p:cNvPr id="943" name="Text 893"/>
          <p:cNvSpPr/>
          <p:nvPr/>
        </p:nvSpPr>
        <p:spPr>
          <a:xfrm rot="16200000">
            <a:off x="-1225550" y="3315970"/>
            <a:ext cx="457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100" kern="0" dirty="0">
                <a:solidFill>
                  <a:srgbClr val="9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</a:t>
            </a:r>
            <a:endParaRPr lang="en-US" sz="2600" dirty="0"/>
          </a:p>
        </p:txBody>
      </p:sp>
      <p:sp>
        <p:nvSpPr>
          <p:cNvPr id="944" name="Shape 894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945" name="Text 895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800" dirty="0"/>
          </a:p>
        </p:txBody>
      </p:sp>
      <p:sp>
        <p:nvSpPr>
          <p:cNvPr id="946" name="Shape 896"/>
          <p:cNvSpPr/>
          <p:nvPr/>
        </p:nvSpPr>
        <p:spPr>
          <a:xfrm>
            <a:off x="4381500" y="1367790"/>
            <a:ext cx="3683000" cy="347980"/>
          </a:xfrm>
          <a:prstGeom prst="rect">
            <a:avLst/>
          </a:prstGeom>
          <a:solidFill>
            <a:srgbClr val="EDB671"/>
          </a:solidFill>
          <a:ln/>
        </p:spPr>
      </p:sp>
      <p:sp>
        <p:nvSpPr>
          <p:cNvPr id="947" name="Text 897"/>
          <p:cNvSpPr/>
          <p:nvPr/>
        </p:nvSpPr>
        <p:spPr>
          <a:xfrm>
            <a:off x="4089400" y="1342390"/>
            <a:ext cx="7112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l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 (NOT Batch Norm)</a:t>
            </a:r>
            <a:endParaRPr lang="en-US" sz="1900" dirty="0"/>
          </a:p>
        </p:txBody>
      </p:sp>
      <p:sp>
        <p:nvSpPr>
          <p:cNvPr id="948" name="Shape 898"/>
          <p:cNvSpPr/>
          <p:nvPr/>
        </p:nvSpPr>
        <p:spPr>
          <a:xfrm>
            <a:off x="4381500" y="4171950"/>
            <a:ext cx="3683000" cy="347980"/>
          </a:xfrm>
          <a:prstGeom prst="rect">
            <a:avLst/>
          </a:prstGeom>
          <a:solidFill>
            <a:srgbClr val="EDB671"/>
          </a:solidFill>
          <a:ln/>
        </p:spPr>
      </p:sp>
      <p:sp>
        <p:nvSpPr>
          <p:cNvPr id="949" name="Text 899"/>
          <p:cNvSpPr/>
          <p:nvPr/>
        </p:nvSpPr>
        <p:spPr>
          <a:xfrm>
            <a:off x="4089400" y="4146550"/>
            <a:ext cx="7112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l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 (NOT Batch Norm)</a:t>
            </a:r>
            <a:endParaRPr lang="en-US" sz="1900" dirty="0"/>
          </a:p>
        </p:txBody>
      </p:sp>
      <p:sp>
        <p:nvSpPr>
          <p:cNvPr id="950" name="Shape 900"/>
          <p:cNvSpPr/>
          <p:nvPr/>
        </p:nvSpPr>
        <p:spPr>
          <a:xfrm>
            <a:off x="7708900" y="927100"/>
            <a:ext cx="3581400" cy="5308600"/>
          </a:xfrm>
          <a:prstGeom prst="roundRect">
            <a:avLst>
              <a:gd name="adj" fmla="val 1532"/>
            </a:avLst>
          </a:prstGeom>
          <a:solidFill>
            <a:srgbClr val="F2F2F4"/>
          </a:solidFill>
          <a:ln w="31750">
            <a:solidFill>
              <a:srgbClr val="3A8220"/>
            </a:solidFill>
            <a:prstDash val="solid"/>
          </a:ln>
        </p:spPr>
      </p:sp>
      <p:sp>
        <p:nvSpPr>
          <p:cNvPr id="951" name="Shape 901"/>
          <p:cNvSpPr/>
          <p:nvPr/>
        </p:nvSpPr>
        <p:spPr>
          <a:xfrm>
            <a:off x="7962900" y="1397000"/>
            <a:ext cx="3162300" cy="4622800"/>
          </a:xfrm>
          <a:prstGeom prst="roundRect">
            <a:avLst>
              <a:gd name="adj" fmla="val 5494"/>
            </a:avLst>
          </a:prstGeom>
          <a:solidFill>
            <a:srgbClr val="F2F2F4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952" name="Shape 902"/>
          <p:cNvSpPr/>
          <p:nvPr/>
        </p:nvSpPr>
        <p:spPr>
          <a:xfrm>
            <a:off x="8178800" y="1917700"/>
            <a:ext cx="38100" cy="14351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53" name="Shape 903"/>
          <p:cNvSpPr/>
          <p:nvPr/>
        </p:nvSpPr>
        <p:spPr>
          <a:xfrm>
            <a:off x="8178800" y="4089400"/>
            <a:ext cx="38100" cy="1625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54" name="Shape 904"/>
          <p:cNvSpPr/>
          <p:nvPr/>
        </p:nvSpPr>
        <p:spPr>
          <a:xfrm>
            <a:off x="9055100" y="5219700"/>
            <a:ext cx="0" cy="2413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headEnd type="triangle"/>
          </a:ln>
        </p:spPr>
      </p:sp>
      <p:sp>
        <p:nvSpPr>
          <p:cNvPr id="955" name="Shape 905"/>
          <p:cNvSpPr/>
          <p:nvPr/>
        </p:nvSpPr>
        <p:spPr>
          <a:xfrm>
            <a:off x="9817100" y="5207000"/>
            <a:ext cx="0" cy="2540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headEnd type="triangle"/>
          </a:ln>
        </p:spPr>
      </p:sp>
      <p:sp>
        <p:nvSpPr>
          <p:cNvPr id="956" name="Shape 906"/>
          <p:cNvSpPr/>
          <p:nvPr/>
        </p:nvSpPr>
        <p:spPr>
          <a:xfrm>
            <a:off x="10579100" y="5219700"/>
            <a:ext cx="0" cy="2286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headEnd type="triangle"/>
          </a:ln>
        </p:spPr>
      </p:sp>
      <p:sp>
        <p:nvSpPr>
          <p:cNvPr id="957" name="Shape 907"/>
          <p:cNvSpPr/>
          <p:nvPr/>
        </p:nvSpPr>
        <p:spPr>
          <a:xfrm>
            <a:off x="9817100" y="3136900"/>
            <a:ext cx="0" cy="5715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headEnd type="triangle"/>
          </a:ln>
        </p:spPr>
      </p:sp>
      <p:sp>
        <p:nvSpPr>
          <p:cNvPr id="958" name="Shape 908"/>
          <p:cNvSpPr/>
          <p:nvPr/>
        </p:nvSpPr>
        <p:spPr>
          <a:xfrm>
            <a:off x="9817100" y="1244600"/>
            <a:ext cx="0" cy="2667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headEnd type="triangle"/>
          </a:ln>
        </p:spPr>
      </p:sp>
      <p:sp>
        <p:nvSpPr>
          <p:cNvPr id="959" name="Shape 909"/>
          <p:cNvSpPr/>
          <p:nvPr/>
        </p:nvSpPr>
        <p:spPr>
          <a:xfrm>
            <a:off x="9817100" y="5702300"/>
            <a:ext cx="0" cy="5080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960" name="Shape 910"/>
          <p:cNvSpPr/>
          <p:nvPr/>
        </p:nvSpPr>
        <p:spPr>
          <a:xfrm>
            <a:off x="8191500" y="5149850"/>
            <a:ext cx="2819400" cy="381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61" name="Shape 911"/>
          <p:cNvSpPr/>
          <p:nvPr/>
        </p:nvSpPr>
        <p:spPr>
          <a:xfrm>
            <a:off x="8724900" y="1511300"/>
            <a:ext cx="2171700" cy="571500"/>
          </a:xfrm>
          <a:prstGeom prst="roundRect">
            <a:avLst>
              <a:gd name="adj" fmla="val 12800"/>
            </a:avLst>
          </a:prstGeom>
          <a:solidFill>
            <a:srgbClr val="B5FF63"/>
          </a:solidFill>
          <a:ln w="57150">
            <a:solidFill>
              <a:srgbClr val="3C7814"/>
            </a:solidFill>
            <a:prstDash val="solid"/>
          </a:ln>
        </p:spPr>
      </p:sp>
      <p:sp>
        <p:nvSpPr>
          <p:cNvPr id="962" name="Text 912"/>
          <p:cNvSpPr/>
          <p:nvPr/>
        </p:nvSpPr>
        <p:spPr>
          <a:xfrm>
            <a:off x="8724900" y="1574800"/>
            <a:ext cx="2171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2200" dirty="0"/>
          </a:p>
        </p:txBody>
      </p:sp>
      <p:sp>
        <p:nvSpPr>
          <p:cNvPr id="963" name="Shape 913"/>
          <p:cNvSpPr/>
          <p:nvPr/>
        </p:nvSpPr>
        <p:spPr>
          <a:xfrm>
            <a:off x="8623300" y="2146300"/>
            <a:ext cx="2362200" cy="990600"/>
          </a:xfrm>
          <a:prstGeom prst="roundRect">
            <a:avLst>
              <a:gd name="adj" fmla="val 7385"/>
            </a:avLst>
          </a:prstGeom>
          <a:solidFill>
            <a:srgbClr val="DFFC7C"/>
          </a:solidFill>
          <a:ln w="19050">
            <a:solidFill>
              <a:srgbClr val="828F0E"/>
            </a:solidFill>
            <a:prstDash val="solid"/>
          </a:ln>
        </p:spPr>
      </p:sp>
      <p:sp>
        <p:nvSpPr>
          <p:cNvPr id="964" name="Text 914"/>
          <p:cNvSpPr/>
          <p:nvPr/>
        </p:nvSpPr>
        <p:spPr>
          <a:xfrm>
            <a:off x="8623300" y="2019300"/>
            <a:ext cx="2362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6E8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21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6E8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2100" dirty="0"/>
          </a:p>
        </p:txBody>
      </p:sp>
      <p:sp>
        <p:nvSpPr>
          <p:cNvPr id="965" name="Shape 915"/>
          <p:cNvSpPr/>
          <p:nvPr/>
        </p:nvSpPr>
        <p:spPr>
          <a:xfrm>
            <a:off x="8775700" y="4330700"/>
            <a:ext cx="2133600" cy="825500"/>
          </a:xfrm>
          <a:prstGeom prst="roundRect">
            <a:avLst>
              <a:gd name="adj" fmla="val 8862"/>
            </a:avLst>
          </a:prstGeom>
          <a:solidFill>
            <a:srgbClr val="F4DFBA"/>
          </a:solidFill>
          <a:ln w="25400">
            <a:solidFill>
              <a:srgbClr val="6E5B40"/>
            </a:solidFill>
            <a:prstDash val="solid"/>
          </a:ln>
        </p:spPr>
      </p:sp>
      <p:sp>
        <p:nvSpPr>
          <p:cNvPr id="966" name="Text 916"/>
          <p:cNvSpPr/>
          <p:nvPr/>
        </p:nvSpPr>
        <p:spPr>
          <a:xfrm>
            <a:off x="8775700" y="4267200"/>
            <a:ext cx="2133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2200" dirty="0"/>
          </a:p>
          <a:p>
            <a:pPr algn="ctr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2200" dirty="0"/>
          </a:p>
        </p:txBody>
      </p:sp>
      <p:sp>
        <p:nvSpPr>
          <p:cNvPr id="967" name="Shape 917"/>
          <p:cNvSpPr/>
          <p:nvPr/>
        </p:nvSpPr>
        <p:spPr>
          <a:xfrm>
            <a:off x="8724900" y="3746500"/>
            <a:ext cx="2171700" cy="520700"/>
          </a:xfrm>
          <a:prstGeom prst="roundRect">
            <a:avLst>
              <a:gd name="adj" fmla="val 14049"/>
            </a:avLst>
          </a:prstGeom>
          <a:solidFill>
            <a:srgbClr val="B5FF63"/>
          </a:solidFill>
          <a:ln w="57150">
            <a:solidFill>
              <a:srgbClr val="3C7814"/>
            </a:solidFill>
            <a:prstDash val="solid"/>
          </a:ln>
        </p:spPr>
      </p:sp>
      <p:sp>
        <p:nvSpPr>
          <p:cNvPr id="968" name="Text 918"/>
          <p:cNvSpPr/>
          <p:nvPr/>
        </p:nvSpPr>
        <p:spPr>
          <a:xfrm>
            <a:off x="8724900" y="3746500"/>
            <a:ext cx="21717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2200" dirty="0"/>
          </a:p>
        </p:txBody>
      </p:sp>
      <p:sp>
        <p:nvSpPr>
          <p:cNvPr id="969" name="Shape 919"/>
          <p:cNvSpPr/>
          <p:nvPr/>
        </p:nvSpPr>
        <p:spPr>
          <a:xfrm>
            <a:off x="8328025" y="5457825"/>
            <a:ext cx="273050" cy="273050"/>
          </a:xfrm>
          <a:prstGeom prst="ellipse">
            <a:avLst/>
          </a:prstGeom>
          <a:solidFill>
            <a:srgbClr val="B51B2E"/>
          </a:solidFill>
          <a:ln w="9525">
            <a:solidFill>
              <a:srgbClr val="8E1424"/>
            </a:solidFill>
            <a:prstDash val="solid"/>
          </a:ln>
        </p:spPr>
      </p:sp>
      <p:sp>
        <p:nvSpPr>
          <p:cNvPr id="970" name="Text 920"/>
          <p:cNvSpPr/>
          <p:nvPr/>
        </p:nvSpPr>
        <p:spPr>
          <a:xfrm>
            <a:off x="8328025" y="5457825"/>
            <a:ext cx="2730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971" name="Shape 921"/>
          <p:cNvSpPr/>
          <p:nvPr/>
        </p:nvSpPr>
        <p:spPr>
          <a:xfrm>
            <a:off x="9705975" y="5457825"/>
            <a:ext cx="273050" cy="273050"/>
          </a:xfrm>
          <a:prstGeom prst="ellipse">
            <a:avLst/>
          </a:prstGeom>
          <a:solidFill>
            <a:srgbClr val="B51B2E"/>
          </a:solidFill>
          <a:ln w="9525">
            <a:solidFill>
              <a:srgbClr val="8E1424"/>
            </a:solidFill>
            <a:prstDash val="solid"/>
          </a:ln>
        </p:spPr>
      </p:sp>
      <p:sp>
        <p:nvSpPr>
          <p:cNvPr id="972" name="Text 922"/>
          <p:cNvSpPr/>
          <p:nvPr/>
        </p:nvSpPr>
        <p:spPr>
          <a:xfrm>
            <a:off x="9705975" y="5457825"/>
            <a:ext cx="2730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00" dirty="0"/>
          </a:p>
        </p:txBody>
      </p:sp>
      <p:sp>
        <p:nvSpPr>
          <p:cNvPr id="973" name="Shape 923"/>
          <p:cNvSpPr/>
          <p:nvPr/>
        </p:nvSpPr>
        <p:spPr>
          <a:xfrm>
            <a:off x="10556875" y="5457825"/>
            <a:ext cx="273050" cy="273050"/>
          </a:xfrm>
          <a:prstGeom prst="ellipse">
            <a:avLst/>
          </a:prstGeom>
          <a:solidFill>
            <a:srgbClr val="B51B2E"/>
          </a:solidFill>
          <a:ln w="9525">
            <a:solidFill>
              <a:srgbClr val="8E1424"/>
            </a:solidFill>
            <a:prstDash val="solid"/>
          </a:ln>
        </p:spPr>
      </p:sp>
      <p:sp>
        <p:nvSpPr>
          <p:cNvPr id="974" name="Text 924"/>
          <p:cNvSpPr/>
          <p:nvPr/>
        </p:nvSpPr>
        <p:spPr>
          <a:xfrm>
            <a:off x="10556875" y="5457825"/>
            <a:ext cx="2730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200" dirty="0"/>
          </a:p>
        </p:txBody>
      </p:sp>
      <p:sp>
        <p:nvSpPr>
          <p:cNvPr id="975" name="Shape 925"/>
          <p:cNvSpPr/>
          <p:nvPr/>
        </p:nvSpPr>
        <p:spPr>
          <a:xfrm>
            <a:off x="895350" y="5410200"/>
            <a:ext cx="1041400" cy="717550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25400">
            <a:solidFill>
              <a:srgbClr val="1E7A3C"/>
            </a:solidFill>
            <a:prstDash val="solid"/>
          </a:ln>
        </p:spPr>
      </p:sp>
      <p:sp>
        <p:nvSpPr>
          <p:cNvPr id="976" name="Text 926"/>
          <p:cNvSpPr/>
          <p:nvPr/>
        </p:nvSpPr>
        <p:spPr>
          <a:xfrm>
            <a:off x="939800" y="54673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500" dirty="0"/>
          </a:p>
          <a:p>
            <a:pPr algn="l" indent="0" marL="0">
              <a:lnSpc>
                <a:spcPts val="600"/>
              </a:lnSpc>
              <a:buNone/>
            </a:pPr>
            <a:r>
              <a:rPr lang="en-US" sz="5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500" dirty="0"/>
          </a:p>
        </p:txBody>
      </p:sp>
      <p:sp>
        <p:nvSpPr>
          <p:cNvPr id="977" name="Shape 927"/>
          <p:cNvSpPr/>
          <p:nvPr/>
        </p:nvSpPr>
        <p:spPr>
          <a:xfrm>
            <a:off x="1454150" y="5480050"/>
            <a:ext cx="184150" cy="184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8" name="Shape 928"/>
          <p:cNvSpPr/>
          <p:nvPr/>
        </p:nvSpPr>
        <p:spPr>
          <a:xfrm>
            <a:off x="1473200" y="5511800"/>
            <a:ext cx="76200" cy="76200"/>
          </a:xfrm>
          <a:prstGeom prst="arc">
            <a:avLst>
              <a:gd name="adj1" fmla="val 10800000"/>
              <a:gd name="adj2" fmla="val 21600000"/>
            </a:avLst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79" name="Shape 929"/>
          <p:cNvSpPr/>
          <p:nvPr/>
        </p:nvSpPr>
        <p:spPr>
          <a:xfrm>
            <a:off x="1536700" y="5556250"/>
            <a:ext cx="76200" cy="76200"/>
          </a:xfrm>
          <a:prstGeom prst="arc">
            <a:avLst>
              <a:gd name="adj1" fmla="val 0"/>
              <a:gd name="adj2" fmla="val 10800000"/>
            </a:avLst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80" name="Shape 930"/>
          <p:cNvSpPr/>
          <p:nvPr/>
        </p:nvSpPr>
        <p:spPr>
          <a:xfrm>
            <a:off x="1644650" y="5505450"/>
            <a:ext cx="101600" cy="101600"/>
          </a:xfrm>
          <a:prstGeom prst="ellipse">
            <a:avLst/>
          </a:prstGeom>
          <a:solidFill>
            <a:srgbClr val="D9D9D9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81" name="Text 931"/>
          <p:cNvSpPr/>
          <p:nvPr/>
        </p:nvSpPr>
        <p:spPr>
          <a:xfrm>
            <a:off x="1644650" y="5505450"/>
            <a:ext cx="1016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500" dirty="0"/>
          </a:p>
        </p:txBody>
      </p:sp>
      <p:sp>
        <p:nvSpPr>
          <p:cNvPr id="982" name="Shape 932"/>
          <p:cNvSpPr/>
          <p:nvPr/>
        </p:nvSpPr>
        <p:spPr>
          <a:xfrm>
            <a:off x="1371600" y="5664200"/>
            <a:ext cx="476250" cy="184150"/>
          </a:xfrm>
          <a:prstGeom prst="roundRect">
            <a:avLst>
              <a:gd name="adj" fmla="val 29793"/>
            </a:avLst>
          </a:prstGeom>
          <a:solidFill>
            <a:srgbClr val="F6E2E3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83" name="Text 933"/>
          <p:cNvSpPr/>
          <p:nvPr/>
        </p:nvSpPr>
        <p:spPr>
          <a:xfrm>
            <a:off x="1371600" y="5664200"/>
            <a:ext cx="47625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450" dirty="0"/>
          </a:p>
          <a:p>
            <a:pPr algn="ctr" indent="0" marL="0">
              <a:lnSpc>
                <a:spcPts val="5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450" dirty="0"/>
          </a:p>
        </p:txBody>
      </p:sp>
      <p:sp>
        <p:nvSpPr>
          <p:cNvPr id="984" name="Shape 934"/>
          <p:cNvSpPr/>
          <p:nvPr/>
        </p:nvSpPr>
        <p:spPr>
          <a:xfrm>
            <a:off x="1612900" y="5854700"/>
            <a:ext cx="0" cy="1016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985" name="Text 935"/>
          <p:cNvSpPr/>
          <p:nvPr/>
        </p:nvSpPr>
        <p:spPr>
          <a:xfrm>
            <a:off x="1409700" y="6000750"/>
            <a:ext cx="4064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5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62143" y="1049960"/>
            <a:ext cx="9763844" cy="5808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96237" y="637951"/>
            <a:ext cx="10668000" cy="345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7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Stacked Encoder Blocks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920690" y="1063251"/>
            <a:ext cx="9433538" cy="5728264"/>
          </a:xfrm>
          <a:prstGeom prst="rect">
            <a:avLst/>
          </a:prstGeom>
          <a:ln w="25400">
            <a:solidFill>
              <a:srgbClr val="0000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690" y="6772908"/>
            <a:ext cx="9433538" cy="0"/>
          </a:xfrm>
          <a:prstGeom prst="line">
            <a:avLst/>
          </a:prstGeom>
          <a:noFill/>
          <a:ln w="44450">
            <a:solidFill>
              <a:srgbClr val="0000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7114" y="1687911"/>
            <a:ext cx="9393902" cy="3149881"/>
          </a:xfrm>
          <a:prstGeom prst="rect">
            <a:avLst/>
          </a:prstGeom>
          <a:solidFill>
            <a:srgbClr val="C9DFF0"/>
          </a:solidFill>
          <a:ln w="31750">
            <a:solidFill>
              <a:srgbClr val="0000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2812" y="1754364"/>
            <a:ext cx="9195718" cy="358847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1" name="Text 9"/>
          <p:cNvSpPr/>
          <p:nvPr/>
        </p:nvSpPr>
        <p:spPr>
          <a:xfrm>
            <a:off x="2052812" y="1754364"/>
            <a:ext cx="9195718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052812" y="3163171"/>
            <a:ext cx="9195718" cy="372138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3" name="Text 11"/>
          <p:cNvSpPr/>
          <p:nvPr/>
        </p:nvSpPr>
        <p:spPr>
          <a:xfrm>
            <a:off x="2052812" y="3163171"/>
            <a:ext cx="9195718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2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052812" y="3774541"/>
            <a:ext cx="9195718" cy="358847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5" name="Text 13"/>
          <p:cNvSpPr/>
          <p:nvPr/>
        </p:nvSpPr>
        <p:spPr>
          <a:xfrm>
            <a:off x="2052812" y="3774541"/>
            <a:ext cx="9195718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1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052812" y="4385910"/>
            <a:ext cx="9195718" cy="358847"/>
          </a:xfrm>
          <a:prstGeom prst="rect">
            <a:avLst/>
          </a:prstGeom>
          <a:solidFill>
            <a:srgbClr val="353BB7"/>
          </a:solidFill>
          <a:ln/>
        </p:spPr>
      </p:sp>
      <p:sp>
        <p:nvSpPr>
          <p:cNvPr id="17" name="Text 15"/>
          <p:cNvSpPr/>
          <p:nvPr/>
        </p:nvSpPr>
        <p:spPr>
          <a:xfrm>
            <a:off x="2052812" y="4385910"/>
            <a:ext cx="9195718" cy="35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402936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02936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67430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7430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38529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529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9629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9629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0728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80728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38616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38616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75365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75365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39859" y="3575181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39859" y="4186550"/>
            <a:ext cx="132122" cy="186069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9361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5" name="Shape 33"/>
          <p:cNvSpPr/>
          <p:nvPr/>
        </p:nvSpPr>
        <p:spPr>
          <a:xfrm>
            <a:off x="2429361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6" name="Shape 34"/>
          <p:cNvSpPr/>
          <p:nvPr/>
        </p:nvSpPr>
        <p:spPr>
          <a:xfrm>
            <a:off x="2429361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7" name="Shape 35"/>
          <p:cNvSpPr/>
          <p:nvPr/>
        </p:nvSpPr>
        <p:spPr>
          <a:xfrm>
            <a:off x="2429361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8" name="Shape 36"/>
          <p:cNvSpPr/>
          <p:nvPr/>
        </p:nvSpPr>
        <p:spPr>
          <a:xfrm>
            <a:off x="2429361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39" name="Shape 37"/>
          <p:cNvSpPr/>
          <p:nvPr/>
        </p:nvSpPr>
        <p:spPr>
          <a:xfrm>
            <a:off x="3393854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0" name="Shape 38"/>
          <p:cNvSpPr/>
          <p:nvPr/>
        </p:nvSpPr>
        <p:spPr>
          <a:xfrm>
            <a:off x="3393854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1" name="Shape 39"/>
          <p:cNvSpPr/>
          <p:nvPr/>
        </p:nvSpPr>
        <p:spPr>
          <a:xfrm>
            <a:off x="3393854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2" name="Shape 40"/>
          <p:cNvSpPr/>
          <p:nvPr/>
        </p:nvSpPr>
        <p:spPr>
          <a:xfrm>
            <a:off x="3393854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3" name="Shape 41"/>
          <p:cNvSpPr/>
          <p:nvPr/>
        </p:nvSpPr>
        <p:spPr>
          <a:xfrm>
            <a:off x="3393854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4" name="Shape 42"/>
          <p:cNvSpPr/>
          <p:nvPr/>
        </p:nvSpPr>
        <p:spPr>
          <a:xfrm>
            <a:off x="4364954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5" name="Shape 43"/>
          <p:cNvSpPr/>
          <p:nvPr/>
        </p:nvSpPr>
        <p:spPr>
          <a:xfrm>
            <a:off x="4364954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6" name="Shape 44"/>
          <p:cNvSpPr/>
          <p:nvPr/>
        </p:nvSpPr>
        <p:spPr>
          <a:xfrm>
            <a:off x="4364954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7" name="Shape 45"/>
          <p:cNvSpPr/>
          <p:nvPr/>
        </p:nvSpPr>
        <p:spPr>
          <a:xfrm>
            <a:off x="4364954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8" name="Shape 46"/>
          <p:cNvSpPr/>
          <p:nvPr/>
        </p:nvSpPr>
        <p:spPr>
          <a:xfrm>
            <a:off x="4364954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49" name="Shape 47"/>
          <p:cNvSpPr/>
          <p:nvPr/>
        </p:nvSpPr>
        <p:spPr>
          <a:xfrm>
            <a:off x="5336053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0" name="Shape 48"/>
          <p:cNvSpPr/>
          <p:nvPr/>
        </p:nvSpPr>
        <p:spPr>
          <a:xfrm>
            <a:off x="5336053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1" name="Shape 49"/>
          <p:cNvSpPr/>
          <p:nvPr/>
        </p:nvSpPr>
        <p:spPr>
          <a:xfrm>
            <a:off x="5336053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2" name="Shape 50"/>
          <p:cNvSpPr/>
          <p:nvPr/>
        </p:nvSpPr>
        <p:spPr>
          <a:xfrm>
            <a:off x="5336053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3" name="Shape 51"/>
          <p:cNvSpPr/>
          <p:nvPr/>
        </p:nvSpPr>
        <p:spPr>
          <a:xfrm>
            <a:off x="5336053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7153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5" name="Shape 53"/>
          <p:cNvSpPr/>
          <p:nvPr/>
        </p:nvSpPr>
        <p:spPr>
          <a:xfrm>
            <a:off x="6307153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6" name="Shape 54"/>
          <p:cNvSpPr/>
          <p:nvPr/>
        </p:nvSpPr>
        <p:spPr>
          <a:xfrm>
            <a:off x="6307153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7" name="Shape 55"/>
          <p:cNvSpPr/>
          <p:nvPr/>
        </p:nvSpPr>
        <p:spPr>
          <a:xfrm>
            <a:off x="6307153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8" name="Shape 56"/>
          <p:cNvSpPr/>
          <p:nvPr/>
        </p:nvSpPr>
        <p:spPr>
          <a:xfrm>
            <a:off x="6307153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59" name="Shape 57"/>
          <p:cNvSpPr/>
          <p:nvPr/>
        </p:nvSpPr>
        <p:spPr>
          <a:xfrm>
            <a:off x="7265040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0" name="Shape 58"/>
          <p:cNvSpPr/>
          <p:nvPr/>
        </p:nvSpPr>
        <p:spPr>
          <a:xfrm>
            <a:off x="7265040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1" name="Shape 59"/>
          <p:cNvSpPr/>
          <p:nvPr/>
        </p:nvSpPr>
        <p:spPr>
          <a:xfrm>
            <a:off x="7265040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2" name="Shape 60"/>
          <p:cNvSpPr/>
          <p:nvPr/>
        </p:nvSpPr>
        <p:spPr>
          <a:xfrm>
            <a:off x="7265040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3" name="Shape 61"/>
          <p:cNvSpPr/>
          <p:nvPr/>
        </p:nvSpPr>
        <p:spPr>
          <a:xfrm>
            <a:off x="7265040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4" name="Shape 62"/>
          <p:cNvSpPr/>
          <p:nvPr/>
        </p:nvSpPr>
        <p:spPr>
          <a:xfrm>
            <a:off x="9801790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5" name="Shape 63"/>
          <p:cNvSpPr/>
          <p:nvPr/>
        </p:nvSpPr>
        <p:spPr>
          <a:xfrm>
            <a:off x="9801790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6" name="Shape 64"/>
          <p:cNvSpPr/>
          <p:nvPr/>
        </p:nvSpPr>
        <p:spPr>
          <a:xfrm>
            <a:off x="9801790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7" name="Shape 65"/>
          <p:cNvSpPr/>
          <p:nvPr/>
        </p:nvSpPr>
        <p:spPr>
          <a:xfrm>
            <a:off x="9801790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8" name="Shape 66"/>
          <p:cNvSpPr/>
          <p:nvPr/>
        </p:nvSpPr>
        <p:spPr>
          <a:xfrm>
            <a:off x="9801790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69" name="Shape 67"/>
          <p:cNvSpPr/>
          <p:nvPr/>
        </p:nvSpPr>
        <p:spPr>
          <a:xfrm>
            <a:off x="10766283" y="2246117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" name="Shape 68"/>
          <p:cNvSpPr/>
          <p:nvPr/>
        </p:nvSpPr>
        <p:spPr>
          <a:xfrm>
            <a:off x="10766283" y="2392314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1" name="Shape 69"/>
          <p:cNvSpPr/>
          <p:nvPr/>
        </p:nvSpPr>
        <p:spPr>
          <a:xfrm>
            <a:off x="10766283" y="2538511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2" name="Shape 70"/>
          <p:cNvSpPr/>
          <p:nvPr/>
        </p:nvSpPr>
        <p:spPr>
          <a:xfrm>
            <a:off x="10766283" y="2678063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3" name="Shape 71"/>
          <p:cNvSpPr/>
          <p:nvPr/>
        </p:nvSpPr>
        <p:spPr>
          <a:xfrm>
            <a:off x="10766283" y="2810969"/>
            <a:ext cx="79273" cy="79744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4" name="Shape 72"/>
          <p:cNvSpPr/>
          <p:nvPr/>
        </p:nvSpPr>
        <p:spPr>
          <a:xfrm>
            <a:off x="2369906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34399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05499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76598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47698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05585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742335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706828" y="1422098"/>
            <a:ext cx="198184" cy="212650"/>
          </a:xfrm>
          <a:prstGeom prst="upArrow">
            <a:avLst/>
          </a:prstGeom>
          <a:solidFill>
            <a:srgbClr val="BAEDC2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072630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83" name="Shape 81"/>
          <p:cNvSpPr/>
          <p:nvPr/>
        </p:nvSpPr>
        <p:spPr>
          <a:xfrm>
            <a:off x="2231177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84" name="Shape 82"/>
          <p:cNvSpPr/>
          <p:nvPr/>
        </p:nvSpPr>
        <p:spPr>
          <a:xfrm>
            <a:off x="2389724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85" name="Shape 83"/>
          <p:cNvSpPr/>
          <p:nvPr/>
        </p:nvSpPr>
        <p:spPr>
          <a:xfrm>
            <a:off x="2548271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86" name="Shape 84"/>
          <p:cNvSpPr/>
          <p:nvPr/>
        </p:nvSpPr>
        <p:spPr>
          <a:xfrm>
            <a:off x="2706818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2072630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66024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3037124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90" name="Shape 88"/>
          <p:cNvSpPr/>
          <p:nvPr/>
        </p:nvSpPr>
        <p:spPr>
          <a:xfrm>
            <a:off x="3195671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91" name="Shape 89"/>
          <p:cNvSpPr/>
          <p:nvPr/>
        </p:nvSpPr>
        <p:spPr>
          <a:xfrm>
            <a:off x="3354217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92" name="Shape 90"/>
          <p:cNvSpPr/>
          <p:nvPr/>
        </p:nvSpPr>
        <p:spPr>
          <a:xfrm>
            <a:off x="3512764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93" name="Shape 91"/>
          <p:cNvSpPr/>
          <p:nvPr/>
        </p:nvSpPr>
        <p:spPr>
          <a:xfrm>
            <a:off x="3671311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3037124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30518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4008223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97" name="Shape 95"/>
          <p:cNvSpPr/>
          <p:nvPr/>
        </p:nvSpPr>
        <p:spPr>
          <a:xfrm>
            <a:off x="4166770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98" name="Shape 96"/>
          <p:cNvSpPr/>
          <p:nvPr/>
        </p:nvSpPr>
        <p:spPr>
          <a:xfrm>
            <a:off x="4325317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99" name="Shape 97"/>
          <p:cNvSpPr/>
          <p:nvPr/>
        </p:nvSpPr>
        <p:spPr>
          <a:xfrm>
            <a:off x="4483864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00" name="Shape 98"/>
          <p:cNvSpPr/>
          <p:nvPr/>
        </p:nvSpPr>
        <p:spPr>
          <a:xfrm>
            <a:off x="4642411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008223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001617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4979323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137870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296416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454963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613510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4979323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972717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5950422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108969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267516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426063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584610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950422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943816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6908310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18" name="Shape 116"/>
          <p:cNvSpPr/>
          <p:nvPr/>
        </p:nvSpPr>
        <p:spPr>
          <a:xfrm>
            <a:off x="7066856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225403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20" name="Shape 118"/>
          <p:cNvSpPr/>
          <p:nvPr/>
        </p:nvSpPr>
        <p:spPr>
          <a:xfrm>
            <a:off x="7383950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542497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908310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901703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9445059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9603606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26" name="Shape 124"/>
          <p:cNvSpPr/>
          <p:nvPr/>
        </p:nvSpPr>
        <p:spPr>
          <a:xfrm>
            <a:off x="9762153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920700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079247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445059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438453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600" dirty="0"/>
          </a:p>
        </p:txBody>
      </p:sp>
      <p:sp>
        <p:nvSpPr>
          <p:cNvPr id="131" name="Shape 129"/>
          <p:cNvSpPr/>
          <p:nvPr/>
        </p:nvSpPr>
        <p:spPr>
          <a:xfrm>
            <a:off x="10409553" y="1169576"/>
            <a:ext cx="158547" cy="19936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0568100" y="1169576"/>
            <a:ext cx="158547" cy="19936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726646" y="1169576"/>
            <a:ext cx="158547" cy="19936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885193" y="1169576"/>
            <a:ext cx="158547" cy="19936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1043740" y="1169576"/>
            <a:ext cx="158547" cy="19936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0409553" y="1169576"/>
            <a:ext cx="792734" cy="19936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402947" y="1116413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600" dirty="0"/>
          </a:p>
        </p:txBody>
      </p:sp>
      <p:sp>
        <p:nvSpPr>
          <p:cNvPr id="138" name="Shape 136"/>
          <p:cNvSpPr/>
          <p:nvPr/>
        </p:nvSpPr>
        <p:spPr>
          <a:xfrm>
            <a:off x="7995016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8206412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0" name="Shape 138"/>
          <p:cNvSpPr/>
          <p:nvPr/>
        </p:nvSpPr>
        <p:spPr>
          <a:xfrm>
            <a:off x="8470657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682053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2" name="Shape 140"/>
          <p:cNvSpPr/>
          <p:nvPr/>
        </p:nvSpPr>
        <p:spPr>
          <a:xfrm>
            <a:off x="8893448" y="1179544"/>
            <a:ext cx="112304" cy="11297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072630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231177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389724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548271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706818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2072630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066024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600" dirty="0"/>
          </a:p>
        </p:txBody>
      </p:sp>
      <p:sp>
        <p:nvSpPr>
          <p:cNvPr id="150" name="Shape 148"/>
          <p:cNvSpPr/>
          <p:nvPr/>
        </p:nvSpPr>
        <p:spPr>
          <a:xfrm>
            <a:off x="3037124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51" name="Shape 149"/>
          <p:cNvSpPr/>
          <p:nvPr/>
        </p:nvSpPr>
        <p:spPr>
          <a:xfrm>
            <a:off x="3195671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52" name="Shape 150"/>
          <p:cNvSpPr/>
          <p:nvPr/>
        </p:nvSpPr>
        <p:spPr>
          <a:xfrm>
            <a:off x="3354217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512764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671311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3037124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030518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157" name="Shape 155"/>
          <p:cNvSpPr/>
          <p:nvPr/>
        </p:nvSpPr>
        <p:spPr>
          <a:xfrm>
            <a:off x="4008223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4166770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325317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483864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642411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4008223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001617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64" name="Shape 162"/>
          <p:cNvSpPr/>
          <p:nvPr/>
        </p:nvSpPr>
        <p:spPr>
          <a:xfrm>
            <a:off x="4979323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65" name="Shape 163"/>
          <p:cNvSpPr/>
          <p:nvPr/>
        </p:nvSpPr>
        <p:spPr>
          <a:xfrm>
            <a:off x="5137870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66" name="Shape 164"/>
          <p:cNvSpPr/>
          <p:nvPr/>
        </p:nvSpPr>
        <p:spPr>
          <a:xfrm>
            <a:off x="5296416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67" name="Shape 165"/>
          <p:cNvSpPr/>
          <p:nvPr/>
        </p:nvSpPr>
        <p:spPr>
          <a:xfrm>
            <a:off x="5454963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68" name="Shape 166"/>
          <p:cNvSpPr/>
          <p:nvPr/>
        </p:nvSpPr>
        <p:spPr>
          <a:xfrm>
            <a:off x="5613510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4979323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972717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1" name="Shape 169"/>
          <p:cNvSpPr/>
          <p:nvPr/>
        </p:nvSpPr>
        <p:spPr>
          <a:xfrm>
            <a:off x="5950422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72" name="Shape 170"/>
          <p:cNvSpPr/>
          <p:nvPr/>
        </p:nvSpPr>
        <p:spPr>
          <a:xfrm>
            <a:off x="6108969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73" name="Shape 171"/>
          <p:cNvSpPr/>
          <p:nvPr/>
        </p:nvSpPr>
        <p:spPr>
          <a:xfrm>
            <a:off x="6267516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426063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75" name="Shape 173"/>
          <p:cNvSpPr/>
          <p:nvPr/>
        </p:nvSpPr>
        <p:spPr>
          <a:xfrm>
            <a:off x="6584610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5950422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943816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78" name="Shape 176"/>
          <p:cNvSpPr/>
          <p:nvPr/>
        </p:nvSpPr>
        <p:spPr>
          <a:xfrm>
            <a:off x="6908310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79" name="Shape 177"/>
          <p:cNvSpPr/>
          <p:nvPr/>
        </p:nvSpPr>
        <p:spPr>
          <a:xfrm>
            <a:off x="7066856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80" name="Shape 178"/>
          <p:cNvSpPr/>
          <p:nvPr/>
        </p:nvSpPr>
        <p:spPr>
          <a:xfrm>
            <a:off x="7225403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81" name="Shape 179"/>
          <p:cNvSpPr/>
          <p:nvPr/>
        </p:nvSpPr>
        <p:spPr>
          <a:xfrm>
            <a:off x="7383950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82" name="Shape 180"/>
          <p:cNvSpPr/>
          <p:nvPr/>
        </p:nvSpPr>
        <p:spPr>
          <a:xfrm>
            <a:off x="7542497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83" name="Shape 181"/>
          <p:cNvSpPr/>
          <p:nvPr/>
        </p:nvSpPr>
        <p:spPr>
          <a:xfrm>
            <a:off x="6908310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901703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85" name="Shape 183"/>
          <p:cNvSpPr/>
          <p:nvPr/>
        </p:nvSpPr>
        <p:spPr>
          <a:xfrm>
            <a:off x="9445059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86" name="Shape 184"/>
          <p:cNvSpPr/>
          <p:nvPr/>
        </p:nvSpPr>
        <p:spPr>
          <a:xfrm>
            <a:off x="9603606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762153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88" name="Shape 186"/>
          <p:cNvSpPr/>
          <p:nvPr/>
        </p:nvSpPr>
        <p:spPr>
          <a:xfrm>
            <a:off x="9920700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0079247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90" name="Shape 188"/>
          <p:cNvSpPr/>
          <p:nvPr/>
        </p:nvSpPr>
        <p:spPr>
          <a:xfrm>
            <a:off x="9445059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438453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600" dirty="0"/>
          </a:p>
        </p:txBody>
      </p:sp>
      <p:sp>
        <p:nvSpPr>
          <p:cNvPr id="192" name="Shape 190"/>
          <p:cNvSpPr/>
          <p:nvPr/>
        </p:nvSpPr>
        <p:spPr>
          <a:xfrm>
            <a:off x="10409553" y="5090314"/>
            <a:ext cx="158547" cy="212650"/>
          </a:xfrm>
          <a:prstGeom prst="rect">
            <a:avLst/>
          </a:prstGeom>
          <a:solidFill>
            <a:srgbClr val="FFFFCC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0568100" y="5090314"/>
            <a:ext cx="158547" cy="212650"/>
          </a:xfrm>
          <a:prstGeom prst="rect">
            <a:avLst/>
          </a:prstGeom>
          <a:solidFill>
            <a:srgbClr val="E4F6DC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0726646" y="5090314"/>
            <a:ext cx="158547" cy="212650"/>
          </a:xfrm>
          <a:prstGeom prst="rect">
            <a:avLst/>
          </a:prstGeom>
          <a:solidFill>
            <a:srgbClr val="FBE0CC"/>
          </a:solidFill>
          <a:ln/>
        </p:spPr>
      </p:sp>
      <p:sp>
        <p:nvSpPr>
          <p:cNvPr id="195" name="Shape 193"/>
          <p:cNvSpPr/>
          <p:nvPr/>
        </p:nvSpPr>
        <p:spPr>
          <a:xfrm>
            <a:off x="10885193" y="5090314"/>
            <a:ext cx="158547" cy="212650"/>
          </a:xfrm>
          <a:prstGeom prst="rect">
            <a:avLst/>
          </a:prstGeom>
          <a:solidFill>
            <a:srgbClr val="DEDEF8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1043740" y="5090314"/>
            <a:ext cx="158547" cy="212650"/>
          </a:xfrm>
          <a:prstGeom prst="rect">
            <a:avLst/>
          </a:prstGeom>
          <a:solidFill>
            <a:srgbClr val="F6D8E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0409553" y="5090314"/>
            <a:ext cx="792734" cy="212650"/>
          </a:xfrm>
          <a:prstGeom prst="rect">
            <a:avLst/>
          </a:prstGeom>
          <a:ln w="9525">
            <a:solidFill>
              <a:srgbClr val="999999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0402947" y="5037151"/>
            <a:ext cx="80594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-40000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600" dirty="0"/>
          </a:p>
        </p:txBody>
      </p:sp>
      <p:sp>
        <p:nvSpPr>
          <p:cNvPr id="199" name="Shape 197"/>
          <p:cNvSpPr/>
          <p:nvPr/>
        </p:nvSpPr>
        <p:spPr>
          <a:xfrm>
            <a:off x="7995016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0" name="Shape 198"/>
          <p:cNvSpPr/>
          <p:nvPr/>
        </p:nvSpPr>
        <p:spPr>
          <a:xfrm>
            <a:off x="8232836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1" name="Shape 199"/>
          <p:cNvSpPr/>
          <p:nvPr/>
        </p:nvSpPr>
        <p:spPr>
          <a:xfrm>
            <a:off x="8477263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2" name="Shape 200"/>
          <p:cNvSpPr/>
          <p:nvPr/>
        </p:nvSpPr>
        <p:spPr>
          <a:xfrm>
            <a:off x="8715083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3" name="Shape 201"/>
          <p:cNvSpPr/>
          <p:nvPr/>
        </p:nvSpPr>
        <p:spPr>
          <a:xfrm>
            <a:off x="8919873" y="5140153"/>
            <a:ext cx="112304" cy="11297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04" name="Shape 202"/>
          <p:cNvSpPr/>
          <p:nvPr/>
        </p:nvSpPr>
        <p:spPr>
          <a:xfrm>
            <a:off x="1920690" y="4970698"/>
            <a:ext cx="9433538" cy="0"/>
          </a:xfrm>
          <a:prstGeom prst="line">
            <a:avLst/>
          </a:prstGeom>
          <a:noFill/>
          <a:ln w="31750">
            <a:solidFill>
              <a:srgbClr val="00008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10800000">
            <a:off x="2369906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06" name="Shape 204"/>
          <p:cNvSpPr/>
          <p:nvPr/>
        </p:nvSpPr>
        <p:spPr>
          <a:xfrm>
            <a:off x="2409542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07" name="Shape 205"/>
          <p:cNvSpPr/>
          <p:nvPr/>
        </p:nvSpPr>
        <p:spPr>
          <a:xfrm rot="10800000">
            <a:off x="3334399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08" name="Shape 206"/>
          <p:cNvSpPr/>
          <p:nvPr/>
        </p:nvSpPr>
        <p:spPr>
          <a:xfrm>
            <a:off x="3374036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09" name="Shape 207"/>
          <p:cNvSpPr/>
          <p:nvPr/>
        </p:nvSpPr>
        <p:spPr>
          <a:xfrm rot="10800000">
            <a:off x="4305499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0" name="Shape 208"/>
          <p:cNvSpPr/>
          <p:nvPr/>
        </p:nvSpPr>
        <p:spPr>
          <a:xfrm>
            <a:off x="4345135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1" name="Shape 209"/>
          <p:cNvSpPr/>
          <p:nvPr/>
        </p:nvSpPr>
        <p:spPr>
          <a:xfrm rot="10800000">
            <a:off x="5276598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2" name="Shape 210"/>
          <p:cNvSpPr/>
          <p:nvPr/>
        </p:nvSpPr>
        <p:spPr>
          <a:xfrm>
            <a:off x="5316235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3" name="Shape 211"/>
          <p:cNvSpPr/>
          <p:nvPr/>
        </p:nvSpPr>
        <p:spPr>
          <a:xfrm rot="10800000">
            <a:off x="6247698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4" name="Shape 212"/>
          <p:cNvSpPr/>
          <p:nvPr/>
        </p:nvSpPr>
        <p:spPr>
          <a:xfrm>
            <a:off x="6287334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5" name="Shape 213"/>
          <p:cNvSpPr/>
          <p:nvPr/>
        </p:nvSpPr>
        <p:spPr>
          <a:xfrm rot="10800000">
            <a:off x="7205585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6" name="Shape 214"/>
          <p:cNvSpPr/>
          <p:nvPr/>
        </p:nvSpPr>
        <p:spPr>
          <a:xfrm>
            <a:off x="7245222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7" name="Shape 215"/>
          <p:cNvSpPr/>
          <p:nvPr/>
        </p:nvSpPr>
        <p:spPr>
          <a:xfrm rot="10800000">
            <a:off x="9742335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18" name="Shape 216"/>
          <p:cNvSpPr/>
          <p:nvPr/>
        </p:nvSpPr>
        <p:spPr>
          <a:xfrm>
            <a:off x="9781971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19" name="Shape 217"/>
          <p:cNvSpPr/>
          <p:nvPr/>
        </p:nvSpPr>
        <p:spPr>
          <a:xfrm rot="10800000">
            <a:off x="10706828" y="4864373"/>
            <a:ext cx="198184" cy="93034"/>
          </a:xfrm>
          <a:prstGeom prst="triangle">
            <a:avLst/>
          </a:prstGeom>
          <a:solidFill>
            <a:srgbClr val="00008B"/>
          </a:solidFill>
          <a:ln/>
        </p:spPr>
      </p:sp>
      <p:sp>
        <p:nvSpPr>
          <p:cNvPr id="220" name="Shape 218"/>
          <p:cNvSpPr/>
          <p:nvPr/>
        </p:nvSpPr>
        <p:spPr>
          <a:xfrm>
            <a:off x="10746465" y="4983988"/>
            <a:ext cx="118910" cy="79744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221" name="Shape 219"/>
          <p:cNvSpPr/>
          <p:nvPr/>
        </p:nvSpPr>
        <p:spPr>
          <a:xfrm>
            <a:off x="2383118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347611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318711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5289810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260910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218797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755547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720040" y="5329545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026387" y="5542195"/>
            <a:ext cx="9235355" cy="651241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2052812" y="5568776"/>
            <a:ext cx="9182506" cy="305685"/>
          </a:xfrm>
          <a:prstGeom prst="rect">
            <a:avLst/>
          </a:prstGeom>
          <a:solidFill>
            <a:srgbClr val="FDE9D9"/>
          </a:solidFill>
          <a:ln/>
        </p:spPr>
      </p:sp>
      <p:sp>
        <p:nvSpPr>
          <p:cNvPr id="231" name="Shape 229"/>
          <p:cNvSpPr/>
          <p:nvPr/>
        </p:nvSpPr>
        <p:spPr>
          <a:xfrm>
            <a:off x="2052812" y="5874461"/>
            <a:ext cx="9182506" cy="292394"/>
          </a:xfrm>
          <a:prstGeom prst="rect">
            <a:avLst/>
          </a:prstGeom>
          <a:solidFill>
            <a:srgbClr val="CCFFFF"/>
          </a:solidFill>
          <a:ln/>
        </p:spPr>
      </p:sp>
      <p:sp>
        <p:nvSpPr>
          <p:cNvPr id="232" name="Text 230"/>
          <p:cNvSpPr/>
          <p:nvPr/>
        </p:nvSpPr>
        <p:spPr>
          <a:xfrm>
            <a:off x="2052812" y="5568776"/>
            <a:ext cx="9182506" cy="30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</a:t>
            </a:r>
            <a:endParaRPr lang="en-US" sz="1300" dirty="0"/>
          </a:p>
        </p:txBody>
      </p:sp>
      <p:sp>
        <p:nvSpPr>
          <p:cNvPr id="233" name="Text 231"/>
          <p:cNvSpPr/>
          <p:nvPr/>
        </p:nvSpPr>
        <p:spPr>
          <a:xfrm>
            <a:off x="2052812" y="5874461"/>
            <a:ext cx="9182506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 Encoding / Embedding</a:t>
            </a:r>
            <a:endParaRPr lang="en-US" sz="1200" dirty="0"/>
          </a:p>
        </p:txBody>
      </p:sp>
      <p:sp>
        <p:nvSpPr>
          <p:cNvPr id="234" name="Shape 232"/>
          <p:cNvSpPr/>
          <p:nvPr/>
        </p:nvSpPr>
        <p:spPr>
          <a:xfrm>
            <a:off x="2383118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3347611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4318711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289810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260910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218797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755547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720040" y="6206727"/>
            <a:ext cx="171759" cy="199360"/>
          </a:xfrm>
          <a:prstGeom prst="upArrow">
            <a:avLst/>
          </a:prstGeom>
          <a:solidFill>
            <a:srgbClr val="FFFFFF"/>
          </a:solidFill>
          <a:ln w="9525">
            <a:solidFill>
              <a:srgbClr val="00008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072630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2072630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1600" dirty="0"/>
          </a:p>
        </p:txBody>
      </p:sp>
      <p:sp>
        <p:nvSpPr>
          <p:cNvPr id="244" name="Shape 242"/>
          <p:cNvSpPr/>
          <p:nvPr/>
        </p:nvSpPr>
        <p:spPr>
          <a:xfrm>
            <a:off x="3037124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3037124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1600" dirty="0"/>
          </a:p>
        </p:txBody>
      </p:sp>
      <p:sp>
        <p:nvSpPr>
          <p:cNvPr id="246" name="Shape 244"/>
          <p:cNvSpPr/>
          <p:nvPr/>
        </p:nvSpPr>
        <p:spPr>
          <a:xfrm>
            <a:off x="4008223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4008223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1600" dirty="0"/>
          </a:p>
        </p:txBody>
      </p:sp>
      <p:sp>
        <p:nvSpPr>
          <p:cNvPr id="248" name="Shape 246"/>
          <p:cNvSpPr/>
          <p:nvPr/>
        </p:nvSpPr>
        <p:spPr>
          <a:xfrm>
            <a:off x="4979323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4979323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1600" dirty="0"/>
          </a:p>
        </p:txBody>
      </p:sp>
      <p:sp>
        <p:nvSpPr>
          <p:cNvPr id="250" name="Shape 248"/>
          <p:cNvSpPr/>
          <p:nvPr/>
        </p:nvSpPr>
        <p:spPr>
          <a:xfrm>
            <a:off x="5950422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5950422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1600" dirty="0"/>
          </a:p>
        </p:txBody>
      </p:sp>
      <p:sp>
        <p:nvSpPr>
          <p:cNvPr id="252" name="Shape 250"/>
          <p:cNvSpPr/>
          <p:nvPr/>
        </p:nvSpPr>
        <p:spPr>
          <a:xfrm>
            <a:off x="6908310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6908310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1600" dirty="0"/>
          </a:p>
        </p:txBody>
      </p:sp>
      <p:sp>
        <p:nvSpPr>
          <p:cNvPr id="254" name="Shape 252"/>
          <p:cNvSpPr/>
          <p:nvPr/>
        </p:nvSpPr>
        <p:spPr>
          <a:xfrm>
            <a:off x="9445059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9445059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N-2</a:t>
            </a:r>
            <a:endParaRPr lang="en-US" sz="1600" dirty="0"/>
          </a:p>
        </p:txBody>
      </p:sp>
      <p:sp>
        <p:nvSpPr>
          <p:cNvPr id="256" name="Shape 254"/>
          <p:cNvSpPr/>
          <p:nvPr/>
        </p:nvSpPr>
        <p:spPr>
          <a:xfrm>
            <a:off x="10409553" y="6406086"/>
            <a:ext cx="792734" cy="279103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10409553" y="6406086"/>
            <a:ext cx="792734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N-1</a:t>
            </a:r>
            <a:endParaRPr lang="en-US" sz="1600" dirty="0"/>
          </a:p>
        </p:txBody>
      </p:sp>
      <p:sp>
        <p:nvSpPr>
          <p:cNvPr id="258" name="Shape 256"/>
          <p:cNvSpPr/>
          <p:nvPr/>
        </p:nvSpPr>
        <p:spPr>
          <a:xfrm>
            <a:off x="8024744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59" name="Shape 257"/>
          <p:cNvSpPr/>
          <p:nvPr/>
        </p:nvSpPr>
        <p:spPr>
          <a:xfrm>
            <a:off x="8262564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0" name="Shape 258"/>
          <p:cNvSpPr/>
          <p:nvPr/>
        </p:nvSpPr>
        <p:spPr>
          <a:xfrm>
            <a:off x="8500384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1" name="Shape 259"/>
          <p:cNvSpPr/>
          <p:nvPr/>
        </p:nvSpPr>
        <p:spPr>
          <a:xfrm>
            <a:off x="8738205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2" name="Shape 260"/>
          <p:cNvSpPr/>
          <p:nvPr/>
        </p:nvSpPr>
        <p:spPr>
          <a:xfrm>
            <a:off x="8949600" y="6512412"/>
            <a:ext cx="105698" cy="106325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63" name="Shape 261"/>
          <p:cNvSpPr/>
          <p:nvPr/>
        </p:nvSpPr>
        <p:spPr>
          <a:xfrm>
            <a:off x="612678" y="996798"/>
            <a:ext cx="1056979" cy="598079"/>
          </a:xfrm>
          <a:prstGeom prst="rect">
            <a:avLst/>
          </a:prstGeom>
          <a:solidFill>
            <a:srgbClr val="F9E8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612678" y="996798"/>
            <a:ext cx="1056979" cy="59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265" name="Shape 263"/>
          <p:cNvSpPr/>
          <p:nvPr/>
        </p:nvSpPr>
        <p:spPr>
          <a:xfrm>
            <a:off x="612678" y="5010570"/>
            <a:ext cx="1056979" cy="598079"/>
          </a:xfrm>
          <a:prstGeom prst="rect">
            <a:avLst/>
          </a:prstGeom>
          <a:solidFill>
            <a:srgbClr val="F9E8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612678" y="5010570"/>
            <a:ext cx="1056979" cy="598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267" name="Text 265"/>
          <p:cNvSpPr/>
          <p:nvPr/>
        </p:nvSpPr>
        <p:spPr>
          <a:xfrm>
            <a:off x="876923" y="2153083"/>
            <a:ext cx="647400" cy="219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2850" b="1" i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2850" dirty="0"/>
          </a:p>
          <a:p>
            <a:pPr algn="ctr" indent="0" marL="0">
              <a:lnSpc>
                <a:spcPts val="2950"/>
              </a:lnSpc>
              <a:buNone/>
            </a:pPr>
            <a:r>
              <a:rPr lang="en-US" sz="2850" b="1" i="1" dirty="0">
                <a:solidFill>
                  <a:srgbClr val="33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2850" dirty="0"/>
          </a:p>
        </p:txBody>
      </p:sp>
      <p:sp>
        <p:nvSpPr>
          <p:cNvPr id="268" name="Text 266"/>
          <p:cNvSpPr/>
          <p:nvPr/>
        </p:nvSpPr>
        <p:spPr>
          <a:xfrm>
            <a:off x="573041" y="5741555"/>
            <a:ext cx="1136253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&amp; Pos.</a:t>
            </a:r>
            <a:endParaRPr lang="en-US" sz="1350" dirty="0"/>
          </a:p>
        </p:txBody>
      </p:sp>
      <p:sp>
        <p:nvSpPr>
          <p:cNvPr id="269" name="Shape 267"/>
          <p:cNvSpPr/>
          <p:nvPr/>
        </p:nvSpPr>
        <p:spPr>
          <a:xfrm>
            <a:off x="612678" y="6406086"/>
            <a:ext cx="1056979" cy="385428"/>
          </a:xfrm>
          <a:prstGeom prst="rect">
            <a:avLst/>
          </a:prstGeom>
          <a:solidFill>
            <a:srgbClr val="F9E8D6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612678" y="6406086"/>
            <a:ext cx="1056979" cy="38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Seq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7102" y="3417251"/>
            <a:ext cx="7112000" cy="927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Decoder</a:t>
            </a:r>
            <a:endParaRPr lang="en-US" sz="487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38680" y="648498"/>
            <a:ext cx="7927302" cy="531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30" dirty="0"/>
          </a:p>
        </p:txBody>
      </p:sp>
      <p:sp>
        <p:nvSpPr>
          <p:cNvPr id="6" name="Shape 4"/>
          <p:cNvSpPr/>
          <p:nvPr/>
        </p:nvSpPr>
        <p:spPr>
          <a:xfrm>
            <a:off x="1557345" y="1354817"/>
            <a:ext cx="4075954" cy="5323940"/>
          </a:xfrm>
          <a:prstGeom prst="rect">
            <a:avLst/>
          </a:prstGeom>
          <a:solidFill>
            <a:srgbClr val="FBECDB"/>
          </a:solidFill>
          <a:ln w="1270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8443" y="1368093"/>
            <a:ext cx="2008250" cy="5284110"/>
          </a:xfrm>
          <a:prstGeom prst="rect">
            <a:avLst/>
          </a:prstGeom>
          <a:solidFill>
            <a:srgbClr val="11FF74"/>
          </a:solidFill>
          <a:ln/>
        </p:spPr>
      </p:sp>
      <p:sp>
        <p:nvSpPr>
          <p:cNvPr id="8" name="Text 6"/>
          <p:cNvSpPr/>
          <p:nvPr/>
        </p:nvSpPr>
        <p:spPr>
          <a:xfrm>
            <a:off x="1689467" y="1447753"/>
            <a:ext cx="924852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91774" y="3226825"/>
            <a:ext cx="687033" cy="19915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0" name="Shape 8"/>
          <p:cNvSpPr/>
          <p:nvPr/>
        </p:nvSpPr>
        <p:spPr>
          <a:xfrm>
            <a:off x="3525958" y="3425975"/>
            <a:ext cx="66061" cy="690386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" name="Shape 9"/>
          <p:cNvSpPr/>
          <p:nvPr/>
        </p:nvSpPr>
        <p:spPr>
          <a:xfrm>
            <a:off x="2574682" y="3532189"/>
            <a:ext cx="832367" cy="132767"/>
          </a:xfrm>
          <a:prstGeom prst="rect">
            <a:avLst/>
          </a:prstGeom>
          <a:solidFill>
            <a:srgbClr val="6D99B4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682" y="3532189"/>
            <a:ext cx="832367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2601106" y="3731338"/>
            <a:ext cx="792730" cy="305363"/>
          </a:xfrm>
          <a:prstGeom prst="rect">
            <a:avLst/>
          </a:prstGeom>
          <a:solidFill>
            <a:srgbClr val="888575"/>
          </a:solidFill>
          <a:ln w="6350">
            <a:solidFill>
              <a:srgbClr val="3E3A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1106" y="3731338"/>
            <a:ext cx="792730" cy="305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429348" y="3751253"/>
            <a:ext cx="251031" cy="252257"/>
          </a:xfrm>
          <a:prstGeom prst="ellipse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6070" y="3861450"/>
            <a:ext cx="47960" cy="36511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544030" y="3817637"/>
            <a:ext cx="90107" cy="8032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894" y="4381895"/>
            <a:ext cx="819155" cy="132767"/>
          </a:xfrm>
          <a:prstGeom prst="rect">
            <a:avLst/>
          </a:prstGeom>
          <a:solidFill>
            <a:srgbClr val="6D99B4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894" y="4381895"/>
            <a:ext cx="819155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2601106" y="4541215"/>
            <a:ext cx="805942" cy="358470"/>
          </a:xfrm>
          <a:prstGeom prst="rect">
            <a:avLst/>
          </a:prstGeom>
          <a:solidFill>
            <a:srgbClr val="C87E57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1106" y="4541215"/>
            <a:ext cx="805942" cy="35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336863" y="3545465"/>
            <a:ext cx="52849" cy="1646306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23" name="Shape 21"/>
          <p:cNvSpPr/>
          <p:nvPr/>
        </p:nvSpPr>
        <p:spPr>
          <a:xfrm>
            <a:off x="2389712" y="3558742"/>
            <a:ext cx="158546" cy="92937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4" name="Shape 22"/>
          <p:cNvSpPr/>
          <p:nvPr/>
        </p:nvSpPr>
        <p:spPr>
          <a:xfrm>
            <a:off x="2389712" y="4169468"/>
            <a:ext cx="660608" cy="92937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25" name="Shape 23"/>
          <p:cNvSpPr/>
          <p:nvPr/>
        </p:nvSpPr>
        <p:spPr>
          <a:xfrm>
            <a:off x="2720016" y="4169468"/>
            <a:ext cx="330304" cy="92937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6" name="Shape 24"/>
          <p:cNvSpPr/>
          <p:nvPr/>
        </p:nvSpPr>
        <p:spPr>
          <a:xfrm>
            <a:off x="2389712" y="4421725"/>
            <a:ext cx="158546" cy="92937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6863" y="3545465"/>
            <a:ext cx="105697" cy="106213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28" name="Shape 26"/>
          <p:cNvSpPr/>
          <p:nvPr/>
        </p:nvSpPr>
        <p:spPr>
          <a:xfrm>
            <a:off x="2336863" y="4142915"/>
            <a:ext cx="105697" cy="119490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29" name="Shape 27"/>
          <p:cNvSpPr/>
          <p:nvPr/>
        </p:nvSpPr>
        <p:spPr>
          <a:xfrm>
            <a:off x="2336863" y="4408448"/>
            <a:ext cx="105697" cy="106213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30" name="Shape 28"/>
          <p:cNvSpPr/>
          <p:nvPr/>
        </p:nvSpPr>
        <p:spPr>
          <a:xfrm>
            <a:off x="2997471" y="3671593"/>
            <a:ext cx="0" cy="3983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7471" y="4063255"/>
            <a:ext cx="0" cy="6638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047" y="4056617"/>
            <a:ext cx="52849" cy="53107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97471" y="4275681"/>
            <a:ext cx="0" cy="6638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0075" y="5078919"/>
            <a:ext cx="660608" cy="112852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35" name="Shape 33"/>
          <p:cNvSpPr/>
          <p:nvPr/>
        </p:nvSpPr>
        <p:spPr>
          <a:xfrm>
            <a:off x="2825713" y="5078919"/>
            <a:ext cx="184970" cy="112852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36" name="Shape 34"/>
          <p:cNvSpPr/>
          <p:nvPr/>
        </p:nvSpPr>
        <p:spPr>
          <a:xfrm>
            <a:off x="3004077" y="5205048"/>
            <a:ext cx="0" cy="106213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90620" y="3598572"/>
            <a:ext cx="0" cy="1500262"/>
          </a:xfrm>
          <a:prstGeom prst="line">
            <a:avLst/>
          </a:prstGeom>
          <a:noFill/>
          <a:ln w="19050">
            <a:solidFill>
              <a:srgbClr val="C8A8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54612" y="4695224"/>
            <a:ext cx="52320" cy="3983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3506933" y="4647428"/>
            <a:ext cx="98299" cy="87626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2379" y="3293209"/>
            <a:ext cx="264243" cy="26553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27911" y="3412168"/>
            <a:ext cx="48832" cy="3717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2576743" y="3367558"/>
            <a:ext cx="91745" cy="8178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60806" y="4242490"/>
            <a:ext cx="264243" cy="26553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6338" y="4361449"/>
            <a:ext cx="48832" cy="3717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475171" y="4316839"/>
            <a:ext cx="91745" cy="8178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0684" y="5059004"/>
            <a:ext cx="132122" cy="132767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0684" y="5059004"/>
            <a:ext cx="13212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3142805" y="5059004"/>
            <a:ext cx="132122" cy="132767"/>
          </a:xfrm>
          <a:prstGeom prst="ellipse">
            <a:avLst/>
          </a:prstGeom>
          <a:solidFill>
            <a:srgbClr val="55A044"/>
          </a:solidFill>
          <a:ln w="6350">
            <a:solidFill>
              <a:srgbClr val="55A0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42805" y="5059004"/>
            <a:ext cx="13212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3255109" y="5052366"/>
            <a:ext cx="145334" cy="146043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55109" y="5052366"/>
            <a:ext cx="145334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1881043" y="4242490"/>
            <a:ext cx="277456" cy="27881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81043" y="4242490"/>
            <a:ext cx="277456" cy="27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788558" y="4056617"/>
            <a:ext cx="251031" cy="252257"/>
          </a:xfrm>
          <a:prstGeom prst="ellipse">
            <a:avLst/>
          </a:prstGeom>
          <a:solidFill>
            <a:srgbClr val="3C8A32"/>
          </a:solidFill>
          <a:ln w="6350">
            <a:solidFill>
              <a:srgbClr val="3C8A3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50814" y="4169628"/>
            <a:ext cx="46391" cy="3531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897204" y="4127248"/>
            <a:ext cx="87158" cy="776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34800" y="5311261"/>
            <a:ext cx="660608" cy="34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350075" y="5218324"/>
            <a:ext cx="1070186" cy="39830"/>
          </a:xfrm>
          <a:prstGeom prst="rect">
            <a:avLst/>
          </a:prstGeom>
          <a:solidFill>
            <a:srgbClr val="563C21"/>
          </a:solidFill>
          <a:ln/>
        </p:spPr>
      </p:sp>
      <p:sp>
        <p:nvSpPr>
          <p:cNvPr id="59" name="Shape 57"/>
          <p:cNvSpPr/>
          <p:nvPr/>
        </p:nvSpPr>
        <p:spPr>
          <a:xfrm>
            <a:off x="2548258" y="5311261"/>
            <a:ext cx="938064" cy="836429"/>
          </a:xfrm>
          <a:prstGeom prst="rect">
            <a:avLst/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48258" y="5311261"/>
            <a:ext cx="938064" cy="83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A3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5A3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587894" y="6240627"/>
            <a:ext cx="145334" cy="92937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07712" y="6333563"/>
            <a:ext cx="105697" cy="185873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59652" y="6333563"/>
            <a:ext cx="449214" cy="15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304639" y="1368093"/>
            <a:ext cx="2021462" cy="5297387"/>
          </a:xfrm>
          <a:prstGeom prst="rect">
            <a:avLst/>
          </a:prstGeom>
          <a:solidFill>
            <a:srgbClr val="F2A557"/>
          </a:solidFill>
          <a:ln/>
        </p:spPr>
      </p:sp>
      <p:sp>
        <p:nvSpPr>
          <p:cNvPr id="65" name="Shape 63"/>
          <p:cNvSpPr/>
          <p:nvPr/>
        </p:nvSpPr>
        <p:spPr>
          <a:xfrm>
            <a:off x="9365737" y="1368093"/>
            <a:ext cx="1968613" cy="5297387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66" name="Shape 64"/>
          <p:cNvSpPr/>
          <p:nvPr/>
        </p:nvSpPr>
        <p:spPr>
          <a:xfrm>
            <a:off x="9326101" y="1368093"/>
            <a:ext cx="39637" cy="5297387"/>
          </a:xfrm>
          <a:prstGeom prst="rect">
            <a:avLst/>
          </a:prstGeom>
          <a:solidFill>
            <a:srgbClr val="EADFB8"/>
          </a:solidFill>
          <a:ln/>
        </p:spPr>
      </p:sp>
      <p:sp>
        <p:nvSpPr>
          <p:cNvPr id="67" name="Shape 65"/>
          <p:cNvSpPr/>
          <p:nvPr/>
        </p:nvSpPr>
        <p:spPr>
          <a:xfrm>
            <a:off x="7271608" y="1354817"/>
            <a:ext cx="4075954" cy="5323940"/>
          </a:xfrm>
          <a:prstGeom prst="rect">
            <a:avLst/>
          </a:prstGeom>
          <a:ln w="12700">
            <a:solidFill>
              <a:srgbClr val="00A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03801" y="1461030"/>
            <a:ext cx="924852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9332707" y="1514137"/>
            <a:ext cx="237819" cy="132767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98768" y="1633626"/>
            <a:ext cx="105697" cy="185873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96041" y="1461030"/>
            <a:ext cx="581335" cy="172597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72" name="Text 70"/>
          <p:cNvSpPr/>
          <p:nvPr/>
        </p:nvSpPr>
        <p:spPr>
          <a:xfrm>
            <a:off x="9696041" y="1461030"/>
            <a:ext cx="581335" cy="17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9563920" y="1660180"/>
            <a:ext cx="792730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114706" y="1806223"/>
            <a:ext cx="1598673" cy="318640"/>
          </a:xfrm>
          <a:prstGeom prst="ellipse">
            <a:avLst/>
          </a:prstGeom>
          <a:ln w="12700">
            <a:solidFill>
              <a:srgbClr val="8B1010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9511071" y="1899160"/>
            <a:ext cx="819155" cy="159320"/>
          </a:xfrm>
          <a:prstGeom prst="roundRect">
            <a:avLst>
              <a:gd name="adj" fmla="val 22958"/>
            </a:avLst>
          </a:prstGeom>
          <a:solidFill>
            <a:srgbClr val="A8ECBC"/>
          </a:solidFill>
          <a:ln w="9525">
            <a:solidFill>
              <a:srgbClr val="2365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511071" y="1899160"/>
            <a:ext cx="819155" cy="15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9009009" y="2111586"/>
            <a:ext cx="1770431" cy="331916"/>
          </a:xfrm>
          <a:prstGeom prst="ellipse">
            <a:avLst/>
          </a:prstGeom>
          <a:ln w="12700">
            <a:solidFill>
              <a:srgbClr val="8B1010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9563920" y="2204523"/>
            <a:ext cx="872003" cy="172597"/>
          </a:xfrm>
          <a:prstGeom prst="roundRect">
            <a:avLst>
              <a:gd name="adj" fmla="val 21192"/>
            </a:avLst>
          </a:prstGeom>
          <a:solidFill>
            <a:srgbClr val="B0E4CE"/>
          </a:solidFill>
          <a:ln w="9525">
            <a:solidFill>
              <a:srgbClr val="23655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63920" y="2204523"/>
            <a:ext cx="872003" cy="17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9927254" y="1806223"/>
            <a:ext cx="0" cy="92937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927254" y="2058479"/>
            <a:ext cx="0" cy="14604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927254" y="2377119"/>
            <a:ext cx="0" cy="292086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385555" y="2496609"/>
            <a:ext cx="251031" cy="252257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47811" y="2609620"/>
            <a:ext cx="46391" cy="3531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9494202" y="2567241"/>
            <a:ext cx="87158" cy="776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336832" y="4142915"/>
            <a:ext cx="237819" cy="23898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378450" y="4241162"/>
            <a:ext cx="56680" cy="43149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10435130" y="4189383"/>
            <a:ext cx="106490" cy="9492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713379" y="3837552"/>
            <a:ext cx="251031" cy="27881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713379" y="3837552"/>
            <a:ext cx="251031" cy="278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10904955" y="3724700"/>
            <a:ext cx="251031" cy="252257"/>
          </a:xfrm>
          <a:prstGeom prst="ellipse">
            <a:avLst/>
          </a:prstGeom>
          <a:solidFill>
            <a:srgbClr val="3C8A32"/>
          </a:solidFill>
          <a:ln w="6350">
            <a:solidFill>
              <a:srgbClr val="3C8A3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967211" y="3837711"/>
            <a:ext cx="46391" cy="3531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11013601" y="3795332"/>
            <a:ext cx="87158" cy="7769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550708" y="2669206"/>
            <a:ext cx="805942" cy="132767"/>
          </a:xfrm>
          <a:prstGeom prst="rect">
            <a:avLst/>
          </a:prstGeom>
          <a:solidFill>
            <a:srgbClr val="5C9CB7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708" y="2669206"/>
            <a:ext cx="80594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9563920" y="2828526"/>
            <a:ext cx="792730" cy="358470"/>
          </a:xfrm>
          <a:prstGeom prst="rect">
            <a:avLst/>
          </a:prstGeom>
          <a:solidFill>
            <a:srgbClr val="6E7E62"/>
          </a:solidFill>
          <a:ln w="6350">
            <a:solidFill>
              <a:srgbClr val="3E3A2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563920" y="2828526"/>
            <a:ext cx="792730" cy="358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9550708" y="3386145"/>
            <a:ext cx="805942" cy="132767"/>
          </a:xfrm>
          <a:prstGeom prst="rect">
            <a:avLst/>
          </a:prstGeom>
          <a:solidFill>
            <a:srgbClr val="5C9CB7"/>
          </a:solidFill>
          <a:ln w="6350">
            <a:solidFill>
              <a:srgbClr val="2F647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550708" y="3386145"/>
            <a:ext cx="805942" cy="132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0" name="Shape 98"/>
          <p:cNvSpPr/>
          <p:nvPr/>
        </p:nvSpPr>
        <p:spPr>
          <a:xfrm>
            <a:off x="9471435" y="3518912"/>
            <a:ext cx="1109822" cy="570896"/>
          </a:xfrm>
          <a:prstGeom prst="ellipse">
            <a:avLst/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9563920" y="3598572"/>
            <a:ext cx="792730" cy="318640"/>
          </a:xfrm>
          <a:prstGeom prst="rect">
            <a:avLst/>
          </a:prstGeom>
          <a:solidFill>
            <a:srgbClr val="B28659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563920" y="3598572"/>
            <a:ext cx="792730" cy="3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750"/>
              </a:lnSpc>
              <a:buNone/>
            </a:pPr>
            <a:r>
              <a:rPr lang="en-US" sz="650" b="1" dirty="0">
                <a:solidFill>
                  <a:srgbClr val="7038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10352026" y="3876054"/>
            <a:ext cx="56680" cy="43149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10408706" y="3824275"/>
            <a:ext cx="106490" cy="94928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563920" y="4222575"/>
            <a:ext cx="766306" cy="146043"/>
          </a:xfrm>
          <a:prstGeom prst="rect">
            <a:avLst/>
          </a:prstGeom>
          <a:solidFill>
            <a:srgbClr val="6E87E0"/>
          </a:solidFill>
          <a:ln w="6350">
            <a:solidFill>
              <a:srgbClr val="3A5697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563920" y="4222575"/>
            <a:ext cx="766306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7" name="Shape 105"/>
          <p:cNvSpPr/>
          <p:nvPr/>
        </p:nvSpPr>
        <p:spPr>
          <a:xfrm>
            <a:off x="9960285" y="2801972"/>
            <a:ext cx="0" cy="73022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960285" y="3200272"/>
            <a:ext cx="0" cy="172597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960285" y="4103085"/>
            <a:ext cx="0" cy="106213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497859" y="4395171"/>
            <a:ext cx="1017337" cy="796600"/>
          </a:xfrm>
          <a:prstGeom prst="rect">
            <a:avLst/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497859" y="4395171"/>
            <a:ext cx="1017337" cy="79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562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562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562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9365737" y="4527938"/>
            <a:ext cx="290668" cy="265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9425192" y="3976957"/>
            <a:ext cx="132122" cy="132767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768708" y="3990233"/>
            <a:ext cx="105697" cy="10621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445010" y="4919599"/>
            <a:ext cx="145334" cy="14604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013134" y="4912961"/>
            <a:ext cx="158546" cy="15932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283983" y="3253379"/>
            <a:ext cx="264243" cy="265533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349515" y="3372338"/>
            <a:ext cx="48832" cy="37175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10398348" y="3327728"/>
            <a:ext cx="91745" cy="8178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508590" y="2642652"/>
            <a:ext cx="132122" cy="2535842"/>
          </a:xfrm>
          <a:prstGeom prst="rect">
            <a:avLst/>
          </a:prstGeom>
          <a:solidFill>
            <a:srgbClr val="8CC62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039558" y="5092196"/>
            <a:ext cx="475638" cy="99575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013134" y="3253379"/>
            <a:ext cx="502062" cy="79660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123" name="Shape 121"/>
          <p:cNvSpPr/>
          <p:nvPr/>
        </p:nvSpPr>
        <p:spPr>
          <a:xfrm>
            <a:off x="9986709" y="4089808"/>
            <a:ext cx="528487" cy="79660"/>
          </a:xfrm>
          <a:prstGeom prst="rect">
            <a:avLst/>
          </a:prstGeom>
          <a:solidFill>
            <a:srgbClr val="7FB421"/>
          </a:solidFill>
          <a:ln/>
        </p:spPr>
      </p:sp>
      <p:sp>
        <p:nvSpPr>
          <p:cNvPr id="124" name="Shape 122"/>
          <p:cNvSpPr/>
          <p:nvPr/>
        </p:nvSpPr>
        <p:spPr>
          <a:xfrm>
            <a:off x="7357487" y="1925713"/>
            <a:ext cx="107018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357487" y="1925713"/>
            <a:ext cx="1070186" cy="2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Only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8520158" y="1958905"/>
            <a:ext cx="488850" cy="17259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357487" y="2244353"/>
            <a:ext cx="1070186" cy="212427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357487" y="2244353"/>
            <a:ext cx="1070186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Only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520158" y="2277544"/>
            <a:ext cx="488850" cy="17259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357487" y="3797722"/>
            <a:ext cx="1070186" cy="557620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357487" y="3797722"/>
            <a:ext cx="1070186" cy="55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8546583" y="3943765"/>
            <a:ext cx="449214" cy="19915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357487" y="4554491"/>
            <a:ext cx="1070186" cy="212427"/>
          </a:xfrm>
          <a:prstGeom prst="rect">
            <a:avLst/>
          </a:prstGeom>
          <a:solidFill>
            <a:srgbClr val="FFFFFF"/>
          </a:solidFill>
          <a:ln w="6350">
            <a:solidFill>
              <a:srgbClr val="D8C8B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357487" y="4554491"/>
            <a:ext cx="1070186" cy="21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Mask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8546583" y="4594321"/>
            <a:ext cx="436002" cy="13276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497859" y="5311261"/>
            <a:ext cx="924852" cy="836429"/>
          </a:xfrm>
          <a:prstGeom prst="rect">
            <a:avLst/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497859" y="5311261"/>
            <a:ext cx="924852" cy="836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4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4A15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9359131" y="5842327"/>
            <a:ext cx="59455" cy="99575"/>
          </a:xfrm>
          <a:prstGeom prst="line">
            <a:avLst/>
          </a:prstGeom>
          <a:noFill/>
          <a:ln w="25400">
            <a:solidFill>
              <a:srgbClr val="6E442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9418586" y="5689646"/>
            <a:ext cx="85879" cy="252257"/>
          </a:xfrm>
          <a:prstGeom prst="line">
            <a:avLst/>
          </a:prstGeom>
          <a:noFill/>
          <a:ln w="25400">
            <a:solidFill>
              <a:srgbClr val="6E4423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0409499" y="5337814"/>
            <a:ext cx="713457" cy="3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650" dirty="0"/>
          </a:p>
          <a:p>
            <a:pPr algn="ctr" indent="0" marL="0">
              <a:lnSpc>
                <a:spcPts val="800"/>
              </a:lnSpc>
              <a:buNone/>
            </a:pPr>
            <a:r>
              <a:rPr lang="en-US" sz="6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9682829" y="6293734"/>
            <a:ext cx="594548" cy="19915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2" name="Text 140"/>
          <p:cNvSpPr/>
          <p:nvPr/>
        </p:nvSpPr>
        <p:spPr>
          <a:xfrm>
            <a:off x="9682829" y="6293734"/>
            <a:ext cx="594548" cy="19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9563920" y="6492883"/>
            <a:ext cx="951276" cy="14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6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55348" y="956926"/>
            <a:ext cx="7293156" cy="2591674"/>
          </a:xfrm>
          <a:prstGeom prst="rect">
            <a:avLst/>
          </a:prstGeom>
          <a:solidFill>
            <a:srgbClr val="D6C6B4"/>
          </a:solidFill>
          <a:ln w="19050">
            <a:solidFill>
              <a:srgbClr val="A898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94985" y="1049960"/>
            <a:ext cx="1268375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7" name="Shape 5"/>
          <p:cNvSpPr/>
          <p:nvPr/>
        </p:nvSpPr>
        <p:spPr>
          <a:xfrm>
            <a:off x="5421906" y="1049960"/>
            <a:ext cx="1281587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8" name="Shape 6"/>
          <p:cNvSpPr/>
          <p:nvPr/>
        </p:nvSpPr>
        <p:spPr>
          <a:xfrm>
            <a:off x="6862040" y="1049960"/>
            <a:ext cx="1281587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9" name="Shape 7"/>
          <p:cNvSpPr/>
          <p:nvPr/>
        </p:nvSpPr>
        <p:spPr>
          <a:xfrm>
            <a:off x="8341811" y="1049960"/>
            <a:ext cx="1268375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0" name="Shape 8"/>
          <p:cNvSpPr/>
          <p:nvPr/>
        </p:nvSpPr>
        <p:spPr>
          <a:xfrm>
            <a:off x="9808369" y="1049960"/>
            <a:ext cx="1030555" cy="2432186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1" name="Shape 9"/>
          <p:cNvSpPr/>
          <p:nvPr/>
        </p:nvSpPr>
        <p:spPr>
          <a:xfrm>
            <a:off x="3889287" y="3907447"/>
            <a:ext cx="7332792" cy="2950521"/>
          </a:xfrm>
          <a:prstGeom prst="rect">
            <a:avLst/>
          </a:prstGeom>
          <a:solidFill>
            <a:srgbClr val="F2DDF6"/>
          </a:solidFill>
          <a:ln w="15875">
            <a:solidFill>
              <a:srgbClr val="C24A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94985" y="4040353"/>
            <a:ext cx="1268375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21906" y="4040353"/>
            <a:ext cx="1281587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62040" y="4040353"/>
            <a:ext cx="1281587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41811" y="4040353"/>
            <a:ext cx="1268375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6" name="Shape 14"/>
          <p:cNvSpPr/>
          <p:nvPr/>
        </p:nvSpPr>
        <p:spPr>
          <a:xfrm>
            <a:off x="9808369" y="4040353"/>
            <a:ext cx="1030555" cy="2737871"/>
          </a:xfrm>
          <a:prstGeom prst="rect">
            <a:avLst/>
          </a:prstGeom>
          <a:solidFill>
            <a:srgbClr val="F4F8D2"/>
          </a:solidFill>
          <a:ln/>
        </p:spPr>
      </p:sp>
      <p:sp>
        <p:nvSpPr>
          <p:cNvPr id="17" name="Text 15"/>
          <p:cNvSpPr/>
          <p:nvPr/>
        </p:nvSpPr>
        <p:spPr>
          <a:xfrm>
            <a:off x="4219593" y="1116413"/>
            <a:ext cx="6553270" cy="318975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19593" y="1541714"/>
            <a:ext cx="6553270" cy="292394"/>
          </a:xfrm>
          <a:prstGeom prst="rect">
            <a:avLst/>
          </a:prstGeom>
          <a:solidFill>
            <a:srgbClr val="0A9A0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Activation]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19593" y="1940433"/>
            <a:ext cx="6553270" cy="292394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034621" y="2684708"/>
            <a:ext cx="7346005" cy="0"/>
          </a:xfrm>
          <a:prstGeom prst="line">
            <a:avLst/>
          </a:prstGeom>
          <a:noFill/>
          <a:ln w="57150">
            <a:solidFill>
              <a:srgbClr val="D98A8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1046" y="2963812"/>
            <a:ext cx="7319580" cy="0"/>
          </a:xfrm>
          <a:prstGeom prst="line">
            <a:avLst/>
          </a:prstGeom>
          <a:noFill/>
          <a:ln w="57150">
            <a:solidFill>
              <a:srgbClr val="9CCDA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32805" y="2339152"/>
            <a:ext cx="924857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6744" y="2365733"/>
            <a:ext cx="1070191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6744" y="258635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25" name="Shape 23"/>
          <p:cNvSpPr/>
          <p:nvPr/>
        </p:nvSpPr>
        <p:spPr>
          <a:xfrm>
            <a:off x="4166744" y="278571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26" name="Shape 24"/>
          <p:cNvSpPr/>
          <p:nvPr/>
        </p:nvSpPr>
        <p:spPr>
          <a:xfrm>
            <a:off x="4166744" y="299836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6753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28" name="Shape 26"/>
          <p:cNvSpPr/>
          <p:nvPr/>
        </p:nvSpPr>
        <p:spPr>
          <a:xfrm>
            <a:off x="4140319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29" name="Text 27"/>
          <p:cNvSpPr/>
          <p:nvPr/>
        </p:nvSpPr>
        <p:spPr>
          <a:xfrm>
            <a:off x="4166744" y="2365733"/>
            <a:ext cx="1070191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3665" y="2339152"/>
            <a:ext cx="938069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1" name="Shape 29"/>
          <p:cNvSpPr/>
          <p:nvPr/>
        </p:nvSpPr>
        <p:spPr>
          <a:xfrm>
            <a:off x="5527604" y="2365733"/>
            <a:ext cx="1083404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27604" y="2586358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33" name="Shape 31"/>
          <p:cNvSpPr/>
          <p:nvPr/>
        </p:nvSpPr>
        <p:spPr>
          <a:xfrm>
            <a:off x="5527604" y="278571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34" name="Shape 32"/>
          <p:cNvSpPr/>
          <p:nvPr/>
        </p:nvSpPr>
        <p:spPr>
          <a:xfrm>
            <a:off x="5527604" y="299836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35" name="Shape 33"/>
          <p:cNvSpPr/>
          <p:nvPr/>
        </p:nvSpPr>
        <p:spPr>
          <a:xfrm>
            <a:off x="6630826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36" name="Shape 34"/>
          <p:cNvSpPr/>
          <p:nvPr/>
        </p:nvSpPr>
        <p:spPr>
          <a:xfrm>
            <a:off x="5501180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37" name="Text 35"/>
          <p:cNvSpPr/>
          <p:nvPr/>
        </p:nvSpPr>
        <p:spPr>
          <a:xfrm>
            <a:off x="5527604" y="2365733"/>
            <a:ext cx="1083404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020587" y="2339152"/>
            <a:ext cx="924857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9" name="Shape 37"/>
          <p:cNvSpPr/>
          <p:nvPr/>
        </p:nvSpPr>
        <p:spPr>
          <a:xfrm>
            <a:off x="6954526" y="2365733"/>
            <a:ext cx="1070191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54526" y="258635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1" name="Shape 39"/>
          <p:cNvSpPr/>
          <p:nvPr/>
        </p:nvSpPr>
        <p:spPr>
          <a:xfrm>
            <a:off x="6954526" y="278571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2" name="Shape 40"/>
          <p:cNvSpPr/>
          <p:nvPr/>
        </p:nvSpPr>
        <p:spPr>
          <a:xfrm>
            <a:off x="6954526" y="299836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3" name="Shape 41"/>
          <p:cNvSpPr/>
          <p:nvPr/>
        </p:nvSpPr>
        <p:spPr>
          <a:xfrm>
            <a:off x="8044536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44" name="Shape 42"/>
          <p:cNvSpPr/>
          <p:nvPr/>
        </p:nvSpPr>
        <p:spPr>
          <a:xfrm>
            <a:off x="6928101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45" name="Text 43"/>
          <p:cNvSpPr/>
          <p:nvPr/>
        </p:nvSpPr>
        <p:spPr>
          <a:xfrm>
            <a:off x="6954526" y="2365733"/>
            <a:ext cx="1070191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39995" y="2339152"/>
            <a:ext cx="938069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47" name="Shape 45"/>
          <p:cNvSpPr/>
          <p:nvPr/>
        </p:nvSpPr>
        <p:spPr>
          <a:xfrm>
            <a:off x="8473933" y="2365733"/>
            <a:ext cx="1083404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73933" y="2586358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49" name="Shape 47"/>
          <p:cNvSpPr/>
          <p:nvPr/>
        </p:nvSpPr>
        <p:spPr>
          <a:xfrm>
            <a:off x="8473933" y="278571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0" name="Shape 48"/>
          <p:cNvSpPr/>
          <p:nvPr/>
        </p:nvSpPr>
        <p:spPr>
          <a:xfrm>
            <a:off x="8473933" y="2998367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1" name="Shape 49"/>
          <p:cNvSpPr/>
          <p:nvPr/>
        </p:nvSpPr>
        <p:spPr>
          <a:xfrm>
            <a:off x="9577155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52" name="Shape 50"/>
          <p:cNvSpPr/>
          <p:nvPr/>
        </p:nvSpPr>
        <p:spPr>
          <a:xfrm>
            <a:off x="8447509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53" name="Text 51"/>
          <p:cNvSpPr/>
          <p:nvPr/>
        </p:nvSpPr>
        <p:spPr>
          <a:xfrm>
            <a:off x="8473933" y="2365733"/>
            <a:ext cx="1083404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9900855" y="2339152"/>
            <a:ext cx="924857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55" name="Shape 53"/>
          <p:cNvSpPr/>
          <p:nvPr/>
        </p:nvSpPr>
        <p:spPr>
          <a:xfrm>
            <a:off x="9834794" y="2365733"/>
            <a:ext cx="1070191" cy="863891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34794" y="258635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7" name="Shape 55"/>
          <p:cNvSpPr/>
          <p:nvPr/>
        </p:nvSpPr>
        <p:spPr>
          <a:xfrm>
            <a:off x="9834794" y="278571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8" name="Shape 56"/>
          <p:cNvSpPr/>
          <p:nvPr/>
        </p:nvSpPr>
        <p:spPr>
          <a:xfrm>
            <a:off x="9834794" y="2998367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59" name="Shape 57"/>
          <p:cNvSpPr/>
          <p:nvPr/>
        </p:nvSpPr>
        <p:spPr>
          <a:xfrm>
            <a:off x="10924804" y="2418896"/>
            <a:ext cx="26424" cy="704404"/>
          </a:xfrm>
          <a:prstGeom prst="rect">
            <a:avLst/>
          </a:prstGeom>
          <a:solidFill>
            <a:srgbClr val="3A50CC"/>
          </a:solidFill>
          <a:ln/>
        </p:spPr>
      </p:sp>
      <p:sp>
        <p:nvSpPr>
          <p:cNvPr id="60" name="Shape 58"/>
          <p:cNvSpPr/>
          <p:nvPr/>
        </p:nvSpPr>
        <p:spPr>
          <a:xfrm>
            <a:off x="9808369" y="2472058"/>
            <a:ext cx="26424" cy="757566"/>
          </a:xfrm>
          <a:prstGeom prst="rect">
            <a:avLst/>
          </a:prstGeom>
          <a:solidFill>
            <a:srgbClr val="0A1878"/>
          </a:solidFill>
          <a:ln/>
        </p:spPr>
      </p:sp>
      <p:sp>
        <p:nvSpPr>
          <p:cNvPr id="61" name="Text 59"/>
          <p:cNvSpPr/>
          <p:nvPr/>
        </p:nvSpPr>
        <p:spPr>
          <a:xfrm>
            <a:off x="9834794" y="2365733"/>
            <a:ext cx="1070191" cy="86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836438" y="2392314"/>
            <a:ext cx="198184" cy="212650"/>
          </a:xfrm>
          <a:prstGeom prst="ellipse">
            <a:avLst/>
          </a:prstGeom>
          <a:solidFill>
            <a:srgbClr val="C0505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849650" y="3070137"/>
            <a:ext cx="198184" cy="212650"/>
          </a:xfrm>
          <a:prstGeom prst="ellipse">
            <a:avLst/>
          </a:prstGeom>
          <a:solidFill>
            <a:srgbClr val="3E8A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40568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65" name="Text 63"/>
          <p:cNvSpPr/>
          <p:nvPr/>
        </p:nvSpPr>
        <p:spPr>
          <a:xfrm>
            <a:off x="4754688" y="328943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14641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67" name="Text 65"/>
          <p:cNvSpPr/>
          <p:nvPr/>
        </p:nvSpPr>
        <p:spPr>
          <a:xfrm>
            <a:off x="6128761" y="328943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694411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69" name="Text 67"/>
          <p:cNvSpPr/>
          <p:nvPr/>
        </p:nvSpPr>
        <p:spPr>
          <a:xfrm>
            <a:off x="7608532" y="3302723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9200607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71" name="Text 69"/>
          <p:cNvSpPr/>
          <p:nvPr/>
        </p:nvSpPr>
        <p:spPr>
          <a:xfrm>
            <a:off x="9114727" y="328943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495406" y="3269496"/>
            <a:ext cx="0" cy="637951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headEnd type="triangle"/>
          </a:ln>
        </p:spPr>
      </p:sp>
      <p:sp>
        <p:nvSpPr>
          <p:cNvPr id="73" name="Text 71"/>
          <p:cNvSpPr/>
          <p:nvPr/>
        </p:nvSpPr>
        <p:spPr>
          <a:xfrm>
            <a:off x="10409526" y="3276142"/>
            <a:ext cx="171759" cy="172778"/>
          </a:xfrm>
          <a:prstGeom prst="ellipse">
            <a:avLst/>
          </a:prstGeom>
          <a:solidFill>
            <a:srgbClr val="2320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219593" y="4146678"/>
            <a:ext cx="6553270" cy="292394"/>
          </a:xfrm>
          <a:prstGeom prst="rect">
            <a:avLst/>
          </a:prstGeom>
          <a:solidFill>
            <a:srgbClr val="99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1550" dirty="0"/>
          </a:p>
        </p:txBody>
      </p:sp>
      <p:sp>
        <p:nvSpPr>
          <p:cNvPr id="75" name="Shape 73"/>
          <p:cNvSpPr/>
          <p:nvPr/>
        </p:nvSpPr>
        <p:spPr>
          <a:xfrm>
            <a:off x="4206380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76" name="Shape 74"/>
          <p:cNvSpPr/>
          <p:nvPr/>
        </p:nvSpPr>
        <p:spPr>
          <a:xfrm>
            <a:off x="4100682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00682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78" name="Shape 76"/>
          <p:cNvSpPr/>
          <p:nvPr/>
        </p:nvSpPr>
        <p:spPr>
          <a:xfrm>
            <a:off x="4100682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79" name="Shape 77"/>
          <p:cNvSpPr/>
          <p:nvPr/>
        </p:nvSpPr>
        <p:spPr>
          <a:xfrm>
            <a:off x="4100682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0" name="Shape 78"/>
          <p:cNvSpPr/>
          <p:nvPr/>
        </p:nvSpPr>
        <p:spPr>
          <a:xfrm>
            <a:off x="4113895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81" name="Text 79"/>
          <p:cNvSpPr/>
          <p:nvPr/>
        </p:nvSpPr>
        <p:spPr>
          <a:xfrm>
            <a:off x="4100682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633302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83" name="Shape 81"/>
          <p:cNvSpPr/>
          <p:nvPr/>
        </p:nvSpPr>
        <p:spPr>
          <a:xfrm>
            <a:off x="5527604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27604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5" name="Shape 83"/>
          <p:cNvSpPr/>
          <p:nvPr/>
        </p:nvSpPr>
        <p:spPr>
          <a:xfrm>
            <a:off x="5527604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6" name="Shape 84"/>
          <p:cNvSpPr/>
          <p:nvPr/>
        </p:nvSpPr>
        <p:spPr>
          <a:xfrm>
            <a:off x="5527604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87" name="Shape 85"/>
          <p:cNvSpPr/>
          <p:nvPr/>
        </p:nvSpPr>
        <p:spPr>
          <a:xfrm>
            <a:off x="5540816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88" name="Text 86"/>
          <p:cNvSpPr/>
          <p:nvPr/>
        </p:nvSpPr>
        <p:spPr>
          <a:xfrm>
            <a:off x="5527604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060224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90" name="Shape 88"/>
          <p:cNvSpPr/>
          <p:nvPr/>
        </p:nvSpPr>
        <p:spPr>
          <a:xfrm>
            <a:off x="6954526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954526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2" name="Shape 90"/>
          <p:cNvSpPr/>
          <p:nvPr/>
        </p:nvSpPr>
        <p:spPr>
          <a:xfrm>
            <a:off x="6954526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3" name="Shape 91"/>
          <p:cNvSpPr/>
          <p:nvPr/>
        </p:nvSpPr>
        <p:spPr>
          <a:xfrm>
            <a:off x="6954526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4" name="Shape 92"/>
          <p:cNvSpPr/>
          <p:nvPr/>
        </p:nvSpPr>
        <p:spPr>
          <a:xfrm>
            <a:off x="6967738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95" name="Text 93"/>
          <p:cNvSpPr/>
          <p:nvPr/>
        </p:nvSpPr>
        <p:spPr>
          <a:xfrm>
            <a:off x="6954526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8579631" y="4542739"/>
            <a:ext cx="898432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97" name="Shape 95"/>
          <p:cNvSpPr/>
          <p:nvPr/>
        </p:nvSpPr>
        <p:spPr>
          <a:xfrm>
            <a:off x="8473933" y="4578624"/>
            <a:ext cx="1083404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473933" y="4690265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99" name="Shape 97"/>
          <p:cNvSpPr/>
          <p:nvPr/>
        </p:nvSpPr>
        <p:spPr>
          <a:xfrm>
            <a:off x="8473933" y="4796590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0" name="Shape 98"/>
          <p:cNvSpPr/>
          <p:nvPr/>
        </p:nvSpPr>
        <p:spPr>
          <a:xfrm>
            <a:off x="8473933" y="4956078"/>
            <a:ext cx="1083404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1" name="Shape 99"/>
          <p:cNvSpPr/>
          <p:nvPr/>
        </p:nvSpPr>
        <p:spPr>
          <a:xfrm>
            <a:off x="8487146" y="5095630"/>
            <a:ext cx="1096616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102" name="Text 100"/>
          <p:cNvSpPr/>
          <p:nvPr/>
        </p:nvSpPr>
        <p:spPr>
          <a:xfrm>
            <a:off x="8473933" y="4578624"/>
            <a:ext cx="1083404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9940492" y="4542739"/>
            <a:ext cx="885220" cy="29239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834794" y="4578624"/>
            <a:ext cx="1070191" cy="524980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834794" y="4690265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834794" y="4796590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834794" y="4956078"/>
            <a:ext cx="1070191" cy="27910"/>
          </a:xfrm>
          <a:prstGeom prst="rect">
            <a:avLst/>
          </a:prstGeom>
          <a:solidFill>
            <a:srgbClr val="0A1A6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848006" y="5095630"/>
            <a:ext cx="1083404" cy="26581"/>
          </a:xfrm>
          <a:prstGeom prst="rect">
            <a:avLst/>
          </a:prstGeom>
          <a:solidFill>
            <a:srgbClr val="14247E"/>
          </a:solidFill>
          <a:ln/>
        </p:spPr>
      </p:sp>
      <p:sp>
        <p:nvSpPr>
          <p:cNvPr id="109" name="Text 107"/>
          <p:cNvSpPr/>
          <p:nvPr/>
        </p:nvSpPr>
        <p:spPr>
          <a:xfrm>
            <a:off x="9834794" y="4578624"/>
            <a:ext cx="1070191" cy="5249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4298866" y="6033949"/>
            <a:ext cx="6447572" cy="292394"/>
          </a:xfrm>
          <a:prstGeom prst="rect">
            <a:avLst/>
          </a:prstGeom>
          <a:solidFill>
            <a:srgbClr val="7A00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and Position Encoding</a:t>
            </a:r>
            <a:endParaRPr lang="en-US" sz="1550" dirty="0"/>
          </a:p>
        </p:txBody>
      </p:sp>
      <p:sp>
        <p:nvSpPr>
          <p:cNvPr id="111" name="Shape 109"/>
          <p:cNvSpPr/>
          <p:nvPr/>
        </p:nvSpPr>
        <p:spPr>
          <a:xfrm>
            <a:off x="4635778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4606711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970214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5941147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6155186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6126119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304650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7275583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489622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7460555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674593" y="5209929"/>
            <a:ext cx="0" cy="757566"/>
          </a:xfrm>
          <a:prstGeom prst="line">
            <a:avLst/>
          </a:prstGeom>
          <a:noFill/>
          <a:ln w="5080">
            <a:solidFill>
              <a:srgbClr val="A8B0E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7645526" y="5123540"/>
            <a:ext cx="59455" cy="73098"/>
          </a:xfrm>
          <a:prstGeom prst="triangle">
            <a:avLst/>
          </a:prstGeom>
          <a:solidFill>
            <a:srgbClr val="3040C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738178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8709111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923150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4083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108121" y="5209929"/>
            <a:ext cx="0" cy="757566"/>
          </a:xfrm>
          <a:prstGeom prst="line">
            <a:avLst/>
          </a:prstGeom>
          <a:noFill/>
          <a:ln w="5080">
            <a:solidFill>
              <a:srgbClr val="A8B0E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9079054" y="5123540"/>
            <a:ext cx="59455" cy="73098"/>
          </a:xfrm>
          <a:prstGeom prst="triangle">
            <a:avLst/>
          </a:prstGeom>
          <a:solidFill>
            <a:srgbClr val="3040C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293092" y="5209929"/>
            <a:ext cx="0" cy="757566"/>
          </a:xfrm>
          <a:prstGeom prst="line">
            <a:avLst/>
          </a:prstGeom>
          <a:noFill/>
          <a:ln w="5080">
            <a:solidFill>
              <a:srgbClr val="F0C8A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9264025" y="5123540"/>
            <a:ext cx="59455" cy="73098"/>
          </a:xfrm>
          <a:prstGeom prst="triangle">
            <a:avLst/>
          </a:prstGeom>
          <a:solidFill>
            <a:srgbClr val="E0803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999947" y="5209929"/>
            <a:ext cx="0" cy="757566"/>
          </a:xfrm>
          <a:prstGeom prst="line">
            <a:avLst/>
          </a:prstGeom>
          <a:noFill/>
          <a:ln w="5080">
            <a:solidFill>
              <a:srgbClr val="D8A8D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9970880" y="5123540"/>
            <a:ext cx="59455" cy="73098"/>
          </a:xfrm>
          <a:prstGeom prst="triangle">
            <a:avLst/>
          </a:prstGeom>
          <a:solidFill>
            <a:srgbClr val="B040B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184918" y="5209929"/>
            <a:ext cx="0" cy="757566"/>
          </a:xfrm>
          <a:prstGeom prst="line">
            <a:avLst/>
          </a:prstGeom>
          <a:noFill/>
          <a:ln w="5080">
            <a:solidFill>
              <a:srgbClr val="E8B0B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10155851" y="5123540"/>
            <a:ext cx="59455" cy="73098"/>
          </a:xfrm>
          <a:prstGeom prst="triangle">
            <a:avLst/>
          </a:prstGeom>
          <a:solidFill>
            <a:srgbClr val="D0303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369890" y="5209929"/>
            <a:ext cx="0" cy="757566"/>
          </a:xfrm>
          <a:prstGeom prst="line">
            <a:avLst/>
          </a:prstGeom>
          <a:noFill/>
          <a:ln w="5080">
            <a:solidFill>
              <a:srgbClr val="A8B0E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10340823" y="5123540"/>
            <a:ext cx="59455" cy="73098"/>
          </a:xfrm>
          <a:prstGeom prst="triangle">
            <a:avLst/>
          </a:prstGeom>
          <a:solidFill>
            <a:srgbClr val="3040C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554861" y="5209929"/>
            <a:ext cx="0" cy="757566"/>
          </a:xfrm>
          <a:prstGeom prst="line">
            <a:avLst/>
          </a:prstGeom>
          <a:noFill/>
          <a:ln w="5080">
            <a:solidFill>
              <a:srgbClr val="F0C8A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10525794" y="5123540"/>
            <a:ext cx="59455" cy="73098"/>
          </a:xfrm>
          <a:prstGeom prst="triangle">
            <a:avLst/>
          </a:prstGeom>
          <a:solidFill>
            <a:srgbClr val="E0803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739832" y="5209929"/>
            <a:ext cx="0" cy="757566"/>
          </a:xfrm>
          <a:prstGeom prst="line">
            <a:avLst/>
          </a:prstGeom>
          <a:noFill/>
          <a:ln w="5080">
            <a:solidFill>
              <a:srgbClr val="C8A8A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10710765" y="5123540"/>
            <a:ext cx="59455" cy="73098"/>
          </a:xfrm>
          <a:prstGeom prst="triangle">
            <a:avLst/>
          </a:prstGeom>
          <a:solidFill>
            <a:srgbClr val="902828"/>
          </a:solidFill>
          <a:ln/>
        </p:spPr>
      </p:sp>
      <p:sp>
        <p:nvSpPr>
          <p:cNvPr id="141" name="Text 139"/>
          <p:cNvSpPr/>
          <p:nvPr/>
        </p:nvSpPr>
        <p:spPr>
          <a:xfrm>
            <a:off x="4100682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5514392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1250" dirty="0"/>
          </a:p>
        </p:txBody>
      </p:sp>
      <p:sp>
        <p:nvSpPr>
          <p:cNvPr id="143" name="Text 141"/>
          <p:cNvSpPr/>
          <p:nvPr/>
        </p:nvSpPr>
        <p:spPr>
          <a:xfrm>
            <a:off x="6954526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250" dirty="0"/>
          </a:p>
        </p:txBody>
      </p:sp>
      <p:sp>
        <p:nvSpPr>
          <p:cNvPr id="144" name="Text 142"/>
          <p:cNvSpPr/>
          <p:nvPr/>
        </p:nvSpPr>
        <p:spPr>
          <a:xfrm>
            <a:off x="8447509" y="6339633"/>
            <a:ext cx="1070191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250" dirty="0"/>
          </a:p>
        </p:txBody>
      </p:sp>
      <p:sp>
        <p:nvSpPr>
          <p:cNvPr id="145" name="Text 143"/>
          <p:cNvSpPr/>
          <p:nvPr/>
        </p:nvSpPr>
        <p:spPr>
          <a:xfrm>
            <a:off x="9887643" y="6339633"/>
            <a:ext cx="1096616" cy="425300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malade</a:t>
            </a:r>
            <a:endParaRPr lang="en-US" sz="1250" dirty="0"/>
          </a:p>
        </p:txBody>
      </p:sp>
      <p:sp>
        <p:nvSpPr>
          <p:cNvPr id="146" name="Shape 144"/>
          <p:cNvSpPr/>
          <p:nvPr/>
        </p:nvSpPr>
        <p:spPr>
          <a:xfrm>
            <a:off x="4259229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91352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523474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457413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50" name="Shape 148"/>
          <p:cNvSpPr/>
          <p:nvPr/>
        </p:nvSpPr>
        <p:spPr>
          <a:xfrm>
            <a:off x="5567241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699363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31486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765425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54" name="Shape 152"/>
          <p:cNvSpPr/>
          <p:nvPr/>
        </p:nvSpPr>
        <p:spPr>
          <a:xfrm>
            <a:off x="7047012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79134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311256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245195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>
            <a:off x="8539995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72117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04239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738178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>
            <a:off x="9887643" y="717694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019765" y="717694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0151888" y="717694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85826" y="917054"/>
            <a:ext cx="0" cy="186069"/>
          </a:xfrm>
          <a:prstGeom prst="line">
            <a:avLst/>
          </a:prstGeom>
          <a:noFill/>
          <a:ln w="12700">
            <a:solidFill>
              <a:srgbClr val="85806E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4246017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378139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10262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606878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739000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871122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060224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92346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324469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53207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685329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817452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900855" y="3681506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032978" y="3681506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165100" y="3681506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06954" y="3415693"/>
            <a:ext cx="3144513" cy="299039"/>
          </a:xfrm>
          <a:prstGeom prst="rect">
            <a:avLst/>
          </a:prstGeom>
          <a:ln w="9525">
            <a:solidFill>
              <a:srgbClr val="ACA39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78713" y="3522019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10835" y="3522019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42957" y="3522019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709267" y="3522019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841390" y="3522019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973512" y="3522019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713397" y="3522019"/>
            <a:ext cx="118910" cy="172778"/>
          </a:xfrm>
          <a:prstGeom prst="rect">
            <a:avLst/>
          </a:prstGeom>
          <a:solidFill>
            <a:srgbClr val="FDFDC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845520" y="3522019"/>
            <a:ext cx="118910" cy="172778"/>
          </a:xfrm>
          <a:prstGeom prst="rect">
            <a:avLst/>
          </a:prstGeom>
          <a:solidFill>
            <a:srgbClr val="F8FBE8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977642" y="3522019"/>
            <a:ext cx="118910" cy="172778"/>
          </a:xfrm>
          <a:prstGeom prst="rect">
            <a:avLst/>
          </a:prstGeom>
          <a:solidFill>
            <a:srgbClr val="F5CDCB"/>
          </a:solidFill>
          <a:ln w="6350">
            <a:solidFill>
              <a:srgbClr val="A8A088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797623" y="3282787"/>
            <a:ext cx="158547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192" name="Text 190"/>
          <p:cNvSpPr/>
          <p:nvPr/>
        </p:nvSpPr>
        <p:spPr>
          <a:xfrm>
            <a:off x="1828177" y="3282787"/>
            <a:ext cx="158547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193" name="Text 191"/>
          <p:cNvSpPr/>
          <p:nvPr/>
        </p:nvSpPr>
        <p:spPr>
          <a:xfrm>
            <a:off x="2832308" y="3282787"/>
            <a:ext cx="158547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194" name="Shape 192"/>
          <p:cNvSpPr/>
          <p:nvPr/>
        </p:nvSpPr>
        <p:spPr>
          <a:xfrm>
            <a:off x="4140319" y="5628584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140319" y="5834589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14031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29886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457413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615960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774507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933053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140319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933053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567241" y="5628584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567241" y="5834589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5567241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72578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88433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04288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20142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35997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567241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359975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007375" y="5628584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007375" y="5834589"/>
            <a:ext cx="1096616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00737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16592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32446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48301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64156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80010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007375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800109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487146" y="5628584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487146" y="5834589"/>
            <a:ext cx="1083404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48714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64569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804239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962786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121333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279880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487146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279880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953704" y="5628584"/>
            <a:ext cx="845583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953704" y="5834589"/>
            <a:ext cx="845583" cy="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953704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112251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27079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429345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0587892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746438" y="5635230"/>
            <a:ext cx="0" cy="199360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953704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746438" y="5834589"/>
            <a:ext cx="0" cy="186069"/>
          </a:xfrm>
          <a:prstGeom prst="line">
            <a:avLst/>
          </a:prstGeom>
          <a:noFill/>
          <a:ln w="9525">
            <a:solidFill>
              <a:srgbClr val="C2B498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50472" y="3973900"/>
            <a:ext cx="2774570" cy="1594876"/>
          </a:xfrm>
          <a:prstGeom prst="rect">
            <a:avLst/>
          </a:prstGeom>
          <a:solidFill>
            <a:srgbClr val="1738C4"/>
          </a:solidFill>
          <a:ln/>
        </p:spPr>
      </p:sp>
      <p:sp>
        <p:nvSpPr>
          <p:cNvPr id="245" name="Shape 243"/>
          <p:cNvSpPr/>
          <p:nvPr/>
        </p:nvSpPr>
        <p:spPr>
          <a:xfrm>
            <a:off x="942957" y="3940674"/>
            <a:ext cx="2589599" cy="33227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46" name="Text 244"/>
          <p:cNvSpPr/>
          <p:nvPr/>
        </p:nvSpPr>
        <p:spPr>
          <a:xfrm>
            <a:off x="771198" y="4053644"/>
            <a:ext cx="2774570" cy="1594876"/>
          </a:xfrm>
          <a:prstGeom prst="rect">
            <a:avLst/>
          </a:prstGeom>
          <a:solidFill>
            <a:srgbClr val="0010B4"/>
          </a:solidFill>
          <a:ln w="9525">
            <a:solidFill>
              <a:srgbClr val="00008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</a:t>
            </a:r>
            <a:endParaRPr lang="en-US" sz="1900" dirty="0"/>
          </a:p>
        </p:txBody>
      </p:sp>
      <p:sp>
        <p:nvSpPr>
          <p:cNvPr id="247" name="Text 245"/>
          <p:cNvSpPr/>
          <p:nvPr/>
        </p:nvSpPr>
        <p:spPr>
          <a:xfrm>
            <a:off x="705137" y="5901042"/>
            <a:ext cx="872008" cy="451882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500" dirty="0"/>
          </a:p>
        </p:txBody>
      </p:sp>
      <p:sp>
        <p:nvSpPr>
          <p:cNvPr id="248" name="Text 246"/>
          <p:cNvSpPr/>
          <p:nvPr/>
        </p:nvSpPr>
        <p:spPr>
          <a:xfrm>
            <a:off x="1709267" y="5901042"/>
            <a:ext cx="872008" cy="451882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</a:t>
            </a:r>
            <a:endParaRPr lang="en-US" sz="1500" dirty="0"/>
          </a:p>
        </p:txBody>
      </p:sp>
      <p:sp>
        <p:nvSpPr>
          <p:cNvPr id="249" name="Text 247"/>
          <p:cNvSpPr/>
          <p:nvPr/>
        </p:nvSpPr>
        <p:spPr>
          <a:xfrm>
            <a:off x="2713397" y="5901042"/>
            <a:ext cx="872008" cy="451882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Sick</a:t>
            </a:r>
            <a:endParaRPr lang="en-US" sz="1500" dirty="0"/>
          </a:p>
        </p:txBody>
      </p:sp>
      <p:sp>
        <p:nvSpPr>
          <p:cNvPr id="250" name="Text 248"/>
          <p:cNvSpPr/>
          <p:nvPr/>
        </p:nvSpPr>
        <p:spPr>
          <a:xfrm>
            <a:off x="599439" y="6445958"/>
            <a:ext cx="2391415" cy="345557"/>
          </a:xfrm>
          <a:prstGeom prst="rect">
            <a:avLst/>
          </a:prstGeom>
          <a:solidFill>
            <a:srgbClr val="EAFBDC"/>
          </a:solidFill>
          <a:ln w="9525">
            <a:solidFill>
              <a:srgbClr val="B8CCA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= Start Of Sentence</a:t>
            </a:r>
            <a:endParaRPr lang="en-US" sz="1250" dirty="0"/>
          </a:p>
        </p:txBody>
      </p:sp>
      <p:sp>
        <p:nvSpPr>
          <p:cNvPr id="251" name="Shape 249"/>
          <p:cNvSpPr/>
          <p:nvPr/>
        </p:nvSpPr>
        <p:spPr>
          <a:xfrm flipV="1">
            <a:off x="1009019" y="2711290"/>
            <a:ext cx="2880268" cy="770857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flipV="1">
            <a:off x="1999937" y="2870777"/>
            <a:ext cx="1915775" cy="611369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flipV="1">
            <a:off x="2990854" y="3056846"/>
            <a:ext cx="951281" cy="42530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599439" y="824019"/>
            <a:ext cx="3065239" cy="598079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</a:t>
            </a:r>
            <a:pPr algn="ctr" indent="0" marL="0">
              <a:lnSpc>
                <a:spcPts val="1800"/>
              </a:lnSpc>
              <a:buNone/>
            </a:pPr>
            <a:r>
              <a:rPr lang="en-US" sz="1450" b="1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Block</a:t>
            </a:r>
            <a:endParaRPr lang="en-US" sz="1450" dirty="0"/>
          </a:p>
        </p:txBody>
      </p:sp>
      <p:sp>
        <p:nvSpPr>
          <p:cNvPr id="255" name="Text 253"/>
          <p:cNvSpPr/>
          <p:nvPr/>
        </p:nvSpPr>
        <p:spPr>
          <a:xfrm>
            <a:off x="599439" y="1687911"/>
            <a:ext cx="3065239" cy="677822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Multi-head </a:t>
            </a:r>
            <a:pPr algn="ctr" indent="0" marL="0">
              <a:lnSpc>
                <a:spcPts val="1800"/>
              </a:lnSpc>
              <a:buNone/>
            </a:pPr>
            <a:r>
              <a:rPr lang="en-US" sz="1450" b="1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</a:t>
            </a:r>
            <a:endParaRPr lang="en-US" sz="14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Block</a:t>
            </a:r>
            <a:endParaRPr lang="en-US" sz="1450" dirty="0"/>
          </a:p>
        </p:txBody>
      </p:sp>
      <p:sp>
        <p:nvSpPr>
          <p:cNvPr id="256" name="Shape 254"/>
          <p:cNvSpPr/>
          <p:nvPr/>
        </p:nvSpPr>
        <p:spPr>
          <a:xfrm>
            <a:off x="2435940" y="1475261"/>
            <a:ext cx="1440134" cy="212650"/>
          </a:xfrm>
          <a:prstGeom prst="line">
            <a:avLst/>
          </a:prstGeom>
          <a:noFill/>
          <a:ln w="571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57" name="Shape 255"/>
          <p:cNvSpPr/>
          <p:nvPr/>
        </p:nvSpPr>
        <p:spPr>
          <a:xfrm>
            <a:off x="2237757" y="2498640"/>
            <a:ext cx="1506195" cy="1475261"/>
          </a:xfrm>
          <a:prstGeom prst="line">
            <a:avLst/>
          </a:prstGeom>
          <a:noFill/>
          <a:ln w="76200">
            <a:solidFill>
              <a:srgbClr val="CC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3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62250" y="714781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Look Ahead Mask</a:t>
            </a:r>
            <a:endParaRPr lang="en-US" sz="2430" dirty="0"/>
          </a:p>
        </p:txBody>
      </p:sp>
      <p:sp>
        <p:nvSpPr>
          <p:cNvPr id="6" name="Text 4"/>
          <p:cNvSpPr/>
          <p:nvPr/>
        </p:nvSpPr>
        <p:spPr>
          <a:xfrm>
            <a:off x="2622550" y="106720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(Used in  Decoder </a:t>
            </a:r>
            <a:pPr algn="ctr" indent="0" marL="0">
              <a:buNone/>
            </a:pPr>
            <a:r>
              <a:rPr lang="en-US" sz="243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Block </a:t>
            </a:r>
            <a:pPr algn="ctr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430" dirty="0"/>
          </a:p>
        </p:txBody>
      </p:sp>
      <p:sp>
        <p:nvSpPr>
          <p:cNvPr id="7" name="Text 5"/>
          <p:cNvSpPr/>
          <p:nvPr/>
        </p:nvSpPr>
        <p:spPr>
          <a:xfrm>
            <a:off x="9441180" y="142570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61170" y="1664970"/>
            <a:ext cx="2077720" cy="95631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9" name="Equation OMML" descr="\sigma(x_j)=\frac{e^{x_j}}{\sum_i e^{x_i}}"/>
              <p:cNvSpPr txBox="1"/>
              <p:nvPr/>
            </p:nvSpPr>
            <p:spPr>
              <a:xfrm>
                <a:off x="9534401" y="1784861"/>
                <a:ext cx="1525521" cy="59131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07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σ(</m:t>
                      </m:r>
                      <m:sSub>
                        <m:sSubPr>
                          <m:ctrlP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207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f>
                        <m:fPr>
                          <m:ctrlPr>
                            <a:rPr lang="en-US" i="1" smtClean="0" sz="207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e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j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 sz="207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 sz="207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e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 smtClean="0" sz="207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 sz="207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 xml:space="preserve">x</m:t>
                                      </m:r>
                                    </m:e>
                                    <m:sub>
                                      <m:r>
                                        <a:rPr lang="en-US" i="1" smtClean="0" sz="207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 xml:space="preserve">i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9" name="Image 0" descr="/home/ahmed/Projects/ai_llm_slides/videos/deep-learning/002_transformers_part2/recreated_pptx/build/assets/eq_053_softmax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534401" y="1784861"/>
                <a:ext cx="1525521" cy="591315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Shape 7"/>
          <p:cNvSpPr/>
          <p:nvPr/>
        </p:nvSpPr>
        <p:spPr>
          <a:xfrm>
            <a:off x="4147820" y="1465580"/>
            <a:ext cx="4883150" cy="3997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2700000">
            <a:off x="520192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2" name="Text 9"/>
          <p:cNvSpPr/>
          <p:nvPr/>
        </p:nvSpPr>
        <p:spPr>
          <a:xfrm rot="2700000">
            <a:off x="520192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 rot="2700000">
            <a:off x="576199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4" name="Text 11"/>
          <p:cNvSpPr/>
          <p:nvPr/>
        </p:nvSpPr>
        <p:spPr>
          <a:xfrm rot="2700000">
            <a:off x="576199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 rot="2700000">
            <a:off x="635254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6" name="Text 13"/>
          <p:cNvSpPr/>
          <p:nvPr/>
        </p:nvSpPr>
        <p:spPr>
          <a:xfrm rot="2700000">
            <a:off x="635254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 rot="2700000">
            <a:off x="699262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18" name="Text 15"/>
          <p:cNvSpPr/>
          <p:nvPr/>
        </p:nvSpPr>
        <p:spPr>
          <a:xfrm rot="2700000">
            <a:off x="699262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 rot="2700000">
            <a:off x="7551420" y="2076450"/>
            <a:ext cx="1066800" cy="22860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20" name="Text 17"/>
          <p:cNvSpPr/>
          <p:nvPr/>
        </p:nvSpPr>
        <p:spPr>
          <a:xfrm rot="2700000">
            <a:off x="7551420" y="20764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malade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413250" y="275336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2" name="Text 19"/>
          <p:cNvSpPr/>
          <p:nvPr/>
        </p:nvSpPr>
        <p:spPr>
          <a:xfrm>
            <a:off x="4413250" y="275336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413250" y="327152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4" name="Text 21"/>
          <p:cNvSpPr/>
          <p:nvPr/>
        </p:nvSpPr>
        <p:spPr>
          <a:xfrm>
            <a:off x="4413250" y="327152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13250" y="376301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6" name="Text 23"/>
          <p:cNvSpPr/>
          <p:nvPr/>
        </p:nvSpPr>
        <p:spPr>
          <a:xfrm>
            <a:off x="4413250" y="376301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413250" y="4301490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28" name="Text 25"/>
          <p:cNvSpPr/>
          <p:nvPr/>
        </p:nvSpPr>
        <p:spPr>
          <a:xfrm>
            <a:off x="4413250" y="4301490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413250" y="4812665"/>
            <a:ext cx="1101090" cy="332740"/>
          </a:xfrm>
          <a:prstGeom prst="roundRect">
            <a:avLst>
              <a:gd name="adj" fmla="val 21985"/>
            </a:avLst>
          </a:prstGeom>
          <a:solidFill>
            <a:srgbClr val="DCF5DC"/>
          </a:solidFill>
          <a:ln/>
        </p:spPr>
      </p:sp>
      <p:sp>
        <p:nvSpPr>
          <p:cNvPr id="30" name="Text 27"/>
          <p:cNvSpPr/>
          <p:nvPr/>
        </p:nvSpPr>
        <p:spPr>
          <a:xfrm>
            <a:off x="4413250" y="4812665"/>
            <a:ext cx="110109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malade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656580" y="2678430"/>
            <a:ext cx="3063240" cy="2604770"/>
          </a:xfrm>
          <a:prstGeom prst="roundRect">
            <a:avLst>
              <a:gd name="adj" fmla="val 2808"/>
            </a:avLst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5656580" y="2678430"/>
            <a:ext cx="344170" cy="2604770"/>
          </a:xfrm>
          <a:prstGeom prst="rect">
            <a:avLst/>
          </a:prstGeom>
          <a:solidFill>
            <a:srgbClr val="DCF5DC"/>
          </a:solidFill>
          <a:ln/>
        </p:spPr>
      </p:sp>
      <p:sp>
        <p:nvSpPr>
          <p:cNvPr id="33" name="Shape 30"/>
          <p:cNvSpPr/>
          <p:nvPr/>
        </p:nvSpPr>
        <p:spPr>
          <a:xfrm>
            <a:off x="6000750" y="2678430"/>
            <a:ext cx="2706370" cy="2604770"/>
          </a:xfrm>
          <a:prstGeom prst="rtTriangle">
            <a:avLst/>
          </a:prstGeom>
          <a:solidFill>
            <a:srgbClr val="DCF5DC"/>
          </a:solidFill>
          <a:ln/>
        </p:spPr>
      </p:sp>
      <p:sp>
        <p:nvSpPr>
          <p:cNvPr id="34" name="Shape 31"/>
          <p:cNvSpPr/>
          <p:nvPr/>
        </p:nvSpPr>
        <p:spPr>
          <a:xfrm flipH="1" flipV="1">
            <a:off x="6000750" y="2678430"/>
            <a:ext cx="2719070" cy="2604770"/>
          </a:xfrm>
          <a:prstGeom prst="rtTriangle">
            <a:avLst/>
          </a:prstGeom>
          <a:solidFill>
            <a:srgbClr val="C4ACA0"/>
          </a:solidFill>
          <a:ln/>
        </p:spPr>
      </p:sp>
      <p:sp>
        <p:nvSpPr>
          <p:cNvPr id="35" name="Shape 32"/>
          <p:cNvSpPr/>
          <p:nvPr/>
        </p:nvSpPr>
        <p:spPr>
          <a:xfrm>
            <a:off x="6000750" y="2678430"/>
            <a:ext cx="2706370" cy="260477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56580" y="2678430"/>
            <a:ext cx="3063240" cy="2604770"/>
          </a:xfrm>
          <a:prstGeom prst="roundRect">
            <a:avLst>
              <a:gd name="adj" fmla="val 2808"/>
            </a:avLst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30570" y="28524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34050" y="28257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42874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4779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04088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5993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765302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7207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265160" y="28257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84210" y="28409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830570" y="33731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34050" y="33464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442710" y="33731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46190" y="33464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040880" y="33464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059930" y="33616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7653020" y="33464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672070" y="33616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8265160" y="33464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284210" y="33616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5830570" y="38938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734050" y="38671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6442710" y="38938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346190" y="38671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7054850" y="38938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958330" y="38671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7653020" y="38671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672070" y="38823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8265160" y="38671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284210" y="38823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583057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73405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644271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34619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705485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95833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7666990" y="44145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570470" y="43878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8265160" y="4387850"/>
            <a:ext cx="292100" cy="226060"/>
          </a:xfrm>
          <a:prstGeom prst="roundRect">
            <a:avLst>
              <a:gd name="adj" fmla="val 14562"/>
            </a:avLst>
          </a:prstGeom>
          <a:solidFill>
            <a:srgbClr val="E3AA8A"/>
          </a:solidFill>
          <a:ln w="12700">
            <a:solidFill>
              <a:srgbClr val="7E4027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284210" y="440309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4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−∞</a:t>
            </a:r>
            <a:endParaRPr lang="en-US" sz="1150" dirty="0"/>
          </a:p>
        </p:txBody>
      </p:sp>
      <p:sp>
        <p:nvSpPr>
          <p:cNvPr id="77" name="Shape 74"/>
          <p:cNvSpPr/>
          <p:nvPr/>
        </p:nvSpPr>
        <p:spPr>
          <a:xfrm>
            <a:off x="583057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73405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644271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34619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705485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95833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766699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757047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8279130" y="4935220"/>
            <a:ext cx="264160" cy="172720"/>
          </a:xfrm>
          <a:prstGeom prst="rect">
            <a:avLst/>
          </a:prstGeom>
          <a:solidFill>
            <a:srgbClr val="FFFFCC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182610" y="490855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3738880" y="3882390"/>
            <a:ext cx="251460" cy="15367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88" name="Shape 85"/>
          <p:cNvSpPr/>
          <p:nvPr/>
        </p:nvSpPr>
        <p:spPr>
          <a:xfrm rot="5400000">
            <a:off x="3958590" y="3874770"/>
            <a:ext cx="243840" cy="180340"/>
          </a:xfrm>
          <a:prstGeom prst="triangle">
            <a:avLst/>
          </a:prstGeom>
          <a:solidFill>
            <a:srgbClr val="0000CC"/>
          </a:solidFill>
          <a:ln/>
        </p:spPr>
      </p:sp>
      <p:sp>
        <p:nvSpPr>
          <p:cNvPr id="89" name="Shape 86"/>
          <p:cNvSpPr/>
          <p:nvPr/>
        </p:nvSpPr>
        <p:spPr>
          <a:xfrm>
            <a:off x="603250" y="5543550"/>
            <a:ext cx="10768330" cy="11988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CC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815340" y="56108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Values are </a:t>
            </a:r>
            <a:pPr algn="l" indent="0" marL="0">
              <a:buNone/>
            </a:pPr>
            <a:r>
              <a:rPr lang="en-US" sz="2000" b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</a:t>
            </a:r>
            <a:pPr algn="l" indent="0" marL="0"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Masked (Scaled) Values</a:t>
            </a:r>
            <a:endParaRPr lang="en-US" sz="2000" dirty="0"/>
          </a:p>
        </p:txBody>
      </p:sp>
      <p:sp>
        <p:nvSpPr>
          <p:cNvPr id="91" name="Text 88"/>
          <p:cNvSpPr/>
          <p:nvPr/>
        </p:nvSpPr>
        <p:spPr>
          <a:xfrm>
            <a:off x="833120" y="617928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 of “0” </a:t>
            </a:r>
            <a:pPr algn="l" indent="0" marL="0">
              <a:buNone/>
            </a:pPr>
            <a:r>
              <a:rPr lang="en-US" sz="167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change the original values, consequently </a:t>
            </a:r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effect on Softmax output</a:t>
            </a:r>
            <a:endParaRPr lang="en-US" sz="1670" dirty="0"/>
          </a:p>
        </p:txBody>
      </p:sp>
      <p:sp>
        <p:nvSpPr>
          <p:cNvPr id="92" name="Text 89"/>
          <p:cNvSpPr/>
          <p:nvPr/>
        </p:nvSpPr>
        <p:spPr>
          <a:xfrm>
            <a:off x="833120" y="645868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 of “-inf” </a:t>
            </a:r>
            <a:pPr algn="l" indent="0" marL="0">
              <a:buNone/>
            </a:pPr>
            <a:r>
              <a:rPr lang="en-US" sz="167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“Zero” output of Softmax, </a:t>
            </a:r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 zero attention scores for </a:t>
            </a:r>
            <a:pPr algn="l" indent="0" marL="0">
              <a:buNone/>
            </a:pPr>
            <a:r>
              <a:rPr lang="en-US" sz="167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pPr algn="l" indent="0" marL="0">
              <a:buNone/>
            </a:pPr>
            <a:r>
              <a:rPr lang="en-US" sz="16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Words.</a:t>
            </a:r>
            <a:endParaRPr lang="en-US" sz="1670" dirty="0"/>
          </a:p>
        </p:txBody>
      </p:sp>
    </p:spTree>
  </p:cSld>
  <p:clrMapOvr>
    <a:masterClrMapping/>
  </p:clrMapOvr>
</p:sld>
</file>

<file path=ppt/slides/slide54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35050" y="77851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6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for Decoder  (Adding Mask)</a:t>
            </a:r>
            <a:endParaRPr lang="en-US" sz="1960" dirty="0"/>
          </a:p>
        </p:txBody>
      </p:sp>
      <p:sp>
        <p:nvSpPr>
          <p:cNvPr id="6" name="Shape 4"/>
          <p:cNvSpPr/>
          <p:nvPr/>
        </p:nvSpPr>
        <p:spPr>
          <a:xfrm>
            <a:off x="9412002" y="850601"/>
            <a:ext cx="422792" cy="265813"/>
          </a:xfrm>
          <a:prstGeom prst="rect">
            <a:avLst/>
          </a:prstGeom>
          <a:solidFill>
            <a:srgbClr val="FAFAB0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2002" y="850601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-−∞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72614" y="877182"/>
            <a:ext cx="277457" cy="225941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72614" y="877182"/>
            <a:ext cx="277457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402920" y="784148"/>
            <a:ext cx="422792" cy="212650"/>
          </a:xfrm>
          <a:prstGeom prst="rect">
            <a:avLst/>
          </a:prstGeom>
          <a:solidFill>
            <a:srgbClr val="FAFAB0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1925" y="1395517"/>
            <a:ext cx="10279122" cy="5249801"/>
          </a:xfrm>
          <a:prstGeom prst="roundRect">
            <a:avLst>
              <a:gd name="adj" fmla="val 1451"/>
            </a:avLst>
          </a:prstGeom>
          <a:solidFill>
            <a:srgbClr val="F5CF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84411" y="2910649"/>
            <a:ext cx="990918" cy="2126502"/>
          </a:xfrm>
          <a:prstGeom prst="roundRect">
            <a:avLst>
              <a:gd name="adj" fmla="val 6408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03321" y="3070137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61868" y="305684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65749" y="307013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577145" y="307013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903321" y="3588472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8" name="Text 16"/>
          <p:cNvSpPr/>
          <p:nvPr/>
        </p:nvSpPr>
        <p:spPr>
          <a:xfrm>
            <a:off x="1061868" y="3575181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65749" y="3588472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0" name="Shape 18"/>
          <p:cNvSpPr/>
          <p:nvPr/>
        </p:nvSpPr>
        <p:spPr>
          <a:xfrm>
            <a:off x="1577145" y="3588472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903321" y="4120097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22" name="Text 20"/>
          <p:cNvSpPr/>
          <p:nvPr/>
        </p:nvSpPr>
        <p:spPr>
          <a:xfrm>
            <a:off x="1061868" y="410680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65749" y="412009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4" name="Shape 22"/>
          <p:cNvSpPr/>
          <p:nvPr/>
        </p:nvSpPr>
        <p:spPr>
          <a:xfrm>
            <a:off x="1577145" y="412009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3321" y="4678304"/>
            <a:ext cx="118910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26" name="Text 24"/>
          <p:cNvSpPr/>
          <p:nvPr/>
        </p:nvSpPr>
        <p:spPr>
          <a:xfrm>
            <a:off x="1061868" y="4665013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65749" y="4678304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8" name="Shape 26"/>
          <p:cNvSpPr/>
          <p:nvPr/>
        </p:nvSpPr>
        <p:spPr>
          <a:xfrm>
            <a:off x="1577145" y="4678304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29" name="Shape 27"/>
          <p:cNvSpPr/>
          <p:nvPr/>
        </p:nvSpPr>
        <p:spPr>
          <a:xfrm>
            <a:off x="2065998" y="3030265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0" name="Text 28"/>
          <p:cNvSpPr/>
          <p:nvPr/>
        </p:nvSpPr>
        <p:spPr>
          <a:xfrm>
            <a:off x="2085816" y="3030265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65998" y="3548600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2" name="Text 30"/>
          <p:cNvSpPr/>
          <p:nvPr/>
        </p:nvSpPr>
        <p:spPr>
          <a:xfrm>
            <a:off x="2085816" y="3548600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65998" y="4066935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4" name="Text 32"/>
          <p:cNvSpPr/>
          <p:nvPr/>
        </p:nvSpPr>
        <p:spPr>
          <a:xfrm>
            <a:off x="2085816" y="4066935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065998" y="4625141"/>
            <a:ext cx="356730" cy="265813"/>
          </a:xfrm>
          <a:prstGeom prst="rect">
            <a:avLst/>
          </a:prstGeom>
          <a:solidFill>
            <a:srgbClr val="C9E9C6"/>
          </a:solidFill>
          <a:ln/>
        </p:spPr>
      </p:sp>
      <p:sp>
        <p:nvSpPr>
          <p:cNvPr id="36" name="Text 34"/>
          <p:cNvSpPr/>
          <p:nvPr/>
        </p:nvSpPr>
        <p:spPr>
          <a:xfrm>
            <a:off x="2085816" y="4625141"/>
            <a:ext cx="33030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634124" y="3083428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38" name="Shape 36"/>
          <p:cNvSpPr/>
          <p:nvPr/>
        </p:nvSpPr>
        <p:spPr>
          <a:xfrm>
            <a:off x="2713397" y="3083428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39" name="Text 37"/>
          <p:cNvSpPr/>
          <p:nvPr/>
        </p:nvSpPr>
        <p:spPr>
          <a:xfrm>
            <a:off x="3004067" y="3050201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34124" y="3615053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41" name="Shape 39"/>
          <p:cNvSpPr/>
          <p:nvPr/>
        </p:nvSpPr>
        <p:spPr>
          <a:xfrm>
            <a:off x="2713397" y="3615053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42" name="Text 40"/>
          <p:cNvSpPr/>
          <p:nvPr/>
        </p:nvSpPr>
        <p:spPr>
          <a:xfrm>
            <a:off x="3004067" y="3581826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34124" y="4133388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44" name="Shape 42"/>
          <p:cNvSpPr/>
          <p:nvPr/>
        </p:nvSpPr>
        <p:spPr>
          <a:xfrm>
            <a:off x="2713397" y="4133388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45" name="Text 43"/>
          <p:cNvSpPr/>
          <p:nvPr/>
        </p:nvSpPr>
        <p:spPr>
          <a:xfrm>
            <a:off x="3004067" y="4100161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34124" y="4691594"/>
            <a:ext cx="59455" cy="11961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47" name="Shape 45"/>
          <p:cNvSpPr/>
          <p:nvPr/>
        </p:nvSpPr>
        <p:spPr>
          <a:xfrm>
            <a:off x="2713397" y="4691594"/>
            <a:ext cx="224608" cy="119616"/>
          </a:xfrm>
          <a:prstGeom prst="rect">
            <a:avLst/>
          </a:prstGeom>
          <a:solidFill>
            <a:srgbClr val="EFE3C8"/>
          </a:solidFill>
          <a:ln/>
        </p:spPr>
      </p:sp>
      <p:sp>
        <p:nvSpPr>
          <p:cNvPr id="48" name="Text 46"/>
          <p:cNvSpPr/>
          <p:nvPr/>
        </p:nvSpPr>
        <p:spPr>
          <a:xfrm>
            <a:off x="3004067" y="4658368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5099" y="2511930"/>
            <a:ext cx="1083404" cy="2604965"/>
          </a:xfrm>
          <a:prstGeom prst="rect">
            <a:avLst/>
          </a:prstGeom>
          <a:solidFill>
            <a:srgbClr val="D8C8B9"/>
          </a:solidFill>
          <a:ln/>
        </p:spPr>
      </p:sp>
      <p:sp>
        <p:nvSpPr>
          <p:cNvPr id="50" name="Text 48"/>
          <p:cNvSpPr/>
          <p:nvPr/>
        </p:nvSpPr>
        <p:spPr>
          <a:xfrm>
            <a:off x="3347585" y="2618255"/>
            <a:ext cx="819159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46925" y="3103363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2" name="Shape 50"/>
          <p:cNvSpPr/>
          <p:nvPr/>
        </p:nvSpPr>
        <p:spPr>
          <a:xfrm>
            <a:off x="3948742" y="3621698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3" name="Shape 51"/>
          <p:cNvSpPr/>
          <p:nvPr/>
        </p:nvSpPr>
        <p:spPr>
          <a:xfrm>
            <a:off x="3710921" y="4140033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4" name="Shape 52"/>
          <p:cNvSpPr/>
          <p:nvPr/>
        </p:nvSpPr>
        <p:spPr>
          <a:xfrm>
            <a:off x="3459889" y="4698240"/>
            <a:ext cx="118910" cy="119616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55" name="Text 53"/>
          <p:cNvSpPr/>
          <p:nvPr/>
        </p:nvSpPr>
        <p:spPr>
          <a:xfrm>
            <a:off x="4378139" y="2538511"/>
            <a:ext cx="34351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479707" y="2113211"/>
            <a:ext cx="805947" cy="225941"/>
          </a:xfrm>
          <a:prstGeom prst="roundRect">
            <a:avLst>
              <a:gd name="adj" fmla="val 44967"/>
            </a:avLst>
          </a:prstGeom>
          <a:solidFill>
            <a:srgbClr val="F0F0D8"/>
          </a:solidFill>
          <a:ln w="9525">
            <a:solidFill>
              <a:srgbClr val="D8D88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9707" y="2113211"/>
            <a:ext cx="805947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27356" y="2538511"/>
            <a:ext cx="369943" cy="2565093"/>
          </a:xfrm>
          <a:prstGeom prst="rect">
            <a:avLst/>
          </a:prstGeom>
          <a:solidFill>
            <a:srgbClr val="F7D3D6"/>
          </a:solidFill>
          <a:ln/>
        </p:spPr>
      </p:sp>
      <p:sp>
        <p:nvSpPr>
          <p:cNvPr id="59" name="Text 57"/>
          <p:cNvSpPr/>
          <p:nvPr/>
        </p:nvSpPr>
        <p:spPr>
          <a:xfrm rot="5400000">
            <a:off x="3742327" y="3742347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2100" dirty="0"/>
          </a:p>
        </p:txBody>
      </p:sp>
      <mc:AlternateContent>
        <mc:Choice xmlns:a14="http://schemas.microsoft.com/office/drawing/2010/main" Requires="a14">
          <p:sp>
            <p:nvSpPr>
              <p:cNvPr id="60" name="Equation OMML" descr="\dfrac{K\cdot q}{\sqrt{d}}"/>
              <p:cNvSpPr txBox="1"/>
              <p:nvPr/>
            </p:nvSpPr>
            <p:spPr>
              <a:xfrm>
                <a:off x="5330825" y="2495550"/>
                <a:ext cx="327660" cy="4191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K⋅q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 smtClean="0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0" name="Image 0" descr="/home/ahmed/Projects/ai_llm_slides/videos/deep-learning/002_transformers_part2/recreated_pptx/build/assets/eq_Kcdotq_over_sqrtd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330825" y="2495550"/>
                <a:ext cx="327660" cy="419100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Shape 58"/>
          <p:cNvSpPr/>
          <p:nvPr/>
        </p:nvSpPr>
        <p:spPr>
          <a:xfrm>
            <a:off x="5778637" y="2538511"/>
            <a:ext cx="369943" cy="2578383"/>
          </a:xfrm>
          <a:prstGeom prst="rect">
            <a:avLst/>
          </a:prstGeom>
          <a:solidFill>
            <a:srgbClr val="B9E8C6"/>
          </a:solidFill>
          <a:ln w="12700">
            <a:solidFill>
              <a:srgbClr val="3E7A3E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 rot="16200000">
            <a:off x="5455608" y="2657388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8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818273" y="3096718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818273" y="3096718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-−∞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818273" y="3615053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18273" y="3615053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-−∞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5818273" y="4106806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818273" y="4106806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5818273" y="4665013"/>
            <a:ext cx="251033" cy="159488"/>
          </a:xfrm>
          <a:prstGeom prst="rect">
            <a:avLst/>
          </a:prstGeom>
          <a:solidFill>
            <a:srgbClr val="F6F6BE"/>
          </a:solidFill>
          <a:ln w="9525">
            <a:solidFill>
              <a:srgbClr val="8C825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818273" y="4665013"/>
            <a:ext cx="25103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5461543" y="5183348"/>
            <a:ext cx="977706" cy="58478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69"/>
          <p:cNvSpPr/>
          <p:nvPr/>
        </p:nvSpPr>
        <p:spPr>
          <a:xfrm>
            <a:off x="5514392" y="5289673"/>
            <a:ext cx="872008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6518522" y="2525221"/>
            <a:ext cx="290669" cy="2604965"/>
          </a:xfrm>
          <a:prstGeom prst="rect">
            <a:avLst/>
          </a:prstGeom>
          <a:solidFill>
            <a:srgbClr val="F7DCF9"/>
          </a:solidFill>
          <a:ln w="9525">
            <a:solidFill>
              <a:srgbClr val="E3BE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 rot="16200000">
            <a:off x="5748432" y="3448772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850" dirty="0"/>
          </a:p>
        </p:txBody>
      </p:sp>
      <p:sp>
        <p:nvSpPr>
          <p:cNvPr id="75" name="Text 72"/>
          <p:cNvSpPr/>
          <p:nvPr/>
        </p:nvSpPr>
        <p:spPr>
          <a:xfrm>
            <a:off x="6492098" y="3787831"/>
            <a:ext cx="211396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ς</a:t>
            </a:r>
            <a:endParaRPr lang="en-US" sz="2000" dirty="0"/>
          </a:p>
        </p:txBody>
      </p:sp>
      <p:sp>
        <p:nvSpPr>
          <p:cNvPr id="76" name="Shape 73"/>
          <p:cNvSpPr/>
          <p:nvPr/>
        </p:nvSpPr>
        <p:spPr>
          <a:xfrm>
            <a:off x="5990033" y="2086630"/>
            <a:ext cx="1056979" cy="265813"/>
          </a:xfrm>
          <a:prstGeom prst="roundRect">
            <a:avLst>
              <a:gd name="adj" fmla="val 43000"/>
            </a:avLst>
          </a:prstGeom>
          <a:solidFill>
            <a:srgbClr val="F0F0D8"/>
          </a:solidFill>
          <a:ln w="9525">
            <a:solidFill>
              <a:srgbClr val="D8D88E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990033" y="2086630"/>
            <a:ext cx="1056979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78" name="Text 75"/>
          <p:cNvSpPr/>
          <p:nvPr/>
        </p:nvSpPr>
        <p:spPr>
          <a:xfrm>
            <a:off x="6769555" y="2977102"/>
            <a:ext cx="184971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6914889" y="2511930"/>
            <a:ext cx="1691167" cy="279103"/>
          </a:xfrm>
          <a:prstGeom prst="rect">
            <a:avLst/>
          </a:prstGeom>
          <a:solidFill>
            <a:srgbClr val="E1F3F8"/>
          </a:solidFill>
          <a:ln/>
        </p:spPr>
      </p:sp>
      <p:sp>
        <p:nvSpPr>
          <p:cNvPr id="80" name="Text 77"/>
          <p:cNvSpPr/>
          <p:nvPr/>
        </p:nvSpPr>
        <p:spPr>
          <a:xfrm>
            <a:off x="6914889" y="2511930"/>
            <a:ext cx="169116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800" dirty="0"/>
          </a:p>
        </p:txBody>
      </p:sp>
      <p:sp>
        <p:nvSpPr>
          <p:cNvPr id="81" name="Shape 78"/>
          <p:cNvSpPr/>
          <p:nvPr/>
        </p:nvSpPr>
        <p:spPr>
          <a:xfrm>
            <a:off x="7932232" y="2086630"/>
            <a:ext cx="1175889" cy="265813"/>
          </a:xfrm>
          <a:prstGeom prst="roundRect">
            <a:avLst>
              <a:gd name="adj" fmla="val 43000"/>
            </a:avLst>
          </a:prstGeom>
          <a:solidFill>
            <a:srgbClr val="F0F0D8"/>
          </a:solidFill>
          <a:ln w="9525">
            <a:solidFill>
              <a:srgbClr val="D8D88E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7932232" y="2086630"/>
            <a:ext cx="1175889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 rot="1140000">
            <a:off x="7535864" y="1940433"/>
            <a:ext cx="211396" cy="558207"/>
          </a:xfrm>
          <a:prstGeom prst="upArrow">
            <a:avLst/>
          </a:prstGeom>
          <a:solidFill>
            <a:srgbClr val="00B050"/>
          </a:solidFill>
          <a:ln/>
        </p:spPr>
      </p:sp>
      <p:sp>
        <p:nvSpPr>
          <p:cNvPr id="84" name="Shape 81"/>
          <p:cNvSpPr/>
          <p:nvPr/>
        </p:nvSpPr>
        <p:spPr>
          <a:xfrm>
            <a:off x="7284832" y="1515132"/>
            <a:ext cx="766310" cy="332266"/>
          </a:xfrm>
          <a:prstGeom prst="roundRect">
            <a:avLst>
              <a:gd name="adj" fmla="val 15289"/>
            </a:avLst>
          </a:prstGeom>
          <a:solidFill>
            <a:srgbClr val="A4C6A2"/>
          </a:solidFill>
          <a:ln w="12700">
            <a:solidFill>
              <a:srgbClr val="3C8C3C"/>
            </a:solidFill>
            <a:prstDash val="dash"/>
          </a:ln>
        </p:spPr>
      </p:sp>
      <p:sp>
        <p:nvSpPr>
          <p:cNvPr id="85" name="Shape 82"/>
          <p:cNvSpPr/>
          <p:nvPr/>
        </p:nvSpPr>
        <p:spPr>
          <a:xfrm>
            <a:off x="7456591" y="1674620"/>
            <a:ext cx="85880" cy="159488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86" name="Text 83"/>
          <p:cNvSpPr/>
          <p:nvPr/>
        </p:nvSpPr>
        <p:spPr>
          <a:xfrm>
            <a:off x="7555683" y="1654684"/>
            <a:ext cx="132122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7701017" y="1674620"/>
            <a:ext cx="72667" cy="159488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88" name="Shape 85"/>
          <p:cNvSpPr/>
          <p:nvPr/>
        </p:nvSpPr>
        <p:spPr>
          <a:xfrm>
            <a:off x="7786897" y="1674620"/>
            <a:ext cx="72667" cy="159488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89" name="Shape 86"/>
          <p:cNvSpPr/>
          <p:nvPr/>
        </p:nvSpPr>
        <p:spPr>
          <a:xfrm>
            <a:off x="7872777" y="1674620"/>
            <a:ext cx="72667" cy="159488"/>
          </a:xfrm>
          <a:prstGeom prst="rect">
            <a:avLst/>
          </a:prstGeom>
          <a:solidFill>
            <a:srgbClr val="92D050"/>
          </a:solidFill>
          <a:ln/>
        </p:spPr>
      </p:sp>
      <p:sp>
        <p:nvSpPr>
          <p:cNvPr id="90" name="Shape 87"/>
          <p:cNvSpPr/>
          <p:nvPr/>
        </p:nvSpPr>
        <p:spPr>
          <a:xfrm>
            <a:off x="7020587" y="3056846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7020587" y="3056846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7416954" y="3548600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416954" y="3548600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4" name="Shape 91"/>
          <p:cNvSpPr/>
          <p:nvPr/>
        </p:nvSpPr>
        <p:spPr>
          <a:xfrm>
            <a:off x="7813321" y="4040353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813321" y="4040353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8209689" y="4532107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8209689" y="4532107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98" name="Text 95"/>
          <p:cNvSpPr/>
          <p:nvPr/>
        </p:nvSpPr>
        <p:spPr>
          <a:xfrm>
            <a:off x="8421084" y="3050201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8685329" y="3076782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0" name="Shape 97"/>
          <p:cNvSpPr/>
          <p:nvPr/>
        </p:nvSpPr>
        <p:spPr>
          <a:xfrm>
            <a:off x="8817452" y="3076782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1" name="Text 98"/>
          <p:cNvSpPr/>
          <p:nvPr/>
        </p:nvSpPr>
        <p:spPr>
          <a:xfrm>
            <a:off x="8421084" y="3581826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8685329" y="3608408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3" name="Shape 100"/>
          <p:cNvSpPr/>
          <p:nvPr/>
        </p:nvSpPr>
        <p:spPr>
          <a:xfrm>
            <a:off x="8817452" y="3608408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4" name="Text 101"/>
          <p:cNvSpPr/>
          <p:nvPr/>
        </p:nvSpPr>
        <p:spPr>
          <a:xfrm>
            <a:off x="8421084" y="4100161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8685329" y="4126742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8817452" y="4126742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07" name="Text 104"/>
          <p:cNvSpPr/>
          <p:nvPr/>
        </p:nvSpPr>
        <p:spPr>
          <a:xfrm>
            <a:off x="8421084" y="4658368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8685329" y="4684949"/>
            <a:ext cx="105698" cy="132906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8817452" y="4684949"/>
            <a:ext cx="158547" cy="132906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10" name="Shape 107"/>
          <p:cNvSpPr/>
          <p:nvPr/>
        </p:nvSpPr>
        <p:spPr>
          <a:xfrm>
            <a:off x="9081696" y="3003684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9114727" y="3003684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9081696" y="3535309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9114727" y="3535309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4" name="Shape 111"/>
          <p:cNvSpPr/>
          <p:nvPr/>
        </p:nvSpPr>
        <p:spPr>
          <a:xfrm>
            <a:off x="9081696" y="4053644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9114727" y="4053644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6" name="Shape 113"/>
          <p:cNvSpPr/>
          <p:nvPr/>
        </p:nvSpPr>
        <p:spPr>
          <a:xfrm>
            <a:off x="9081696" y="4611851"/>
            <a:ext cx="396367" cy="318975"/>
          </a:xfrm>
          <a:prstGeom prst="rect">
            <a:avLst/>
          </a:prstGeom>
          <a:solidFill>
            <a:srgbClr val="BEECF1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9114727" y="4611851"/>
            <a:ext cx="35673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18" name="Shape 115"/>
          <p:cNvSpPr/>
          <p:nvPr/>
        </p:nvSpPr>
        <p:spPr>
          <a:xfrm>
            <a:off x="9689459" y="2923940"/>
            <a:ext cx="990918" cy="2113211"/>
          </a:xfrm>
          <a:prstGeom prst="roundRect">
            <a:avLst>
              <a:gd name="adj" fmla="val 6408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19" name="Shape 116"/>
          <p:cNvSpPr/>
          <p:nvPr/>
        </p:nvSpPr>
        <p:spPr>
          <a:xfrm>
            <a:off x="9781945" y="3070137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20" name="Text 117"/>
          <p:cNvSpPr/>
          <p:nvPr/>
        </p:nvSpPr>
        <p:spPr>
          <a:xfrm>
            <a:off x="9940492" y="305684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21" name="Shape 118"/>
          <p:cNvSpPr/>
          <p:nvPr/>
        </p:nvSpPr>
        <p:spPr>
          <a:xfrm>
            <a:off x="10257586" y="307013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2" name="Shape 119"/>
          <p:cNvSpPr/>
          <p:nvPr/>
        </p:nvSpPr>
        <p:spPr>
          <a:xfrm>
            <a:off x="10468981" y="307013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3" name="Shape 120"/>
          <p:cNvSpPr/>
          <p:nvPr/>
        </p:nvSpPr>
        <p:spPr>
          <a:xfrm>
            <a:off x="9781945" y="35884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24" name="Text 121"/>
          <p:cNvSpPr/>
          <p:nvPr/>
        </p:nvSpPr>
        <p:spPr>
          <a:xfrm>
            <a:off x="9940492" y="3575181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10257586" y="3588472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6" name="Shape 123"/>
          <p:cNvSpPr/>
          <p:nvPr/>
        </p:nvSpPr>
        <p:spPr>
          <a:xfrm>
            <a:off x="10468981" y="3588472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27" name="Shape 124"/>
          <p:cNvSpPr/>
          <p:nvPr/>
        </p:nvSpPr>
        <p:spPr>
          <a:xfrm>
            <a:off x="9781945" y="4120097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28" name="Text 125"/>
          <p:cNvSpPr/>
          <p:nvPr/>
        </p:nvSpPr>
        <p:spPr>
          <a:xfrm>
            <a:off x="9940492" y="4106806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10257586" y="4120097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0" name="Shape 127"/>
          <p:cNvSpPr/>
          <p:nvPr/>
        </p:nvSpPr>
        <p:spPr>
          <a:xfrm>
            <a:off x="10468981" y="4120097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1" name="Shape 128"/>
          <p:cNvSpPr/>
          <p:nvPr/>
        </p:nvSpPr>
        <p:spPr>
          <a:xfrm>
            <a:off x="9781945" y="4678304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32" name="Text 129"/>
          <p:cNvSpPr/>
          <p:nvPr/>
        </p:nvSpPr>
        <p:spPr>
          <a:xfrm>
            <a:off x="9940492" y="4665013"/>
            <a:ext cx="317094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3" name="Shape 130"/>
          <p:cNvSpPr/>
          <p:nvPr/>
        </p:nvSpPr>
        <p:spPr>
          <a:xfrm>
            <a:off x="10257586" y="4678304"/>
            <a:ext cx="198184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4" name="Shape 131"/>
          <p:cNvSpPr/>
          <p:nvPr/>
        </p:nvSpPr>
        <p:spPr>
          <a:xfrm>
            <a:off x="10468981" y="4678304"/>
            <a:ext cx="184971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5" name="Shape 132"/>
          <p:cNvSpPr/>
          <p:nvPr/>
        </p:nvSpPr>
        <p:spPr>
          <a:xfrm>
            <a:off x="2303818" y="6073821"/>
            <a:ext cx="3924035" cy="505044"/>
          </a:xfrm>
          <a:prstGeom prst="roundRect">
            <a:avLst>
              <a:gd name="adj" fmla="val 12573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36" name="Shape 133"/>
          <p:cNvSpPr/>
          <p:nvPr/>
        </p:nvSpPr>
        <p:spPr>
          <a:xfrm>
            <a:off x="2462365" y="62133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37" name="Shape 134"/>
          <p:cNvSpPr/>
          <p:nvPr/>
        </p:nvSpPr>
        <p:spPr>
          <a:xfrm>
            <a:off x="2601093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8" name="Shape 135"/>
          <p:cNvSpPr/>
          <p:nvPr/>
        </p:nvSpPr>
        <p:spPr>
          <a:xfrm>
            <a:off x="2733216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39" name="Text 136"/>
          <p:cNvSpPr/>
          <p:nvPr/>
        </p:nvSpPr>
        <p:spPr>
          <a:xfrm>
            <a:off x="2739822" y="6200082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3413646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1" name="Shape 138"/>
          <p:cNvSpPr/>
          <p:nvPr/>
        </p:nvSpPr>
        <p:spPr>
          <a:xfrm>
            <a:off x="3605224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2" name="Shape 139"/>
          <p:cNvSpPr/>
          <p:nvPr/>
        </p:nvSpPr>
        <p:spPr>
          <a:xfrm>
            <a:off x="3796801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3" name="Shape 140"/>
          <p:cNvSpPr/>
          <p:nvPr/>
        </p:nvSpPr>
        <p:spPr>
          <a:xfrm>
            <a:off x="3988378" y="6200082"/>
            <a:ext cx="171759" cy="219295"/>
          </a:xfrm>
          <a:prstGeom prst="rect">
            <a:avLst/>
          </a:prstGeom>
          <a:solidFill>
            <a:srgbClr val="DA70D6"/>
          </a:solidFill>
          <a:ln w="9525">
            <a:solidFill>
              <a:srgbClr val="8B4789"/>
            </a:solidFill>
            <a:prstDash val="dash"/>
          </a:ln>
        </p:spPr>
      </p:sp>
      <p:sp>
        <p:nvSpPr>
          <p:cNvPr id="144" name="Text 141"/>
          <p:cNvSpPr/>
          <p:nvPr/>
        </p:nvSpPr>
        <p:spPr>
          <a:xfrm>
            <a:off x="3558981" y="6193436"/>
            <a:ext cx="317094" cy="2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4338503" y="62133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46" name="Shape 143"/>
          <p:cNvSpPr/>
          <p:nvPr/>
        </p:nvSpPr>
        <p:spPr>
          <a:xfrm>
            <a:off x="4477231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47" name="Shape 144"/>
          <p:cNvSpPr/>
          <p:nvPr/>
        </p:nvSpPr>
        <p:spPr>
          <a:xfrm>
            <a:off x="4609354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48" name="Text 145"/>
          <p:cNvSpPr/>
          <p:nvPr/>
        </p:nvSpPr>
        <p:spPr>
          <a:xfrm>
            <a:off x="4615960" y="6200082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5302996" y="6213372"/>
            <a:ext cx="125516" cy="186069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50" name="Shape 147"/>
          <p:cNvSpPr/>
          <p:nvPr/>
        </p:nvSpPr>
        <p:spPr>
          <a:xfrm>
            <a:off x="5441725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51" name="Shape 148"/>
          <p:cNvSpPr/>
          <p:nvPr/>
        </p:nvSpPr>
        <p:spPr>
          <a:xfrm>
            <a:off x="5573847" y="6213372"/>
            <a:ext cx="118910" cy="186069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52" name="Text 149"/>
          <p:cNvSpPr/>
          <p:nvPr/>
        </p:nvSpPr>
        <p:spPr>
          <a:xfrm>
            <a:off x="5580453" y="6200082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3440071" y="6532348"/>
            <a:ext cx="198184" cy="192714"/>
          </a:xfrm>
          <a:prstGeom prst="upArrow">
            <a:avLst/>
          </a:prstGeom>
          <a:solidFill>
            <a:srgbClr val="C00000"/>
          </a:solidFill>
          <a:ln/>
        </p:spPr>
      </p:sp>
      <p:sp>
        <p:nvSpPr>
          <p:cNvPr id="154" name="Shape 151"/>
          <p:cNvSpPr/>
          <p:nvPr/>
        </p:nvSpPr>
        <p:spPr>
          <a:xfrm>
            <a:off x="3426858" y="5528905"/>
            <a:ext cx="515277" cy="425300"/>
          </a:xfrm>
          <a:prstGeom prst="rect">
            <a:avLst/>
          </a:prstGeom>
          <a:solidFill>
            <a:srgbClr val="F2BCD8"/>
          </a:solidFill>
          <a:ln/>
        </p:spPr>
      </p:sp>
      <p:sp>
        <p:nvSpPr>
          <p:cNvPr id="155" name="Text 152"/>
          <p:cNvSpPr/>
          <p:nvPr/>
        </p:nvSpPr>
        <p:spPr>
          <a:xfrm>
            <a:off x="3426858" y="5528905"/>
            <a:ext cx="515277" cy="42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85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50" dirty="0"/>
          </a:p>
        </p:txBody>
      </p:sp>
      <p:sp>
        <p:nvSpPr>
          <p:cNvPr id="156" name="Text 153"/>
          <p:cNvSpPr/>
          <p:nvPr/>
        </p:nvSpPr>
        <p:spPr>
          <a:xfrm>
            <a:off x="3532556" y="5276382"/>
            <a:ext cx="211396" cy="19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57" name="Shape 154"/>
          <p:cNvSpPr/>
          <p:nvPr/>
        </p:nvSpPr>
        <p:spPr>
          <a:xfrm>
            <a:off x="3757164" y="5302964"/>
            <a:ext cx="105698" cy="159488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58" name="Shape 155"/>
          <p:cNvSpPr/>
          <p:nvPr/>
        </p:nvSpPr>
        <p:spPr>
          <a:xfrm>
            <a:off x="3876074" y="5302964"/>
            <a:ext cx="211396" cy="159488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59" name="Shape 156"/>
          <p:cNvSpPr/>
          <p:nvPr/>
        </p:nvSpPr>
        <p:spPr>
          <a:xfrm>
            <a:off x="9332729" y="5954205"/>
            <a:ext cx="2140383" cy="850601"/>
          </a:xfrm>
          <a:prstGeom prst="roundRect">
            <a:avLst>
              <a:gd name="adj" fmla="val 7465"/>
            </a:avLst>
          </a:prstGeom>
          <a:solidFill>
            <a:srgbClr val="E4FBE7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160" name="Text 157"/>
          <p:cNvSpPr/>
          <p:nvPr/>
        </p:nvSpPr>
        <p:spPr>
          <a:xfrm>
            <a:off x="9557337" y="6007367"/>
            <a:ext cx="502065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61" name="Shape 158"/>
          <p:cNvSpPr/>
          <p:nvPr/>
        </p:nvSpPr>
        <p:spPr>
          <a:xfrm>
            <a:off x="9583761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2" name="Shape 159"/>
          <p:cNvSpPr/>
          <p:nvPr/>
        </p:nvSpPr>
        <p:spPr>
          <a:xfrm>
            <a:off x="9696065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3" name="Shape 160"/>
          <p:cNvSpPr/>
          <p:nvPr/>
        </p:nvSpPr>
        <p:spPr>
          <a:xfrm>
            <a:off x="9808369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4" name="Shape 161"/>
          <p:cNvSpPr/>
          <p:nvPr/>
        </p:nvSpPr>
        <p:spPr>
          <a:xfrm>
            <a:off x="9920674" y="6193436"/>
            <a:ext cx="99092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65" name="Shape 162"/>
          <p:cNvSpPr/>
          <p:nvPr/>
        </p:nvSpPr>
        <p:spPr>
          <a:xfrm>
            <a:off x="10112251" y="6047239"/>
            <a:ext cx="369943" cy="372138"/>
          </a:xfrm>
          <a:prstGeom prst="rect">
            <a:avLst/>
          </a:prstGeom>
          <a:solidFill>
            <a:srgbClr val="F6F0BE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10112251" y="6047239"/>
            <a:ext cx="369943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100" dirty="0"/>
          </a:p>
        </p:txBody>
      </p:sp>
      <p:sp>
        <p:nvSpPr>
          <p:cNvPr id="167" name="Text 164"/>
          <p:cNvSpPr/>
          <p:nvPr/>
        </p:nvSpPr>
        <p:spPr>
          <a:xfrm>
            <a:off x="10112251" y="6439313"/>
            <a:ext cx="396367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587892" y="6140274"/>
            <a:ext cx="211396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/>
          </a:p>
        </p:txBody>
      </p:sp>
      <p:sp>
        <p:nvSpPr>
          <p:cNvPr id="169" name="Shape 166"/>
          <p:cNvSpPr/>
          <p:nvPr/>
        </p:nvSpPr>
        <p:spPr>
          <a:xfrm>
            <a:off x="10891773" y="6193436"/>
            <a:ext cx="105698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70" name="Shape 167"/>
          <p:cNvSpPr/>
          <p:nvPr/>
        </p:nvSpPr>
        <p:spPr>
          <a:xfrm>
            <a:off x="11010683" y="6193436"/>
            <a:ext cx="105698" cy="146197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71" name="Shape 168"/>
          <p:cNvSpPr/>
          <p:nvPr/>
        </p:nvSpPr>
        <p:spPr>
          <a:xfrm>
            <a:off x="11129593" y="6193436"/>
            <a:ext cx="105698" cy="146197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172" name="Shape 169"/>
          <p:cNvSpPr/>
          <p:nvPr/>
        </p:nvSpPr>
        <p:spPr>
          <a:xfrm>
            <a:off x="11248503" y="6193436"/>
            <a:ext cx="105698" cy="146197"/>
          </a:xfrm>
          <a:prstGeom prst="rect">
            <a:avLst/>
          </a:prstGeom>
          <a:solidFill>
            <a:srgbClr val="EEF0F5"/>
          </a:solidFill>
          <a:ln/>
        </p:spPr>
      </p:sp>
      <p:sp>
        <p:nvSpPr>
          <p:cNvPr id="173" name="Text 170"/>
          <p:cNvSpPr/>
          <p:nvPr/>
        </p:nvSpPr>
        <p:spPr>
          <a:xfrm>
            <a:off x="10852136" y="6366215"/>
            <a:ext cx="502065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9953704" y="6598801"/>
            <a:ext cx="1136253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800" dirty="0"/>
          </a:p>
        </p:txBody>
      </p:sp>
      <p:sp>
        <p:nvSpPr>
          <p:cNvPr id="175" name="Shape 172"/>
          <p:cNvSpPr/>
          <p:nvPr/>
        </p:nvSpPr>
        <p:spPr>
          <a:xfrm>
            <a:off x="1801753" y="3156526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 rot="5400000">
            <a:off x="1920663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7" name="Shape 174"/>
          <p:cNvSpPr/>
          <p:nvPr/>
        </p:nvSpPr>
        <p:spPr>
          <a:xfrm>
            <a:off x="1801753" y="3681506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 rot="5400000">
            <a:off x="1920663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9" name="Shape 176"/>
          <p:cNvSpPr/>
          <p:nvPr/>
        </p:nvSpPr>
        <p:spPr>
          <a:xfrm>
            <a:off x="1801753" y="4199841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 rot="5400000">
            <a:off x="1920663" y="414003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1" name="Shape 178"/>
          <p:cNvSpPr/>
          <p:nvPr/>
        </p:nvSpPr>
        <p:spPr>
          <a:xfrm>
            <a:off x="1801753" y="4758048"/>
            <a:ext cx="92486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 rot="5400000">
            <a:off x="1920663" y="469824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3" name="Shape 180"/>
          <p:cNvSpPr/>
          <p:nvPr/>
        </p:nvSpPr>
        <p:spPr>
          <a:xfrm>
            <a:off x="3268311" y="3163171"/>
            <a:ext cx="76631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 rot="5400000">
            <a:off x="4047834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5" name="Shape 182"/>
          <p:cNvSpPr/>
          <p:nvPr/>
        </p:nvSpPr>
        <p:spPr>
          <a:xfrm>
            <a:off x="3268311" y="3681506"/>
            <a:ext cx="568126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 rot="5400000">
            <a:off x="3849650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7" name="Shape 184"/>
          <p:cNvSpPr/>
          <p:nvPr/>
        </p:nvSpPr>
        <p:spPr>
          <a:xfrm>
            <a:off x="3268311" y="4199841"/>
            <a:ext cx="330306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 rot="5400000">
            <a:off x="3611830" y="414003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89" name="Shape 186"/>
          <p:cNvSpPr/>
          <p:nvPr/>
        </p:nvSpPr>
        <p:spPr>
          <a:xfrm>
            <a:off x="3268311" y="4758048"/>
            <a:ext cx="79273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 rot="5400000">
            <a:off x="3360797" y="469824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1" name="Shape 188"/>
          <p:cNvSpPr/>
          <p:nvPr/>
        </p:nvSpPr>
        <p:spPr>
          <a:xfrm flipH="1">
            <a:off x="3928923" y="3216334"/>
            <a:ext cx="198184" cy="41201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 flipH="1">
            <a:off x="3691103" y="3734669"/>
            <a:ext cx="237820" cy="41201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 flipH="1">
            <a:off x="3440071" y="4253003"/>
            <a:ext cx="251033" cy="45188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 rot="5400000">
            <a:off x="4695233" y="3129945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5" name="Shape 192"/>
          <p:cNvSpPr/>
          <p:nvPr/>
        </p:nvSpPr>
        <p:spPr>
          <a:xfrm>
            <a:off x="5210510" y="3156526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 rot="5400000">
            <a:off x="5639908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7" name="Shape 194"/>
          <p:cNvSpPr/>
          <p:nvPr/>
        </p:nvSpPr>
        <p:spPr>
          <a:xfrm>
            <a:off x="5210510" y="3681506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 rot="5400000">
            <a:off x="5639908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9" name="Shape 196"/>
          <p:cNvSpPr/>
          <p:nvPr/>
        </p:nvSpPr>
        <p:spPr>
          <a:xfrm>
            <a:off x="5210510" y="4206486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 rot="5400000">
            <a:off x="5639908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1" name="Shape 198"/>
          <p:cNvSpPr/>
          <p:nvPr/>
        </p:nvSpPr>
        <p:spPr>
          <a:xfrm>
            <a:off x="5210510" y="4744757"/>
            <a:ext cx="40957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 rot="5400000">
            <a:off x="5639908" y="4684949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3" name="Shape 200"/>
          <p:cNvSpPr/>
          <p:nvPr/>
        </p:nvSpPr>
        <p:spPr>
          <a:xfrm>
            <a:off x="6227853" y="3156526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 rot="5400000">
            <a:off x="6366581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5" name="Shape 202"/>
          <p:cNvSpPr/>
          <p:nvPr/>
        </p:nvSpPr>
        <p:spPr>
          <a:xfrm>
            <a:off x="6227853" y="3688151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 rot="5400000">
            <a:off x="6366581" y="3628344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7" name="Shape 204"/>
          <p:cNvSpPr/>
          <p:nvPr/>
        </p:nvSpPr>
        <p:spPr>
          <a:xfrm>
            <a:off x="6227853" y="4206486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 rot="5400000">
            <a:off x="6366581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09" name="Shape 206"/>
          <p:cNvSpPr/>
          <p:nvPr/>
        </p:nvSpPr>
        <p:spPr>
          <a:xfrm>
            <a:off x="6227853" y="4764693"/>
            <a:ext cx="118910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 rot="5400000">
            <a:off x="6366581" y="4704885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1" name="Shape 208"/>
          <p:cNvSpPr/>
          <p:nvPr/>
        </p:nvSpPr>
        <p:spPr>
          <a:xfrm rot="5400000">
            <a:off x="6908283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2" name="Shape 209"/>
          <p:cNvSpPr/>
          <p:nvPr/>
        </p:nvSpPr>
        <p:spPr>
          <a:xfrm rot="5400000">
            <a:off x="7304650" y="3595117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3" name="Shape 210"/>
          <p:cNvSpPr/>
          <p:nvPr/>
        </p:nvSpPr>
        <p:spPr>
          <a:xfrm rot="5400000">
            <a:off x="7701017" y="4086871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4" name="Shape 211"/>
          <p:cNvSpPr/>
          <p:nvPr/>
        </p:nvSpPr>
        <p:spPr>
          <a:xfrm rot="5400000">
            <a:off x="8097385" y="4578624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5" name="Shape 212"/>
          <p:cNvSpPr/>
          <p:nvPr/>
        </p:nvSpPr>
        <p:spPr>
          <a:xfrm>
            <a:off x="7053618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6" name="Shape 213"/>
          <p:cNvSpPr/>
          <p:nvPr/>
        </p:nvSpPr>
        <p:spPr>
          <a:xfrm>
            <a:off x="7449985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7" name="Shape 214"/>
          <p:cNvSpPr/>
          <p:nvPr/>
        </p:nvSpPr>
        <p:spPr>
          <a:xfrm>
            <a:off x="7846352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8" name="Shape 215"/>
          <p:cNvSpPr/>
          <p:nvPr/>
        </p:nvSpPr>
        <p:spPr>
          <a:xfrm>
            <a:off x="8242719" y="281096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9" name="Shape 216"/>
          <p:cNvSpPr/>
          <p:nvPr/>
        </p:nvSpPr>
        <p:spPr>
          <a:xfrm rot="16200000">
            <a:off x="7271620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0" name="Shape 217"/>
          <p:cNvSpPr/>
          <p:nvPr/>
        </p:nvSpPr>
        <p:spPr>
          <a:xfrm rot="16200000">
            <a:off x="7667987" y="3595117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1" name="Shape 218"/>
          <p:cNvSpPr/>
          <p:nvPr/>
        </p:nvSpPr>
        <p:spPr>
          <a:xfrm rot="16200000">
            <a:off x="8064354" y="4086871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2" name="Shape 219"/>
          <p:cNvSpPr/>
          <p:nvPr/>
        </p:nvSpPr>
        <p:spPr>
          <a:xfrm rot="16200000">
            <a:off x="8460721" y="4578624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3" name="Shape 220"/>
          <p:cNvSpPr/>
          <p:nvPr/>
        </p:nvSpPr>
        <p:spPr>
          <a:xfrm rot="16200000">
            <a:off x="9550731" y="310336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4" name="Shape 221"/>
          <p:cNvSpPr/>
          <p:nvPr/>
        </p:nvSpPr>
        <p:spPr>
          <a:xfrm rot="16200000">
            <a:off x="9550731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5" name="Shape 222"/>
          <p:cNvSpPr/>
          <p:nvPr/>
        </p:nvSpPr>
        <p:spPr>
          <a:xfrm rot="16200000">
            <a:off x="9550731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6" name="Shape 223"/>
          <p:cNvSpPr/>
          <p:nvPr/>
        </p:nvSpPr>
        <p:spPr>
          <a:xfrm rot="16200000">
            <a:off x="9550731" y="4704885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7" name="Shape 224"/>
          <p:cNvSpPr/>
          <p:nvPr/>
        </p:nvSpPr>
        <p:spPr>
          <a:xfrm>
            <a:off x="3757164" y="5901042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28" name="Shape 225"/>
          <p:cNvSpPr/>
          <p:nvPr/>
        </p:nvSpPr>
        <p:spPr>
          <a:xfrm>
            <a:off x="3803407" y="6027303"/>
            <a:ext cx="0" cy="46517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3757164" y="5356126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30" name="Shape 227"/>
          <p:cNvSpPr/>
          <p:nvPr/>
        </p:nvSpPr>
        <p:spPr>
          <a:xfrm>
            <a:off x="3757164" y="5163412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pic>
        <p:nvPicPr>
          <p:cNvPr id="231" name="Image 1" descr="/home/ahmed/Projects/ai_llm_slides/videos/deep-learning/002_transformers_part2/recreated_pptx/build/assets/conn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82" y="5063744"/>
            <a:ext cx="905256" cy="1293876"/>
          </a:xfrm>
          <a:prstGeom prst="rect">
            <a:avLst/>
          </a:prstGeom>
        </p:spPr>
      </p:pic>
      <p:pic>
        <p:nvPicPr>
          <p:cNvPr id="232" name="Image 2" descr="/home/ahmed/Projects/ai_llm_slides/videos/deep-learning/002_transformers_part2/recreated_pptx/build/assets/conn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826" y="5063744"/>
            <a:ext cx="3701796" cy="129997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41830" y="66548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 Attention Mechanism  </a:t>
            </a:r>
            <a:pPr algn="ctr" indent="0" marL="0">
              <a:buNone/>
            </a:pPr>
            <a:r>
              <a:rPr lang="en-US" sz="19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Decoder)</a:t>
            </a:r>
            <a:endParaRPr lang="en-US" sz="1970" dirty="0"/>
          </a:p>
        </p:txBody>
      </p:sp>
      <p:sp>
        <p:nvSpPr>
          <p:cNvPr id="6" name="Text 4"/>
          <p:cNvSpPr/>
          <p:nvPr/>
        </p:nvSpPr>
        <p:spPr>
          <a:xfrm>
            <a:off x="1941830" y="976630"/>
            <a:ext cx="889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990" dirty="0"/>
          </a:p>
        </p:txBody>
      </p:sp>
      <p:sp>
        <p:nvSpPr>
          <p:cNvPr id="7" name="Shape 5"/>
          <p:cNvSpPr/>
          <p:nvPr/>
        </p:nvSpPr>
        <p:spPr>
          <a:xfrm>
            <a:off x="863684" y="1382226"/>
            <a:ext cx="10503730" cy="5289673"/>
          </a:xfrm>
          <a:prstGeom prst="roundRect">
            <a:avLst>
              <a:gd name="adj" fmla="val 1921"/>
            </a:avLst>
          </a:prstGeom>
          <a:solidFill>
            <a:srgbClr val="F7E2CD"/>
          </a:solidFill>
          <a:ln/>
        </p:spPr>
      </p:sp>
      <p:sp>
        <p:nvSpPr>
          <p:cNvPr id="8" name="Shape 6"/>
          <p:cNvSpPr/>
          <p:nvPr/>
        </p:nvSpPr>
        <p:spPr>
          <a:xfrm>
            <a:off x="573015" y="2405605"/>
            <a:ext cx="396367" cy="345557"/>
          </a:xfrm>
          <a:prstGeom prst="leftArrow">
            <a:avLst/>
          </a:prstGeom>
          <a:solidFill>
            <a:srgbClr val="C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195655" y="2405605"/>
            <a:ext cx="396367" cy="345557"/>
          </a:xfrm>
          <a:prstGeom prst="rightArrow">
            <a:avLst/>
          </a:prstGeom>
          <a:solidFill>
            <a:srgbClr val="C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969382" y="2339152"/>
            <a:ext cx="1387285" cy="518335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69382" y="2339152"/>
            <a:ext cx="66061" cy="6645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69382" y="2339152"/>
            <a:ext cx="132122" cy="13290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69382" y="2339152"/>
            <a:ext cx="198184" cy="19936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69382" y="2339152"/>
            <a:ext cx="264245" cy="26581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69382" y="2339152"/>
            <a:ext cx="330306" cy="33226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69382" y="2339152"/>
            <a:ext cx="396367" cy="39871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69382" y="2339152"/>
            <a:ext cx="462428" cy="46517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82594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48655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11471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180778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246839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312900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378961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445023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511084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577145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643206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70926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775328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841390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1907451" y="2405605"/>
            <a:ext cx="449216" cy="45188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973512" y="2472058"/>
            <a:ext cx="383155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039573" y="2538511"/>
            <a:ext cx="317094" cy="31897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105634" y="2604965"/>
            <a:ext cx="251033" cy="25252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171696" y="2671418"/>
            <a:ext cx="184971" cy="18606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237757" y="2737871"/>
            <a:ext cx="118910" cy="11961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2303818" y="2804324"/>
            <a:ext cx="52849" cy="5316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8655" y="2405605"/>
            <a:ext cx="1228738" cy="4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Encoder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834794" y="2339152"/>
            <a:ext cx="1387285" cy="518335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9834794" y="2339152"/>
            <a:ext cx="66061" cy="6645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834794" y="2339152"/>
            <a:ext cx="132122" cy="13290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9834794" y="2339152"/>
            <a:ext cx="198184" cy="19936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834794" y="2339152"/>
            <a:ext cx="264245" cy="26581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9834794" y="2339152"/>
            <a:ext cx="330306" cy="33226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834794" y="2339152"/>
            <a:ext cx="396367" cy="39871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834794" y="2339152"/>
            <a:ext cx="462428" cy="46517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848006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91406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980129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0046190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0112251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0178312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0244373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10310435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0376496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044255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10508618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0574679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10640741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0706802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10772863" y="2405605"/>
            <a:ext cx="449216" cy="45188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0838924" y="2472058"/>
            <a:ext cx="383155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10904985" y="2538511"/>
            <a:ext cx="317094" cy="31897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10971046" y="2604965"/>
            <a:ext cx="251033" cy="25252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1037108" y="2671418"/>
            <a:ext cx="184971" cy="18606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1103169" y="2737871"/>
            <a:ext cx="118910" cy="11961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1169230" y="2804324"/>
            <a:ext cx="52849" cy="5316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914067" y="2405605"/>
            <a:ext cx="1228738" cy="4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Encoder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114717" y="2884068"/>
            <a:ext cx="1017342" cy="2179664"/>
          </a:xfrm>
          <a:prstGeom prst="roundRect">
            <a:avLst>
              <a:gd name="adj" fmla="val 6242"/>
            </a:avLst>
          </a:prstGeom>
          <a:solidFill>
            <a:srgbClr val="FFFF00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1134535" y="307013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02330" y="307013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70126" y="307013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37921" y="307013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05717" y="307013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973512" y="307013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84659" y="303026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134535" y="3588472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02330" y="3588472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470126" y="3588472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37921" y="3588472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05717" y="3588472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73512" y="3588472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484659" y="3548600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134535" y="412009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302330" y="412009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470126" y="412009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637921" y="412009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05717" y="412009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73512" y="412009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84659" y="408022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134535" y="4678304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302330" y="4678304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470126" y="4678304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637921" y="4678304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805717" y="4678304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973512" y="4678304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484659" y="4638432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2383091" y="3016974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402910" y="3016974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383091" y="3535309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02910" y="3535309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383091" y="4040353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402910" y="4040353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383091" y="4598560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402910" y="4598560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2924793" y="2963812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938005" y="2977102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40400" y="2977102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42795" y="2977102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245190" y="2977102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347585" y="2957166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2924793" y="3482147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938005" y="3495437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040400" y="3495437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142795" y="3495437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245190" y="3495437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347585" y="3475501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2924793" y="4013772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938005" y="4027063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040400" y="4027063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142795" y="4027063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245190" y="4027063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347585" y="4007127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2924793" y="4585269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938005" y="4598560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040400" y="4598560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142795" y="4598560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245190" y="4598560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347585" y="4571979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3572193" y="2472058"/>
            <a:ext cx="1585469" cy="2684708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132" name="Text 130"/>
          <p:cNvSpPr/>
          <p:nvPr/>
        </p:nvSpPr>
        <p:spPr>
          <a:xfrm>
            <a:off x="3664679" y="2538511"/>
            <a:ext cx="845583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4721658" y="2525221"/>
            <a:ext cx="34351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4464019" y="3070137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35" name="Shape 133"/>
          <p:cNvSpPr/>
          <p:nvPr/>
        </p:nvSpPr>
        <p:spPr>
          <a:xfrm>
            <a:off x="4503656" y="3110009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265835" y="3588472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37" name="Shape 135"/>
          <p:cNvSpPr/>
          <p:nvPr/>
        </p:nvSpPr>
        <p:spPr>
          <a:xfrm>
            <a:off x="4305472" y="3628344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38" name="Shape 136"/>
          <p:cNvSpPr/>
          <p:nvPr/>
        </p:nvSpPr>
        <p:spPr>
          <a:xfrm>
            <a:off x="4028015" y="4113452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4067652" y="4153324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40" name="Shape 138"/>
          <p:cNvSpPr/>
          <p:nvPr/>
        </p:nvSpPr>
        <p:spPr>
          <a:xfrm>
            <a:off x="3783589" y="4684949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3823225" y="4724821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42" name="Shape 140"/>
          <p:cNvSpPr/>
          <p:nvPr/>
        </p:nvSpPr>
        <p:spPr>
          <a:xfrm>
            <a:off x="3572193" y="3156526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5400000">
            <a:off x="4364927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3572193" y="3674861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5400000">
            <a:off x="4166744" y="361505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572193" y="4199841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5400000">
            <a:off x="3928923" y="414003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572193" y="4771338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5400000">
            <a:off x="3684497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305472" y="3781186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074258" y="4306166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2" name="Shape 150"/>
          <p:cNvSpPr/>
          <p:nvPr/>
        </p:nvSpPr>
        <p:spPr>
          <a:xfrm flipH="1">
            <a:off x="4391352" y="3229625"/>
            <a:ext cx="118910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H="1">
            <a:off x="4153531" y="3747959"/>
            <a:ext cx="171759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H="1">
            <a:off x="3915711" y="4266294"/>
            <a:ext cx="171759" cy="438591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823225" y="2073339"/>
            <a:ext cx="792734" cy="265813"/>
          </a:xfrm>
          <a:prstGeom prst="roundRect">
            <a:avLst>
              <a:gd name="adj" fmla="val 38222"/>
            </a:avLst>
          </a:prstGeom>
          <a:solidFill>
            <a:srgbClr val="EDE9FF"/>
          </a:solidFill>
          <a:ln w="9525">
            <a:solidFill>
              <a:srgbClr val="C8C8E6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823225" y="2073339"/>
            <a:ext cx="792734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5184086" y="2472058"/>
            <a:ext cx="462428" cy="2697999"/>
          </a:xfrm>
          <a:prstGeom prst="rect">
            <a:avLst/>
          </a:prstGeom>
          <a:solidFill>
            <a:srgbClr val="FDD7D6"/>
          </a:solidFill>
          <a:ln/>
        </p:spPr>
      </p:sp>
      <p:sp>
        <p:nvSpPr>
          <p:cNvPr id="158" name="Text 156"/>
          <p:cNvSpPr/>
          <p:nvPr/>
        </p:nvSpPr>
        <p:spPr>
          <a:xfrm rot="5400000">
            <a:off x="4145300" y="3662603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2000" dirty="0"/>
          </a:p>
        </p:txBody>
      </p:sp>
      <mc:AlternateContent>
        <mc:Choice xmlns:a14="http://schemas.microsoft.com/office/drawing/2010/main" Requires="a14">
          <p:sp>
            <p:nvSpPr>
              <p:cNvPr id="159" name="Equation OMML" descr="\dfrac{K\cdot q}{\sqrt{d}}"/>
              <p:cNvSpPr txBox="1"/>
              <p:nvPr/>
            </p:nvSpPr>
            <p:spPr>
              <a:xfrm>
                <a:off x="5647837" y="2468513"/>
                <a:ext cx="327660" cy="4191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K⋅q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 smtClean="0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9" name="Image 0" descr="/home/ahmed/Projects/ai_llm_slides/videos/deep-learning/002_transformers_part2/recreated_pptx/build/assets/eq_Kcdotq_over_sqrtd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647837" y="2468513"/>
                <a:ext cx="327660" cy="419100"/>
              </a:xfrm>
              <a:prstGeom prst="rect">
                <a:avLst/>
              </a:prstGeom>
            </p:spPr>
          </p:pic>
        </mc:Fallback>
      </mc:AlternateContent>
      <p:sp>
        <p:nvSpPr>
          <p:cNvPr id="160" name="Shape 157"/>
          <p:cNvSpPr/>
          <p:nvPr/>
        </p:nvSpPr>
        <p:spPr>
          <a:xfrm>
            <a:off x="6188216" y="2511930"/>
            <a:ext cx="369943" cy="2618255"/>
          </a:xfrm>
          <a:prstGeom prst="rect">
            <a:avLst/>
          </a:prstGeom>
          <a:solidFill>
            <a:srgbClr val="F8DEFB"/>
          </a:solidFill>
          <a:ln w="9525">
            <a:solidFill>
              <a:srgbClr val="E3BEE8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 rot="16200000">
            <a:off x="5484187" y="3448772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850" dirty="0"/>
          </a:p>
        </p:txBody>
      </p:sp>
      <p:sp>
        <p:nvSpPr>
          <p:cNvPr id="162" name="Text 159"/>
          <p:cNvSpPr/>
          <p:nvPr/>
        </p:nvSpPr>
        <p:spPr>
          <a:xfrm>
            <a:off x="6267490" y="3754605"/>
            <a:ext cx="211396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ς</a:t>
            </a:r>
            <a:endParaRPr lang="en-US" sz="3000" dirty="0"/>
          </a:p>
        </p:txBody>
      </p:sp>
      <p:sp>
        <p:nvSpPr>
          <p:cNvPr id="163" name="Shape 160"/>
          <p:cNvSpPr/>
          <p:nvPr/>
        </p:nvSpPr>
        <p:spPr>
          <a:xfrm>
            <a:off x="5818273" y="2073339"/>
            <a:ext cx="1056979" cy="265813"/>
          </a:xfrm>
          <a:prstGeom prst="roundRect">
            <a:avLst>
              <a:gd name="adj" fmla="val 43000"/>
            </a:avLst>
          </a:prstGeom>
          <a:solidFill>
            <a:srgbClr val="EDE9FF"/>
          </a:solidFill>
          <a:ln w="9525">
            <a:solidFill>
              <a:srgbClr val="C8C8E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5818273" y="2073339"/>
            <a:ext cx="1056979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165" name="Shape 162"/>
          <p:cNvSpPr/>
          <p:nvPr/>
        </p:nvSpPr>
        <p:spPr>
          <a:xfrm>
            <a:off x="6928101" y="2511930"/>
            <a:ext cx="1691167" cy="265813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166" name="Text 163"/>
          <p:cNvSpPr/>
          <p:nvPr/>
        </p:nvSpPr>
        <p:spPr>
          <a:xfrm>
            <a:off x="6928101" y="2511930"/>
            <a:ext cx="1691167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800" dirty="0"/>
          </a:p>
        </p:txBody>
      </p:sp>
      <p:sp>
        <p:nvSpPr>
          <p:cNvPr id="167" name="Shape 164"/>
          <p:cNvSpPr/>
          <p:nvPr/>
        </p:nvSpPr>
        <p:spPr>
          <a:xfrm>
            <a:off x="7945444" y="2073339"/>
            <a:ext cx="1162677" cy="279103"/>
          </a:xfrm>
          <a:prstGeom prst="roundRect">
            <a:avLst>
              <a:gd name="adj" fmla="val 40953"/>
            </a:avLst>
          </a:prstGeom>
          <a:solidFill>
            <a:srgbClr val="EDE9FF"/>
          </a:solidFill>
          <a:ln w="9525">
            <a:solidFill>
              <a:srgbClr val="C8C8E6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7945444" y="2073339"/>
            <a:ext cx="116267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 rot="780000">
            <a:off x="7364105" y="1900561"/>
            <a:ext cx="290669" cy="279103"/>
          </a:xfrm>
          <a:prstGeom prst="upArrow">
            <a:avLst/>
          </a:prstGeom>
          <a:solidFill>
            <a:srgbClr val="00B050"/>
          </a:solidFill>
          <a:ln/>
        </p:spPr>
      </p:sp>
      <p:sp>
        <p:nvSpPr>
          <p:cNvPr id="170" name="Shape 167"/>
          <p:cNvSpPr/>
          <p:nvPr/>
        </p:nvSpPr>
        <p:spPr>
          <a:xfrm>
            <a:off x="7311256" y="1594876"/>
            <a:ext cx="911644" cy="292394"/>
          </a:xfrm>
          <a:prstGeom prst="rect">
            <a:avLst/>
          </a:prstGeom>
          <a:solidFill>
            <a:srgbClr val="A0D696"/>
          </a:solidFill>
          <a:ln/>
        </p:spPr>
      </p:sp>
      <p:sp>
        <p:nvSpPr>
          <p:cNvPr id="171" name="Shape 168"/>
          <p:cNvSpPr/>
          <p:nvPr/>
        </p:nvSpPr>
        <p:spPr>
          <a:xfrm>
            <a:off x="7390530" y="1634748"/>
            <a:ext cx="79273" cy="212650"/>
          </a:xfrm>
          <a:prstGeom prst="rect">
            <a:avLst/>
          </a:prstGeom>
          <a:solidFill>
            <a:srgbClr val="C2E4B8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7483016" y="1634748"/>
            <a:ext cx="79273" cy="212650"/>
          </a:xfrm>
          <a:prstGeom prst="rect">
            <a:avLst/>
          </a:prstGeom>
          <a:solidFill>
            <a:srgbClr val="C2E4B8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7575501" y="1634748"/>
            <a:ext cx="79273" cy="212650"/>
          </a:xfrm>
          <a:prstGeom prst="rect">
            <a:avLst/>
          </a:prstGeom>
          <a:solidFill>
            <a:srgbClr val="C2E4B8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7654775" y="1594876"/>
            <a:ext cx="237820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175" name="Shape 172"/>
          <p:cNvSpPr/>
          <p:nvPr/>
        </p:nvSpPr>
        <p:spPr>
          <a:xfrm>
            <a:off x="7919019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7998293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8077566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8156840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7013981" y="3043556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7013981" y="3043556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1" name="Shape 178"/>
          <p:cNvSpPr/>
          <p:nvPr/>
        </p:nvSpPr>
        <p:spPr>
          <a:xfrm>
            <a:off x="7403742" y="3575181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7403742" y="3575181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3" name="Shape 180"/>
          <p:cNvSpPr/>
          <p:nvPr/>
        </p:nvSpPr>
        <p:spPr>
          <a:xfrm>
            <a:off x="7793503" y="4100161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7793503" y="4100161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5" name="Shape 182"/>
          <p:cNvSpPr/>
          <p:nvPr/>
        </p:nvSpPr>
        <p:spPr>
          <a:xfrm>
            <a:off x="8176658" y="4665013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8176658" y="4665013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7" name="Text 184"/>
          <p:cNvSpPr/>
          <p:nvPr/>
        </p:nvSpPr>
        <p:spPr>
          <a:xfrm>
            <a:off x="8473933" y="2937231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88" name="Text 185"/>
          <p:cNvSpPr/>
          <p:nvPr/>
        </p:nvSpPr>
        <p:spPr>
          <a:xfrm>
            <a:off x="8473933" y="3468856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89" name="Text 186"/>
          <p:cNvSpPr/>
          <p:nvPr/>
        </p:nvSpPr>
        <p:spPr>
          <a:xfrm>
            <a:off x="8473933" y="3993836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90" name="Text 187"/>
          <p:cNvSpPr/>
          <p:nvPr/>
        </p:nvSpPr>
        <p:spPr>
          <a:xfrm>
            <a:off x="8473933" y="4558688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91" name="Shape 188"/>
          <p:cNvSpPr/>
          <p:nvPr/>
        </p:nvSpPr>
        <p:spPr>
          <a:xfrm>
            <a:off x="9359153" y="3016974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9378972" y="3016974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9359153" y="3548600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4" name="Text 191"/>
          <p:cNvSpPr/>
          <p:nvPr/>
        </p:nvSpPr>
        <p:spPr>
          <a:xfrm>
            <a:off x="9378972" y="3548600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5" name="Shape 192"/>
          <p:cNvSpPr/>
          <p:nvPr/>
        </p:nvSpPr>
        <p:spPr>
          <a:xfrm>
            <a:off x="9359153" y="4066935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9378972" y="4066935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7" name="Shape 194"/>
          <p:cNvSpPr/>
          <p:nvPr/>
        </p:nvSpPr>
        <p:spPr>
          <a:xfrm>
            <a:off x="9359153" y="4625141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9378972" y="4625141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10072614" y="2884068"/>
            <a:ext cx="1030555" cy="2179664"/>
          </a:xfrm>
          <a:prstGeom prst="roundRect">
            <a:avLst>
              <a:gd name="adj" fmla="val 6162"/>
            </a:avLst>
          </a:prstGeom>
          <a:solidFill>
            <a:srgbClr val="FFFF00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200" name="Shape 197"/>
          <p:cNvSpPr/>
          <p:nvPr/>
        </p:nvSpPr>
        <p:spPr>
          <a:xfrm>
            <a:off x="10092433" y="307013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10260228" y="307013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10428023" y="307013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10595819" y="307013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10763614" y="307013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10931410" y="307013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10442557" y="303026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7" name="Shape 204"/>
          <p:cNvSpPr/>
          <p:nvPr/>
        </p:nvSpPr>
        <p:spPr>
          <a:xfrm>
            <a:off x="10092433" y="3588472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10260228" y="3588472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10428023" y="3588472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10595819" y="3588472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10763614" y="3588472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10931410" y="3588472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10442557" y="3548600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4" name="Shape 211"/>
          <p:cNvSpPr/>
          <p:nvPr/>
        </p:nvSpPr>
        <p:spPr>
          <a:xfrm>
            <a:off x="10092433" y="412009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10260228" y="412009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10428023" y="412009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10595819" y="412009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0763614" y="412009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10931410" y="412009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0" name="Text 217"/>
          <p:cNvSpPr/>
          <p:nvPr/>
        </p:nvSpPr>
        <p:spPr>
          <a:xfrm>
            <a:off x="10442557" y="408022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1" name="Shape 218"/>
          <p:cNvSpPr/>
          <p:nvPr/>
        </p:nvSpPr>
        <p:spPr>
          <a:xfrm>
            <a:off x="10092433" y="4678304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10260228" y="4678304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10428023" y="4678304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10595819" y="4678304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10763614" y="4678304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10931410" y="4678304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7" name="Text 224"/>
          <p:cNvSpPr/>
          <p:nvPr/>
        </p:nvSpPr>
        <p:spPr>
          <a:xfrm>
            <a:off x="10442557" y="4638432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8" name="Shape 225"/>
          <p:cNvSpPr/>
          <p:nvPr/>
        </p:nvSpPr>
        <p:spPr>
          <a:xfrm>
            <a:off x="2158483" y="3149881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 rot="5400000">
            <a:off x="2257575" y="3090073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0" name="Shape 227"/>
          <p:cNvSpPr/>
          <p:nvPr/>
        </p:nvSpPr>
        <p:spPr>
          <a:xfrm>
            <a:off x="2158483" y="3674861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 rot="5400000">
            <a:off x="2257575" y="3615053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2" name="Shape 229"/>
          <p:cNvSpPr/>
          <p:nvPr/>
        </p:nvSpPr>
        <p:spPr>
          <a:xfrm>
            <a:off x="2158483" y="4199841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 rot="5400000">
            <a:off x="2257575" y="4140033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4" name="Shape 231"/>
          <p:cNvSpPr/>
          <p:nvPr/>
        </p:nvSpPr>
        <p:spPr>
          <a:xfrm>
            <a:off x="2158483" y="4764693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 rot="5400000">
            <a:off x="2257575" y="4704885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6" name="Shape 233"/>
          <p:cNvSpPr/>
          <p:nvPr/>
        </p:nvSpPr>
        <p:spPr>
          <a:xfrm>
            <a:off x="2786065" y="3156526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2786065" y="3674861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2786065" y="4199841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2786065" y="4764693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 rot="16200000">
            <a:off x="9788551" y="309007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1" name="Shape 238"/>
          <p:cNvSpPr/>
          <p:nvPr/>
        </p:nvSpPr>
        <p:spPr>
          <a:xfrm rot="16200000">
            <a:off x="9788551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2" name="Shape 239"/>
          <p:cNvSpPr/>
          <p:nvPr/>
        </p:nvSpPr>
        <p:spPr>
          <a:xfrm rot="16200000">
            <a:off x="9788551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3" name="Shape 240"/>
          <p:cNvSpPr/>
          <p:nvPr/>
        </p:nvSpPr>
        <p:spPr>
          <a:xfrm rot="16200000">
            <a:off x="9788551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4" name="Shape 241"/>
          <p:cNvSpPr/>
          <p:nvPr/>
        </p:nvSpPr>
        <p:spPr>
          <a:xfrm rot="5400000">
            <a:off x="6908283" y="309007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5" name="Shape 242"/>
          <p:cNvSpPr/>
          <p:nvPr/>
        </p:nvSpPr>
        <p:spPr>
          <a:xfrm rot="5400000">
            <a:off x="7298044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6" name="Shape 243"/>
          <p:cNvSpPr/>
          <p:nvPr/>
        </p:nvSpPr>
        <p:spPr>
          <a:xfrm rot="5400000">
            <a:off x="7687805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7" name="Shape 244"/>
          <p:cNvSpPr/>
          <p:nvPr/>
        </p:nvSpPr>
        <p:spPr>
          <a:xfrm rot="5400000">
            <a:off x="8070960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8" name="Shape 245"/>
          <p:cNvSpPr/>
          <p:nvPr/>
        </p:nvSpPr>
        <p:spPr>
          <a:xfrm rot="16200000">
            <a:off x="7258407" y="309007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9" name="Shape 246"/>
          <p:cNvSpPr/>
          <p:nvPr/>
        </p:nvSpPr>
        <p:spPr>
          <a:xfrm rot="16200000">
            <a:off x="7648168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0" name="Shape 247"/>
          <p:cNvSpPr/>
          <p:nvPr/>
        </p:nvSpPr>
        <p:spPr>
          <a:xfrm rot="16200000">
            <a:off x="8037930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1" name="Shape 248"/>
          <p:cNvSpPr/>
          <p:nvPr/>
        </p:nvSpPr>
        <p:spPr>
          <a:xfrm rot="16200000">
            <a:off x="8421084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2" name="Shape 249"/>
          <p:cNvSpPr/>
          <p:nvPr/>
        </p:nvSpPr>
        <p:spPr>
          <a:xfrm>
            <a:off x="7066830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3" name="Shape 250"/>
          <p:cNvSpPr/>
          <p:nvPr/>
        </p:nvSpPr>
        <p:spPr>
          <a:xfrm>
            <a:off x="7113073" y="2910649"/>
            <a:ext cx="0" cy="11961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7463197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5" name="Shape 252"/>
          <p:cNvSpPr/>
          <p:nvPr/>
        </p:nvSpPr>
        <p:spPr>
          <a:xfrm>
            <a:off x="7509440" y="2910649"/>
            <a:ext cx="0" cy="651241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7846352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7" name="Shape 254"/>
          <p:cNvSpPr/>
          <p:nvPr/>
        </p:nvSpPr>
        <p:spPr>
          <a:xfrm>
            <a:off x="7892595" y="2910649"/>
            <a:ext cx="0" cy="1176221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229507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9" name="Shape 256"/>
          <p:cNvSpPr/>
          <p:nvPr/>
        </p:nvSpPr>
        <p:spPr>
          <a:xfrm>
            <a:off x="8275750" y="2910649"/>
            <a:ext cx="0" cy="174107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 flipV="1">
            <a:off x="3928923" y="5023860"/>
            <a:ext cx="0" cy="465172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3882681" y="488430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62" name="Text 259"/>
          <p:cNvSpPr/>
          <p:nvPr/>
        </p:nvSpPr>
        <p:spPr>
          <a:xfrm>
            <a:off x="3889287" y="5183348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263" name="Shape 260"/>
          <p:cNvSpPr/>
          <p:nvPr/>
        </p:nvSpPr>
        <p:spPr>
          <a:xfrm>
            <a:off x="4087470" y="5236511"/>
            <a:ext cx="72667" cy="146197"/>
          </a:xfrm>
          <a:prstGeom prst="rect">
            <a:avLst/>
          </a:prstGeom>
          <a:solidFill>
            <a:srgbClr val="FDFD96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4166744" y="5236511"/>
            <a:ext cx="72667" cy="146197"/>
          </a:xfrm>
          <a:prstGeom prst="rect">
            <a:avLst/>
          </a:prstGeom>
          <a:solidFill>
            <a:srgbClr val="F2F7D8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4246017" y="5236511"/>
            <a:ext cx="72667" cy="146197"/>
          </a:xfrm>
          <a:prstGeom prst="rect">
            <a:avLst/>
          </a:prstGeom>
          <a:solidFill>
            <a:srgbClr val="FFFFFF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4325291" y="5236511"/>
            <a:ext cx="72667" cy="146197"/>
          </a:xfrm>
          <a:prstGeom prst="rect">
            <a:avLst/>
          </a:prstGeom>
          <a:solidFill>
            <a:srgbClr val="E4E7F6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3862862" y="5528905"/>
            <a:ext cx="449216" cy="398719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3862862" y="5528905"/>
            <a:ext cx="449216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850" b="1" baseline="30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50" dirty="0"/>
          </a:p>
        </p:txBody>
      </p:sp>
      <p:sp>
        <p:nvSpPr>
          <p:cNvPr id="269" name="Shape 266"/>
          <p:cNvSpPr/>
          <p:nvPr/>
        </p:nvSpPr>
        <p:spPr>
          <a:xfrm>
            <a:off x="2594487" y="5861170"/>
            <a:ext cx="4095794" cy="744276"/>
          </a:xfrm>
          <a:prstGeom prst="roundRect">
            <a:avLst>
              <a:gd name="adj" fmla="val 37540"/>
            </a:avLst>
          </a:prstGeom>
          <a:solidFill>
            <a:srgbClr val="F5C5FF"/>
          </a:solidFill>
          <a:ln w="12700">
            <a:solidFill>
              <a:srgbClr val="2E7D32"/>
            </a:solidFill>
            <a:prstDash val="dash"/>
          </a:ln>
        </p:spPr>
      </p:sp>
      <p:sp>
        <p:nvSpPr>
          <p:cNvPr id="270" name="Shape 267"/>
          <p:cNvSpPr/>
          <p:nvPr/>
        </p:nvSpPr>
        <p:spPr>
          <a:xfrm>
            <a:off x="2620912" y="6100402"/>
            <a:ext cx="151941" cy="318975"/>
          </a:xfrm>
          <a:prstGeom prst="rect">
            <a:avLst/>
          </a:prstGeom>
          <a:solidFill>
            <a:srgbClr val="FFF0B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2772852" y="6100402"/>
            <a:ext cx="151941" cy="318975"/>
          </a:xfrm>
          <a:prstGeom prst="rect">
            <a:avLst/>
          </a:prstGeom>
          <a:solidFill>
            <a:srgbClr val="E8F5C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2924793" y="6100402"/>
            <a:ext cx="151941" cy="318975"/>
          </a:xfrm>
          <a:prstGeom prst="rect">
            <a:avLst/>
          </a:prstGeom>
          <a:solidFill>
            <a:srgbClr val="FFFD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3076734" y="6100402"/>
            <a:ext cx="151941" cy="318975"/>
          </a:xfrm>
          <a:prstGeom prst="rect">
            <a:avLst/>
          </a:prstGeom>
          <a:solidFill>
            <a:srgbClr val="F6F4FC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3228675" y="6100402"/>
            <a:ext cx="151941" cy="318975"/>
          </a:xfrm>
          <a:prstGeom prst="rect">
            <a:avLst/>
          </a:prstGeom>
          <a:solidFill>
            <a:srgbClr val="DDE2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3380615" y="6100402"/>
            <a:ext cx="151941" cy="318975"/>
          </a:xfrm>
          <a:prstGeom prst="rect">
            <a:avLst/>
          </a:prstGeom>
          <a:solidFill>
            <a:srgbClr val="E9ECF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3532556" y="6100402"/>
            <a:ext cx="151941" cy="318975"/>
          </a:xfrm>
          <a:prstGeom prst="rect">
            <a:avLst/>
          </a:prstGeom>
          <a:solidFill>
            <a:srgbClr val="F2D8F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7" name="Text 274"/>
          <p:cNvSpPr/>
          <p:nvPr/>
        </p:nvSpPr>
        <p:spPr>
          <a:xfrm>
            <a:off x="3122977" y="6140274"/>
            <a:ext cx="211396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278" name="Shape 275"/>
          <p:cNvSpPr/>
          <p:nvPr/>
        </p:nvSpPr>
        <p:spPr>
          <a:xfrm>
            <a:off x="3691103" y="6166855"/>
            <a:ext cx="911644" cy="318975"/>
          </a:xfrm>
          <a:prstGeom prst="rect">
            <a:avLst/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279" name="Shape 276"/>
          <p:cNvSpPr/>
          <p:nvPr/>
        </p:nvSpPr>
        <p:spPr>
          <a:xfrm>
            <a:off x="3717528" y="6180146"/>
            <a:ext cx="178365" cy="292394"/>
          </a:xfrm>
          <a:prstGeom prst="rect">
            <a:avLst/>
          </a:prstGeom>
          <a:solidFill>
            <a:srgbClr val="E8A5C8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3915711" y="6180146"/>
            <a:ext cx="132122" cy="292394"/>
          </a:xfrm>
          <a:prstGeom prst="rect">
            <a:avLst/>
          </a:prstGeom>
          <a:solidFill>
            <a:srgbClr val="E2ABD2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4120501" y="6180146"/>
            <a:ext cx="125516" cy="292394"/>
          </a:xfrm>
          <a:prstGeom prst="rect">
            <a:avLst/>
          </a:prstGeom>
          <a:solidFill>
            <a:srgbClr val="F57DBD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4265835" y="6180146"/>
            <a:ext cx="125516" cy="292394"/>
          </a:xfrm>
          <a:prstGeom prst="rect">
            <a:avLst/>
          </a:prstGeom>
          <a:solidFill>
            <a:srgbClr val="DD90D6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4404564" y="6180146"/>
            <a:ext cx="191577" cy="292394"/>
          </a:xfrm>
          <a:prstGeom prst="rect">
            <a:avLst/>
          </a:prstGeom>
          <a:solidFill>
            <a:srgbClr val="E491E4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4" name="Text 281"/>
          <p:cNvSpPr/>
          <p:nvPr/>
        </p:nvSpPr>
        <p:spPr>
          <a:xfrm>
            <a:off x="4047834" y="6193436"/>
            <a:ext cx="264245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285" name="Shape 282"/>
          <p:cNvSpPr/>
          <p:nvPr/>
        </p:nvSpPr>
        <p:spPr>
          <a:xfrm>
            <a:off x="4668809" y="6100402"/>
            <a:ext cx="155904" cy="318975"/>
          </a:xfrm>
          <a:prstGeom prst="rect">
            <a:avLst/>
          </a:prstGeom>
          <a:solidFill>
            <a:srgbClr val="FFF0B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4824713" y="6100402"/>
            <a:ext cx="155904" cy="318975"/>
          </a:xfrm>
          <a:prstGeom prst="rect">
            <a:avLst/>
          </a:prstGeom>
          <a:solidFill>
            <a:srgbClr val="E8F5C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4980618" y="6100402"/>
            <a:ext cx="155904" cy="318975"/>
          </a:xfrm>
          <a:prstGeom prst="rect">
            <a:avLst/>
          </a:prstGeom>
          <a:solidFill>
            <a:srgbClr val="FFFD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5136522" y="6100402"/>
            <a:ext cx="155904" cy="318975"/>
          </a:xfrm>
          <a:prstGeom prst="rect">
            <a:avLst/>
          </a:prstGeom>
          <a:solidFill>
            <a:srgbClr val="F6F4FC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5292426" y="6100402"/>
            <a:ext cx="155904" cy="318975"/>
          </a:xfrm>
          <a:prstGeom prst="rect">
            <a:avLst/>
          </a:prstGeom>
          <a:solidFill>
            <a:srgbClr val="DDE2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5448331" y="6100402"/>
            <a:ext cx="155904" cy="318975"/>
          </a:xfrm>
          <a:prstGeom prst="rect">
            <a:avLst/>
          </a:prstGeom>
          <a:solidFill>
            <a:srgbClr val="E9ECF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1" name="Text 288"/>
          <p:cNvSpPr/>
          <p:nvPr/>
        </p:nvSpPr>
        <p:spPr>
          <a:xfrm>
            <a:off x="4985902" y="6140274"/>
            <a:ext cx="211396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92" name="Shape 289"/>
          <p:cNvSpPr/>
          <p:nvPr/>
        </p:nvSpPr>
        <p:spPr>
          <a:xfrm>
            <a:off x="5633302" y="6100402"/>
            <a:ext cx="158547" cy="318975"/>
          </a:xfrm>
          <a:prstGeom prst="rect">
            <a:avLst/>
          </a:prstGeom>
          <a:solidFill>
            <a:srgbClr val="FFF0B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5791849" y="6100402"/>
            <a:ext cx="158547" cy="318975"/>
          </a:xfrm>
          <a:prstGeom prst="rect">
            <a:avLst/>
          </a:prstGeom>
          <a:solidFill>
            <a:srgbClr val="E8F5C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5950396" y="6100402"/>
            <a:ext cx="158547" cy="318975"/>
          </a:xfrm>
          <a:prstGeom prst="rect">
            <a:avLst/>
          </a:prstGeom>
          <a:solidFill>
            <a:srgbClr val="FFFD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6108943" y="6100402"/>
            <a:ext cx="158547" cy="318975"/>
          </a:xfrm>
          <a:prstGeom prst="rect">
            <a:avLst/>
          </a:prstGeom>
          <a:solidFill>
            <a:srgbClr val="F6F4FC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6267490" y="6100402"/>
            <a:ext cx="158547" cy="318975"/>
          </a:xfrm>
          <a:prstGeom prst="rect">
            <a:avLst/>
          </a:prstGeom>
          <a:solidFill>
            <a:srgbClr val="DDE2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6426036" y="6100402"/>
            <a:ext cx="158547" cy="318975"/>
          </a:xfrm>
          <a:prstGeom prst="rect">
            <a:avLst/>
          </a:prstGeom>
          <a:solidFill>
            <a:srgbClr val="E9ECF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5950396" y="6140274"/>
            <a:ext cx="211396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299" name="Shape 296"/>
          <p:cNvSpPr/>
          <p:nvPr/>
        </p:nvSpPr>
        <p:spPr>
          <a:xfrm flipH="1">
            <a:off x="3704315" y="6505766"/>
            <a:ext cx="303881" cy="159488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300" name="Shape 297"/>
          <p:cNvSpPr/>
          <p:nvPr/>
        </p:nvSpPr>
        <p:spPr>
          <a:xfrm>
            <a:off x="6835616" y="6060530"/>
            <a:ext cx="1638318" cy="505044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 w="9525">
            <a:solidFill>
              <a:srgbClr val="E8A0D8"/>
            </a:solidFill>
            <a:prstDash val="solid"/>
          </a:ln>
        </p:spPr>
      </p:sp>
      <p:sp>
        <p:nvSpPr>
          <p:cNvPr id="301" name="Text 298"/>
          <p:cNvSpPr/>
          <p:nvPr/>
        </p:nvSpPr>
        <p:spPr>
          <a:xfrm>
            <a:off x="6835616" y="6126983"/>
            <a:ext cx="1638318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Decoder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Layer</a:t>
            </a:r>
            <a:endParaRPr lang="en-US" sz="950" dirty="0"/>
          </a:p>
        </p:txBody>
      </p:sp>
      <p:sp>
        <p:nvSpPr>
          <p:cNvPr id="302" name="Shape 299"/>
          <p:cNvSpPr/>
          <p:nvPr/>
        </p:nvSpPr>
        <p:spPr>
          <a:xfrm>
            <a:off x="8434297" y="6087111"/>
            <a:ext cx="581338" cy="451882"/>
          </a:xfrm>
          <a:prstGeom prst="leftArrow">
            <a:avLst/>
          </a:prstGeom>
          <a:solidFill>
            <a:srgbClr val="FFFFFF"/>
          </a:solidFill>
          <a:ln w="9525">
            <a:solidFill>
              <a:srgbClr val="C8C4E8"/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478064" y="5648520"/>
            <a:ext cx="2153595" cy="1063251"/>
          </a:xfrm>
          <a:prstGeom prst="roundRect">
            <a:avLst>
              <a:gd name="adj" fmla="val 5972"/>
            </a:avLst>
          </a:prstGeom>
          <a:solidFill>
            <a:srgbClr val="E6FEE8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304" name="Shape 301"/>
          <p:cNvSpPr/>
          <p:nvPr/>
        </p:nvSpPr>
        <p:spPr>
          <a:xfrm>
            <a:off x="9689459" y="5887752"/>
            <a:ext cx="73989" cy="172778"/>
          </a:xfrm>
          <a:prstGeom prst="rect">
            <a:avLst/>
          </a:prstGeom>
          <a:solidFill>
            <a:srgbClr val="FDFD96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9772696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9855934" y="5887752"/>
            <a:ext cx="73989" cy="172778"/>
          </a:xfrm>
          <a:prstGeom prst="rect">
            <a:avLst/>
          </a:prstGeom>
          <a:solidFill>
            <a:srgbClr val="FFF8F4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9939171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022408" y="5887752"/>
            <a:ext cx="73989" cy="172778"/>
          </a:xfrm>
          <a:prstGeom prst="rect">
            <a:avLst/>
          </a:prstGeom>
          <a:solidFill>
            <a:srgbClr val="DCD8F2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105645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891773" y="5887752"/>
            <a:ext cx="73989" cy="172778"/>
          </a:xfrm>
          <a:prstGeom prst="rect">
            <a:avLst/>
          </a:prstGeom>
          <a:solidFill>
            <a:srgbClr val="FDFD96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975010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1058247" y="5887752"/>
            <a:ext cx="73989" cy="172778"/>
          </a:xfrm>
          <a:prstGeom prst="rect">
            <a:avLst/>
          </a:prstGeom>
          <a:solidFill>
            <a:srgbClr val="FFF8F4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1141484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1224721" y="5887752"/>
            <a:ext cx="73989" cy="172778"/>
          </a:xfrm>
          <a:prstGeom prst="rect">
            <a:avLst/>
          </a:prstGeom>
          <a:solidFill>
            <a:srgbClr val="DCD8F2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1307959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6" name="Text 313"/>
          <p:cNvSpPr/>
          <p:nvPr/>
        </p:nvSpPr>
        <p:spPr>
          <a:xfrm>
            <a:off x="9689459" y="6087111"/>
            <a:ext cx="502065" cy="13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317" name="Shape 314"/>
          <p:cNvSpPr/>
          <p:nvPr/>
        </p:nvSpPr>
        <p:spPr>
          <a:xfrm>
            <a:off x="10217949" y="5927624"/>
            <a:ext cx="462428" cy="385428"/>
          </a:xfrm>
          <a:prstGeom prst="rect">
            <a:avLst/>
          </a:prstGeom>
          <a:solidFill>
            <a:srgbClr val="FDFFCE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18" name="Text 315"/>
          <p:cNvSpPr/>
          <p:nvPr/>
        </p:nvSpPr>
        <p:spPr>
          <a:xfrm>
            <a:off x="10217949" y="5927624"/>
            <a:ext cx="462428" cy="38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100" dirty="0"/>
          </a:p>
        </p:txBody>
      </p:sp>
      <p:sp>
        <p:nvSpPr>
          <p:cNvPr id="319" name="Text 316"/>
          <p:cNvSpPr/>
          <p:nvPr/>
        </p:nvSpPr>
        <p:spPr>
          <a:xfrm>
            <a:off x="10733226" y="6087111"/>
            <a:ext cx="171759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300" dirty="0"/>
          </a:p>
        </p:txBody>
      </p:sp>
      <p:sp>
        <p:nvSpPr>
          <p:cNvPr id="320" name="Text 317"/>
          <p:cNvSpPr/>
          <p:nvPr/>
        </p:nvSpPr>
        <p:spPr>
          <a:xfrm>
            <a:off x="10270798" y="6352924"/>
            <a:ext cx="502065" cy="13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800" dirty="0"/>
          </a:p>
        </p:txBody>
      </p:sp>
      <p:sp>
        <p:nvSpPr>
          <p:cNvPr id="321" name="Text 318"/>
          <p:cNvSpPr/>
          <p:nvPr/>
        </p:nvSpPr>
        <p:spPr>
          <a:xfrm>
            <a:off x="11142806" y="6100402"/>
            <a:ext cx="343518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322" name="Text 319"/>
          <p:cNvSpPr/>
          <p:nvPr/>
        </p:nvSpPr>
        <p:spPr>
          <a:xfrm>
            <a:off x="9874431" y="6419377"/>
            <a:ext cx="1321224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940560" y="4006850"/>
            <a:ext cx="8812530" cy="1717040"/>
          </a:xfrm>
          <a:prstGeom prst="rect">
            <a:avLst/>
          </a:prstGeom>
          <a:solidFill>
            <a:srgbClr val="E2FFE3"/>
          </a:solidFill>
          <a:ln w="19050">
            <a:solidFill>
              <a:srgbClr val="00A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2432050" y="4464050"/>
            <a:ext cx="262001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2953385" y="4464050"/>
            <a:ext cx="209867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3474720" y="4464050"/>
            <a:ext cx="157734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3996055" y="4464050"/>
            <a:ext cx="105600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4517390" y="4464050"/>
            <a:ext cx="53467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5038725" y="4464050"/>
            <a:ext cx="133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052060" y="4464050"/>
            <a:ext cx="5080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052060" y="4464050"/>
            <a:ext cx="10293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5052060" y="4464050"/>
            <a:ext cx="155067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052060" y="4464050"/>
            <a:ext cx="207200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052060" y="4464050"/>
            <a:ext cx="259334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5052060" y="4464050"/>
            <a:ext cx="311467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052060" y="4464050"/>
            <a:ext cx="363601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052060" y="4464050"/>
            <a:ext cx="415734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5052060" y="4464050"/>
            <a:ext cx="467868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052060" y="4464050"/>
            <a:ext cx="52000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2432050" y="4464050"/>
            <a:ext cx="32473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2953385" y="4464050"/>
            <a:ext cx="27260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3474720" y="4464050"/>
            <a:ext cx="22047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3996055" y="4464050"/>
            <a:ext cx="168338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4517390" y="4464050"/>
            <a:ext cx="116205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5038725" y="4464050"/>
            <a:ext cx="6407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5560060" y="4464050"/>
            <a:ext cx="11938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679440" y="4464050"/>
            <a:ext cx="4019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679440" y="4464050"/>
            <a:ext cx="9232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679440" y="4464050"/>
            <a:ext cx="144462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679440" y="4464050"/>
            <a:ext cx="196596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679440" y="4464050"/>
            <a:ext cx="248729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679440" y="4464050"/>
            <a:ext cx="300863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679440" y="4464050"/>
            <a:ext cx="352996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679440" y="4464050"/>
            <a:ext cx="40513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679440" y="4464050"/>
            <a:ext cx="45726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2432050" y="4464050"/>
            <a:ext cx="38557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2953385" y="4464050"/>
            <a:ext cx="333438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3474720" y="4464050"/>
            <a:ext cx="281305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3996055" y="4464050"/>
            <a:ext cx="22917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4517390" y="4464050"/>
            <a:ext cx="177038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5038725" y="4464050"/>
            <a:ext cx="124904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5560060" y="4464050"/>
            <a:ext cx="72771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6081395" y="4464050"/>
            <a:ext cx="20637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287770" y="4464050"/>
            <a:ext cx="31496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287770" y="4464050"/>
            <a:ext cx="83629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287770" y="4464050"/>
            <a:ext cx="135763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6287770" y="4464050"/>
            <a:ext cx="187896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6287770" y="4464050"/>
            <a:ext cx="24003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6287770" y="4464050"/>
            <a:ext cx="29216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6287770" y="4464050"/>
            <a:ext cx="344297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287770" y="4464050"/>
            <a:ext cx="396430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2432050" y="4464050"/>
            <a:ext cx="44831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2953385" y="4464050"/>
            <a:ext cx="396176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3474720" y="4464050"/>
            <a:ext cx="344043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3996055" y="4464050"/>
            <a:ext cx="291909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4517390" y="4464050"/>
            <a:ext cx="239776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5038725" y="4464050"/>
            <a:ext cx="187642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5560060" y="4464050"/>
            <a:ext cx="13550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6081395" y="4464050"/>
            <a:ext cx="8337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6602730" y="4464050"/>
            <a:ext cx="3124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6915150" y="4464050"/>
            <a:ext cx="2089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915150" y="4464050"/>
            <a:ext cx="73025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6915150" y="4464050"/>
            <a:ext cx="125158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6915150" y="4464050"/>
            <a:ext cx="17729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6915150" y="4464050"/>
            <a:ext cx="22942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6915150" y="4464050"/>
            <a:ext cx="28155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6915150" y="4464050"/>
            <a:ext cx="333692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3520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5653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7787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9920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2054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187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6321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8454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0588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2721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4855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6988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49122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1255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3389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05522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3616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6354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07187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9925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34210" y="2992120"/>
            <a:ext cx="8826500" cy="516890"/>
          </a:xfrm>
          <a:prstGeom prst="rect">
            <a:avLst/>
          </a:prstGeom>
          <a:solidFill>
            <a:srgbClr val="B00000"/>
          </a:solidFill>
          <a:ln/>
        </p:spPr>
      </p:sp>
      <p:sp>
        <p:nvSpPr>
          <p:cNvPr id="91" name="Text 89"/>
          <p:cNvSpPr/>
          <p:nvPr/>
        </p:nvSpPr>
        <p:spPr>
          <a:xfrm>
            <a:off x="1934210" y="2992120"/>
            <a:ext cx="8826500" cy="5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2400" dirty="0"/>
          </a:p>
        </p:txBody>
      </p:sp>
      <p:sp>
        <p:nvSpPr>
          <p:cNvPr id="92" name="Shape 90"/>
          <p:cNvSpPr/>
          <p:nvPr/>
        </p:nvSpPr>
        <p:spPr>
          <a:xfrm>
            <a:off x="243205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37680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95338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89814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7472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1947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9605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94081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51739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46214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3872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8348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56006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0481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08139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02615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60273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54748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12406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6882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64540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59015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16673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11149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68807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63282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0940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15416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73074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67549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25207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19683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43205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5" name="Shape 123"/>
          <p:cNvSpPr/>
          <p:nvPr/>
        </p:nvSpPr>
        <p:spPr>
          <a:xfrm>
            <a:off x="295338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6" name="Shape 124"/>
          <p:cNvSpPr/>
          <p:nvPr/>
        </p:nvSpPr>
        <p:spPr>
          <a:xfrm>
            <a:off x="347472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7" name="Shape 125"/>
          <p:cNvSpPr/>
          <p:nvPr/>
        </p:nvSpPr>
        <p:spPr>
          <a:xfrm>
            <a:off x="399605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8" name="Shape 126"/>
          <p:cNvSpPr/>
          <p:nvPr/>
        </p:nvSpPr>
        <p:spPr>
          <a:xfrm>
            <a:off x="451739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9" name="Shape 127"/>
          <p:cNvSpPr/>
          <p:nvPr/>
        </p:nvSpPr>
        <p:spPr>
          <a:xfrm>
            <a:off x="503872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0" name="Shape 128"/>
          <p:cNvSpPr/>
          <p:nvPr/>
        </p:nvSpPr>
        <p:spPr>
          <a:xfrm>
            <a:off x="556006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1" name="Shape 129"/>
          <p:cNvSpPr/>
          <p:nvPr/>
        </p:nvSpPr>
        <p:spPr>
          <a:xfrm>
            <a:off x="608139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2" name="Shape 130"/>
          <p:cNvSpPr/>
          <p:nvPr/>
        </p:nvSpPr>
        <p:spPr>
          <a:xfrm>
            <a:off x="660273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3" name="Shape 131"/>
          <p:cNvSpPr/>
          <p:nvPr/>
        </p:nvSpPr>
        <p:spPr>
          <a:xfrm>
            <a:off x="712406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4" name="Shape 132"/>
          <p:cNvSpPr/>
          <p:nvPr/>
        </p:nvSpPr>
        <p:spPr>
          <a:xfrm>
            <a:off x="764540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5" name="Shape 133"/>
          <p:cNvSpPr/>
          <p:nvPr/>
        </p:nvSpPr>
        <p:spPr>
          <a:xfrm>
            <a:off x="816673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6" name="Shape 134"/>
          <p:cNvSpPr/>
          <p:nvPr/>
        </p:nvSpPr>
        <p:spPr>
          <a:xfrm>
            <a:off x="868807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7" name="Shape 135"/>
          <p:cNvSpPr/>
          <p:nvPr/>
        </p:nvSpPr>
        <p:spPr>
          <a:xfrm>
            <a:off x="920940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8" name="Shape 136"/>
          <p:cNvSpPr/>
          <p:nvPr/>
        </p:nvSpPr>
        <p:spPr>
          <a:xfrm>
            <a:off x="973074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9" name="Shape 137"/>
          <p:cNvSpPr/>
          <p:nvPr/>
        </p:nvSpPr>
        <p:spPr>
          <a:xfrm>
            <a:off x="1025207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40" name="Shape 138"/>
          <p:cNvSpPr/>
          <p:nvPr/>
        </p:nvSpPr>
        <p:spPr>
          <a:xfrm>
            <a:off x="505206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0126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67944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62864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28777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23697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91515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86435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934210" y="6135370"/>
            <a:ext cx="8826500" cy="502920"/>
          </a:xfrm>
          <a:prstGeom prst="rect">
            <a:avLst/>
          </a:prstGeom>
          <a:solidFill>
            <a:srgbClr val="1010B0"/>
          </a:solidFill>
          <a:ln/>
        </p:spPr>
      </p:sp>
      <p:sp>
        <p:nvSpPr>
          <p:cNvPr id="149" name="Text 147"/>
          <p:cNvSpPr/>
          <p:nvPr/>
        </p:nvSpPr>
        <p:spPr>
          <a:xfrm>
            <a:off x="1934210" y="6135370"/>
            <a:ext cx="8826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Decoder Block</a:t>
            </a:r>
            <a:endParaRPr lang="en-US" sz="2450" dirty="0"/>
          </a:p>
        </p:txBody>
      </p:sp>
      <p:sp>
        <p:nvSpPr>
          <p:cNvPr id="150" name="Shape 148"/>
          <p:cNvSpPr/>
          <p:nvPr/>
        </p:nvSpPr>
        <p:spPr>
          <a:xfrm>
            <a:off x="224028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6161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28295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80428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32562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84695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36829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8962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1096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93229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45363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7496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49630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01763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53897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6030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pic>
        <p:nvPicPr>
          <p:cNvPr id="166" name="Image 0" descr="/home/ahmed/Projects/ai_llm_slides/videos/deep-learning/002_transformers_part2/recreated_pptx/build/assets/slide056_b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6480" y="1606550"/>
            <a:ext cx="8092440" cy="211836"/>
          </a:xfrm>
          <a:prstGeom prst="rect">
            <a:avLst/>
          </a:prstGeom>
        </p:spPr>
      </p:pic>
      <p:sp>
        <p:nvSpPr>
          <p:cNvPr id="167" name="Text 164"/>
          <p:cNvSpPr/>
          <p:nvPr/>
        </p:nvSpPr>
        <p:spPr>
          <a:xfrm>
            <a:off x="3291840" y="77724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Final Output</a:t>
            </a:r>
            <a:endParaRPr lang="en-US" sz="3100" dirty="0"/>
          </a:p>
        </p:txBody>
      </p:sp>
      <p:sp>
        <p:nvSpPr>
          <p:cNvPr id="168" name="Text 165"/>
          <p:cNvSpPr/>
          <p:nvPr/>
        </p:nvSpPr>
        <p:spPr>
          <a:xfrm>
            <a:off x="4354830" y="126619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of each word in Vocab</a:t>
            </a:r>
            <a:endParaRPr lang="en-US" sz="1550" dirty="0"/>
          </a:p>
        </p:txBody>
      </p:sp>
      <p:sp>
        <p:nvSpPr>
          <p:cNvPr id="169" name="Text 166"/>
          <p:cNvSpPr/>
          <p:nvPr/>
        </p:nvSpPr>
        <p:spPr>
          <a:xfrm>
            <a:off x="7948930" y="523367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Projection</a:t>
            </a:r>
            <a:endParaRPr lang="en-US" sz="2000" dirty="0"/>
          </a:p>
        </p:txBody>
      </p:sp>
      <p:sp>
        <p:nvSpPr>
          <p:cNvPr id="170" name="Text 167"/>
          <p:cNvSpPr/>
          <p:nvPr/>
        </p:nvSpPr>
        <p:spPr>
          <a:xfrm>
            <a:off x="782320" y="184023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 Size</a:t>
            </a:r>
            <a:endParaRPr lang="en-US" sz="1600" dirty="0"/>
          </a:p>
        </p:txBody>
      </p:sp>
      <p:sp>
        <p:nvSpPr>
          <p:cNvPr id="171" name="Text 168"/>
          <p:cNvSpPr/>
          <p:nvPr/>
        </p:nvSpPr>
        <p:spPr>
          <a:xfrm>
            <a:off x="782320" y="42799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 Size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75" y="651241"/>
            <a:ext cx="3950459" cy="6206727"/>
          </a:xfrm>
          <a:prstGeom prst="roundRect">
            <a:avLst>
              <a:gd name="adj" fmla="val 1389"/>
            </a:avLst>
          </a:prstGeom>
          <a:solidFill>
            <a:srgbClr val="C0EBD0"/>
          </a:solidFill>
          <a:ln w="25400">
            <a:solidFill>
              <a:srgbClr val="2E8E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75528" y="611369"/>
            <a:ext cx="2655660" cy="292394"/>
          </a:xfrm>
          <a:prstGeom prst="arc">
            <a:avLst>
              <a:gd name="adj1" fmla="val 10800000"/>
              <a:gd name="adj2" fmla="val 21600000"/>
            </a:avLst>
          </a:prstGeom>
          <a:ln w="19050">
            <a:solidFill>
              <a:srgbClr val="7A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48195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1952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06345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60103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64496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18253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2646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6404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0797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34554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8947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2705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7098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50855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5248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9006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3399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7156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71549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5307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29700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3457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87850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41608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46001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99758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04151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57909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62302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16059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20452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74210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78603" y="890473"/>
            <a:ext cx="0" cy="53163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2360" y="804083"/>
            <a:ext cx="92486" cy="93034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A8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01952" y="936990"/>
            <a:ext cx="2602811" cy="7974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42" name="Text 40"/>
          <p:cNvSpPr/>
          <p:nvPr/>
        </p:nvSpPr>
        <p:spPr>
          <a:xfrm>
            <a:off x="7601952" y="936990"/>
            <a:ext cx="2602811" cy="7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7575528" y="1076542"/>
            <a:ext cx="2655660" cy="531625"/>
          </a:xfrm>
          <a:prstGeom prst="roundRect">
            <a:avLst>
              <a:gd name="adj" fmla="val 17200"/>
            </a:avLst>
          </a:prstGeom>
          <a:solidFill>
            <a:srgbClr val="A5EFC0"/>
          </a:solidFill>
          <a:ln w="19050">
            <a:solidFill>
              <a:srgbClr val="1E8E3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7720862" y="1262610"/>
            <a:ext cx="1321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>
            <a:off x="7720862" y="1262610"/>
            <a:ext cx="16977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>
            <a:off x="7720862" y="1262610"/>
            <a:ext cx="32634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>
            <a:off x="7720862" y="1262610"/>
            <a:ext cx="48290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7720862" y="1262610"/>
            <a:ext cx="63947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>
            <a:off x="7720862" y="1262610"/>
            <a:ext cx="79603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>
            <a:off x="7720862" y="1262610"/>
            <a:ext cx="95260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>
            <a:off x="7720862" y="1262610"/>
            <a:ext cx="110916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7720862" y="1262610"/>
            <a:ext cx="126573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>
            <a:off x="7720862" y="1262610"/>
            <a:ext cx="142229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>
            <a:off x="7720862" y="1262610"/>
            <a:ext cx="157886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7720862" y="1262610"/>
            <a:ext cx="173542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7720862" y="1262610"/>
            <a:ext cx="189199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>
            <a:off x="7720862" y="1262610"/>
            <a:ext cx="204855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>
            <a:off x="7720862" y="1262610"/>
            <a:ext cx="220512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7720862" y="1262610"/>
            <a:ext cx="236168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34074" y="1262610"/>
            <a:ext cx="54830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90639" y="1262610"/>
            <a:ext cx="39174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47205" y="1262610"/>
            <a:ext cx="23517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03770" y="1262610"/>
            <a:ext cx="7861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8282382" y="1262610"/>
            <a:ext cx="7795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8282382" y="1262610"/>
            <a:ext cx="23451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>
            <a:off x="8282382" y="1262610"/>
            <a:ext cx="39108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8282382" y="1262610"/>
            <a:ext cx="54764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8282382" y="1262610"/>
            <a:ext cx="70421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8282382" y="1262610"/>
            <a:ext cx="86077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8282382" y="1262610"/>
            <a:ext cx="101734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8282382" y="1262610"/>
            <a:ext cx="117390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8282382" y="1262610"/>
            <a:ext cx="133047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8282382" y="1262610"/>
            <a:ext cx="148703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8282382" y="1262610"/>
            <a:ext cx="164360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8282382" y="1262610"/>
            <a:ext cx="180016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34074" y="1262610"/>
            <a:ext cx="1142859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890639" y="1262610"/>
            <a:ext cx="986294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47205" y="1262610"/>
            <a:ext cx="829729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03770" y="1262610"/>
            <a:ext cx="673164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360335" y="1262610"/>
            <a:ext cx="516599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16900" y="1262610"/>
            <a:ext cx="36003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73465" y="1262610"/>
            <a:ext cx="20346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830030" y="1262610"/>
            <a:ext cx="4690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8876933" y="1262610"/>
            <a:ext cx="10966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8876933" y="1262610"/>
            <a:ext cx="26622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8876933" y="1262610"/>
            <a:ext cx="42279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8876933" y="1262610"/>
            <a:ext cx="57935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>
            <a:off x="8876933" y="1262610"/>
            <a:ext cx="73592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>
            <a:off x="8876933" y="1262610"/>
            <a:ext cx="89248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8876933" y="1262610"/>
            <a:ext cx="104905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>
            <a:off x="8876933" y="1262610"/>
            <a:ext cx="120561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34074" y="1262610"/>
            <a:ext cx="178365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890639" y="1262610"/>
            <a:ext cx="162708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047205" y="1262610"/>
            <a:ext cx="147052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203770" y="1262610"/>
            <a:ext cx="131395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360335" y="1262610"/>
            <a:ext cx="115739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516900" y="1262610"/>
            <a:ext cx="100082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673465" y="1262610"/>
            <a:ext cx="84426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830030" y="1262610"/>
            <a:ext cx="68769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86595" y="1262610"/>
            <a:ext cx="53113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43160" y="1262610"/>
            <a:ext cx="37456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299725" y="1262610"/>
            <a:ext cx="218002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56290" y="1262610"/>
            <a:ext cx="61437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9517727" y="1262610"/>
            <a:ext cx="9512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9517727" y="1262610"/>
            <a:ext cx="25169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9517727" y="1262610"/>
            <a:ext cx="408258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9517727" y="1262610"/>
            <a:ext cx="564823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34074" y="1262610"/>
            <a:ext cx="233856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890639" y="1262610"/>
            <a:ext cx="218200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047205" y="1262610"/>
            <a:ext cx="202543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203770" y="1262610"/>
            <a:ext cx="186887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60335" y="1262610"/>
            <a:ext cx="171230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16900" y="1262610"/>
            <a:ext cx="155574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673465" y="1262610"/>
            <a:ext cx="139917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830030" y="1262610"/>
            <a:ext cx="124261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986595" y="1262610"/>
            <a:ext cx="108604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143160" y="1262610"/>
            <a:ext cx="92948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99725" y="1262610"/>
            <a:ext cx="77291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456290" y="1262610"/>
            <a:ext cx="61635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612855" y="1262610"/>
            <a:ext cx="45978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769420" y="1262610"/>
            <a:ext cx="303221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925985" y="1262610"/>
            <a:ext cx="146656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H="1">
            <a:off x="10072641" y="1262610"/>
            <a:ext cx="9909" cy="159488"/>
          </a:xfrm>
          <a:prstGeom prst="line">
            <a:avLst/>
          </a:prstGeom>
          <a:noFill/>
          <a:ln w="6350">
            <a:solidFill>
              <a:srgbClr val="2E8E8E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8452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84109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26" name="Shape 124"/>
          <p:cNvSpPr/>
          <p:nvPr/>
        </p:nvSpPr>
        <p:spPr>
          <a:xfrm>
            <a:off x="799765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27" name="Shape 125"/>
          <p:cNvSpPr/>
          <p:nvPr/>
        </p:nvSpPr>
        <p:spPr>
          <a:xfrm>
            <a:off x="815422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28" name="Shape 126"/>
          <p:cNvSpPr/>
          <p:nvPr/>
        </p:nvSpPr>
        <p:spPr>
          <a:xfrm>
            <a:off x="831078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29" name="Shape 127"/>
          <p:cNvSpPr/>
          <p:nvPr/>
        </p:nvSpPr>
        <p:spPr>
          <a:xfrm>
            <a:off x="846735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0" name="Shape 128"/>
          <p:cNvSpPr/>
          <p:nvPr/>
        </p:nvSpPr>
        <p:spPr>
          <a:xfrm>
            <a:off x="862391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1" name="Shape 129"/>
          <p:cNvSpPr/>
          <p:nvPr/>
        </p:nvSpPr>
        <p:spPr>
          <a:xfrm>
            <a:off x="878048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2" name="Shape 130"/>
          <p:cNvSpPr/>
          <p:nvPr/>
        </p:nvSpPr>
        <p:spPr>
          <a:xfrm>
            <a:off x="893704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3" name="Shape 131"/>
          <p:cNvSpPr/>
          <p:nvPr/>
        </p:nvSpPr>
        <p:spPr>
          <a:xfrm>
            <a:off x="909361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925017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940674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6" name="Shape 134"/>
          <p:cNvSpPr/>
          <p:nvPr/>
        </p:nvSpPr>
        <p:spPr>
          <a:xfrm>
            <a:off x="956330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7" name="Shape 135"/>
          <p:cNvSpPr/>
          <p:nvPr/>
        </p:nvSpPr>
        <p:spPr>
          <a:xfrm>
            <a:off x="971987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876439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033004" y="1166253"/>
            <a:ext cx="99092" cy="99680"/>
          </a:xfrm>
          <a:prstGeom prst="ellipse">
            <a:avLst/>
          </a:prstGeom>
          <a:solidFill>
            <a:srgbClr val="B400C8"/>
          </a:solidFill>
          <a:ln/>
        </p:spPr>
      </p:sp>
      <p:sp>
        <p:nvSpPr>
          <p:cNvPr id="140" name="Shape 138"/>
          <p:cNvSpPr/>
          <p:nvPr/>
        </p:nvSpPr>
        <p:spPr>
          <a:xfrm>
            <a:off x="7621770" y="1415453"/>
            <a:ext cx="198184" cy="199360"/>
          </a:xfrm>
          <a:prstGeom prst="ellipse">
            <a:avLst/>
          </a:prstGeom>
          <a:solidFill>
            <a:srgbClr val="9FE8AC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183291" y="1415453"/>
            <a:ext cx="198184" cy="199360"/>
          </a:xfrm>
          <a:prstGeom prst="ellipse">
            <a:avLst/>
          </a:prstGeom>
          <a:solidFill>
            <a:srgbClr val="9FE8AC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777841" y="1415453"/>
            <a:ext cx="198184" cy="199360"/>
          </a:xfrm>
          <a:prstGeom prst="ellipse">
            <a:avLst/>
          </a:prstGeom>
          <a:solidFill>
            <a:srgbClr val="9FE8AC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418635" y="1415453"/>
            <a:ext cx="198184" cy="199360"/>
          </a:xfrm>
          <a:prstGeom prst="ellipse">
            <a:avLst/>
          </a:prstGeom>
          <a:solidFill>
            <a:srgbClr val="9FE8AC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973549" y="1415453"/>
            <a:ext cx="198184" cy="199360"/>
          </a:xfrm>
          <a:prstGeom prst="ellipse">
            <a:avLst/>
          </a:prstGeom>
          <a:solidFill>
            <a:srgbClr val="9FE8AC"/>
          </a:solidFill>
          <a:ln w="15875">
            <a:solidFill>
              <a:srgbClr val="1E8E3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430193" y="1634748"/>
            <a:ext cx="2906692" cy="1049960"/>
          </a:xfrm>
          <a:prstGeom prst="roundRect">
            <a:avLst>
              <a:gd name="adj" fmla="val 6967"/>
            </a:avLst>
          </a:prstGeom>
          <a:solidFill>
            <a:srgbClr val="D6EEDC"/>
          </a:solidFill>
          <a:ln w="15875">
            <a:solidFill>
              <a:srgbClr val="8A907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57552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634983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69443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753893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81334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3704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196503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25595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315413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37486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731598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791054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850509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909964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969419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372392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431847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491302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550757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610212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927306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986761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046216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105671" y="1687911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165126" y="1687911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430193" y="3309368"/>
            <a:ext cx="2906692" cy="1023379"/>
          </a:xfrm>
          <a:prstGeom prst="roundRect">
            <a:avLst>
              <a:gd name="adj" fmla="val 7148"/>
            </a:avLst>
          </a:prstGeom>
          <a:solidFill>
            <a:srgbClr val="D6EEDC"/>
          </a:solidFill>
          <a:ln w="15875">
            <a:solidFill>
              <a:srgbClr val="8A907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522679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601952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681226" y="3362531"/>
            <a:ext cx="72667" cy="106325"/>
          </a:xfrm>
          <a:prstGeom prst="rect">
            <a:avLst/>
          </a:prstGeom>
          <a:solidFill>
            <a:srgbClr val="E8E8C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760499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839772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084199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163472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242746" y="3362531"/>
            <a:ext cx="72667" cy="106325"/>
          </a:xfrm>
          <a:prstGeom prst="rect">
            <a:avLst/>
          </a:prstGeom>
          <a:solidFill>
            <a:srgbClr val="E8E8C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2019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401293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678750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758023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837296" y="3362531"/>
            <a:ext cx="72667" cy="106325"/>
          </a:xfrm>
          <a:prstGeom prst="rect">
            <a:avLst/>
          </a:prstGeom>
          <a:solidFill>
            <a:srgbClr val="E8E8C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16570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8995843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319543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398817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478090" y="3362531"/>
            <a:ext cx="72667" cy="106325"/>
          </a:xfrm>
          <a:prstGeom prst="rect">
            <a:avLst/>
          </a:prstGeom>
          <a:solidFill>
            <a:srgbClr val="E8E8C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557363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636637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874457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953731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033004" y="3362531"/>
            <a:ext cx="72667" cy="106325"/>
          </a:xfrm>
          <a:prstGeom prst="rect">
            <a:avLst/>
          </a:prstGeom>
          <a:solidFill>
            <a:srgbClr val="E8E8C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112277" y="3362531"/>
            <a:ext cx="72667" cy="106325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191551" y="3362531"/>
            <a:ext cx="72667" cy="106325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430193" y="4399200"/>
            <a:ext cx="2906692" cy="983507"/>
          </a:xfrm>
          <a:prstGeom prst="roundRect">
            <a:avLst>
              <a:gd name="adj" fmla="val 7438"/>
            </a:avLst>
          </a:prstGeom>
          <a:solidFill>
            <a:srgbClr val="D6EEDC"/>
          </a:solidFill>
          <a:ln w="15875">
            <a:solidFill>
              <a:srgbClr val="8A907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601952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661407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720862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780317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163472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222927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282382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341837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8758023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817478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876933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936388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398817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458272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517727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577182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953731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013186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072641" y="4452363"/>
            <a:ext cx="52849" cy="66453"/>
          </a:xfrm>
          <a:prstGeom prst="rect">
            <a:avLst/>
          </a:prstGeom>
          <a:solidFill>
            <a:srgbClr val="FFFCE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132096" y="4452363"/>
            <a:ext cx="52849" cy="66453"/>
          </a:xfrm>
          <a:prstGeom prst="rect">
            <a:avLst/>
          </a:prstGeom>
          <a:solidFill>
            <a:srgbClr val="F0F0D8"/>
          </a:solidFill>
          <a:ln w="6350">
            <a:solidFill>
              <a:srgbClr val="88887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687832" y="1820817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19" name="Shape 217"/>
          <p:cNvSpPr/>
          <p:nvPr/>
        </p:nvSpPr>
        <p:spPr>
          <a:xfrm>
            <a:off x="8249352" y="1820817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20" name="Shape 218"/>
          <p:cNvSpPr/>
          <p:nvPr/>
        </p:nvSpPr>
        <p:spPr>
          <a:xfrm>
            <a:off x="8843902" y="1820817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21" name="Shape 219"/>
          <p:cNvSpPr/>
          <p:nvPr/>
        </p:nvSpPr>
        <p:spPr>
          <a:xfrm>
            <a:off x="9484696" y="1820817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22" name="Shape 220"/>
          <p:cNvSpPr/>
          <p:nvPr/>
        </p:nvSpPr>
        <p:spPr>
          <a:xfrm>
            <a:off x="10039610" y="1820817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23" name="Shape 221"/>
          <p:cNvSpPr/>
          <p:nvPr/>
        </p:nvSpPr>
        <p:spPr>
          <a:xfrm>
            <a:off x="7522679" y="1907206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224" name="Text 222"/>
          <p:cNvSpPr/>
          <p:nvPr/>
        </p:nvSpPr>
        <p:spPr>
          <a:xfrm>
            <a:off x="7522679" y="1907206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225" name="Shape 223"/>
          <p:cNvSpPr/>
          <p:nvPr/>
        </p:nvSpPr>
        <p:spPr>
          <a:xfrm>
            <a:off x="7509466" y="2026822"/>
            <a:ext cx="2734933" cy="119616"/>
          </a:xfrm>
          <a:prstGeom prst="rect">
            <a:avLst/>
          </a:prstGeom>
          <a:solidFill>
            <a:srgbClr val="1E9028"/>
          </a:solidFill>
          <a:ln/>
        </p:spPr>
      </p:sp>
      <p:sp>
        <p:nvSpPr>
          <p:cNvPr id="226" name="Text 224"/>
          <p:cNvSpPr/>
          <p:nvPr/>
        </p:nvSpPr>
        <p:spPr>
          <a:xfrm>
            <a:off x="7509466" y="2026822"/>
            <a:ext cx="2734933" cy="11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- One Hidden with RELU Activation</a:t>
            </a:r>
            <a:endParaRPr lang="en-US" sz="500" dirty="0"/>
          </a:p>
        </p:txBody>
      </p:sp>
      <p:sp>
        <p:nvSpPr>
          <p:cNvPr id="227" name="Shape 225"/>
          <p:cNvSpPr/>
          <p:nvPr/>
        </p:nvSpPr>
        <p:spPr>
          <a:xfrm>
            <a:off x="7522679" y="2179664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228" name="Text 226"/>
          <p:cNvSpPr/>
          <p:nvPr/>
        </p:nvSpPr>
        <p:spPr>
          <a:xfrm>
            <a:off x="7522679" y="2179664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229" name="Shape 227"/>
          <p:cNvSpPr/>
          <p:nvPr/>
        </p:nvSpPr>
        <p:spPr>
          <a:xfrm>
            <a:off x="7681226" y="2272699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30" name="Shape 228"/>
          <p:cNvSpPr/>
          <p:nvPr/>
        </p:nvSpPr>
        <p:spPr>
          <a:xfrm>
            <a:off x="8242746" y="2272699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31" name="Shape 229"/>
          <p:cNvSpPr/>
          <p:nvPr/>
        </p:nvSpPr>
        <p:spPr>
          <a:xfrm>
            <a:off x="8837296" y="2272699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32" name="Shape 230"/>
          <p:cNvSpPr/>
          <p:nvPr/>
        </p:nvSpPr>
        <p:spPr>
          <a:xfrm>
            <a:off x="9478090" y="2272699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33" name="Shape 231"/>
          <p:cNvSpPr/>
          <p:nvPr/>
        </p:nvSpPr>
        <p:spPr>
          <a:xfrm>
            <a:off x="10033004" y="2272699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34" name="Shape 232"/>
          <p:cNvSpPr/>
          <p:nvPr/>
        </p:nvSpPr>
        <p:spPr>
          <a:xfrm>
            <a:off x="7529285" y="2372379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35" name="Shape 233"/>
          <p:cNvSpPr/>
          <p:nvPr/>
        </p:nvSpPr>
        <p:spPr>
          <a:xfrm>
            <a:off x="7496254" y="2339152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7496254" y="2339152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37" name="Shape 235"/>
          <p:cNvSpPr/>
          <p:nvPr/>
        </p:nvSpPr>
        <p:spPr>
          <a:xfrm>
            <a:off x="8097411" y="2372379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38" name="Shape 236"/>
          <p:cNvSpPr/>
          <p:nvPr/>
        </p:nvSpPr>
        <p:spPr>
          <a:xfrm>
            <a:off x="8064380" y="2339152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8064380" y="2339152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40" name="Shape 238"/>
          <p:cNvSpPr/>
          <p:nvPr/>
        </p:nvSpPr>
        <p:spPr>
          <a:xfrm>
            <a:off x="8691962" y="2372379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41" name="Shape 239"/>
          <p:cNvSpPr/>
          <p:nvPr/>
        </p:nvSpPr>
        <p:spPr>
          <a:xfrm>
            <a:off x="8658931" y="2339152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8658931" y="2339152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43" name="Shape 241"/>
          <p:cNvSpPr/>
          <p:nvPr/>
        </p:nvSpPr>
        <p:spPr>
          <a:xfrm>
            <a:off x="9326149" y="2372379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44" name="Shape 242"/>
          <p:cNvSpPr/>
          <p:nvPr/>
        </p:nvSpPr>
        <p:spPr>
          <a:xfrm>
            <a:off x="9293119" y="2339152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9293119" y="2339152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46" name="Shape 244"/>
          <p:cNvSpPr/>
          <p:nvPr/>
        </p:nvSpPr>
        <p:spPr>
          <a:xfrm>
            <a:off x="9894275" y="2372379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47" name="Shape 245"/>
          <p:cNvSpPr/>
          <p:nvPr/>
        </p:nvSpPr>
        <p:spPr>
          <a:xfrm>
            <a:off x="9861245" y="2339152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9861245" y="2339152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49" name="Shape 247"/>
          <p:cNvSpPr/>
          <p:nvPr/>
        </p:nvSpPr>
        <p:spPr>
          <a:xfrm>
            <a:off x="7634983" y="2884068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634983" y="3036910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634983" y="3189753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196503" y="2884068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196503" y="3036910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196503" y="3189753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791054" y="2884068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791054" y="3036910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791054" y="3189753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431847" y="2884068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431847" y="3036910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431847" y="3189753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986761" y="2884068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986761" y="3036910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986761" y="3189753"/>
            <a:ext cx="171759" cy="112970"/>
          </a:xfrm>
          <a:prstGeom prst="rect">
            <a:avLst/>
          </a:prstGeom>
          <a:solidFill>
            <a:srgbClr val="A8C0A8"/>
          </a:solidFill>
          <a:ln w="9525">
            <a:solidFill>
              <a:srgbClr val="789878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687832" y="3468856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65" name="Shape 263"/>
          <p:cNvSpPr/>
          <p:nvPr/>
        </p:nvSpPr>
        <p:spPr>
          <a:xfrm>
            <a:off x="8249352" y="3468856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66" name="Shape 264"/>
          <p:cNvSpPr/>
          <p:nvPr/>
        </p:nvSpPr>
        <p:spPr>
          <a:xfrm>
            <a:off x="8843902" y="3468856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67" name="Shape 265"/>
          <p:cNvSpPr/>
          <p:nvPr/>
        </p:nvSpPr>
        <p:spPr>
          <a:xfrm>
            <a:off x="9484696" y="3468856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68" name="Shape 266"/>
          <p:cNvSpPr/>
          <p:nvPr/>
        </p:nvSpPr>
        <p:spPr>
          <a:xfrm>
            <a:off x="10039610" y="3468856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269" name="Shape 267"/>
          <p:cNvSpPr/>
          <p:nvPr/>
        </p:nvSpPr>
        <p:spPr>
          <a:xfrm>
            <a:off x="7522679" y="3561890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270" name="Text 268"/>
          <p:cNvSpPr/>
          <p:nvPr/>
        </p:nvSpPr>
        <p:spPr>
          <a:xfrm>
            <a:off x="7522679" y="3561890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271" name="Shape 269"/>
          <p:cNvSpPr/>
          <p:nvPr/>
        </p:nvSpPr>
        <p:spPr>
          <a:xfrm>
            <a:off x="7509466" y="3681506"/>
            <a:ext cx="2734933" cy="119616"/>
          </a:xfrm>
          <a:prstGeom prst="rect">
            <a:avLst/>
          </a:prstGeom>
          <a:solidFill>
            <a:srgbClr val="1E9028"/>
          </a:solidFill>
          <a:ln/>
        </p:spPr>
      </p:sp>
      <p:sp>
        <p:nvSpPr>
          <p:cNvPr id="272" name="Text 270"/>
          <p:cNvSpPr/>
          <p:nvPr/>
        </p:nvSpPr>
        <p:spPr>
          <a:xfrm>
            <a:off x="7509466" y="3681506"/>
            <a:ext cx="2734933" cy="11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- One Hidden with RELU Activation</a:t>
            </a:r>
            <a:endParaRPr lang="en-US" sz="500" dirty="0"/>
          </a:p>
        </p:txBody>
      </p:sp>
      <p:sp>
        <p:nvSpPr>
          <p:cNvPr id="273" name="Shape 271"/>
          <p:cNvSpPr/>
          <p:nvPr/>
        </p:nvSpPr>
        <p:spPr>
          <a:xfrm>
            <a:off x="7522679" y="3827703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274" name="Text 272"/>
          <p:cNvSpPr/>
          <p:nvPr/>
        </p:nvSpPr>
        <p:spPr>
          <a:xfrm>
            <a:off x="7522679" y="3827703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275" name="Shape 273"/>
          <p:cNvSpPr/>
          <p:nvPr/>
        </p:nvSpPr>
        <p:spPr>
          <a:xfrm>
            <a:off x="7681226" y="3907447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76" name="Shape 274"/>
          <p:cNvSpPr/>
          <p:nvPr/>
        </p:nvSpPr>
        <p:spPr>
          <a:xfrm>
            <a:off x="8242746" y="3907447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77" name="Shape 275"/>
          <p:cNvSpPr/>
          <p:nvPr/>
        </p:nvSpPr>
        <p:spPr>
          <a:xfrm>
            <a:off x="8837296" y="3907447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78" name="Shape 276"/>
          <p:cNvSpPr/>
          <p:nvPr/>
        </p:nvSpPr>
        <p:spPr>
          <a:xfrm>
            <a:off x="9478090" y="3907447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79" name="Shape 277"/>
          <p:cNvSpPr/>
          <p:nvPr/>
        </p:nvSpPr>
        <p:spPr>
          <a:xfrm>
            <a:off x="10033004" y="3907447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280" name="Shape 278"/>
          <p:cNvSpPr/>
          <p:nvPr/>
        </p:nvSpPr>
        <p:spPr>
          <a:xfrm>
            <a:off x="7529285" y="4007127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81" name="Shape 279"/>
          <p:cNvSpPr/>
          <p:nvPr/>
        </p:nvSpPr>
        <p:spPr>
          <a:xfrm>
            <a:off x="7496254" y="3973900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7496254" y="3973900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83" name="Shape 281"/>
          <p:cNvSpPr/>
          <p:nvPr/>
        </p:nvSpPr>
        <p:spPr>
          <a:xfrm>
            <a:off x="8097411" y="4007127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84" name="Shape 282"/>
          <p:cNvSpPr/>
          <p:nvPr/>
        </p:nvSpPr>
        <p:spPr>
          <a:xfrm>
            <a:off x="8064380" y="3973900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8064380" y="3973900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86" name="Shape 284"/>
          <p:cNvSpPr/>
          <p:nvPr/>
        </p:nvSpPr>
        <p:spPr>
          <a:xfrm>
            <a:off x="8691962" y="4007127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87" name="Shape 285"/>
          <p:cNvSpPr/>
          <p:nvPr/>
        </p:nvSpPr>
        <p:spPr>
          <a:xfrm>
            <a:off x="8658931" y="3973900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8658931" y="3973900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89" name="Shape 287"/>
          <p:cNvSpPr/>
          <p:nvPr/>
        </p:nvSpPr>
        <p:spPr>
          <a:xfrm>
            <a:off x="9326149" y="4007127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90" name="Shape 288"/>
          <p:cNvSpPr/>
          <p:nvPr/>
        </p:nvSpPr>
        <p:spPr>
          <a:xfrm>
            <a:off x="9293119" y="3973900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9293119" y="3973900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92" name="Shape 290"/>
          <p:cNvSpPr/>
          <p:nvPr/>
        </p:nvSpPr>
        <p:spPr>
          <a:xfrm>
            <a:off x="9894275" y="4007127"/>
            <a:ext cx="449216" cy="27910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293" name="Shape 291"/>
          <p:cNvSpPr/>
          <p:nvPr/>
        </p:nvSpPr>
        <p:spPr>
          <a:xfrm>
            <a:off x="9861245" y="3973900"/>
            <a:ext cx="449216" cy="27910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9861245" y="3973900"/>
            <a:ext cx="449216" cy="2791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295" name="Shape 293"/>
          <p:cNvSpPr/>
          <p:nvPr/>
        </p:nvSpPr>
        <p:spPr>
          <a:xfrm>
            <a:off x="7522679" y="4625141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296" name="Text 294"/>
          <p:cNvSpPr/>
          <p:nvPr/>
        </p:nvSpPr>
        <p:spPr>
          <a:xfrm>
            <a:off x="7522679" y="4625141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297" name="Shape 295"/>
          <p:cNvSpPr/>
          <p:nvPr/>
        </p:nvSpPr>
        <p:spPr>
          <a:xfrm>
            <a:off x="7509466" y="4771338"/>
            <a:ext cx="2734933" cy="119616"/>
          </a:xfrm>
          <a:prstGeom prst="rect">
            <a:avLst/>
          </a:prstGeom>
          <a:solidFill>
            <a:srgbClr val="1E9028"/>
          </a:solidFill>
          <a:ln/>
        </p:spPr>
      </p:sp>
      <p:sp>
        <p:nvSpPr>
          <p:cNvPr id="298" name="Text 296"/>
          <p:cNvSpPr/>
          <p:nvPr/>
        </p:nvSpPr>
        <p:spPr>
          <a:xfrm>
            <a:off x="7509466" y="4771338"/>
            <a:ext cx="2734933" cy="11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- One Hidden with RELU Activation</a:t>
            </a:r>
            <a:endParaRPr lang="en-US" sz="500" dirty="0"/>
          </a:p>
        </p:txBody>
      </p:sp>
      <p:sp>
        <p:nvSpPr>
          <p:cNvPr id="299" name="Shape 297"/>
          <p:cNvSpPr/>
          <p:nvPr/>
        </p:nvSpPr>
        <p:spPr>
          <a:xfrm>
            <a:off x="7522679" y="4890954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300" name="Text 298"/>
          <p:cNvSpPr/>
          <p:nvPr/>
        </p:nvSpPr>
        <p:spPr>
          <a:xfrm>
            <a:off x="7522679" y="4890954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301" name="Shape 299"/>
          <p:cNvSpPr/>
          <p:nvPr/>
        </p:nvSpPr>
        <p:spPr>
          <a:xfrm>
            <a:off x="7681226" y="5010570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302" name="Shape 300"/>
          <p:cNvSpPr/>
          <p:nvPr/>
        </p:nvSpPr>
        <p:spPr>
          <a:xfrm>
            <a:off x="8242746" y="5010570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303" name="Shape 301"/>
          <p:cNvSpPr/>
          <p:nvPr/>
        </p:nvSpPr>
        <p:spPr>
          <a:xfrm>
            <a:off x="8837296" y="5010570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304" name="Shape 302"/>
          <p:cNvSpPr/>
          <p:nvPr/>
        </p:nvSpPr>
        <p:spPr>
          <a:xfrm>
            <a:off x="9478090" y="5010570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305" name="Shape 303"/>
          <p:cNvSpPr/>
          <p:nvPr/>
        </p:nvSpPr>
        <p:spPr>
          <a:xfrm>
            <a:off x="10033004" y="5010570"/>
            <a:ext cx="79273" cy="66453"/>
          </a:xfrm>
          <a:prstGeom prst="upArrow">
            <a:avLst/>
          </a:prstGeom>
          <a:solidFill>
            <a:srgbClr val="001878"/>
          </a:solidFill>
          <a:ln/>
        </p:spPr>
      </p:sp>
      <p:sp>
        <p:nvSpPr>
          <p:cNvPr id="306" name="Shape 304"/>
          <p:cNvSpPr/>
          <p:nvPr/>
        </p:nvSpPr>
        <p:spPr>
          <a:xfrm>
            <a:off x="7529285" y="5110249"/>
            <a:ext cx="449216" cy="26581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07" name="Shape 305"/>
          <p:cNvSpPr/>
          <p:nvPr/>
        </p:nvSpPr>
        <p:spPr>
          <a:xfrm>
            <a:off x="7496254" y="5077023"/>
            <a:ext cx="449216" cy="26581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7496254" y="5077023"/>
            <a:ext cx="449216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309" name="Shape 307"/>
          <p:cNvSpPr/>
          <p:nvPr/>
        </p:nvSpPr>
        <p:spPr>
          <a:xfrm>
            <a:off x="8097411" y="5110249"/>
            <a:ext cx="449216" cy="26581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10" name="Shape 308"/>
          <p:cNvSpPr/>
          <p:nvPr/>
        </p:nvSpPr>
        <p:spPr>
          <a:xfrm>
            <a:off x="8064380" y="5077023"/>
            <a:ext cx="449216" cy="26581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8064380" y="5077023"/>
            <a:ext cx="449216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312" name="Shape 310"/>
          <p:cNvSpPr/>
          <p:nvPr/>
        </p:nvSpPr>
        <p:spPr>
          <a:xfrm>
            <a:off x="8691962" y="5110249"/>
            <a:ext cx="449216" cy="26581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13" name="Shape 311"/>
          <p:cNvSpPr/>
          <p:nvPr/>
        </p:nvSpPr>
        <p:spPr>
          <a:xfrm>
            <a:off x="8658931" y="5077023"/>
            <a:ext cx="449216" cy="26581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8658931" y="5077023"/>
            <a:ext cx="449216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315" name="Shape 313"/>
          <p:cNvSpPr/>
          <p:nvPr/>
        </p:nvSpPr>
        <p:spPr>
          <a:xfrm>
            <a:off x="9326149" y="5110249"/>
            <a:ext cx="449216" cy="26581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16" name="Shape 314"/>
          <p:cNvSpPr/>
          <p:nvPr/>
        </p:nvSpPr>
        <p:spPr>
          <a:xfrm>
            <a:off x="9293119" y="5077023"/>
            <a:ext cx="449216" cy="26581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9293119" y="5077023"/>
            <a:ext cx="449216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318" name="Shape 316"/>
          <p:cNvSpPr/>
          <p:nvPr/>
        </p:nvSpPr>
        <p:spPr>
          <a:xfrm>
            <a:off x="9894275" y="5110249"/>
            <a:ext cx="449216" cy="265813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19" name="Shape 317"/>
          <p:cNvSpPr/>
          <p:nvPr/>
        </p:nvSpPr>
        <p:spPr>
          <a:xfrm>
            <a:off x="9861245" y="5077023"/>
            <a:ext cx="449216" cy="265813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9861245" y="5077023"/>
            <a:ext cx="449216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500" dirty="0"/>
          </a:p>
          <a:p>
            <a:pPr algn="ctr" indent="0" marL="0">
              <a:lnSpc>
                <a:spcPts val="55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00" dirty="0"/>
          </a:p>
        </p:txBody>
      </p:sp>
      <p:sp>
        <p:nvSpPr>
          <p:cNvPr id="321" name="Shape 319"/>
          <p:cNvSpPr/>
          <p:nvPr/>
        </p:nvSpPr>
        <p:spPr>
          <a:xfrm>
            <a:off x="7965289" y="5096959"/>
            <a:ext cx="39637" cy="39872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22" name="Shape 320"/>
          <p:cNvSpPr/>
          <p:nvPr/>
        </p:nvSpPr>
        <p:spPr>
          <a:xfrm>
            <a:off x="8018138" y="5096959"/>
            <a:ext cx="39637" cy="39872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23" name="Shape 321"/>
          <p:cNvSpPr/>
          <p:nvPr/>
        </p:nvSpPr>
        <p:spPr>
          <a:xfrm>
            <a:off x="8533415" y="5096959"/>
            <a:ext cx="39637" cy="39872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24" name="Shape 322"/>
          <p:cNvSpPr/>
          <p:nvPr/>
        </p:nvSpPr>
        <p:spPr>
          <a:xfrm>
            <a:off x="8586264" y="5096959"/>
            <a:ext cx="39637" cy="39872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25" name="Shape 323"/>
          <p:cNvSpPr/>
          <p:nvPr/>
        </p:nvSpPr>
        <p:spPr>
          <a:xfrm>
            <a:off x="9127966" y="5096959"/>
            <a:ext cx="39637" cy="39872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26" name="Shape 324"/>
          <p:cNvSpPr/>
          <p:nvPr/>
        </p:nvSpPr>
        <p:spPr>
          <a:xfrm>
            <a:off x="9180815" y="5096959"/>
            <a:ext cx="39637" cy="39872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27" name="Shape 325"/>
          <p:cNvSpPr/>
          <p:nvPr/>
        </p:nvSpPr>
        <p:spPr>
          <a:xfrm>
            <a:off x="9762153" y="5096959"/>
            <a:ext cx="39637" cy="39872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28" name="Shape 326"/>
          <p:cNvSpPr/>
          <p:nvPr/>
        </p:nvSpPr>
        <p:spPr>
          <a:xfrm>
            <a:off x="9815002" y="5096959"/>
            <a:ext cx="39637" cy="39872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29" name="Shape 327"/>
          <p:cNvSpPr/>
          <p:nvPr/>
        </p:nvSpPr>
        <p:spPr>
          <a:xfrm>
            <a:off x="10330279" y="5096959"/>
            <a:ext cx="39637" cy="39872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30" name="Shape 328"/>
          <p:cNvSpPr/>
          <p:nvPr/>
        </p:nvSpPr>
        <p:spPr>
          <a:xfrm>
            <a:off x="10383128" y="5096959"/>
            <a:ext cx="39637" cy="39872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31" name="Shape 329"/>
          <p:cNvSpPr/>
          <p:nvPr/>
        </p:nvSpPr>
        <p:spPr>
          <a:xfrm>
            <a:off x="7522679" y="5356126"/>
            <a:ext cx="396367" cy="119616"/>
          </a:xfrm>
          <a:prstGeom prst="rect">
            <a:avLst/>
          </a:prstGeom>
          <a:solidFill>
            <a:srgbClr val="FFF8E0"/>
          </a:solidFill>
          <a:ln w="9525">
            <a:solidFill>
              <a:srgbClr val="8A8A6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7588740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7661407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7734074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7806742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8084199" y="5356126"/>
            <a:ext cx="396367" cy="119616"/>
          </a:xfrm>
          <a:prstGeom prst="rect">
            <a:avLst/>
          </a:prstGeom>
          <a:solidFill>
            <a:srgbClr val="FFF8E0"/>
          </a:solidFill>
          <a:ln w="9525">
            <a:solidFill>
              <a:srgbClr val="8A8A60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8150260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8222927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8295595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8368262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8678750" y="5356126"/>
            <a:ext cx="396367" cy="119616"/>
          </a:xfrm>
          <a:prstGeom prst="rect">
            <a:avLst/>
          </a:prstGeom>
          <a:solidFill>
            <a:srgbClr val="FFF8E0"/>
          </a:solidFill>
          <a:ln w="9525">
            <a:solidFill>
              <a:srgbClr val="8A8A60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8744811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8817478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8890145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8962813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9319543" y="5356126"/>
            <a:ext cx="396367" cy="119616"/>
          </a:xfrm>
          <a:prstGeom prst="rect">
            <a:avLst/>
          </a:prstGeom>
          <a:solidFill>
            <a:srgbClr val="FFF8E0"/>
          </a:solidFill>
          <a:ln w="9525">
            <a:solidFill>
              <a:srgbClr val="8A8A60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9385604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9458272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9530939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9603606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9874457" y="5356126"/>
            <a:ext cx="396367" cy="119616"/>
          </a:xfrm>
          <a:prstGeom prst="rect">
            <a:avLst/>
          </a:prstGeom>
          <a:solidFill>
            <a:srgbClr val="FFF8E0"/>
          </a:solidFill>
          <a:ln w="9525">
            <a:solidFill>
              <a:srgbClr val="8A8A60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9940518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0013186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0085853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0158520" y="5382708"/>
            <a:ext cx="52849" cy="6645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7687832" y="5621939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357" name="Shape 355"/>
          <p:cNvSpPr/>
          <p:nvPr/>
        </p:nvSpPr>
        <p:spPr>
          <a:xfrm>
            <a:off x="8249352" y="5621939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358" name="Shape 356"/>
          <p:cNvSpPr/>
          <p:nvPr/>
        </p:nvSpPr>
        <p:spPr>
          <a:xfrm>
            <a:off x="8843902" y="5621939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359" name="Shape 357"/>
          <p:cNvSpPr/>
          <p:nvPr/>
        </p:nvSpPr>
        <p:spPr>
          <a:xfrm>
            <a:off x="9484696" y="5621939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360" name="Shape 358"/>
          <p:cNvSpPr/>
          <p:nvPr/>
        </p:nvSpPr>
        <p:spPr>
          <a:xfrm>
            <a:off x="10039610" y="5621939"/>
            <a:ext cx="66061" cy="79744"/>
          </a:xfrm>
          <a:prstGeom prst="downArrow">
            <a:avLst/>
          </a:prstGeom>
          <a:solidFill>
            <a:srgbClr val="001878"/>
          </a:solidFill>
          <a:ln/>
        </p:spPr>
      </p:sp>
      <p:sp>
        <p:nvSpPr>
          <p:cNvPr id="361" name="Shape 359"/>
          <p:cNvSpPr/>
          <p:nvPr/>
        </p:nvSpPr>
        <p:spPr>
          <a:xfrm>
            <a:off x="7271646" y="5675102"/>
            <a:ext cx="3276635" cy="1116413"/>
          </a:xfrm>
          <a:prstGeom prst="roundRect">
            <a:avLst>
              <a:gd name="adj" fmla="val 6552"/>
            </a:avLst>
          </a:prstGeom>
          <a:solidFill>
            <a:srgbClr val="CFC1E2"/>
          </a:solidFill>
          <a:ln w="15875">
            <a:solidFill>
              <a:srgbClr val="C893C4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7522679" y="5741555"/>
            <a:ext cx="2708509" cy="93034"/>
          </a:xfrm>
          <a:prstGeom prst="rect">
            <a:avLst/>
          </a:prstGeom>
          <a:solidFill>
            <a:srgbClr val="7A1F1F"/>
          </a:solidFill>
          <a:ln/>
        </p:spPr>
      </p:sp>
      <p:sp>
        <p:nvSpPr>
          <p:cNvPr id="363" name="Text 361"/>
          <p:cNvSpPr/>
          <p:nvPr/>
        </p:nvSpPr>
        <p:spPr>
          <a:xfrm>
            <a:off x="7522679" y="5741555"/>
            <a:ext cx="2708509" cy="9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and Layer Normalization</a:t>
            </a:r>
            <a:endParaRPr lang="en-US" sz="550" dirty="0"/>
          </a:p>
        </p:txBody>
      </p:sp>
      <p:sp>
        <p:nvSpPr>
          <p:cNvPr id="364" name="Shape 362"/>
          <p:cNvSpPr/>
          <p:nvPr/>
        </p:nvSpPr>
        <p:spPr>
          <a:xfrm>
            <a:off x="7720862" y="5861170"/>
            <a:ext cx="0" cy="39872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282382" y="5861170"/>
            <a:ext cx="0" cy="39872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8876933" y="5861170"/>
            <a:ext cx="0" cy="39872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9517727" y="5861170"/>
            <a:ext cx="0" cy="39872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0072641" y="5861170"/>
            <a:ext cx="0" cy="39872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7529285" y="5934269"/>
            <a:ext cx="449216" cy="252522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70" name="Shape 368"/>
          <p:cNvSpPr/>
          <p:nvPr/>
        </p:nvSpPr>
        <p:spPr>
          <a:xfrm>
            <a:off x="7496254" y="5901042"/>
            <a:ext cx="449216" cy="252522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71" name="Text 369"/>
          <p:cNvSpPr/>
          <p:nvPr/>
        </p:nvSpPr>
        <p:spPr>
          <a:xfrm>
            <a:off x="7496254" y="5901042"/>
            <a:ext cx="449216" cy="2525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450" dirty="0"/>
          </a:p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450" dirty="0"/>
          </a:p>
        </p:txBody>
      </p:sp>
      <p:sp>
        <p:nvSpPr>
          <p:cNvPr id="372" name="Shape 370"/>
          <p:cNvSpPr/>
          <p:nvPr/>
        </p:nvSpPr>
        <p:spPr>
          <a:xfrm>
            <a:off x="8097411" y="5934269"/>
            <a:ext cx="449216" cy="252522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73" name="Shape 371"/>
          <p:cNvSpPr/>
          <p:nvPr/>
        </p:nvSpPr>
        <p:spPr>
          <a:xfrm>
            <a:off x="8064380" y="5901042"/>
            <a:ext cx="449216" cy="252522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74" name="Text 372"/>
          <p:cNvSpPr/>
          <p:nvPr/>
        </p:nvSpPr>
        <p:spPr>
          <a:xfrm>
            <a:off x="8064380" y="5901042"/>
            <a:ext cx="449216" cy="2525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450" dirty="0"/>
          </a:p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450" dirty="0"/>
          </a:p>
        </p:txBody>
      </p:sp>
      <p:sp>
        <p:nvSpPr>
          <p:cNvPr id="375" name="Shape 373"/>
          <p:cNvSpPr/>
          <p:nvPr/>
        </p:nvSpPr>
        <p:spPr>
          <a:xfrm>
            <a:off x="8691962" y="5934269"/>
            <a:ext cx="449216" cy="252522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76" name="Shape 374"/>
          <p:cNvSpPr/>
          <p:nvPr/>
        </p:nvSpPr>
        <p:spPr>
          <a:xfrm>
            <a:off x="8658931" y="5901042"/>
            <a:ext cx="449216" cy="252522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77" name="Text 375"/>
          <p:cNvSpPr/>
          <p:nvPr/>
        </p:nvSpPr>
        <p:spPr>
          <a:xfrm>
            <a:off x="8658931" y="5901042"/>
            <a:ext cx="449216" cy="2525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450" dirty="0"/>
          </a:p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450" dirty="0"/>
          </a:p>
        </p:txBody>
      </p:sp>
      <p:sp>
        <p:nvSpPr>
          <p:cNvPr id="378" name="Shape 376"/>
          <p:cNvSpPr/>
          <p:nvPr/>
        </p:nvSpPr>
        <p:spPr>
          <a:xfrm>
            <a:off x="9326149" y="5934269"/>
            <a:ext cx="449216" cy="252522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79" name="Shape 377"/>
          <p:cNvSpPr/>
          <p:nvPr/>
        </p:nvSpPr>
        <p:spPr>
          <a:xfrm>
            <a:off x="9293119" y="5901042"/>
            <a:ext cx="449216" cy="252522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80" name="Text 378"/>
          <p:cNvSpPr/>
          <p:nvPr/>
        </p:nvSpPr>
        <p:spPr>
          <a:xfrm>
            <a:off x="9293119" y="5901042"/>
            <a:ext cx="449216" cy="2525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450" dirty="0"/>
          </a:p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450" dirty="0"/>
          </a:p>
        </p:txBody>
      </p:sp>
      <p:sp>
        <p:nvSpPr>
          <p:cNvPr id="381" name="Shape 379"/>
          <p:cNvSpPr/>
          <p:nvPr/>
        </p:nvSpPr>
        <p:spPr>
          <a:xfrm>
            <a:off x="9894275" y="5934269"/>
            <a:ext cx="449216" cy="252522"/>
          </a:xfrm>
          <a:prstGeom prst="rect">
            <a:avLst/>
          </a:prstGeom>
          <a:solidFill>
            <a:srgbClr val="58A8C8"/>
          </a:solidFill>
          <a:ln/>
        </p:spPr>
      </p:sp>
      <p:sp>
        <p:nvSpPr>
          <p:cNvPr id="382" name="Shape 380"/>
          <p:cNvSpPr/>
          <p:nvPr/>
        </p:nvSpPr>
        <p:spPr>
          <a:xfrm>
            <a:off x="9861245" y="5901042"/>
            <a:ext cx="449216" cy="252522"/>
          </a:xfrm>
          <a:prstGeom prst="rect">
            <a:avLst/>
          </a:prstGeom>
          <a:solidFill>
            <a:srgbClr val="001878"/>
          </a:solidFill>
          <a:ln w="9525">
            <a:solidFill>
              <a:srgbClr val="3078C0"/>
            </a:solidFill>
            <a:prstDash val="solid"/>
          </a:ln>
        </p:spPr>
      </p:sp>
      <p:sp>
        <p:nvSpPr>
          <p:cNvPr id="383" name="Text 381"/>
          <p:cNvSpPr/>
          <p:nvPr/>
        </p:nvSpPr>
        <p:spPr>
          <a:xfrm>
            <a:off x="9861245" y="5901042"/>
            <a:ext cx="449216" cy="2525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450" dirty="0"/>
          </a:p>
          <a:p>
            <a:pPr algn="ctr" indent="0" marL="0">
              <a:lnSpc>
                <a:spcPts val="6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450" dirty="0"/>
          </a:p>
        </p:txBody>
      </p:sp>
      <p:sp>
        <p:nvSpPr>
          <p:cNvPr id="384" name="Shape 382"/>
          <p:cNvSpPr/>
          <p:nvPr/>
        </p:nvSpPr>
        <p:spPr>
          <a:xfrm>
            <a:off x="7932258" y="5954205"/>
            <a:ext cx="145335" cy="172778"/>
          </a:xfrm>
          <a:prstGeom prst="arc">
            <a:avLst>
              <a:gd name="adj1" fmla="val 10800000"/>
              <a:gd name="adj2" fmla="val 21600000"/>
            </a:avLst>
          </a:prstGeom>
          <a:ln w="9525">
            <a:solidFill>
              <a:srgbClr val="C03030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8500384" y="5954205"/>
            <a:ext cx="171759" cy="172778"/>
          </a:xfrm>
          <a:prstGeom prst="arc">
            <a:avLst>
              <a:gd name="adj1" fmla="val 10800000"/>
              <a:gd name="adj2" fmla="val 21600000"/>
            </a:avLst>
          </a:prstGeom>
          <a:ln w="9525">
            <a:solidFill>
              <a:srgbClr val="C0303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9094935" y="5954205"/>
            <a:ext cx="211396" cy="172778"/>
          </a:xfrm>
          <a:prstGeom prst="arc">
            <a:avLst>
              <a:gd name="adj1" fmla="val 10800000"/>
              <a:gd name="adj2" fmla="val 21600000"/>
            </a:avLst>
          </a:prstGeom>
          <a:ln w="9525">
            <a:solidFill>
              <a:srgbClr val="C03030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9729122" y="5954205"/>
            <a:ext cx="145335" cy="172778"/>
          </a:xfrm>
          <a:prstGeom prst="arc">
            <a:avLst>
              <a:gd name="adj1" fmla="val 10800000"/>
              <a:gd name="adj2" fmla="val 21600000"/>
            </a:avLst>
          </a:prstGeom>
          <a:ln w="9525">
            <a:solidFill>
              <a:srgbClr val="C0303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7496254" y="6153564"/>
            <a:ext cx="449216" cy="186069"/>
          </a:xfrm>
          <a:prstGeom prst="rect">
            <a:avLst/>
          </a:prstGeom>
          <a:solidFill>
            <a:srgbClr val="DFF5C8"/>
          </a:solidFill>
          <a:ln w="9525">
            <a:solidFill>
              <a:srgbClr val="8A9A7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588740" y="6180146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90" name="Shape 388"/>
          <p:cNvSpPr/>
          <p:nvPr/>
        </p:nvSpPr>
        <p:spPr>
          <a:xfrm>
            <a:off x="7644231" y="6180146"/>
            <a:ext cx="46243" cy="46517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391" name="Shape 389"/>
          <p:cNvSpPr/>
          <p:nvPr/>
        </p:nvSpPr>
        <p:spPr>
          <a:xfrm>
            <a:off x="7699723" y="6180146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392" name="Shape 390"/>
          <p:cNvSpPr/>
          <p:nvPr/>
        </p:nvSpPr>
        <p:spPr>
          <a:xfrm>
            <a:off x="7755214" y="6180146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393" name="Shape 391"/>
          <p:cNvSpPr/>
          <p:nvPr/>
        </p:nvSpPr>
        <p:spPr>
          <a:xfrm>
            <a:off x="7810705" y="6180146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394" name="Shape 392"/>
          <p:cNvSpPr/>
          <p:nvPr/>
        </p:nvSpPr>
        <p:spPr>
          <a:xfrm>
            <a:off x="7615164" y="6246599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395" name="Shape 393"/>
          <p:cNvSpPr/>
          <p:nvPr/>
        </p:nvSpPr>
        <p:spPr>
          <a:xfrm>
            <a:off x="7670656" y="6246599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396" name="Shape 394"/>
          <p:cNvSpPr/>
          <p:nvPr/>
        </p:nvSpPr>
        <p:spPr>
          <a:xfrm>
            <a:off x="7726147" y="6246599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397" name="Shape 395"/>
          <p:cNvSpPr/>
          <p:nvPr/>
        </p:nvSpPr>
        <p:spPr>
          <a:xfrm>
            <a:off x="7781639" y="6246599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398" name="Shape 396"/>
          <p:cNvSpPr/>
          <p:nvPr/>
        </p:nvSpPr>
        <p:spPr>
          <a:xfrm>
            <a:off x="8064380" y="6153564"/>
            <a:ext cx="449216" cy="186069"/>
          </a:xfrm>
          <a:prstGeom prst="rect">
            <a:avLst/>
          </a:prstGeom>
          <a:solidFill>
            <a:srgbClr val="DFF5C8"/>
          </a:solidFill>
          <a:ln w="9525">
            <a:solidFill>
              <a:srgbClr val="8A9A70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8156866" y="6180146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00" name="Shape 398"/>
          <p:cNvSpPr/>
          <p:nvPr/>
        </p:nvSpPr>
        <p:spPr>
          <a:xfrm>
            <a:off x="8212358" y="6180146"/>
            <a:ext cx="46243" cy="46517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401" name="Shape 399"/>
          <p:cNvSpPr/>
          <p:nvPr/>
        </p:nvSpPr>
        <p:spPr>
          <a:xfrm>
            <a:off x="8267849" y="6180146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02" name="Shape 400"/>
          <p:cNvSpPr/>
          <p:nvPr/>
        </p:nvSpPr>
        <p:spPr>
          <a:xfrm>
            <a:off x="8323340" y="6180146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03" name="Shape 401"/>
          <p:cNvSpPr/>
          <p:nvPr/>
        </p:nvSpPr>
        <p:spPr>
          <a:xfrm>
            <a:off x="8378832" y="6180146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04" name="Shape 402"/>
          <p:cNvSpPr/>
          <p:nvPr/>
        </p:nvSpPr>
        <p:spPr>
          <a:xfrm>
            <a:off x="8183291" y="6246599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05" name="Shape 403"/>
          <p:cNvSpPr/>
          <p:nvPr/>
        </p:nvSpPr>
        <p:spPr>
          <a:xfrm>
            <a:off x="8238782" y="6246599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06" name="Shape 404"/>
          <p:cNvSpPr/>
          <p:nvPr/>
        </p:nvSpPr>
        <p:spPr>
          <a:xfrm>
            <a:off x="8294273" y="6246599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07" name="Shape 405"/>
          <p:cNvSpPr/>
          <p:nvPr/>
        </p:nvSpPr>
        <p:spPr>
          <a:xfrm>
            <a:off x="8349765" y="6246599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08" name="Shape 406"/>
          <p:cNvSpPr/>
          <p:nvPr/>
        </p:nvSpPr>
        <p:spPr>
          <a:xfrm>
            <a:off x="8658931" y="6153564"/>
            <a:ext cx="449216" cy="186069"/>
          </a:xfrm>
          <a:prstGeom prst="rect">
            <a:avLst/>
          </a:prstGeom>
          <a:solidFill>
            <a:srgbClr val="DFF5C8"/>
          </a:solidFill>
          <a:ln w="9525">
            <a:solidFill>
              <a:srgbClr val="8A9A70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8751417" y="6180146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10" name="Shape 408"/>
          <p:cNvSpPr/>
          <p:nvPr/>
        </p:nvSpPr>
        <p:spPr>
          <a:xfrm>
            <a:off x="8806908" y="6180146"/>
            <a:ext cx="46243" cy="46517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411" name="Shape 409"/>
          <p:cNvSpPr/>
          <p:nvPr/>
        </p:nvSpPr>
        <p:spPr>
          <a:xfrm>
            <a:off x="8862400" y="6180146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12" name="Shape 410"/>
          <p:cNvSpPr/>
          <p:nvPr/>
        </p:nvSpPr>
        <p:spPr>
          <a:xfrm>
            <a:off x="8917891" y="6180146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13" name="Shape 411"/>
          <p:cNvSpPr/>
          <p:nvPr/>
        </p:nvSpPr>
        <p:spPr>
          <a:xfrm>
            <a:off x="8973382" y="6180146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14" name="Shape 412"/>
          <p:cNvSpPr/>
          <p:nvPr/>
        </p:nvSpPr>
        <p:spPr>
          <a:xfrm>
            <a:off x="8777841" y="6246599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15" name="Shape 413"/>
          <p:cNvSpPr/>
          <p:nvPr/>
        </p:nvSpPr>
        <p:spPr>
          <a:xfrm>
            <a:off x="8833333" y="6246599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16" name="Shape 414"/>
          <p:cNvSpPr/>
          <p:nvPr/>
        </p:nvSpPr>
        <p:spPr>
          <a:xfrm>
            <a:off x="8888824" y="6246599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17" name="Shape 415"/>
          <p:cNvSpPr/>
          <p:nvPr/>
        </p:nvSpPr>
        <p:spPr>
          <a:xfrm>
            <a:off x="8944316" y="6246599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18" name="Shape 416"/>
          <p:cNvSpPr/>
          <p:nvPr/>
        </p:nvSpPr>
        <p:spPr>
          <a:xfrm>
            <a:off x="9293119" y="6153564"/>
            <a:ext cx="449216" cy="186069"/>
          </a:xfrm>
          <a:prstGeom prst="rect">
            <a:avLst/>
          </a:prstGeom>
          <a:solidFill>
            <a:srgbClr val="DFF5C8"/>
          </a:solidFill>
          <a:ln w="9525">
            <a:solidFill>
              <a:srgbClr val="8A9A70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9385604" y="6180146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20" name="Shape 418"/>
          <p:cNvSpPr/>
          <p:nvPr/>
        </p:nvSpPr>
        <p:spPr>
          <a:xfrm>
            <a:off x="9441096" y="6180146"/>
            <a:ext cx="46243" cy="46517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421" name="Shape 419"/>
          <p:cNvSpPr/>
          <p:nvPr/>
        </p:nvSpPr>
        <p:spPr>
          <a:xfrm>
            <a:off x="9496587" y="6180146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22" name="Shape 420"/>
          <p:cNvSpPr/>
          <p:nvPr/>
        </p:nvSpPr>
        <p:spPr>
          <a:xfrm>
            <a:off x="9552078" y="6180146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23" name="Shape 421"/>
          <p:cNvSpPr/>
          <p:nvPr/>
        </p:nvSpPr>
        <p:spPr>
          <a:xfrm>
            <a:off x="9607570" y="6180146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24" name="Shape 422"/>
          <p:cNvSpPr/>
          <p:nvPr/>
        </p:nvSpPr>
        <p:spPr>
          <a:xfrm>
            <a:off x="9412029" y="6246599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25" name="Shape 423"/>
          <p:cNvSpPr/>
          <p:nvPr/>
        </p:nvSpPr>
        <p:spPr>
          <a:xfrm>
            <a:off x="9467520" y="6246599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26" name="Shape 424"/>
          <p:cNvSpPr/>
          <p:nvPr/>
        </p:nvSpPr>
        <p:spPr>
          <a:xfrm>
            <a:off x="9523012" y="6246599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27" name="Shape 425"/>
          <p:cNvSpPr/>
          <p:nvPr/>
        </p:nvSpPr>
        <p:spPr>
          <a:xfrm>
            <a:off x="9578503" y="6246599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28" name="Shape 426"/>
          <p:cNvSpPr/>
          <p:nvPr/>
        </p:nvSpPr>
        <p:spPr>
          <a:xfrm>
            <a:off x="9861245" y="6153564"/>
            <a:ext cx="449216" cy="186069"/>
          </a:xfrm>
          <a:prstGeom prst="rect">
            <a:avLst/>
          </a:prstGeom>
          <a:solidFill>
            <a:srgbClr val="DFF5C8"/>
          </a:solidFill>
          <a:ln w="9525">
            <a:solidFill>
              <a:srgbClr val="8A9A70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9953731" y="6180146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30" name="Shape 428"/>
          <p:cNvSpPr/>
          <p:nvPr/>
        </p:nvSpPr>
        <p:spPr>
          <a:xfrm>
            <a:off x="10009222" y="6180146"/>
            <a:ext cx="46243" cy="46517"/>
          </a:xfrm>
          <a:prstGeom prst="rect">
            <a:avLst/>
          </a:prstGeom>
          <a:solidFill>
            <a:srgbClr val="3050C0"/>
          </a:solidFill>
          <a:ln/>
        </p:spPr>
      </p:sp>
      <p:sp>
        <p:nvSpPr>
          <p:cNvPr id="431" name="Shape 429"/>
          <p:cNvSpPr/>
          <p:nvPr/>
        </p:nvSpPr>
        <p:spPr>
          <a:xfrm>
            <a:off x="10064713" y="6180146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32" name="Shape 430"/>
          <p:cNvSpPr/>
          <p:nvPr/>
        </p:nvSpPr>
        <p:spPr>
          <a:xfrm>
            <a:off x="10120205" y="6180146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33" name="Shape 431"/>
          <p:cNvSpPr/>
          <p:nvPr/>
        </p:nvSpPr>
        <p:spPr>
          <a:xfrm>
            <a:off x="10175696" y="6180146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34" name="Shape 432"/>
          <p:cNvSpPr/>
          <p:nvPr/>
        </p:nvSpPr>
        <p:spPr>
          <a:xfrm>
            <a:off x="9980155" y="6246599"/>
            <a:ext cx="46243" cy="46517"/>
          </a:xfrm>
          <a:prstGeom prst="rect">
            <a:avLst/>
          </a:prstGeom>
          <a:solidFill>
            <a:srgbClr val="E0C040"/>
          </a:solidFill>
          <a:ln/>
        </p:spPr>
      </p:sp>
      <p:sp>
        <p:nvSpPr>
          <p:cNvPr id="435" name="Shape 433"/>
          <p:cNvSpPr/>
          <p:nvPr/>
        </p:nvSpPr>
        <p:spPr>
          <a:xfrm>
            <a:off x="10035646" y="6246599"/>
            <a:ext cx="46243" cy="46517"/>
          </a:xfrm>
          <a:prstGeom prst="rect">
            <a:avLst/>
          </a:prstGeom>
          <a:solidFill>
            <a:srgbClr val="E08030"/>
          </a:solidFill>
          <a:ln/>
        </p:spPr>
      </p:sp>
      <p:sp>
        <p:nvSpPr>
          <p:cNvPr id="436" name="Shape 434"/>
          <p:cNvSpPr/>
          <p:nvPr/>
        </p:nvSpPr>
        <p:spPr>
          <a:xfrm>
            <a:off x="10091138" y="6246599"/>
            <a:ext cx="46243" cy="46517"/>
          </a:xfrm>
          <a:prstGeom prst="rect">
            <a:avLst/>
          </a:prstGeom>
          <a:solidFill>
            <a:srgbClr val="40A060"/>
          </a:solidFill>
          <a:ln/>
        </p:spPr>
      </p:sp>
      <p:sp>
        <p:nvSpPr>
          <p:cNvPr id="437" name="Shape 435"/>
          <p:cNvSpPr/>
          <p:nvPr/>
        </p:nvSpPr>
        <p:spPr>
          <a:xfrm>
            <a:off x="10146629" y="6246599"/>
            <a:ext cx="46243" cy="46517"/>
          </a:xfrm>
          <a:prstGeom prst="rect">
            <a:avLst/>
          </a:prstGeom>
          <a:solidFill>
            <a:srgbClr val="C04040"/>
          </a:solidFill>
          <a:ln/>
        </p:spPr>
      </p:sp>
      <p:sp>
        <p:nvSpPr>
          <p:cNvPr id="438" name="Shape 436"/>
          <p:cNvSpPr/>
          <p:nvPr/>
        </p:nvSpPr>
        <p:spPr>
          <a:xfrm>
            <a:off x="7720862" y="6339633"/>
            <a:ext cx="0" cy="132906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8282382" y="6339633"/>
            <a:ext cx="0" cy="132906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8876933" y="6339633"/>
            <a:ext cx="0" cy="132906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9517727" y="6339633"/>
            <a:ext cx="0" cy="132906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10072641" y="6339633"/>
            <a:ext cx="0" cy="132906"/>
          </a:xfrm>
          <a:prstGeom prst="line">
            <a:avLst/>
          </a:prstGeom>
          <a:noFill/>
          <a:ln w="12700">
            <a:solidFill>
              <a:srgbClr val="001878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7588740" y="6479185"/>
            <a:ext cx="2629235" cy="112970"/>
          </a:xfrm>
          <a:prstGeom prst="rect">
            <a:avLst/>
          </a:prstGeom>
          <a:solidFill>
            <a:srgbClr val="5C186E"/>
          </a:solidFill>
          <a:ln/>
        </p:spPr>
      </p:sp>
      <p:sp>
        <p:nvSpPr>
          <p:cNvPr id="444" name="Text 442"/>
          <p:cNvSpPr/>
          <p:nvPr/>
        </p:nvSpPr>
        <p:spPr>
          <a:xfrm>
            <a:off x="7588740" y="6479185"/>
            <a:ext cx="2629235" cy="11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and Position Encoding</a:t>
            </a:r>
            <a:endParaRPr lang="en-US" sz="600" dirty="0"/>
          </a:p>
        </p:txBody>
      </p:sp>
      <p:sp>
        <p:nvSpPr>
          <p:cNvPr id="445" name="Shape 443"/>
          <p:cNvSpPr/>
          <p:nvPr/>
        </p:nvSpPr>
        <p:spPr>
          <a:xfrm>
            <a:off x="7496254" y="6605446"/>
            <a:ext cx="449216" cy="239231"/>
          </a:xfrm>
          <a:prstGeom prst="roundRect">
            <a:avLst>
              <a:gd name="adj" fmla="val 45867"/>
            </a:avLst>
          </a:prstGeom>
          <a:solidFill>
            <a:srgbClr val="C8E8C8"/>
          </a:solidFill>
          <a:ln w="9525">
            <a:solidFill>
              <a:srgbClr val="5A9A6A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7601952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7668013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7734074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7800136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50" name="Text 448"/>
          <p:cNvSpPr/>
          <p:nvPr/>
        </p:nvSpPr>
        <p:spPr>
          <a:xfrm>
            <a:off x="7496254" y="6691835"/>
            <a:ext cx="449216" cy="1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500" dirty="0"/>
          </a:p>
        </p:txBody>
      </p:sp>
      <p:sp>
        <p:nvSpPr>
          <p:cNvPr id="451" name="Shape 449"/>
          <p:cNvSpPr/>
          <p:nvPr/>
        </p:nvSpPr>
        <p:spPr>
          <a:xfrm>
            <a:off x="7535891" y="6798160"/>
            <a:ext cx="369943" cy="0"/>
          </a:xfrm>
          <a:prstGeom prst="line">
            <a:avLst/>
          </a:prstGeom>
          <a:noFill/>
          <a:ln w="6350">
            <a:solidFill>
              <a:srgbClr val="5A9A6A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7516073" y="6804806"/>
            <a:ext cx="409579" cy="33227"/>
          </a:xfrm>
          <a:prstGeom prst="rect">
            <a:avLst/>
          </a:prstGeom>
          <a:solidFill>
            <a:srgbClr val="E0F4DC"/>
          </a:solidFill>
          <a:ln/>
        </p:spPr>
      </p:sp>
      <p:sp>
        <p:nvSpPr>
          <p:cNvPr id="453" name="Shape 451"/>
          <p:cNvSpPr/>
          <p:nvPr/>
        </p:nvSpPr>
        <p:spPr>
          <a:xfrm>
            <a:off x="8064380" y="6605446"/>
            <a:ext cx="449216" cy="239231"/>
          </a:xfrm>
          <a:prstGeom prst="roundRect">
            <a:avLst>
              <a:gd name="adj" fmla="val 45867"/>
            </a:avLst>
          </a:prstGeom>
          <a:solidFill>
            <a:srgbClr val="C8E8C8"/>
          </a:solidFill>
          <a:ln w="9525">
            <a:solidFill>
              <a:srgbClr val="5A9A6A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8170078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8236140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8302201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8368262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58" name="Text 456"/>
          <p:cNvSpPr/>
          <p:nvPr/>
        </p:nvSpPr>
        <p:spPr>
          <a:xfrm>
            <a:off x="8064380" y="6691835"/>
            <a:ext cx="449216" cy="1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500" dirty="0"/>
          </a:p>
        </p:txBody>
      </p:sp>
      <p:sp>
        <p:nvSpPr>
          <p:cNvPr id="459" name="Shape 457"/>
          <p:cNvSpPr/>
          <p:nvPr/>
        </p:nvSpPr>
        <p:spPr>
          <a:xfrm>
            <a:off x="8104017" y="6798160"/>
            <a:ext cx="369943" cy="0"/>
          </a:xfrm>
          <a:prstGeom prst="line">
            <a:avLst/>
          </a:prstGeom>
          <a:noFill/>
          <a:ln w="6350">
            <a:solidFill>
              <a:srgbClr val="5A9A6A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8084199" y="6804806"/>
            <a:ext cx="409579" cy="33227"/>
          </a:xfrm>
          <a:prstGeom prst="rect">
            <a:avLst/>
          </a:prstGeom>
          <a:solidFill>
            <a:srgbClr val="E0F4DC"/>
          </a:solidFill>
          <a:ln/>
        </p:spPr>
      </p:sp>
      <p:sp>
        <p:nvSpPr>
          <p:cNvPr id="461" name="Shape 459"/>
          <p:cNvSpPr/>
          <p:nvPr/>
        </p:nvSpPr>
        <p:spPr>
          <a:xfrm>
            <a:off x="8658931" y="6605446"/>
            <a:ext cx="449216" cy="239231"/>
          </a:xfrm>
          <a:prstGeom prst="roundRect">
            <a:avLst>
              <a:gd name="adj" fmla="val 45867"/>
            </a:avLst>
          </a:prstGeom>
          <a:solidFill>
            <a:srgbClr val="C8E8C8"/>
          </a:solidFill>
          <a:ln w="9525">
            <a:solidFill>
              <a:srgbClr val="5A9A6A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8764629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8830690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8896751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8962813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66" name="Text 464"/>
          <p:cNvSpPr/>
          <p:nvPr/>
        </p:nvSpPr>
        <p:spPr>
          <a:xfrm>
            <a:off x="8658931" y="6691835"/>
            <a:ext cx="449216" cy="1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endParaRPr lang="en-US" sz="500" dirty="0"/>
          </a:p>
        </p:txBody>
      </p:sp>
      <p:sp>
        <p:nvSpPr>
          <p:cNvPr id="467" name="Shape 465"/>
          <p:cNvSpPr/>
          <p:nvPr/>
        </p:nvSpPr>
        <p:spPr>
          <a:xfrm>
            <a:off x="8698568" y="6798160"/>
            <a:ext cx="369943" cy="0"/>
          </a:xfrm>
          <a:prstGeom prst="line">
            <a:avLst/>
          </a:prstGeom>
          <a:noFill/>
          <a:ln w="6350">
            <a:solidFill>
              <a:srgbClr val="5A9A6A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8678750" y="6804806"/>
            <a:ext cx="409579" cy="33227"/>
          </a:xfrm>
          <a:prstGeom prst="rect">
            <a:avLst/>
          </a:prstGeom>
          <a:solidFill>
            <a:srgbClr val="E0F4DC"/>
          </a:solidFill>
          <a:ln/>
        </p:spPr>
      </p:sp>
      <p:sp>
        <p:nvSpPr>
          <p:cNvPr id="469" name="Shape 467"/>
          <p:cNvSpPr/>
          <p:nvPr/>
        </p:nvSpPr>
        <p:spPr>
          <a:xfrm>
            <a:off x="9293119" y="6605446"/>
            <a:ext cx="449216" cy="239231"/>
          </a:xfrm>
          <a:prstGeom prst="roundRect">
            <a:avLst>
              <a:gd name="adj" fmla="val 45867"/>
            </a:avLst>
          </a:prstGeom>
          <a:solidFill>
            <a:srgbClr val="C8E8C8"/>
          </a:solidFill>
          <a:ln w="9525">
            <a:solidFill>
              <a:srgbClr val="5A9A6A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9398817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9464878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9530939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9597000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74" name="Text 472"/>
          <p:cNvSpPr/>
          <p:nvPr/>
        </p:nvSpPr>
        <p:spPr>
          <a:xfrm>
            <a:off x="9293119" y="6691835"/>
            <a:ext cx="449216" cy="1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suis</a:t>
            </a:r>
            <a:endParaRPr lang="en-US" sz="500" dirty="0"/>
          </a:p>
        </p:txBody>
      </p:sp>
      <p:sp>
        <p:nvSpPr>
          <p:cNvPr id="475" name="Shape 473"/>
          <p:cNvSpPr/>
          <p:nvPr/>
        </p:nvSpPr>
        <p:spPr>
          <a:xfrm>
            <a:off x="9332755" y="6798160"/>
            <a:ext cx="369943" cy="0"/>
          </a:xfrm>
          <a:prstGeom prst="line">
            <a:avLst/>
          </a:prstGeom>
          <a:noFill/>
          <a:ln w="6350">
            <a:solidFill>
              <a:srgbClr val="5A9A6A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9312937" y="6804806"/>
            <a:ext cx="409579" cy="33227"/>
          </a:xfrm>
          <a:prstGeom prst="rect">
            <a:avLst/>
          </a:prstGeom>
          <a:solidFill>
            <a:srgbClr val="E0F4DC"/>
          </a:solidFill>
          <a:ln/>
        </p:spPr>
      </p:sp>
      <p:sp>
        <p:nvSpPr>
          <p:cNvPr id="477" name="Shape 475"/>
          <p:cNvSpPr/>
          <p:nvPr/>
        </p:nvSpPr>
        <p:spPr>
          <a:xfrm>
            <a:off x="9861245" y="6605446"/>
            <a:ext cx="449216" cy="239231"/>
          </a:xfrm>
          <a:prstGeom prst="roundRect">
            <a:avLst>
              <a:gd name="adj" fmla="val 45867"/>
            </a:avLst>
          </a:prstGeom>
          <a:solidFill>
            <a:srgbClr val="C8E8C8"/>
          </a:solidFill>
          <a:ln w="9525">
            <a:solidFill>
              <a:srgbClr val="5A9A6A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966943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10033004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10099065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10165126" y="6625382"/>
            <a:ext cx="52849" cy="53163"/>
          </a:xfrm>
          <a:prstGeom prst="rect">
            <a:avLst/>
          </a:prstGeom>
          <a:solidFill>
            <a:srgbClr val="D2C088"/>
          </a:solidFill>
          <a:ln w="6350">
            <a:solidFill>
              <a:srgbClr val="8A7A40"/>
            </a:solidFill>
            <a:prstDash val="solid"/>
          </a:ln>
        </p:spPr>
      </p:sp>
      <p:sp>
        <p:nvSpPr>
          <p:cNvPr id="482" name="Text 480"/>
          <p:cNvSpPr/>
          <p:nvPr/>
        </p:nvSpPr>
        <p:spPr>
          <a:xfrm>
            <a:off x="9861245" y="6691835"/>
            <a:ext cx="449216" cy="10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3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faisait</a:t>
            </a:r>
            <a:endParaRPr lang="en-US" sz="500" dirty="0"/>
          </a:p>
        </p:txBody>
      </p:sp>
      <p:sp>
        <p:nvSpPr>
          <p:cNvPr id="483" name="Shape 481"/>
          <p:cNvSpPr/>
          <p:nvPr/>
        </p:nvSpPr>
        <p:spPr>
          <a:xfrm>
            <a:off x="9900882" y="6798160"/>
            <a:ext cx="369943" cy="0"/>
          </a:xfrm>
          <a:prstGeom prst="line">
            <a:avLst/>
          </a:prstGeom>
          <a:noFill/>
          <a:ln w="6350">
            <a:solidFill>
              <a:srgbClr val="5A9A6A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9881063" y="6804806"/>
            <a:ext cx="409579" cy="33227"/>
          </a:xfrm>
          <a:prstGeom prst="rect">
            <a:avLst/>
          </a:prstGeom>
          <a:solidFill>
            <a:srgbClr val="E0F4DC"/>
          </a:solidFill>
          <a:ln/>
        </p:spPr>
      </p:sp>
      <p:sp>
        <p:nvSpPr>
          <p:cNvPr id="485" name="Text 483"/>
          <p:cNvSpPr/>
          <p:nvPr/>
        </p:nvSpPr>
        <p:spPr>
          <a:xfrm>
            <a:off x="10825738" y="3083428"/>
            <a:ext cx="251033" cy="13290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2000" dirty="0"/>
          </a:p>
        </p:txBody>
      </p:sp>
      <p:sp>
        <p:nvSpPr>
          <p:cNvPr id="486" name="Shape 484"/>
          <p:cNvSpPr/>
          <p:nvPr/>
        </p:nvSpPr>
        <p:spPr>
          <a:xfrm>
            <a:off x="5970241" y="1329064"/>
            <a:ext cx="422792" cy="4226422"/>
          </a:xfrm>
          <a:prstGeom prst="rect">
            <a:avLst/>
          </a:prstGeom>
          <a:solidFill>
            <a:srgbClr val="B4AEE6"/>
          </a:solidFill>
          <a:ln/>
        </p:spPr>
      </p:sp>
      <p:sp>
        <p:nvSpPr>
          <p:cNvPr id="487" name="Shape 485"/>
          <p:cNvSpPr/>
          <p:nvPr/>
        </p:nvSpPr>
        <p:spPr>
          <a:xfrm>
            <a:off x="6016483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88" name="Shape 486"/>
          <p:cNvSpPr/>
          <p:nvPr/>
        </p:nvSpPr>
        <p:spPr>
          <a:xfrm>
            <a:off x="6062726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89" name="Shape 487"/>
          <p:cNvSpPr/>
          <p:nvPr/>
        </p:nvSpPr>
        <p:spPr>
          <a:xfrm>
            <a:off x="6108969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0" name="Shape 488"/>
          <p:cNvSpPr/>
          <p:nvPr/>
        </p:nvSpPr>
        <p:spPr>
          <a:xfrm>
            <a:off x="6155212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1" name="Shape 489"/>
          <p:cNvSpPr/>
          <p:nvPr/>
        </p:nvSpPr>
        <p:spPr>
          <a:xfrm>
            <a:off x="6201455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2" name="Shape 490"/>
          <p:cNvSpPr/>
          <p:nvPr/>
        </p:nvSpPr>
        <p:spPr>
          <a:xfrm>
            <a:off x="6247698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3" name="Shape 491"/>
          <p:cNvSpPr/>
          <p:nvPr/>
        </p:nvSpPr>
        <p:spPr>
          <a:xfrm>
            <a:off x="6293940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4" name="Shape 492"/>
          <p:cNvSpPr/>
          <p:nvPr/>
        </p:nvSpPr>
        <p:spPr>
          <a:xfrm>
            <a:off x="6340183" y="1329064"/>
            <a:ext cx="18497" cy="4226422"/>
          </a:xfrm>
          <a:prstGeom prst="rect">
            <a:avLst/>
          </a:prstGeom>
          <a:solidFill>
            <a:srgbClr val="E0E0FA"/>
          </a:solidFill>
          <a:ln/>
        </p:spPr>
      </p:sp>
      <p:sp>
        <p:nvSpPr>
          <p:cNvPr id="495" name="Shape 493"/>
          <p:cNvSpPr/>
          <p:nvPr/>
        </p:nvSpPr>
        <p:spPr>
          <a:xfrm>
            <a:off x="5970241" y="1329064"/>
            <a:ext cx="0" cy="4226422"/>
          </a:xfrm>
          <a:prstGeom prst="line">
            <a:avLst/>
          </a:prstGeom>
          <a:noFill/>
          <a:ln w="19050">
            <a:solidFill>
              <a:srgbClr val="1A116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6379820" y="1329064"/>
            <a:ext cx="0" cy="4226422"/>
          </a:xfrm>
          <a:prstGeom prst="line">
            <a:avLst/>
          </a:prstGeom>
          <a:noFill/>
          <a:ln w="19050">
            <a:solidFill>
              <a:srgbClr val="1A116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1735718" y="797438"/>
            <a:ext cx="4545010" cy="0"/>
          </a:xfrm>
          <a:prstGeom prst="line">
            <a:avLst/>
          </a:prstGeom>
          <a:noFill/>
          <a:ln w="19050">
            <a:solidFill>
              <a:srgbClr val="8D8AB5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5950422" y="770857"/>
            <a:ext cx="0" cy="584788"/>
          </a:xfrm>
          <a:prstGeom prst="line">
            <a:avLst/>
          </a:prstGeom>
          <a:noFill/>
          <a:ln w="19050">
            <a:solidFill>
              <a:srgbClr val="8D8AB5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 flipH="1">
            <a:off x="1266684" y="797438"/>
            <a:ext cx="4670526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flipH="1">
            <a:off x="1735718" y="797438"/>
            <a:ext cx="4201492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 flipH="1">
            <a:off x="2204753" y="797438"/>
            <a:ext cx="3732457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 flipH="1">
            <a:off x="2673787" y="797438"/>
            <a:ext cx="3263423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 flipH="1">
            <a:off x="3142822" y="797438"/>
            <a:ext cx="2794388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 flipH="1">
            <a:off x="3611856" y="797438"/>
            <a:ext cx="2325354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 flipH="1">
            <a:off x="4833988" y="797438"/>
            <a:ext cx="1103222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 flipH="1">
            <a:off x="5296416" y="797438"/>
            <a:ext cx="640794" cy="611369"/>
          </a:xfrm>
          <a:prstGeom prst="line">
            <a:avLst/>
          </a:prstGeom>
          <a:noFill/>
          <a:ln w="12700">
            <a:solidFill>
              <a:srgbClr val="8D8AB5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6465700" y="2099920"/>
            <a:ext cx="264245" cy="265813"/>
          </a:xfrm>
          <a:prstGeom prst="ellipse">
            <a:avLst/>
          </a:prstGeom>
          <a:solidFill>
            <a:srgbClr val="FFF8E0"/>
          </a:solidFill>
          <a:ln w="15875">
            <a:solidFill>
              <a:srgbClr val="B02020"/>
            </a:solidFill>
            <a:prstDash val="solid"/>
          </a:ln>
        </p:spPr>
      </p:sp>
      <p:sp>
        <p:nvSpPr>
          <p:cNvPr id="508" name="Text 506"/>
          <p:cNvSpPr/>
          <p:nvPr/>
        </p:nvSpPr>
        <p:spPr>
          <a:xfrm>
            <a:off x="6465700" y="2099920"/>
            <a:ext cx="264245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E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100" dirty="0"/>
          </a:p>
        </p:txBody>
      </p:sp>
      <p:sp>
        <p:nvSpPr>
          <p:cNvPr id="509" name="Shape 507"/>
          <p:cNvSpPr/>
          <p:nvPr/>
        </p:nvSpPr>
        <p:spPr>
          <a:xfrm>
            <a:off x="6729944" y="2166374"/>
            <a:ext cx="343518" cy="15948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6478912" y="3389112"/>
            <a:ext cx="264245" cy="265813"/>
          </a:xfrm>
          <a:prstGeom prst="ellipse">
            <a:avLst/>
          </a:prstGeom>
          <a:solidFill>
            <a:srgbClr val="FFF8E0"/>
          </a:solidFill>
          <a:ln w="15875">
            <a:solidFill>
              <a:srgbClr val="B02020"/>
            </a:solidFill>
            <a:prstDash val="solid"/>
          </a:ln>
        </p:spPr>
      </p:sp>
      <p:sp>
        <p:nvSpPr>
          <p:cNvPr id="511" name="Text 509"/>
          <p:cNvSpPr/>
          <p:nvPr/>
        </p:nvSpPr>
        <p:spPr>
          <a:xfrm>
            <a:off x="6478912" y="3389112"/>
            <a:ext cx="264245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E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100" dirty="0"/>
          </a:p>
        </p:txBody>
      </p:sp>
      <p:sp>
        <p:nvSpPr>
          <p:cNvPr id="512" name="Shape 510"/>
          <p:cNvSpPr/>
          <p:nvPr/>
        </p:nvSpPr>
        <p:spPr>
          <a:xfrm>
            <a:off x="6729944" y="3482147"/>
            <a:ext cx="343518" cy="159488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6426063" y="2405605"/>
            <a:ext cx="660612" cy="199360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 flipV="1">
            <a:off x="6591216" y="2418896"/>
            <a:ext cx="158547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 flipV="1">
            <a:off x="6756369" y="2418896"/>
            <a:ext cx="158547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 flipV="1">
            <a:off x="6921522" y="2418896"/>
            <a:ext cx="151941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6426063" y="2857487"/>
            <a:ext cx="568126" cy="106325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 flipV="1">
            <a:off x="6615438" y="2870777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 flipV="1">
            <a:off x="6804814" y="2870777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6426063" y="3016974"/>
            <a:ext cx="568126" cy="106325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 flipV="1">
            <a:off x="6615438" y="3030265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 flipV="1">
            <a:off x="6804814" y="3030265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6426063" y="3189753"/>
            <a:ext cx="568126" cy="106325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 flipV="1">
            <a:off x="6615438" y="3203043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 flipV="1">
            <a:off x="6804814" y="3203043"/>
            <a:ext cx="84558" cy="79744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6426063" y="4053644"/>
            <a:ext cx="660612" cy="159488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 flipV="1">
            <a:off x="6591216" y="4066935"/>
            <a:ext cx="126837" cy="132906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 flipV="1">
            <a:off x="6756369" y="4066935"/>
            <a:ext cx="126837" cy="132906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 flipV="1">
            <a:off x="6921522" y="4066935"/>
            <a:ext cx="126837" cy="132906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6426063" y="5103604"/>
            <a:ext cx="660612" cy="199360"/>
          </a:xfrm>
          <a:prstGeom prst="rightArrow">
            <a:avLst/>
          </a:prstGeom>
          <a:solidFill>
            <a:srgbClr val="C8C4F0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 flipV="1">
            <a:off x="6591216" y="5116895"/>
            <a:ext cx="158547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 flipV="1">
            <a:off x="6756369" y="5116895"/>
            <a:ext cx="158547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 flipV="1">
            <a:off x="6921522" y="5116895"/>
            <a:ext cx="151941" cy="172778"/>
          </a:xfrm>
          <a:prstGeom prst="line">
            <a:avLst/>
          </a:prstGeom>
          <a:noFill/>
          <a:ln w="6350">
            <a:solidFill>
              <a:srgbClr val="333399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7331101" y="3953964"/>
            <a:ext cx="118910" cy="119616"/>
          </a:xfrm>
          <a:prstGeom prst="ellipse">
            <a:avLst/>
          </a:prstGeom>
          <a:solidFill>
            <a:srgbClr val="FFF8E0"/>
          </a:solidFill>
          <a:ln w="9525">
            <a:solidFill>
              <a:srgbClr val="B02020"/>
            </a:solidFill>
            <a:prstDash val="solid"/>
          </a:ln>
        </p:spPr>
      </p:sp>
      <p:sp>
        <p:nvSpPr>
          <p:cNvPr id="535" name="Text 533"/>
          <p:cNvSpPr/>
          <p:nvPr/>
        </p:nvSpPr>
        <p:spPr>
          <a:xfrm>
            <a:off x="7324495" y="3947319"/>
            <a:ext cx="132122" cy="13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E2E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500" dirty="0"/>
          </a:p>
        </p:txBody>
      </p:sp>
      <p:sp>
        <p:nvSpPr>
          <p:cNvPr id="536" name="Shape 534"/>
          <p:cNvSpPr/>
          <p:nvPr/>
        </p:nvSpPr>
        <p:spPr>
          <a:xfrm>
            <a:off x="7317889" y="5030506"/>
            <a:ext cx="118910" cy="119616"/>
          </a:xfrm>
          <a:prstGeom prst="ellipse">
            <a:avLst/>
          </a:prstGeom>
          <a:solidFill>
            <a:srgbClr val="FFF8E0"/>
          </a:solidFill>
          <a:ln w="9525">
            <a:solidFill>
              <a:srgbClr val="B02020"/>
            </a:solidFill>
            <a:prstDash val="solid"/>
          </a:ln>
        </p:spPr>
      </p:sp>
      <p:sp>
        <p:nvSpPr>
          <p:cNvPr id="537" name="Text 535"/>
          <p:cNvSpPr/>
          <p:nvPr/>
        </p:nvSpPr>
        <p:spPr>
          <a:xfrm>
            <a:off x="7311283" y="5023860"/>
            <a:ext cx="132122" cy="13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E2E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500" dirty="0"/>
          </a:p>
        </p:txBody>
      </p:sp>
      <p:sp>
        <p:nvSpPr>
          <p:cNvPr id="538" name="Shape 536"/>
          <p:cNvSpPr/>
          <p:nvPr/>
        </p:nvSpPr>
        <p:spPr>
          <a:xfrm>
            <a:off x="7099887" y="4193196"/>
            <a:ext cx="277457" cy="0"/>
          </a:xfrm>
          <a:prstGeom prst="line">
            <a:avLst/>
          </a:prstGeom>
          <a:noFill/>
          <a:ln w="12700">
            <a:solidFill>
              <a:srgbClr val="7ED07E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7099887" y="5269737"/>
            <a:ext cx="264245" cy="0"/>
          </a:xfrm>
          <a:prstGeom prst="line">
            <a:avLst/>
          </a:prstGeom>
          <a:noFill/>
          <a:ln w="12700">
            <a:solidFill>
              <a:srgbClr val="7ED07E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0680404" y="5302964"/>
            <a:ext cx="132122" cy="398719"/>
          </a:xfrm>
          <a:prstGeom prst="upArrow">
            <a:avLst/>
          </a:prstGeom>
          <a:solidFill>
            <a:srgbClr val="FFFFFF"/>
          </a:solidFill>
          <a:ln w="19050">
            <a:solidFill>
              <a:srgbClr val="7A1F1F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0653979" y="5701683"/>
            <a:ext cx="211396" cy="212650"/>
          </a:xfrm>
          <a:prstGeom prst="ellipse">
            <a:avLst/>
          </a:prstGeom>
          <a:solidFill>
            <a:srgbClr val="F5F0D0"/>
          </a:solidFill>
          <a:ln w="15875">
            <a:solidFill>
              <a:srgbClr val="B02020"/>
            </a:solidFill>
            <a:prstDash val="solid"/>
          </a:ln>
        </p:spPr>
      </p:sp>
      <p:sp>
        <p:nvSpPr>
          <p:cNvPr id="542" name="Text 540"/>
          <p:cNvSpPr/>
          <p:nvPr/>
        </p:nvSpPr>
        <p:spPr>
          <a:xfrm>
            <a:off x="10653979" y="5701683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2E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900" dirty="0"/>
          </a:p>
        </p:txBody>
      </p:sp>
      <p:sp>
        <p:nvSpPr>
          <p:cNvPr id="543" name="Shape 541"/>
          <p:cNvSpPr/>
          <p:nvPr/>
        </p:nvSpPr>
        <p:spPr>
          <a:xfrm>
            <a:off x="612678" y="1741073"/>
            <a:ext cx="5060287" cy="5037151"/>
          </a:xfrm>
          <a:prstGeom prst="rect">
            <a:avLst/>
          </a:prstGeom>
          <a:solidFill>
            <a:srgbClr val="CCC1B3"/>
          </a:solidFill>
          <a:ln w="25400">
            <a:solidFill>
              <a:srgbClr val="7A2318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246865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45" name="Shape 543"/>
          <p:cNvSpPr/>
          <p:nvPr/>
        </p:nvSpPr>
        <p:spPr>
          <a:xfrm>
            <a:off x="1715900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46" name="Shape 544"/>
          <p:cNvSpPr/>
          <p:nvPr/>
        </p:nvSpPr>
        <p:spPr>
          <a:xfrm>
            <a:off x="2184934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47" name="Shape 545"/>
          <p:cNvSpPr/>
          <p:nvPr/>
        </p:nvSpPr>
        <p:spPr>
          <a:xfrm>
            <a:off x="2653969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48" name="Shape 546"/>
          <p:cNvSpPr/>
          <p:nvPr/>
        </p:nvSpPr>
        <p:spPr>
          <a:xfrm>
            <a:off x="3123003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49" name="Shape 547"/>
          <p:cNvSpPr/>
          <p:nvPr/>
        </p:nvSpPr>
        <p:spPr>
          <a:xfrm>
            <a:off x="3592038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50" name="Shape 548"/>
          <p:cNvSpPr/>
          <p:nvPr/>
        </p:nvSpPr>
        <p:spPr>
          <a:xfrm>
            <a:off x="4814170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51" name="Shape 549"/>
          <p:cNvSpPr/>
          <p:nvPr/>
        </p:nvSpPr>
        <p:spPr>
          <a:xfrm>
            <a:off x="5276598" y="1721137"/>
            <a:ext cx="39637" cy="39872"/>
          </a:xfrm>
          <a:prstGeom prst="rect">
            <a:avLst/>
          </a:prstGeom>
          <a:solidFill>
            <a:srgbClr val="7A2318"/>
          </a:solidFill>
          <a:ln/>
        </p:spPr>
      </p:sp>
      <p:sp>
        <p:nvSpPr>
          <p:cNvPr id="552" name="Shape 550"/>
          <p:cNvSpPr/>
          <p:nvPr/>
        </p:nvSpPr>
        <p:spPr>
          <a:xfrm>
            <a:off x="1180804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1649839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2118873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2587908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3056942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3525977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4748109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5210537" y="1408807"/>
            <a:ext cx="171759" cy="318975"/>
          </a:xfrm>
          <a:prstGeom prst="upArrow">
            <a:avLst/>
          </a:prstGeom>
          <a:solidFill>
            <a:srgbClr val="D8EFC8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1075106" y="2020177"/>
            <a:ext cx="4426100" cy="318975"/>
          </a:xfrm>
          <a:prstGeom prst="rect">
            <a:avLst/>
          </a:prstGeom>
          <a:solidFill>
            <a:srgbClr val="584592"/>
          </a:solidFill>
          <a:ln/>
        </p:spPr>
      </p:sp>
      <p:sp>
        <p:nvSpPr>
          <p:cNvPr id="561" name="Text 559"/>
          <p:cNvSpPr/>
          <p:nvPr/>
        </p:nvSpPr>
        <p:spPr>
          <a:xfrm>
            <a:off x="1075106" y="2020177"/>
            <a:ext cx="442610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M</a:t>
            </a:r>
            <a:endParaRPr lang="en-US" sz="1100" dirty="0"/>
          </a:p>
        </p:txBody>
      </p:sp>
      <p:sp>
        <p:nvSpPr>
          <p:cNvPr id="562" name="Shape 560"/>
          <p:cNvSpPr/>
          <p:nvPr/>
        </p:nvSpPr>
        <p:spPr>
          <a:xfrm>
            <a:off x="1075106" y="3322659"/>
            <a:ext cx="4426100" cy="305685"/>
          </a:xfrm>
          <a:prstGeom prst="rect">
            <a:avLst/>
          </a:prstGeom>
          <a:solidFill>
            <a:srgbClr val="584592"/>
          </a:solidFill>
          <a:ln/>
        </p:spPr>
      </p:sp>
      <p:sp>
        <p:nvSpPr>
          <p:cNvPr id="563" name="Text 561"/>
          <p:cNvSpPr/>
          <p:nvPr/>
        </p:nvSpPr>
        <p:spPr>
          <a:xfrm>
            <a:off x="1075106" y="3322659"/>
            <a:ext cx="4426100" cy="30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2</a:t>
            </a:r>
            <a:endParaRPr lang="en-US" sz="1100" dirty="0"/>
          </a:p>
        </p:txBody>
      </p:sp>
      <p:sp>
        <p:nvSpPr>
          <p:cNvPr id="564" name="Shape 562"/>
          <p:cNvSpPr/>
          <p:nvPr/>
        </p:nvSpPr>
        <p:spPr>
          <a:xfrm>
            <a:off x="1075106" y="3867575"/>
            <a:ext cx="4426100" cy="318975"/>
          </a:xfrm>
          <a:prstGeom prst="rect">
            <a:avLst/>
          </a:prstGeom>
          <a:solidFill>
            <a:srgbClr val="584592"/>
          </a:solidFill>
          <a:ln/>
        </p:spPr>
      </p:sp>
      <p:sp>
        <p:nvSpPr>
          <p:cNvPr id="565" name="Text 563"/>
          <p:cNvSpPr/>
          <p:nvPr/>
        </p:nvSpPr>
        <p:spPr>
          <a:xfrm>
            <a:off x="1075106" y="3867575"/>
            <a:ext cx="4426100" cy="318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1</a:t>
            </a:r>
            <a:endParaRPr lang="en-US" sz="1100" dirty="0"/>
          </a:p>
        </p:txBody>
      </p:sp>
      <p:sp>
        <p:nvSpPr>
          <p:cNvPr id="566" name="Shape 564"/>
          <p:cNvSpPr/>
          <p:nvPr/>
        </p:nvSpPr>
        <p:spPr>
          <a:xfrm>
            <a:off x="1075106" y="4425782"/>
            <a:ext cx="4426100" cy="305685"/>
          </a:xfrm>
          <a:prstGeom prst="rect">
            <a:avLst/>
          </a:prstGeom>
          <a:solidFill>
            <a:srgbClr val="584592"/>
          </a:solidFill>
          <a:ln/>
        </p:spPr>
      </p:sp>
      <p:sp>
        <p:nvSpPr>
          <p:cNvPr id="567" name="Text 565"/>
          <p:cNvSpPr/>
          <p:nvPr/>
        </p:nvSpPr>
        <p:spPr>
          <a:xfrm>
            <a:off x="1075106" y="4425782"/>
            <a:ext cx="4426100" cy="305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 0</a:t>
            </a:r>
            <a:endParaRPr lang="en-US" sz="1100" dirty="0"/>
          </a:p>
        </p:txBody>
      </p:sp>
      <p:sp>
        <p:nvSpPr>
          <p:cNvPr id="568" name="Shape 566"/>
          <p:cNvSpPr/>
          <p:nvPr/>
        </p:nvSpPr>
        <p:spPr>
          <a:xfrm>
            <a:off x="1227047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69" name="Shape 567"/>
          <p:cNvSpPr/>
          <p:nvPr/>
        </p:nvSpPr>
        <p:spPr>
          <a:xfrm>
            <a:off x="1227047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0" name="Shape 568"/>
          <p:cNvSpPr/>
          <p:nvPr/>
        </p:nvSpPr>
        <p:spPr>
          <a:xfrm>
            <a:off x="1227047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1" name="Shape 569"/>
          <p:cNvSpPr/>
          <p:nvPr/>
        </p:nvSpPr>
        <p:spPr>
          <a:xfrm>
            <a:off x="1227047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2" name="Shape 570"/>
          <p:cNvSpPr/>
          <p:nvPr/>
        </p:nvSpPr>
        <p:spPr>
          <a:xfrm>
            <a:off x="1227047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3" name="Shape 571"/>
          <p:cNvSpPr/>
          <p:nvPr/>
        </p:nvSpPr>
        <p:spPr>
          <a:xfrm>
            <a:off x="1696081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4" name="Shape 572"/>
          <p:cNvSpPr/>
          <p:nvPr/>
        </p:nvSpPr>
        <p:spPr>
          <a:xfrm>
            <a:off x="1696081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5" name="Shape 573"/>
          <p:cNvSpPr/>
          <p:nvPr/>
        </p:nvSpPr>
        <p:spPr>
          <a:xfrm>
            <a:off x="1696081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6" name="Shape 574"/>
          <p:cNvSpPr/>
          <p:nvPr/>
        </p:nvSpPr>
        <p:spPr>
          <a:xfrm>
            <a:off x="1696081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7" name="Shape 575"/>
          <p:cNvSpPr/>
          <p:nvPr/>
        </p:nvSpPr>
        <p:spPr>
          <a:xfrm>
            <a:off x="1696081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8" name="Shape 576"/>
          <p:cNvSpPr/>
          <p:nvPr/>
        </p:nvSpPr>
        <p:spPr>
          <a:xfrm>
            <a:off x="2165116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79" name="Shape 577"/>
          <p:cNvSpPr/>
          <p:nvPr/>
        </p:nvSpPr>
        <p:spPr>
          <a:xfrm>
            <a:off x="2165116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0" name="Shape 578"/>
          <p:cNvSpPr/>
          <p:nvPr/>
        </p:nvSpPr>
        <p:spPr>
          <a:xfrm>
            <a:off x="2165116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1" name="Shape 579"/>
          <p:cNvSpPr/>
          <p:nvPr/>
        </p:nvSpPr>
        <p:spPr>
          <a:xfrm>
            <a:off x="2165116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2" name="Shape 580"/>
          <p:cNvSpPr/>
          <p:nvPr/>
        </p:nvSpPr>
        <p:spPr>
          <a:xfrm>
            <a:off x="2165116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3" name="Shape 581"/>
          <p:cNvSpPr/>
          <p:nvPr/>
        </p:nvSpPr>
        <p:spPr>
          <a:xfrm>
            <a:off x="2634150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4" name="Shape 582"/>
          <p:cNvSpPr/>
          <p:nvPr/>
        </p:nvSpPr>
        <p:spPr>
          <a:xfrm>
            <a:off x="2634150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5" name="Shape 583"/>
          <p:cNvSpPr/>
          <p:nvPr/>
        </p:nvSpPr>
        <p:spPr>
          <a:xfrm>
            <a:off x="2634150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6" name="Shape 584"/>
          <p:cNvSpPr/>
          <p:nvPr/>
        </p:nvSpPr>
        <p:spPr>
          <a:xfrm>
            <a:off x="2634150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7" name="Shape 585"/>
          <p:cNvSpPr/>
          <p:nvPr/>
        </p:nvSpPr>
        <p:spPr>
          <a:xfrm>
            <a:off x="2634150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8" name="Shape 586"/>
          <p:cNvSpPr/>
          <p:nvPr/>
        </p:nvSpPr>
        <p:spPr>
          <a:xfrm>
            <a:off x="3103185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89" name="Shape 587"/>
          <p:cNvSpPr/>
          <p:nvPr/>
        </p:nvSpPr>
        <p:spPr>
          <a:xfrm>
            <a:off x="3103185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0" name="Shape 588"/>
          <p:cNvSpPr/>
          <p:nvPr/>
        </p:nvSpPr>
        <p:spPr>
          <a:xfrm>
            <a:off x="3103185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1" name="Shape 589"/>
          <p:cNvSpPr/>
          <p:nvPr/>
        </p:nvSpPr>
        <p:spPr>
          <a:xfrm>
            <a:off x="3103185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2" name="Shape 590"/>
          <p:cNvSpPr/>
          <p:nvPr/>
        </p:nvSpPr>
        <p:spPr>
          <a:xfrm>
            <a:off x="3103185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3" name="Shape 591"/>
          <p:cNvSpPr/>
          <p:nvPr/>
        </p:nvSpPr>
        <p:spPr>
          <a:xfrm>
            <a:off x="3572219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4" name="Shape 592"/>
          <p:cNvSpPr/>
          <p:nvPr/>
        </p:nvSpPr>
        <p:spPr>
          <a:xfrm>
            <a:off x="3572219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5" name="Shape 593"/>
          <p:cNvSpPr/>
          <p:nvPr/>
        </p:nvSpPr>
        <p:spPr>
          <a:xfrm>
            <a:off x="3572219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6" name="Shape 594"/>
          <p:cNvSpPr/>
          <p:nvPr/>
        </p:nvSpPr>
        <p:spPr>
          <a:xfrm>
            <a:off x="3572219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7" name="Shape 595"/>
          <p:cNvSpPr/>
          <p:nvPr/>
        </p:nvSpPr>
        <p:spPr>
          <a:xfrm>
            <a:off x="3572219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8" name="Shape 596"/>
          <p:cNvSpPr/>
          <p:nvPr/>
        </p:nvSpPr>
        <p:spPr>
          <a:xfrm>
            <a:off x="4794351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599" name="Shape 597"/>
          <p:cNvSpPr/>
          <p:nvPr/>
        </p:nvSpPr>
        <p:spPr>
          <a:xfrm>
            <a:off x="4794351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0" name="Shape 598"/>
          <p:cNvSpPr/>
          <p:nvPr/>
        </p:nvSpPr>
        <p:spPr>
          <a:xfrm>
            <a:off x="4794351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1" name="Shape 599"/>
          <p:cNvSpPr/>
          <p:nvPr/>
        </p:nvSpPr>
        <p:spPr>
          <a:xfrm>
            <a:off x="4794351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2" name="Shape 600"/>
          <p:cNvSpPr/>
          <p:nvPr/>
        </p:nvSpPr>
        <p:spPr>
          <a:xfrm>
            <a:off x="4794351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3" name="Shape 601"/>
          <p:cNvSpPr/>
          <p:nvPr/>
        </p:nvSpPr>
        <p:spPr>
          <a:xfrm>
            <a:off x="5256780" y="2432186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4" name="Shape 602"/>
          <p:cNvSpPr/>
          <p:nvPr/>
        </p:nvSpPr>
        <p:spPr>
          <a:xfrm>
            <a:off x="5256780" y="2571738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5" name="Shape 603"/>
          <p:cNvSpPr/>
          <p:nvPr/>
        </p:nvSpPr>
        <p:spPr>
          <a:xfrm>
            <a:off x="5256780" y="2711290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6" name="Shape 604"/>
          <p:cNvSpPr/>
          <p:nvPr/>
        </p:nvSpPr>
        <p:spPr>
          <a:xfrm>
            <a:off x="5256780" y="2850841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7" name="Shape 605"/>
          <p:cNvSpPr/>
          <p:nvPr/>
        </p:nvSpPr>
        <p:spPr>
          <a:xfrm>
            <a:off x="5256780" y="2990393"/>
            <a:ext cx="79273" cy="79744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608" name="Shape 606"/>
          <p:cNvSpPr/>
          <p:nvPr/>
        </p:nvSpPr>
        <p:spPr>
          <a:xfrm>
            <a:off x="1200623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1200623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1669657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1669657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2138691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2138691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2607726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2607726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3076760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3076760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3545795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3545795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4767927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4767927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5230355" y="3668215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5230355" y="4226422"/>
            <a:ext cx="132122" cy="172778"/>
          </a:xfrm>
          <a:prstGeom prst="upArrow">
            <a:avLst/>
          </a:prstGeom>
          <a:solidFill>
            <a:srgbClr val="F2C9D6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1180804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1187410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1187410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1649839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1656445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1656445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2118873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2125479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2125479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2587908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2594514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2594514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3056942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3063548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3063548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3525977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3532583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3532583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4748109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4754715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4754715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5210537" y="4758048"/>
            <a:ext cx="171759" cy="332266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5217143" y="5329545"/>
            <a:ext cx="158547" cy="186069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5217143" y="6126983"/>
            <a:ext cx="158547" cy="199360"/>
          </a:xfrm>
          <a:prstGeom prst="upArrow">
            <a:avLst/>
          </a:prstGeom>
          <a:solidFill>
            <a:srgbClr val="E8E0F8"/>
          </a:solidFill>
          <a:ln w="15875">
            <a:solidFill>
              <a:srgbClr val="5A2E98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1068500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49" name="Shape 647"/>
          <p:cNvSpPr/>
          <p:nvPr/>
        </p:nvSpPr>
        <p:spPr>
          <a:xfrm>
            <a:off x="1147774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50" name="Shape 648"/>
          <p:cNvSpPr/>
          <p:nvPr/>
        </p:nvSpPr>
        <p:spPr>
          <a:xfrm>
            <a:off x="1227047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51" name="Shape 649"/>
          <p:cNvSpPr/>
          <p:nvPr/>
        </p:nvSpPr>
        <p:spPr>
          <a:xfrm>
            <a:off x="1306320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52" name="Shape 650"/>
          <p:cNvSpPr/>
          <p:nvPr/>
        </p:nvSpPr>
        <p:spPr>
          <a:xfrm>
            <a:off x="1385594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53" name="Shape 651"/>
          <p:cNvSpPr/>
          <p:nvPr/>
        </p:nvSpPr>
        <p:spPr>
          <a:xfrm>
            <a:off x="1068500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54" name="Text 652"/>
          <p:cNvSpPr/>
          <p:nvPr/>
        </p:nvSpPr>
        <p:spPr>
          <a:xfrm>
            <a:off x="1055288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850" dirty="0"/>
          </a:p>
        </p:txBody>
      </p:sp>
      <p:sp>
        <p:nvSpPr>
          <p:cNvPr id="655" name="Shape 653"/>
          <p:cNvSpPr/>
          <p:nvPr/>
        </p:nvSpPr>
        <p:spPr>
          <a:xfrm>
            <a:off x="1537535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56" name="Shape 654"/>
          <p:cNvSpPr/>
          <p:nvPr/>
        </p:nvSpPr>
        <p:spPr>
          <a:xfrm>
            <a:off x="1616808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57" name="Shape 655"/>
          <p:cNvSpPr/>
          <p:nvPr/>
        </p:nvSpPr>
        <p:spPr>
          <a:xfrm>
            <a:off x="1696081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58" name="Shape 656"/>
          <p:cNvSpPr/>
          <p:nvPr/>
        </p:nvSpPr>
        <p:spPr>
          <a:xfrm>
            <a:off x="1775355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59" name="Shape 657"/>
          <p:cNvSpPr/>
          <p:nvPr/>
        </p:nvSpPr>
        <p:spPr>
          <a:xfrm>
            <a:off x="1854628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60" name="Shape 658"/>
          <p:cNvSpPr/>
          <p:nvPr/>
        </p:nvSpPr>
        <p:spPr>
          <a:xfrm>
            <a:off x="1537535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61" name="Text 659"/>
          <p:cNvSpPr/>
          <p:nvPr/>
        </p:nvSpPr>
        <p:spPr>
          <a:xfrm>
            <a:off x="1524322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850" dirty="0"/>
          </a:p>
        </p:txBody>
      </p:sp>
      <p:sp>
        <p:nvSpPr>
          <p:cNvPr id="662" name="Shape 660"/>
          <p:cNvSpPr/>
          <p:nvPr/>
        </p:nvSpPr>
        <p:spPr>
          <a:xfrm>
            <a:off x="2006569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63" name="Shape 661"/>
          <p:cNvSpPr/>
          <p:nvPr/>
        </p:nvSpPr>
        <p:spPr>
          <a:xfrm>
            <a:off x="2085843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64" name="Shape 662"/>
          <p:cNvSpPr/>
          <p:nvPr/>
        </p:nvSpPr>
        <p:spPr>
          <a:xfrm>
            <a:off x="2165116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65" name="Shape 663"/>
          <p:cNvSpPr/>
          <p:nvPr/>
        </p:nvSpPr>
        <p:spPr>
          <a:xfrm>
            <a:off x="2244389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66" name="Shape 664"/>
          <p:cNvSpPr/>
          <p:nvPr/>
        </p:nvSpPr>
        <p:spPr>
          <a:xfrm>
            <a:off x="2323663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67" name="Shape 665"/>
          <p:cNvSpPr/>
          <p:nvPr/>
        </p:nvSpPr>
        <p:spPr>
          <a:xfrm>
            <a:off x="2006569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68" name="Text 666"/>
          <p:cNvSpPr/>
          <p:nvPr/>
        </p:nvSpPr>
        <p:spPr>
          <a:xfrm>
            <a:off x="1993357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50" dirty="0"/>
          </a:p>
        </p:txBody>
      </p:sp>
      <p:sp>
        <p:nvSpPr>
          <p:cNvPr id="669" name="Shape 667"/>
          <p:cNvSpPr/>
          <p:nvPr/>
        </p:nvSpPr>
        <p:spPr>
          <a:xfrm>
            <a:off x="2475604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70" name="Shape 668"/>
          <p:cNvSpPr/>
          <p:nvPr/>
        </p:nvSpPr>
        <p:spPr>
          <a:xfrm>
            <a:off x="2554877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71" name="Shape 669"/>
          <p:cNvSpPr/>
          <p:nvPr/>
        </p:nvSpPr>
        <p:spPr>
          <a:xfrm>
            <a:off x="2634150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72" name="Shape 670"/>
          <p:cNvSpPr/>
          <p:nvPr/>
        </p:nvSpPr>
        <p:spPr>
          <a:xfrm>
            <a:off x="2713424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73" name="Shape 671"/>
          <p:cNvSpPr/>
          <p:nvPr/>
        </p:nvSpPr>
        <p:spPr>
          <a:xfrm>
            <a:off x="2792697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74" name="Shape 672"/>
          <p:cNvSpPr/>
          <p:nvPr/>
        </p:nvSpPr>
        <p:spPr>
          <a:xfrm>
            <a:off x="2475604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75" name="Text 673"/>
          <p:cNvSpPr/>
          <p:nvPr/>
        </p:nvSpPr>
        <p:spPr>
          <a:xfrm>
            <a:off x="2462391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50" dirty="0"/>
          </a:p>
        </p:txBody>
      </p:sp>
      <p:sp>
        <p:nvSpPr>
          <p:cNvPr id="676" name="Shape 674"/>
          <p:cNvSpPr/>
          <p:nvPr/>
        </p:nvSpPr>
        <p:spPr>
          <a:xfrm>
            <a:off x="2944638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77" name="Shape 675"/>
          <p:cNvSpPr/>
          <p:nvPr/>
        </p:nvSpPr>
        <p:spPr>
          <a:xfrm>
            <a:off x="3023911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78" name="Shape 676"/>
          <p:cNvSpPr/>
          <p:nvPr/>
        </p:nvSpPr>
        <p:spPr>
          <a:xfrm>
            <a:off x="3103185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79" name="Shape 677"/>
          <p:cNvSpPr/>
          <p:nvPr/>
        </p:nvSpPr>
        <p:spPr>
          <a:xfrm>
            <a:off x="3182458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80" name="Shape 678"/>
          <p:cNvSpPr/>
          <p:nvPr/>
        </p:nvSpPr>
        <p:spPr>
          <a:xfrm>
            <a:off x="3261732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81" name="Shape 679"/>
          <p:cNvSpPr/>
          <p:nvPr/>
        </p:nvSpPr>
        <p:spPr>
          <a:xfrm>
            <a:off x="2944638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82" name="Text 680"/>
          <p:cNvSpPr/>
          <p:nvPr/>
        </p:nvSpPr>
        <p:spPr>
          <a:xfrm>
            <a:off x="2931426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50" dirty="0"/>
          </a:p>
        </p:txBody>
      </p:sp>
      <p:sp>
        <p:nvSpPr>
          <p:cNvPr id="683" name="Shape 681"/>
          <p:cNvSpPr/>
          <p:nvPr/>
        </p:nvSpPr>
        <p:spPr>
          <a:xfrm>
            <a:off x="3413672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84" name="Shape 682"/>
          <p:cNvSpPr/>
          <p:nvPr/>
        </p:nvSpPr>
        <p:spPr>
          <a:xfrm>
            <a:off x="3492946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85" name="Shape 683"/>
          <p:cNvSpPr/>
          <p:nvPr/>
        </p:nvSpPr>
        <p:spPr>
          <a:xfrm>
            <a:off x="3572219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86" name="Shape 684"/>
          <p:cNvSpPr/>
          <p:nvPr/>
        </p:nvSpPr>
        <p:spPr>
          <a:xfrm>
            <a:off x="3651493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87" name="Shape 685"/>
          <p:cNvSpPr/>
          <p:nvPr/>
        </p:nvSpPr>
        <p:spPr>
          <a:xfrm>
            <a:off x="3730766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88" name="Shape 686"/>
          <p:cNvSpPr/>
          <p:nvPr/>
        </p:nvSpPr>
        <p:spPr>
          <a:xfrm>
            <a:off x="3413672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89" name="Text 687"/>
          <p:cNvSpPr/>
          <p:nvPr/>
        </p:nvSpPr>
        <p:spPr>
          <a:xfrm>
            <a:off x="3400460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50" dirty="0"/>
          </a:p>
        </p:txBody>
      </p:sp>
      <p:sp>
        <p:nvSpPr>
          <p:cNvPr id="690" name="Shape 688"/>
          <p:cNvSpPr/>
          <p:nvPr/>
        </p:nvSpPr>
        <p:spPr>
          <a:xfrm>
            <a:off x="4635805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91" name="Shape 689"/>
          <p:cNvSpPr/>
          <p:nvPr/>
        </p:nvSpPr>
        <p:spPr>
          <a:xfrm>
            <a:off x="4715078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92" name="Shape 690"/>
          <p:cNvSpPr/>
          <p:nvPr/>
        </p:nvSpPr>
        <p:spPr>
          <a:xfrm>
            <a:off x="4794351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693" name="Shape 691"/>
          <p:cNvSpPr/>
          <p:nvPr/>
        </p:nvSpPr>
        <p:spPr>
          <a:xfrm>
            <a:off x="4873625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94" name="Shape 692"/>
          <p:cNvSpPr/>
          <p:nvPr/>
        </p:nvSpPr>
        <p:spPr>
          <a:xfrm>
            <a:off x="4952898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95" name="Shape 693"/>
          <p:cNvSpPr/>
          <p:nvPr/>
        </p:nvSpPr>
        <p:spPr>
          <a:xfrm>
            <a:off x="4635805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696" name="Text 694"/>
          <p:cNvSpPr/>
          <p:nvPr/>
        </p:nvSpPr>
        <p:spPr>
          <a:xfrm>
            <a:off x="4622592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850" dirty="0"/>
          </a:p>
        </p:txBody>
      </p:sp>
      <p:sp>
        <p:nvSpPr>
          <p:cNvPr id="697" name="Shape 695"/>
          <p:cNvSpPr/>
          <p:nvPr/>
        </p:nvSpPr>
        <p:spPr>
          <a:xfrm>
            <a:off x="5098233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698" name="Shape 696"/>
          <p:cNvSpPr/>
          <p:nvPr/>
        </p:nvSpPr>
        <p:spPr>
          <a:xfrm>
            <a:off x="5177506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699" name="Shape 697"/>
          <p:cNvSpPr/>
          <p:nvPr/>
        </p:nvSpPr>
        <p:spPr>
          <a:xfrm>
            <a:off x="5256780" y="1468615"/>
            <a:ext cx="79273" cy="212650"/>
          </a:xfrm>
          <a:prstGeom prst="rect">
            <a:avLst/>
          </a:prstGeom>
          <a:solidFill>
            <a:srgbClr val="F6D8E0"/>
          </a:solidFill>
          <a:ln/>
        </p:spPr>
      </p:sp>
      <p:sp>
        <p:nvSpPr>
          <p:cNvPr id="700" name="Shape 698"/>
          <p:cNvSpPr/>
          <p:nvPr/>
        </p:nvSpPr>
        <p:spPr>
          <a:xfrm>
            <a:off x="5336053" y="1468615"/>
            <a:ext cx="79273" cy="212650"/>
          </a:xfrm>
          <a:prstGeom prst="rect">
            <a:avLst/>
          </a:prstGeom>
          <a:solidFill>
            <a:srgbClr val="FDF3DC"/>
          </a:solidFill>
          <a:ln/>
        </p:spPr>
      </p:sp>
      <p:sp>
        <p:nvSpPr>
          <p:cNvPr id="701" name="Shape 699"/>
          <p:cNvSpPr/>
          <p:nvPr/>
        </p:nvSpPr>
        <p:spPr>
          <a:xfrm>
            <a:off x="5415327" y="1468615"/>
            <a:ext cx="79273" cy="212650"/>
          </a:xfrm>
          <a:prstGeom prst="rect">
            <a:avLst/>
          </a:prstGeom>
          <a:solidFill>
            <a:srgbClr val="F2C4CC"/>
          </a:solidFill>
          <a:ln/>
        </p:spPr>
      </p:sp>
      <p:sp>
        <p:nvSpPr>
          <p:cNvPr id="702" name="Shape 700"/>
          <p:cNvSpPr/>
          <p:nvPr/>
        </p:nvSpPr>
        <p:spPr>
          <a:xfrm>
            <a:off x="5098233" y="1468615"/>
            <a:ext cx="396367" cy="212650"/>
          </a:xfrm>
          <a:prstGeom prst="rect">
            <a:avLst/>
          </a:prstGeom>
          <a:ln w="9525">
            <a:solidFill>
              <a:srgbClr val="6A1A1A"/>
            </a:solidFill>
            <a:prstDash val="solid"/>
          </a:ln>
        </p:spPr>
      </p:sp>
      <p:sp>
        <p:nvSpPr>
          <p:cNvPr id="703" name="Text 701"/>
          <p:cNvSpPr/>
          <p:nvPr/>
        </p:nvSpPr>
        <p:spPr>
          <a:xfrm>
            <a:off x="5085021" y="1442034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850" dirty="0"/>
          </a:p>
        </p:txBody>
      </p:sp>
      <p:sp>
        <p:nvSpPr>
          <p:cNvPr id="704" name="Shape 702"/>
          <p:cNvSpPr/>
          <p:nvPr/>
        </p:nvSpPr>
        <p:spPr>
          <a:xfrm>
            <a:off x="3872798" y="1538391"/>
            <a:ext cx="59455" cy="59808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5" name="Shape 703"/>
          <p:cNvSpPr/>
          <p:nvPr/>
        </p:nvSpPr>
        <p:spPr>
          <a:xfrm>
            <a:off x="4044557" y="1538391"/>
            <a:ext cx="59455" cy="59808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6" name="Shape 704"/>
          <p:cNvSpPr/>
          <p:nvPr/>
        </p:nvSpPr>
        <p:spPr>
          <a:xfrm>
            <a:off x="4216316" y="1538391"/>
            <a:ext cx="59455" cy="59808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7" name="Shape 705"/>
          <p:cNvSpPr/>
          <p:nvPr/>
        </p:nvSpPr>
        <p:spPr>
          <a:xfrm>
            <a:off x="4388075" y="1538391"/>
            <a:ext cx="59455" cy="59808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8" name="Shape 706"/>
          <p:cNvSpPr/>
          <p:nvPr/>
        </p:nvSpPr>
        <p:spPr>
          <a:xfrm>
            <a:off x="4559834" y="1538391"/>
            <a:ext cx="59455" cy="59808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709" name="Shape 707"/>
          <p:cNvSpPr/>
          <p:nvPr/>
        </p:nvSpPr>
        <p:spPr>
          <a:xfrm>
            <a:off x="1068500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10" name="Shape 708"/>
          <p:cNvSpPr/>
          <p:nvPr/>
        </p:nvSpPr>
        <p:spPr>
          <a:xfrm>
            <a:off x="1134561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11" name="Shape 709"/>
          <p:cNvSpPr/>
          <p:nvPr/>
        </p:nvSpPr>
        <p:spPr>
          <a:xfrm>
            <a:off x="1200623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12" name="Shape 710"/>
          <p:cNvSpPr/>
          <p:nvPr/>
        </p:nvSpPr>
        <p:spPr>
          <a:xfrm>
            <a:off x="1266684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13" name="Shape 711"/>
          <p:cNvSpPr/>
          <p:nvPr/>
        </p:nvSpPr>
        <p:spPr>
          <a:xfrm>
            <a:off x="1332745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14" name="Shape 712"/>
          <p:cNvSpPr/>
          <p:nvPr/>
        </p:nvSpPr>
        <p:spPr>
          <a:xfrm>
            <a:off x="1398806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15" name="Shape 713"/>
          <p:cNvSpPr/>
          <p:nvPr/>
        </p:nvSpPr>
        <p:spPr>
          <a:xfrm>
            <a:off x="1068500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16" name="Text 714"/>
          <p:cNvSpPr/>
          <p:nvPr/>
        </p:nvSpPr>
        <p:spPr>
          <a:xfrm>
            <a:off x="1055288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850" dirty="0"/>
          </a:p>
        </p:txBody>
      </p:sp>
      <p:sp>
        <p:nvSpPr>
          <p:cNvPr id="717" name="Shape 715"/>
          <p:cNvSpPr/>
          <p:nvPr/>
        </p:nvSpPr>
        <p:spPr>
          <a:xfrm>
            <a:off x="1537535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18" name="Shape 716"/>
          <p:cNvSpPr/>
          <p:nvPr/>
        </p:nvSpPr>
        <p:spPr>
          <a:xfrm>
            <a:off x="1603596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19" name="Shape 717"/>
          <p:cNvSpPr/>
          <p:nvPr/>
        </p:nvSpPr>
        <p:spPr>
          <a:xfrm>
            <a:off x="1669657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20" name="Shape 718"/>
          <p:cNvSpPr/>
          <p:nvPr/>
        </p:nvSpPr>
        <p:spPr>
          <a:xfrm>
            <a:off x="1735718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21" name="Shape 719"/>
          <p:cNvSpPr/>
          <p:nvPr/>
        </p:nvSpPr>
        <p:spPr>
          <a:xfrm>
            <a:off x="1801779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22" name="Shape 720"/>
          <p:cNvSpPr/>
          <p:nvPr/>
        </p:nvSpPr>
        <p:spPr>
          <a:xfrm>
            <a:off x="1867841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23" name="Shape 721"/>
          <p:cNvSpPr/>
          <p:nvPr/>
        </p:nvSpPr>
        <p:spPr>
          <a:xfrm>
            <a:off x="1537535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24" name="Text 722"/>
          <p:cNvSpPr/>
          <p:nvPr/>
        </p:nvSpPr>
        <p:spPr>
          <a:xfrm>
            <a:off x="1524322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850" dirty="0"/>
          </a:p>
        </p:txBody>
      </p:sp>
      <p:sp>
        <p:nvSpPr>
          <p:cNvPr id="725" name="Shape 723"/>
          <p:cNvSpPr/>
          <p:nvPr/>
        </p:nvSpPr>
        <p:spPr>
          <a:xfrm>
            <a:off x="2006569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26" name="Shape 724"/>
          <p:cNvSpPr/>
          <p:nvPr/>
        </p:nvSpPr>
        <p:spPr>
          <a:xfrm>
            <a:off x="2072630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27" name="Shape 725"/>
          <p:cNvSpPr/>
          <p:nvPr/>
        </p:nvSpPr>
        <p:spPr>
          <a:xfrm>
            <a:off x="2138691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28" name="Shape 726"/>
          <p:cNvSpPr/>
          <p:nvPr/>
        </p:nvSpPr>
        <p:spPr>
          <a:xfrm>
            <a:off x="2204753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29" name="Shape 727"/>
          <p:cNvSpPr/>
          <p:nvPr/>
        </p:nvSpPr>
        <p:spPr>
          <a:xfrm>
            <a:off x="2270814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30" name="Shape 728"/>
          <p:cNvSpPr/>
          <p:nvPr/>
        </p:nvSpPr>
        <p:spPr>
          <a:xfrm>
            <a:off x="2336875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31" name="Shape 729"/>
          <p:cNvSpPr/>
          <p:nvPr/>
        </p:nvSpPr>
        <p:spPr>
          <a:xfrm>
            <a:off x="2006569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32" name="Text 730"/>
          <p:cNvSpPr/>
          <p:nvPr/>
        </p:nvSpPr>
        <p:spPr>
          <a:xfrm>
            <a:off x="1993357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50" dirty="0"/>
          </a:p>
        </p:txBody>
      </p:sp>
      <p:sp>
        <p:nvSpPr>
          <p:cNvPr id="733" name="Shape 731"/>
          <p:cNvSpPr/>
          <p:nvPr/>
        </p:nvSpPr>
        <p:spPr>
          <a:xfrm>
            <a:off x="2475604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34" name="Shape 732"/>
          <p:cNvSpPr/>
          <p:nvPr/>
        </p:nvSpPr>
        <p:spPr>
          <a:xfrm>
            <a:off x="2541665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35" name="Shape 733"/>
          <p:cNvSpPr/>
          <p:nvPr/>
        </p:nvSpPr>
        <p:spPr>
          <a:xfrm>
            <a:off x="2607726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36" name="Shape 734"/>
          <p:cNvSpPr/>
          <p:nvPr/>
        </p:nvSpPr>
        <p:spPr>
          <a:xfrm>
            <a:off x="2673787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37" name="Shape 735"/>
          <p:cNvSpPr/>
          <p:nvPr/>
        </p:nvSpPr>
        <p:spPr>
          <a:xfrm>
            <a:off x="2739848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38" name="Shape 736"/>
          <p:cNvSpPr/>
          <p:nvPr/>
        </p:nvSpPr>
        <p:spPr>
          <a:xfrm>
            <a:off x="2805910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39" name="Shape 737"/>
          <p:cNvSpPr/>
          <p:nvPr/>
        </p:nvSpPr>
        <p:spPr>
          <a:xfrm>
            <a:off x="2475604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40" name="Text 738"/>
          <p:cNvSpPr/>
          <p:nvPr/>
        </p:nvSpPr>
        <p:spPr>
          <a:xfrm>
            <a:off x="2462391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50" dirty="0"/>
          </a:p>
        </p:txBody>
      </p:sp>
      <p:sp>
        <p:nvSpPr>
          <p:cNvPr id="741" name="Shape 739"/>
          <p:cNvSpPr/>
          <p:nvPr/>
        </p:nvSpPr>
        <p:spPr>
          <a:xfrm>
            <a:off x="2944638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42" name="Shape 740"/>
          <p:cNvSpPr/>
          <p:nvPr/>
        </p:nvSpPr>
        <p:spPr>
          <a:xfrm>
            <a:off x="3010699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43" name="Shape 741"/>
          <p:cNvSpPr/>
          <p:nvPr/>
        </p:nvSpPr>
        <p:spPr>
          <a:xfrm>
            <a:off x="3076760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44" name="Shape 742"/>
          <p:cNvSpPr/>
          <p:nvPr/>
        </p:nvSpPr>
        <p:spPr>
          <a:xfrm>
            <a:off x="3142822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45" name="Shape 743"/>
          <p:cNvSpPr/>
          <p:nvPr/>
        </p:nvSpPr>
        <p:spPr>
          <a:xfrm>
            <a:off x="3208883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46" name="Shape 744"/>
          <p:cNvSpPr/>
          <p:nvPr/>
        </p:nvSpPr>
        <p:spPr>
          <a:xfrm>
            <a:off x="3274944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47" name="Shape 745"/>
          <p:cNvSpPr/>
          <p:nvPr/>
        </p:nvSpPr>
        <p:spPr>
          <a:xfrm>
            <a:off x="2944638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48" name="Text 746"/>
          <p:cNvSpPr/>
          <p:nvPr/>
        </p:nvSpPr>
        <p:spPr>
          <a:xfrm>
            <a:off x="2931426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50" dirty="0"/>
          </a:p>
        </p:txBody>
      </p:sp>
      <p:sp>
        <p:nvSpPr>
          <p:cNvPr id="749" name="Shape 747"/>
          <p:cNvSpPr/>
          <p:nvPr/>
        </p:nvSpPr>
        <p:spPr>
          <a:xfrm>
            <a:off x="3413672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50" name="Shape 748"/>
          <p:cNvSpPr/>
          <p:nvPr/>
        </p:nvSpPr>
        <p:spPr>
          <a:xfrm>
            <a:off x="3479734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51" name="Shape 749"/>
          <p:cNvSpPr/>
          <p:nvPr/>
        </p:nvSpPr>
        <p:spPr>
          <a:xfrm>
            <a:off x="3545795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52" name="Shape 750"/>
          <p:cNvSpPr/>
          <p:nvPr/>
        </p:nvSpPr>
        <p:spPr>
          <a:xfrm>
            <a:off x="3611856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53" name="Shape 751"/>
          <p:cNvSpPr/>
          <p:nvPr/>
        </p:nvSpPr>
        <p:spPr>
          <a:xfrm>
            <a:off x="3677917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54" name="Shape 752"/>
          <p:cNvSpPr/>
          <p:nvPr/>
        </p:nvSpPr>
        <p:spPr>
          <a:xfrm>
            <a:off x="3743978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55" name="Shape 753"/>
          <p:cNvSpPr/>
          <p:nvPr/>
        </p:nvSpPr>
        <p:spPr>
          <a:xfrm>
            <a:off x="3413672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56" name="Text 754"/>
          <p:cNvSpPr/>
          <p:nvPr/>
        </p:nvSpPr>
        <p:spPr>
          <a:xfrm>
            <a:off x="3400460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50" dirty="0"/>
          </a:p>
        </p:txBody>
      </p:sp>
      <p:sp>
        <p:nvSpPr>
          <p:cNvPr id="757" name="Shape 755"/>
          <p:cNvSpPr/>
          <p:nvPr/>
        </p:nvSpPr>
        <p:spPr>
          <a:xfrm>
            <a:off x="4635805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58" name="Shape 756"/>
          <p:cNvSpPr/>
          <p:nvPr/>
        </p:nvSpPr>
        <p:spPr>
          <a:xfrm>
            <a:off x="4701866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59" name="Shape 757"/>
          <p:cNvSpPr/>
          <p:nvPr/>
        </p:nvSpPr>
        <p:spPr>
          <a:xfrm>
            <a:off x="4767927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60" name="Shape 758"/>
          <p:cNvSpPr/>
          <p:nvPr/>
        </p:nvSpPr>
        <p:spPr>
          <a:xfrm>
            <a:off x="4833988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61" name="Shape 759"/>
          <p:cNvSpPr/>
          <p:nvPr/>
        </p:nvSpPr>
        <p:spPr>
          <a:xfrm>
            <a:off x="4900049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62" name="Shape 760"/>
          <p:cNvSpPr/>
          <p:nvPr/>
        </p:nvSpPr>
        <p:spPr>
          <a:xfrm>
            <a:off x="4966111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63" name="Shape 761"/>
          <p:cNvSpPr/>
          <p:nvPr/>
        </p:nvSpPr>
        <p:spPr>
          <a:xfrm>
            <a:off x="4635805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64" name="Text 762"/>
          <p:cNvSpPr/>
          <p:nvPr/>
        </p:nvSpPr>
        <p:spPr>
          <a:xfrm>
            <a:off x="4622592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850" dirty="0"/>
          </a:p>
        </p:txBody>
      </p:sp>
      <p:sp>
        <p:nvSpPr>
          <p:cNvPr id="765" name="Shape 763"/>
          <p:cNvSpPr/>
          <p:nvPr/>
        </p:nvSpPr>
        <p:spPr>
          <a:xfrm>
            <a:off x="5098233" y="5110249"/>
            <a:ext cx="66061" cy="212650"/>
          </a:xfrm>
          <a:prstGeom prst="rect">
            <a:avLst/>
          </a:prstGeom>
          <a:solidFill>
            <a:srgbClr val="FFF3C8"/>
          </a:solidFill>
          <a:ln/>
        </p:spPr>
      </p:sp>
      <p:sp>
        <p:nvSpPr>
          <p:cNvPr id="766" name="Shape 764"/>
          <p:cNvSpPr/>
          <p:nvPr/>
        </p:nvSpPr>
        <p:spPr>
          <a:xfrm>
            <a:off x="5164294" y="5110249"/>
            <a:ext cx="66061" cy="212650"/>
          </a:xfrm>
          <a:prstGeom prst="rect">
            <a:avLst/>
          </a:prstGeom>
          <a:solidFill>
            <a:srgbClr val="FFE0A8"/>
          </a:solidFill>
          <a:ln/>
        </p:spPr>
      </p:sp>
      <p:sp>
        <p:nvSpPr>
          <p:cNvPr id="767" name="Shape 765"/>
          <p:cNvSpPr/>
          <p:nvPr/>
        </p:nvSpPr>
        <p:spPr>
          <a:xfrm>
            <a:off x="5230355" y="5110249"/>
            <a:ext cx="66061" cy="212650"/>
          </a:xfrm>
          <a:prstGeom prst="rect">
            <a:avLst/>
          </a:prstGeom>
          <a:solidFill>
            <a:srgbClr val="FFAD7A"/>
          </a:solidFill>
          <a:ln/>
        </p:spPr>
      </p:sp>
      <p:sp>
        <p:nvSpPr>
          <p:cNvPr id="768" name="Shape 766"/>
          <p:cNvSpPr/>
          <p:nvPr/>
        </p:nvSpPr>
        <p:spPr>
          <a:xfrm>
            <a:off x="5296416" y="5110249"/>
            <a:ext cx="66061" cy="212650"/>
          </a:xfrm>
          <a:prstGeom prst="rect">
            <a:avLst/>
          </a:prstGeom>
          <a:solidFill>
            <a:srgbClr val="FF8D6A"/>
          </a:solidFill>
          <a:ln/>
        </p:spPr>
      </p:sp>
      <p:sp>
        <p:nvSpPr>
          <p:cNvPr id="769" name="Shape 767"/>
          <p:cNvSpPr/>
          <p:nvPr/>
        </p:nvSpPr>
        <p:spPr>
          <a:xfrm>
            <a:off x="5362478" y="5110249"/>
            <a:ext cx="66061" cy="212650"/>
          </a:xfrm>
          <a:prstGeom prst="rect">
            <a:avLst/>
          </a:prstGeom>
          <a:solidFill>
            <a:srgbClr val="F8B8B0"/>
          </a:solidFill>
          <a:ln/>
        </p:spPr>
      </p:sp>
      <p:sp>
        <p:nvSpPr>
          <p:cNvPr id="770" name="Shape 768"/>
          <p:cNvSpPr/>
          <p:nvPr/>
        </p:nvSpPr>
        <p:spPr>
          <a:xfrm>
            <a:off x="5428539" y="5110249"/>
            <a:ext cx="66061" cy="212650"/>
          </a:xfrm>
          <a:prstGeom prst="rect">
            <a:avLst/>
          </a:prstGeom>
          <a:solidFill>
            <a:srgbClr val="F8D0D0"/>
          </a:solidFill>
          <a:ln/>
        </p:spPr>
      </p:sp>
      <p:sp>
        <p:nvSpPr>
          <p:cNvPr id="771" name="Shape 769"/>
          <p:cNvSpPr/>
          <p:nvPr/>
        </p:nvSpPr>
        <p:spPr>
          <a:xfrm>
            <a:off x="5098233" y="5110249"/>
            <a:ext cx="396367" cy="212650"/>
          </a:xfrm>
          <a:prstGeom prst="rect">
            <a:avLst/>
          </a:prstGeom>
          <a:ln w="9525">
            <a:solidFill>
              <a:srgbClr val="C04030"/>
            </a:solidFill>
            <a:prstDash val="solid"/>
          </a:ln>
        </p:spPr>
      </p:sp>
      <p:sp>
        <p:nvSpPr>
          <p:cNvPr id="772" name="Text 770"/>
          <p:cNvSpPr/>
          <p:nvPr/>
        </p:nvSpPr>
        <p:spPr>
          <a:xfrm>
            <a:off x="5085021" y="5083668"/>
            <a:ext cx="422792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850" b="1" i="1" baseline="-40000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850" dirty="0"/>
          </a:p>
        </p:txBody>
      </p:sp>
      <p:sp>
        <p:nvSpPr>
          <p:cNvPr id="773" name="Shape 771"/>
          <p:cNvSpPr/>
          <p:nvPr/>
        </p:nvSpPr>
        <p:spPr>
          <a:xfrm>
            <a:off x="3872798" y="5180025"/>
            <a:ext cx="59455" cy="598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74" name="Shape 772"/>
          <p:cNvSpPr/>
          <p:nvPr/>
        </p:nvSpPr>
        <p:spPr>
          <a:xfrm>
            <a:off x="4044557" y="5180025"/>
            <a:ext cx="59455" cy="598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75" name="Shape 773"/>
          <p:cNvSpPr/>
          <p:nvPr/>
        </p:nvSpPr>
        <p:spPr>
          <a:xfrm>
            <a:off x="4216316" y="5180025"/>
            <a:ext cx="59455" cy="598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76" name="Shape 774"/>
          <p:cNvSpPr/>
          <p:nvPr/>
        </p:nvSpPr>
        <p:spPr>
          <a:xfrm>
            <a:off x="4388075" y="5180025"/>
            <a:ext cx="59455" cy="598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77" name="Shape 775"/>
          <p:cNvSpPr/>
          <p:nvPr/>
        </p:nvSpPr>
        <p:spPr>
          <a:xfrm>
            <a:off x="4559834" y="5180025"/>
            <a:ext cx="59455" cy="59808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78" name="Shape 776"/>
          <p:cNvSpPr/>
          <p:nvPr/>
        </p:nvSpPr>
        <p:spPr>
          <a:xfrm>
            <a:off x="1075106" y="5528905"/>
            <a:ext cx="4439312" cy="584788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79" name="Shape 777"/>
          <p:cNvSpPr/>
          <p:nvPr/>
        </p:nvSpPr>
        <p:spPr>
          <a:xfrm>
            <a:off x="1101531" y="5555486"/>
            <a:ext cx="4386463" cy="265813"/>
          </a:xfrm>
          <a:prstGeom prst="rect">
            <a:avLst/>
          </a:prstGeom>
          <a:solidFill>
            <a:srgbClr val="F4CEA4"/>
          </a:solidFill>
          <a:ln/>
        </p:spPr>
      </p:sp>
      <p:sp>
        <p:nvSpPr>
          <p:cNvPr id="780" name="Text 778"/>
          <p:cNvSpPr/>
          <p:nvPr/>
        </p:nvSpPr>
        <p:spPr>
          <a:xfrm>
            <a:off x="1101531" y="5555486"/>
            <a:ext cx="4386463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</a:t>
            </a:r>
            <a:endParaRPr lang="en-US" sz="900" dirty="0"/>
          </a:p>
        </p:txBody>
      </p:sp>
      <p:sp>
        <p:nvSpPr>
          <p:cNvPr id="781" name="Shape 779"/>
          <p:cNvSpPr/>
          <p:nvPr/>
        </p:nvSpPr>
        <p:spPr>
          <a:xfrm>
            <a:off x="1101531" y="5827944"/>
            <a:ext cx="4386463" cy="0"/>
          </a:xfrm>
          <a:prstGeom prst="line">
            <a:avLst/>
          </a:prstGeom>
          <a:noFill/>
          <a:ln w="12700">
            <a:solidFill>
              <a:srgbClr val="2E8BC0"/>
            </a:solidFill>
            <a:prstDash val="solid"/>
          </a:ln>
        </p:spPr>
      </p:sp>
      <p:sp>
        <p:nvSpPr>
          <p:cNvPr id="782" name="Shape 780"/>
          <p:cNvSpPr/>
          <p:nvPr/>
        </p:nvSpPr>
        <p:spPr>
          <a:xfrm>
            <a:off x="1101531" y="5834589"/>
            <a:ext cx="4386463" cy="252522"/>
          </a:xfrm>
          <a:prstGeom prst="rect">
            <a:avLst/>
          </a:prstGeom>
          <a:solidFill>
            <a:srgbClr val="DFF5D0"/>
          </a:solidFill>
          <a:ln/>
        </p:spPr>
      </p:sp>
      <p:sp>
        <p:nvSpPr>
          <p:cNvPr id="783" name="Text 781"/>
          <p:cNvSpPr/>
          <p:nvPr/>
        </p:nvSpPr>
        <p:spPr>
          <a:xfrm>
            <a:off x="1101531" y="5834589"/>
            <a:ext cx="4386463" cy="2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3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 Encoding / Embedding</a:t>
            </a:r>
            <a:endParaRPr lang="en-US" sz="850" dirty="0"/>
          </a:p>
        </p:txBody>
      </p:sp>
      <p:sp>
        <p:nvSpPr>
          <p:cNvPr id="784" name="Shape 782"/>
          <p:cNvSpPr/>
          <p:nvPr/>
        </p:nvSpPr>
        <p:spPr>
          <a:xfrm>
            <a:off x="1094925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85" name="Text 783"/>
          <p:cNvSpPr/>
          <p:nvPr/>
        </p:nvSpPr>
        <p:spPr>
          <a:xfrm>
            <a:off x="1081712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0</a:t>
            </a:r>
            <a:endParaRPr lang="en-US" sz="650" dirty="0"/>
          </a:p>
        </p:txBody>
      </p:sp>
      <p:sp>
        <p:nvSpPr>
          <p:cNvPr id="786" name="Shape 784"/>
          <p:cNvSpPr/>
          <p:nvPr/>
        </p:nvSpPr>
        <p:spPr>
          <a:xfrm>
            <a:off x="1563959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87" name="Text 785"/>
          <p:cNvSpPr/>
          <p:nvPr/>
        </p:nvSpPr>
        <p:spPr>
          <a:xfrm>
            <a:off x="1550747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1</a:t>
            </a:r>
            <a:endParaRPr lang="en-US" sz="650" dirty="0"/>
          </a:p>
        </p:txBody>
      </p:sp>
      <p:sp>
        <p:nvSpPr>
          <p:cNvPr id="788" name="Shape 786"/>
          <p:cNvSpPr/>
          <p:nvPr/>
        </p:nvSpPr>
        <p:spPr>
          <a:xfrm>
            <a:off x="2032994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89" name="Text 787"/>
          <p:cNvSpPr/>
          <p:nvPr/>
        </p:nvSpPr>
        <p:spPr>
          <a:xfrm>
            <a:off x="2019781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2</a:t>
            </a:r>
            <a:endParaRPr lang="en-US" sz="650" dirty="0"/>
          </a:p>
        </p:txBody>
      </p:sp>
      <p:sp>
        <p:nvSpPr>
          <p:cNvPr id="790" name="Shape 788"/>
          <p:cNvSpPr/>
          <p:nvPr/>
        </p:nvSpPr>
        <p:spPr>
          <a:xfrm>
            <a:off x="2502028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91" name="Text 789"/>
          <p:cNvSpPr/>
          <p:nvPr/>
        </p:nvSpPr>
        <p:spPr>
          <a:xfrm>
            <a:off x="2488816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3</a:t>
            </a:r>
            <a:endParaRPr lang="en-US" sz="650" dirty="0"/>
          </a:p>
        </p:txBody>
      </p:sp>
      <p:sp>
        <p:nvSpPr>
          <p:cNvPr id="792" name="Shape 790"/>
          <p:cNvSpPr/>
          <p:nvPr/>
        </p:nvSpPr>
        <p:spPr>
          <a:xfrm>
            <a:off x="2971062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93" name="Text 791"/>
          <p:cNvSpPr/>
          <p:nvPr/>
        </p:nvSpPr>
        <p:spPr>
          <a:xfrm>
            <a:off x="2957850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4</a:t>
            </a:r>
            <a:endParaRPr lang="en-US" sz="650" dirty="0"/>
          </a:p>
        </p:txBody>
      </p:sp>
      <p:sp>
        <p:nvSpPr>
          <p:cNvPr id="794" name="Shape 792"/>
          <p:cNvSpPr/>
          <p:nvPr/>
        </p:nvSpPr>
        <p:spPr>
          <a:xfrm>
            <a:off x="3440097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95" name="Text 793"/>
          <p:cNvSpPr/>
          <p:nvPr/>
        </p:nvSpPr>
        <p:spPr>
          <a:xfrm>
            <a:off x="3426885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5</a:t>
            </a:r>
            <a:endParaRPr lang="en-US" sz="650" dirty="0"/>
          </a:p>
        </p:txBody>
      </p:sp>
      <p:sp>
        <p:nvSpPr>
          <p:cNvPr id="796" name="Shape 794"/>
          <p:cNvSpPr/>
          <p:nvPr/>
        </p:nvSpPr>
        <p:spPr>
          <a:xfrm>
            <a:off x="4662229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97" name="Text 795"/>
          <p:cNvSpPr/>
          <p:nvPr/>
        </p:nvSpPr>
        <p:spPr>
          <a:xfrm>
            <a:off x="4649017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N-2</a:t>
            </a:r>
            <a:endParaRPr lang="en-US" sz="650" dirty="0"/>
          </a:p>
        </p:txBody>
      </p:sp>
      <p:sp>
        <p:nvSpPr>
          <p:cNvPr id="798" name="Shape 796"/>
          <p:cNvSpPr/>
          <p:nvPr/>
        </p:nvSpPr>
        <p:spPr>
          <a:xfrm>
            <a:off x="5124657" y="6339633"/>
            <a:ext cx="343518" cy="212650"/>
          </a:xfrm>
          <a:prstGeom prst="rect">
            <a:avLst/>
          </a:prstGeom>
          <a:solidFill>
            <a:srgbClr val="FBE0CC"/>
          </a:solidFill>
          <a:ln w="9525">
            <a:solidFill>
              <a:srgbClr val="C04030"/>
            </a:solidFill>
            <a:prstDash val="solid"/>
          </a:ln>
        </p:spPr>
      </p:sp>
      <p:sp>
        <p:nvSpPr>
          <p:cNvPr id="799" name="Text 797"/>
          <p:cNvSpPr/>
          <p:nvPr/>
        </p:nvSpPr>
        <p:spPr>
          <a:xfrm>
            <a:off x="5111445" y="6313052"/>
            <a:ext cx="369943" cy="26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E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Word N-1</a:t>
            </a:r>
            <a:endParaRPr lang="en-US" sz="650" dirty="0"/>
          </a:p>
        </p:txBody>
      </p:sp>
      <p:sp>
        <p:nvSpPr>
          <p:cNvPr id="800" name="Shape 798"/>
          <p:cNvSpPr/>
          <p:nvPr/>
        </p:nvSpPr>
        <p:spPr>
          <a:xfrm>
            <a:off x="3717554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1" name="Shape 799"/>
          <p:cNvSpPr/>
          <p:nvPr/>
        </p:nvSpPr>
        <p:spPr>
          <a:xfrm>
            <a:off x="3902525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2" name="Shape 800"/>
          <p:cNvSpPr/>
          <p:nvPr/>
        </p:nvSpPr>
        <p:spPr>
          <a:xfrm>
            <a:off x="4087497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3" name="Shape 801"/>
          <p:cNvSpPr/>
          <p:nvPr/>
        </p:nvSpPr>
        <p:spPr>
          <a:xfrm>
            <a:off x="4272468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4" name="Shape 802"/>
          <p:cNvSpPr/>
          <p:nvPr/>
        </p:nvSpPr>
        <p:spPr>
          <a:xfrm>
            <a:off x="4457439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5" name="Shape 803"/>
          <p:cNvSpPr/>
          <p:nvPr/>
        </p:nvSpPr>
        <p:spPr>
          <a:xfrm>
            <a:off x="4642411" y="6419377"/>
            <a:ext cx="52849" cy="53163"/>
          </a:xfrm>
          <a:prstGeom prst="ellipse">
            <a:avLst/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06" name="Text 804"/>
          <p:cNvSpPr/>
          <p:nvPr/>
        </p:nvSpPr>
        <p:spPr>
          <a:xfrm>
            <a:off x="718376" y="3402403"/>
            <a:ext cx="211396" cy="13822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500" dirty="0"/>
          </a:p>
        </p:txBody>
      </p:sp>
      <p:sp>
        <p:nvSpPr>
          <p:cNvPr id="807" name="Text 805"/>
          <p:cNvSpPr/>
          <p:nvPr/>
        </p:nvSpPr>
        <p:spPr>
          <a:xfrm>
            <a:off x="5910786" y="5661811"/>
            <a:ext cx="1004130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550" dirty="0"/>
          </a:p>
        </p:txBody>
      </p:sp>
      <p:sp>
        <p:nvSpPr>
          <p:cNvPr id="808" name="Text 806"/>
          <p:cNvSpPr/>
          <p:nvPr/>
        </p:nvSpPr>
        <p:spPr>
          <a:xfrm>
            <a:off x="5910786" y="5907688"/>
            <a:ext cx="1004130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i="1" dirty="0">
                <a:solidFill>
                  <a:srgbClr val="1E8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550" dirty="0"/>
          </a:p>
        </p:txBody>
      </p:sp>
      <p:sp>
        <p:nvSpPr>
          <p:cNvPr id="809" name="Text 807"/>
          <p:cNvSpPr/>
          <p:nvPr/>
        </p:nvSpPr>
        <p:spPr>
          <a:xfrm>
            <a:off x="5910786" y="6153564"/>
            <a:ext cx="1004130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i="1" dirty="0">
                <a:solidFill>
                  <a:srgbClr val="203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1663" y="2889568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</a:t>
            </a:r>
            <a:endParaRPr lang="en-US" sz="4850" dirty="0"/>
          </a:p>
        </p:txBody>
      </p:sp>
      <p:sp>
        <p:nvSpPr>
          <p:cNvPr id="6" name="Text 4"/>
          <p:cNvSpPr/>
          <p:nvPr/>
        </p:nvSpPr>
        <p:spPr>
          <a:xfrm>
            <a:off x="536702" y="3593910"/>
            <a:ext cx="1097280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Classifier</a:t>
            </a:r>
            <a:endParaRPr lang="en-US" sz="4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110" y="5116830"/>
            <a:ext cx="10900410" cy="1686560"/>
          </a:xfrm>
          <a:prstGeom prst="roundRect">
            <a:avLst>
              <a:gd name="adj" fmla="val 3253"/>
            </a:avLst>
          </a:prstGeom>
          <a:solidFill>
            <a:srgbClr val="F5DCF6"/>
          </a:solidFill>
          <a:ln/>
        </p:spPr>
      </p:sp>
      <p:sp>
        <p:nvSpPr>
          <p:cNvPr id="6" name="Shape 4"/>
          <p:cNvSpPr/>
          <p:nvPr/>
        </p:nvSpPr>
        <p:spPr>
          <a:xfrm>
            <a:off x="1959610" y="5447030"/>
            <a:ext cx="9494520" cy="424180"/>
          </a:xfrm>
          <a:prstGeom prst="roundRect">
            <a:avLst>
              <a:gd name="adj" fmla="val 10778"/>
            </a:avLst>
          </a:prstGeom>
          <a:solidFill>
            <a:srgbClr val="F0FEE4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959610" y="6244590"/>
            <a:ext cx="9494520" cy="477520"/>
          </a:xfrm>
          <a:prstGeom prst="roundRect">
            <a:avLst>
              <a:gd name="adj" fmla="val 9574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959610" y="3003550"/>
            <a:ext cx="9533890" cy="438150"/>
          </a:xfrm>
          <a:prstGeom prst="roundRect">
            <a:avLst>
              <a:gd name="adj" fmla="val 10435"/>
            </a:avLst>
          </a:prstGeom>
          <a:solidFill>
            <a:srgbClr val="D6EAF8"/>
          </a:solidFill>
          <a:ln w="12700">
            <a:solidFill>
              <a:srgbClr val="2E64F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21107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6702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298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893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89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8068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4024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9980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5936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53154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9110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65066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1022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6978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4196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0152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6108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92064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48020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5238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51194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7150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63106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19062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6628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223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7819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3414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010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4532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0127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5723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1318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6914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3592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69187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4783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0378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15974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1107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182112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53154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24196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95238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6628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54532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53592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12546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8" name="Shape 56"/>
          <p:cNvSpPr/>
          <p:nvPr/>
        </p:nvSpPr>
        <p:spPr>
          <a:xfrm>
            <a:off x="836168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9" name="Shape 57"/>
          <p:cNvSpPr/>
          <p:nvPr/>
        </p:nvSpPr>
        <p:spPr>
          <a:xfrm>
            <a:off x="860044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0" name="Shape 58"/>
          <p:cNvSpPr/>
          <p:nvPr/>
        </p:nvSpPr>
        <p:spPr>
          <a:xfrm>
            <a:off x="883793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1" name="Shape 59"/>
          <p:cNvSpPr/>
          <p:nvPr/>
        </p:nvSpPr>
        <p:spPr>
          <a:xfrm>
            <a:off x="904240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2" name="Shape 60"/>
          <p:cNvSpPr/>
          <p:nvPr/>
        </p:nvSpPr>
        <p:spPr>
          <a:xfrm>
            <a:off x="221107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6702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2298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7893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3489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82112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38068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94024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49980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05936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53154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09110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65066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21022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76978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24196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80152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36108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92064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748020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95238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51194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07150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63106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19062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6628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22223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37819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3414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69010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54532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70127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5723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01318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16914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53592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9187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84783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0378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15974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21107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3182112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4153154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124196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6095238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706628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954532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1053592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812546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36168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60044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83793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04240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21107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86385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82112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34892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53154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805934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124196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776976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95238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748018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06628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71906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51738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17016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50798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16076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17297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P0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3144012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4115054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5086096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6057138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702818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950" dirty="0"/>
          </a:p>
        </p:txBody>
      </p:sp>
      <p:sp>
        <p:nvSpPr>
          <p:cNvPr id="137" name="Text 135"/>
          <p:cNvSpPr/>
          <p:nvPr/>
        </p:nvSpPr>
        <p:spPr>
          <a:xfrm>
            <a:off x="947928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PN-2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1046988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PN-1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812546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836168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60044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883793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04240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6208395" y="5915025"/>
            <a:ext cx="290830" cy="29083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45" name="Text 143"/>
          <p:cNvSpPr/>
          <p:nvPr/>
        </p:nvSpPr>
        <p:spPr>
          <a:xfrm>
            <a:off x="6208395" y="5915025"/>
            <a:ext cx="290830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146" name="Shape 144"/>
          <p:cNvSpPr/>
          <p:nvPr/>
        </p:nvSpPr>
        <p:spPr>
          <a:xfrm>
            <a:off x="1656080" y="3667760"/>
            <a:ext cx="9685020" cy="1262380"/>
          </a:xfrm>
          <a:prstGeom prst="rect">
            <a:avLst/>
          </a:prstGeom>
          <a:solidFill>
            <a:srgbClr val="CD5C5C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868170" y="3708400"/>
            <a:ext cx="9182100" cy="238760"/>
          </a:xfrm>
          <a:prstGeom prst="rect">
            <a:avLst/>
          </a:prstGeom>
          <a:solidFill>
            <a:srgbClr val="A00000"/>
          </a:solidFill>
          <a:ln/>
        </p:spPr>
      </p:sp>
      <p:sp>
        <p:nvSpPr>
          <p:cNvPr id="148" name="Text 146"/>
          <p:cNvSpPr/>
          <p:nvPr/>
        </p:nvSpPr>
        <p:spPr>
          <a:xfrm>
            <a:off x="5426710" y="3708400"/>
            <a:ext cx="190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1868170" y="3987800"/>
            <a:ext cx="9182100" cy="238760"/>
          </a:xfrm>
          <a:prstGeom prst="rect">
            <a:avLst/>
          </a:prstGeom>
          <a:solidFill>
            <a:srgbClr val="A00000"/>
          </a:solidFill>
          <a:ln/>
        </p:spPr>
      </p:sp>
      <p:sp>
        <p:nvSpPr>
          <p:cNvPr id="150" name="Text 148"/>
          <p:cNvSpPr/>
          <p:nvPr/>
        </p:nvSpPr>
        <p:spPr>
          <a:xfrm>
            <a:off x="5426710" y="3987800"/>
            <a:ext cx="190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>
            <a:off x="1868170" y="4678680"/>
            <a:ext cx="9182100" cy="238760"/>
          </a:xfrm>
          <a:prstGeom prst="rect">
            <a:avLst/>
          </a:prstGeom>
          <a:solidFill>
            <a:srgbClr val="A00000"/>
          </a:solidFill>
          <a:ln/>
        </p:spPr>
      </p:sp>
      <p:sp>
        <p:nvSpPr>
          <p:cNvPr id="152" name="Text 150"/>
          <p:cNvSpPr/>
          <p:nvPr/>
        </p:nvSpPr>
        <p:spPr>
          <a:xfrm>
            <a:off x="5426710" y="4678680"/>
            <a:ext cx="190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050" dirty="0"/>
          </a:p>
        </p:txBody>
      </p:sp>
      <p:sp>
        <p:nvSpPr>
          <p:cNvPr id="153" name="Shape 151"/>
          <p:cNvSpPr/>
          <p:nvPr/>
        </p:nvSpPr>
        <p:spPr>
          <a:xfrm>
            <a:off x="311594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11594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311594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388175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388175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388175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75932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75932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75932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791146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791146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791146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87031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87031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87031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976185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76185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76185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71" name="Text 169"/>
          <p:cNvSpPr/>
          <p:nvPr/>
        </p:nvSpPr>
        <p:spPr>
          <a:xfrm>
            <a:off x="4464050" y="4274864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</a:t>
            </a:r>
            <a:endParaRPr lang="en-US" sz="2050" dirty="0"/>
          </a:p>
        </p:txBody>
      </p:sp>
      <p:sp>
        <p:nvSpPr>
          <p:cNvPr id="172" name="Shape 170"/>
          <p:cNvSpPr/>
          <p:nvPr/>
        </p:nvSpPr>
        <p:spPr>
          <a:xfrm>
            <a:off x="2028190" y="2446020"/>
            <a:ext cx="943864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028190" y="2446020"/>
            <a:ext cx="9438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Pooling</a:t>
            </a:r>
            <a:endParaRPr lang="en-US" sz="1700" dirty="0"/>
          </a:p>
        </p:txBody>
      </p:sp>
      <p:sp>
        <p:nvSpPr>
          <p:cNvPr id="174" name="Shape 172"/>
          <p:cNvSpPr/>
          <p:nvPr/>
        </p:nvSpPr>
        <p:spPr>
          <a:xfrm>
            <a:off x="488188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04190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201920" y="1953260"/>
            <a:ext cx="160020" cy="240030"/>
          </a:xfrm>
          <a:prstGeom prst="rect">
            <a:avLst/>
          </a:prstGeom>
          <a:solidFill>
            <a:srgbClr val="EDE4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361940" y="1953260"/>
            <a:ext cx="160020" cy="240030"/>
          </a:xfrm>
          <a:prstGeom prst="rect">
            <a:avLst/>
          </a:prstGeom>
          <a:solidFill>
            <a:srgbClr val="F8DB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521960" y="1953260"/>
            <a:ext cx="160020" cy="240030"/>
          </a:xfrm>
          <a:prstGeom prst="rect">
            <a:avLst/>
          </a:prstGeom>
          <a:solidFill>
            <a:srgbClr val="E2DCF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681980" y="1953260"/>
            <a:ext cx="160020" cy="240030"/>
          </a:xfrm>
          <a:prstGeom prst="rect">
            <a:avLst/>
          </a:prstGeom>
          <a:solidFill>
            <a:srgbClr val="F5D6EE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84200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0202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162040" y="1953260"/>
            <a:ext cx="160020" cy="240030"/>
          </a:xfrm>
          <a:prstGeom prst="rect">
            <a:avLst/>
          </a:prstGeom>
          <a:solidFill>
            <a:srgbClr val="EDE4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322060" y="1953260"/>
            <a:ext cx="160020" cy="240030"/>
          </a:xfrm>
          <a:prstGeom prst="rect">
            <a:avLst/>
          </a:prstGeom>
          <a:solidFill>
            <a:srgbClr val="F8DB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482080" y="1953260"/>
            <a:ext cx="160020" cy="240030"/>
          </a:xfrm>
          <a:prstGeom prst="rect">
            <a:avLst/>
          </a:prstGeom>
          <a:solidFill>
            <a:srgbClr val="E2DCF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642100" y="1953260"/>
            <a:ext cx="160020" cy="240030"/>
          </a:xfrm>
          <a:prstGeom prst="rect">
            <a:avLst/>
          </a:prstGeom>
          <a:solidFill>
            <a:srgbClr val="F5D6EE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0212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6214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22160" y="1953260"/>
            <a:ext cx="160020" cy="240030"/>
          </a:xfrm>
          <a:prstGeom prst="rect">
            <a:avLst/>
          </a:prstGeom>
          <a:solidFill>
            <a:srgbClr val="EDE4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282180" y="1953260"/>
            <a:ext cx="160020" cy="240030"/>
          </a:xfrm>
          <a:prstGeom prst="rect">
            <a:avLst/>
          </a:prstGeom>
          <a:solidFill>
            <a:srgbClr val="F8DB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442200" y="1953260"/>
            <a:ext cx="160020" cy="240030"/>
          </a:xfrm>
          <a:prstGeom prst="rect">
            <a:avLst/>
          </a:prstGeom>
          <a:solidFill>
            <a:srgbClr val="E2DCF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602220" y="1953260"/>
            <a:ext cx="160020" cy="240030"/>
          </a:xfrm>
          <a:prstGeom prst="rect">
            <a:avLst/>
          </a:prstGeom>
          <a:solidFill>
            <a:srgbClr val="F5D6EE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76224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92226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4902200" y="1657350"/>
            <a:ext cx="6667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flipV="1">
            <a:off x="5181600" y="1657350"/>
            <a:ext cx="3873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flipV="1">
            <a:off x="5461000" y="1657350"/>
            <a:ext cx="1079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568950" y="1657350"/>
            <a:ext cx="1714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568950" y="1657350"/>
            <a:ext cx="4508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568950" y="1657350"/>
            <a:ext cx="7302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5740400" y="1657350"/>
            <a:ext cx="7874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6019800" y="1657350"/>
            <a:ext cx="5080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6299200" y="1657350"/>
            <a:ext cx="2286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527800" y="1657350"/>
            <a:ext cx="508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527800" y="1657350"/>
            <a:ext cx="3302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527800" y="1657350"/>
            <a:ext cx="6096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flipV="1">
            <a:off x="6578600" y="1657350"/>
            <a:ext cx="9055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flipV="1">
            <a:off x="6858000" y="1657350"/>
            <a:ext cx="6261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flipV="1">
            <a:off x="7137400" y="1657350"/>
            <a:ext cx="3467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flipV="1">
            <a:off x="7416800" y="1657350"/>
            <a:ext cx="673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84110" y="1657350"/>
            <a:ext cx="21209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84110" y="1657350"/>
            <a:ext cx="49149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078990" y="1209040"/>
            <a:ext cx="9091930" cy="265430"/>
          </a:xfrm>
          <a:prstGeom prst="rect">
            <a:avLst/>
          </a:prstGeom>
          <a:solidFill>
            <a:srgbClr val="F5CBA7"/>
          </a:solidFill>
          <a:ln/>
        </p:spPr>
      </p:sp>
      <p:sp>
        <p:nvSpPr>
          <p:cNvPr id="213" name="Text 211"/>
          <p:cNvSpPr/>
          <p:nvPr/>
        </p:nvSpPr>
        <p:spPr>
          <a:xfrm>
            <a:off x="2139950" y="12319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Layer</a:t>
            </a:r>
            <a:endParaRPr lang="en-US" sz="1400" dirty="0"/>
          </a:p>
        </p:txBody>
      </p:sp>
      <p:sp>
        <p:nvSpPr>
          <p:cNvPr id="214" name="Shape 212"/>
          <p:cNvSpPr/>
          <p:nvPr/>
        </p:nvSpPr>
        <p:spPr>
          <a:xfrm>
            <a:off x="5329555" y="1148715"/>
            <a:ext cx="478790" cy="47879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5329555" y="1109345"/>
            <a:ext cx="478790" cy="47879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216" name="Text 214"/>
          <p:cNvSpPr/>
          <p:nvPr/>
        </p:nvSpPr>
        <p:spPr>
          <a:xfrm>
            <a:off x="5340350" y="121285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D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217" name="Text 215"/>
          <p:cNvSpPr/>
          <p:nvPr/>
        </p:nvSpPr>
        <p:spPr>
          <a:xfrm>
            <a:off x="5416550" y="132080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218" name="Shape 216"/>
          <p:cNvSpPr/>
          <p:nvPr/>
        </p:nvSpPr>
        <p:spPr>
          <a:xfrm>
            <a:off x="5568950" y="971550"/>
            <a:ext cx="0" cy="137160"/>
          </a:xfrm>
          <a:prstGeom prst="line">
            <a:avLst/>
          </a:prstGeom>
          <a:noFill/>
          <a:ln w="12700">
            <a:solidFill>
              <a:srgbClr val="2E64FE"/>
            </a:solidFill>
            <a:prstDash val="solid"/>
            <a:headEnd type="triangle"/>
          </a:ln>
        </p:spPr>
      </p:sp>
      <p:sp>
        <p:nvSpPr>
          <p:cNvPr id="219" name="Shape 217"/>
          <p:cNvSpPr/>
          <p:nvPr/>
        </p:nvSpPr>
        <p:spPr>
          <a:xfrm>
            <a:off x="6288405" y="1148715"/>
            <a:ext cx="478790" cy="47879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0" name="Shape 218"/>
          <p:cNvSpPr/>
          <p:nvPr/>
        </p:nvSpPr>
        <p:spPr>
          <a:xfrm>
            <a:off x="6288405" y="1109345"/>
            <a:ext cx="478790" cy="47879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221" name="Text 219"/>
          <p:cNvSpPr/>
          <p:nvPr/>
        </p:nvSpPr>
        <p:spPr>
          <a:xfrm>
            <a:off x="6299200" y="121285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D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222" name="Text 220"/>
          <p:cNvSpPr/>
          <p:nvPr/>
        </p:nvSpPr>
        <p:spPr>
          <a:xfrm>
            <a:off x="6375400" y="132080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223" name="Shape 221"/>
          <p:cNvSpPr/>
          <p:nvPr/>
        </p:nvSpPr>
        <p:spPr>
          <a:xfrm>
            <a:off x="6527800" y="971550"/>
            <a:ext cx="0" cy="137160"/>
          </a:xfrm>
          <a:prstGeom prst="line">
            <a:avLst/>
          </a:prstGeom>
          <a:noFill/>
          <a:ln w="12700">
            <a:solidFill>
              <a:srgbClr val="2E64FE"/>
            </a:solidFill>
            <a:prstDash val="solid"/>
            <a:headEnd type="triangle"/>
          </a:ln>
        </p:spPr>
      </p:sp>
      <p:sp>
        <p:nvSpPr>
          <p:cNvPr id="224" name="Shape 222"/>
          <p:cNvSpPr/>
          <p:nvPr/>
        </p:nvSpPr>
        <p:spPr>
          <a:xfrm>
            <a:off x="7244715" y="1148715"/>
            <a:ext cx="478790" cy="47879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5" name="Shape 223"/>
          <p:cNvSpPr/>
          <p:nvPr/>
        </p:nvSpPr>
        <p:spPr>
          <a:xfrm>
            <a:off x="7244715" y="1109345"/>
            <a:ext cx="478790" cy="47879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226" name="Text 224"/>
          <p:cNvSpPr/>
          <p:nvPr/>
        </p:nvSpPr>
        <p:spPr>
          <a:xfrm>
            <a:off x="7255510" y="121285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D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227" name="Text 225"/>
          <p:cNvSpPr/>
          <p:nvPr/>
        </p:nvSpPr>
        <p:spPr>
          <a:xfrm>
            <a:off x="7331710" y="132080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228" name="Shape 226"/>
          <p:cNvSpPr/>
          <p:nvPr/>
        </p:nvSpPr>
        <p:spPr>
          <a:xfrm>
            <a:off x="7484110" y="971550"/>
            <a:ext cx="0" cy="137160"/>
          </a:xfrm>
          <a:prstGeom prst="line">
            <a:avLst/>
          </a:prstGeom>
          <a:noFill/>
          <a:ln w="12700">
            <a:solidFill>
              <a:srgbClr val="2E64FE"/>
            </a:solidFill>
            <a:prstDash val="solid"/>
            <a:headEnd type="triangle"/>
          </a:ln>
        </p:spPr>
      </p:sp>
      <p:sp>
        <p:nvSpPr>
          <p:cNvPr id="229" name="Text 227"/>
          <p:cNvSpPr/>
          <p:nvPr/>
        </p:nvSpPr>
        <p:spPr>
          <a:xfrm>
            <a:off x="5378450" y="7416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230" name="Text 228"/>
          <p:cNvSpPr/>
          <p:nvPr/>
        </p:nvSpPr>
        <p:spPr>
          <a:xfrm>
            <a:off x="6337300" y="7416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231" name="Text 229"/>
          <p:cNvSpPr/>
          <p:nvPr/>
        </p:nvSpPr>
        <p:spPr>
          <a:xfrm>
            <a:off x="7293610" y="7416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32" name="Text 230"/>
          <p:cNvSpPr/>
          <p:nvPr/>
        </p:nvSpPr>
        <p:spPr>
          <a:xfrm>
            <a:off x="3967480" y="698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Classes</a:t>
            </a:r>
            <a:endParaRPr lang="en-US" sz="1300" dirty="0"/>
          </a:p>
        </p:txBody>
      </p:sp>
      <p:sp>
        <p:nvSpPr>
          <p:cNvPr id="233" name="Shape 231"/>
          <p:cNvSpPr/>
          <p:nvPr/>
        </p:nvSpPr>
        <p:spPr>
          <a:xfrm>
            <a:off x="6390640" y="4917440"/>
            <a:ext cx="198120" cy="31750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390640" y="3441700"/>
            <a:ext cx="198120" cy="24003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390640" y="2711450"/>
            <a:ext cx="198120" cy="27940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390640" y="2193290"/>
            <a:ext cx="198120" cy="25273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890270" y="1827714"/>
            <a:ext cx="254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vector representing</a:t>
            </a:r>
            <a:endParaRPr lang="en-US" sz="135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whole sequence</a:t>
            </a:r>
            <a:endParaRPr lang="en-US" sz="1350" dirty="0"/>
          </a:p>
        </p:txBody>
      </p:sp>
      <p:sp>
        <p:nvSpPr>
          <p:cNvPr id="238" name="Text 236"/>
          <p:cNvSpPr/>
          <p:nvPr/>
        </p:nvSpPr>
        <p:spPr>
          <a:xfrm>
            <a:off x="824230" y="3008351"/>
            <a:ext cx="12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  <a:p>
            <a:pPr algn="l" indent="0" marL="0">
              <a:lnSpc>
                <a:spcPts val="146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400" dirty="0"/>
          </a:p>
        </p:txBody>
      </p:sp>
      <p:sp>
        <p:nvSpPr>
          <p:cNvPr id="239" name="Text 237"/>
          <p:cNvSpPr/>
          <p:nvPr/>
        </p:nvSpPr>
        <p:spPr>
          <a:xfrm>
            <a:off x="626110" y="5094961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Sequence</a:t>
            </a:r>
            <a:endParaRPr lang="en-US" sz="1400" dirty="0"/>
          </a:p>
        </p:txBody>
      </p:sp>
      <p:sp>
        <p:nvSpPr>
          <p:cNvPr id="240" name="Text 238"/>
          <p:cNvSpPr/>
          <p:nvPr/>
        </p:nvSpPr>
        <p:spPr>
          <a:xfrm>
            <a:off x="840740" y="5404498"/>
            <a:ext cx="13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300" dirty="0"/>
          </a:p>
        </p:txBody>
      </p:sp>
      <p:sp>
        <p:nvSpPr>
          <p:cNvPr id="241" name="Text 239"/>
          <p:cNvSpPr/>
          <p:nvPr/>
        </p:nvSpPr>
        <p:spPr>
          <a:xfrm>
            <a:off x="838200" y="6122048"/>
            <a:ext cx="13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0420" y="1554480"/>
            <a:ext cx="10539730" cy="4851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82620" y="761055"/>
            <a:ext cx="5080000" cy="63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1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Next  (as of 2020)</a:t>
            </a:r>
            <a:endParaRPr lang="en-US" sz="3110" dirty="0"/>
          </a:p>
        </p:txBody>
      </p:sp>
      <p:sp>
        <p:nvSpPr>
          <p:cNvPr id="7" name="Text 5"/>
          <p:cNvSpPr/>
          <p:nvPr/>
        </p:nvSpPr>
        <p:spPr>
          <a:xfrm>
            <a:off x="923290" y="1871055"/>
            <a:ext cx="8890000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5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GPT-1</a:t>
            </a:r>
            <a:pPr algn="l" indent="0" marL="0">
              <a:buNone/>
            </a:pPr>
            <a:r>
              <a:rPr lang="en-US" sz="199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buNone/>
            </a:pPr>
            <a:r>
              <a:rPr lang="en-US" sz="1995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</a:t>
            </a:r>
            <a:pPr algn="l" indent="0" marL="0">
              <a:buNone/>
            </a:pPr>
            <a:r>
              <a:rPr lang="en-US" sz="199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(Generative Pre-trained Transformers)</a:t>
            </a:r>
            <a:endParaRPr lang="en-US" sz="1995" dirty="0"/>
          </a:p>
        </p:txBody>
      </p:sp>
      <p:sp>
        <p:nvSpPr>
          <p:cNvPr id="8" name="Text 6"/>
          <p:cNvSpPr/>
          <p:nvPr/>
        </p:nvSpPr>
        <p:spPr>
          <a:xfrm>
            <a:off x="937260" y="2721697"/>
            <a:ext cx="8890000" cy="404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3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pPr algn="l" indent="0" marL="0">
              <a:buNone/>
            </a:pPr>
            <a:r>
              <a:rPr lang="en-US" sz="1993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(Bidirectional Encoder Representations from Transformers)</a:t>
            </a:r>
            <a:endParaRPr lang="en-US" sz="1993" dirty="0"/>
          </a:p>
        </p:txBody>
      </p:sp>
      <p:sp>
        <p:nvSpPr>
          <p:cNvPr id="9" name="Text 7"/>
          <p:cNvSpPr/>
          <p:nvPr/>
        </p:nvSpPr>
        <p:spPr>
          <a:xfrm>
            <a:off x="923290" y="3584304"/>
            <a:ext cx="8890000" cy="40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4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</a:t>
            </a:r>
            <a:pPr algn="l" indent="0" marL="0">
              <a:buNone/>
            </a:pPr>
            <a:r>
              <a:rPr lang="en-US" sz="2004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(Robustly Optimized BERT Approach)</a:t>
            </a:r>
            <a:endParaRPr lang="en-US" sz="2004" dirty="0"/>
          </a:p>
        </p:txBody>
      </p:sp>
      <p:sp>
        <p:nvSpPr>
          <p:cNvPr id="10" name="Text 8"/>
          <p:cNvSpPr/>
          <p:nvPr/>
        </p:nvSpPr>
        <p:spPr>
          <a:xfrm>
            <a:off x="956310" y="4369640"/>
            <a:ext cx="990600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89" b="1" i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Transformer-XL:</a:t>
            </a:r>
            <a:pPr algn="l" indent="0" marL="0">
              <a:buNone/>
            </a:pPr>
            <a:r>
              <a:rPr lang="en-US" sz="1989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Attentive Language ModelsBeyond a Fixed-Length Context</a:t>
            </a:r>
            <a:endParaRPr lang="en-US" sz="1989" dirty="0"/>
          </a:p>
        </p:txBody>
      </p:sp>
      <p:sp>
        <p:nvSpPr>
          <p:cNvPr id="11" name="Text 9"/>
          <p:cNvSpPr/>
          <p:nvPr/>
        </p:nvSpPr>
        <p:spPr>
          <a:xfrm>
            <a:off x="923290" y="5193377"/>
            <a:ext cx="8890000" cy="40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96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pPr algn="l" indent="0" marL="0">
              <a:buNone/>
            </a:pPr>
            <a:r>
              <a:rPr lang="en-US" sz="1996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(Text-to-Text Transfer Transformer)</a:t>
            </a:r>
            <a:endParaRPr lang="en-US" sz="1996" dirty="0"/>
          </a:p>
        </p:txBody>
      </p:sp>
      <p:sp>
        <p:nvSpPr>
          <p:cNvPr id="12" name="Text 10"/>
          <p:cNvSpPr/>
          <p:nvPr/>
        </p:nvSpPr>
        <p:spPr>
          <a:xfrm>
            <a:off x="923290" y="5761248"/>
            <a:ext cx="8890000" cy="410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1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</a:t>
            </a:r>
            <a:pPr algn="l" indent="0" marL="0">
              <a:buNone/>
            </a:pPr>
            <a:r>
              <a:rPr lang="en-US" sz="2021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(175 Billion Parameter, Beta Release June 2020)</a:t>
            </a:r>
            <a:endParaRPr lang="en-US" sz="2021" dirty="0"/>
          </a:p>
        </p:txBody>
      </p:sp>
      <p:sp>
        <p:nvSpPr>
          <p:cNvPr id="13" name="Text 11"/>
          <p:cNvSpPr/>
          <p:nvPr/>
        </p:nvSpPr>
        <p:spPr>
          <a:xfrm>
            <a:off x="1438910" y="2194243"/>
            <a:ext cx="8890000" cy="35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6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Radford et al., OpenAI. June 2018 and February 2019.</a:t>
            </a:r>
            <a:endParaRPr lang="en-US" sz="1746" dirty="0"/>
          </a:p>
        </p:txBody>
      </p:sp>
      <p:sp>
        <p:nvSpPr>
          <p:cNvPr id="14" name="Text 12"/>
          <p:cNvSpPr/>
          <p:nvPr/>
        </p:nvSpPr>
        <p:spPr>
          <a:xfrm>
            <a:off x="1438910" y="3045389"/>
            <a:ext cx="8890000" cy="35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2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Devlin et al., Google AI Language. May 2019.</a:t>
            </a:r>
            <a:endParaRPr lang="en-US" sz="1742" dirty="0"/>
          </a:p>
        </p:txBody>
      </p:sp>
      <p:sp>
        <p:nvSpPr>
          <p:cNvPr id="15" name="Text 13"/>
          <p:cNvSpPr/>
          <p:nvPr/>
        </p:nvSpPr>
        <p:spPr>
          <a:xfrm>
            <a:off x="1438910" y="3882575"/>
            <a:ext cx="8890000" cy="354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3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 et al., Facebook AI. June 2019.</a:t>
            </a:r>
            <a:endParaRPr lang="en-US" sz="1743" dirty="0"/>
          </a:p>
        </p:txBody>
      </p:sp>
      <p:sp>
        <p:nvSpPr>
          <p:cNvPr id="16" name="Text 14"/>
          <p:cNvSpPr/>
          <p:nvPr/>
        </p:nvSpPr>
        <p:spPr>
          <a:xfrm>
            <a:off x="1438910" y="4663952"/>
            <a:ext cx="8890000" cy="36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77" i="1" u="sng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Dai et al. Carnegie Mellon University and Google Brain</a:t>
            </a:r>
            <a:endParaRPr lang="en-US" sz="177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2026-10-11T16:47:36Z</dcterms:created>
  <dcterms:modified xsi:type="dcterms:W3CDTF">2026-10-11T16:47:36Z</dcterms:modified>
</cp:coreProperties>
</file>