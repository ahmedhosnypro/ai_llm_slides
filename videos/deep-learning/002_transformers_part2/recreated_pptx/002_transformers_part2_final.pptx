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g001_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g004_image-1-1.png"/><Relationship Id="rId2" Type="http://schemas.openxmlformats.org/officeDocument/2006/relationships/image" Target="../media/img004_image-1-2.png"/><Relationship Id="rId3" Type="http://schemas.openxmlformats.org/officeDocument/2006/relationships/image" Target="../media/img004_image-1-3.png"/><Relationship Id="rId4" Type="http://schemas.openxmlformats.org/officeDocument/2006/relationships/image" Target="../media/img004_image-1-4.png"/><Relationship Id="rId5" Type="http://schemas.openxmlformats.org/officeDocument/2006/relationships/image" Target="../media/img004_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g010_image-1-1.png"/><Relationship Id="rId2" Type="http://schemas.openxmlformats.org/officeDocument/2006/relationships/image" Target="../media/img010_image-1-2.png"/><Relationship Id="rId3" Type="http://schemas.openxmlformats.org/officeDocument/2006/relationships/image" Target="../media/img010_image-1-1.png"/><Relationship Id="rId4" Type="http://schemas.openxmlformats.org/officeDocument/2006/relationships/image" Target="../media/img010_image-1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g011_image-1-1.png"/><Relationship Id="rId2" Type="http://schemas.openxmlformats.org/officeDocument/2006/relationships/image" Target="../media/img011_image-1-2.png"/><Relationship Id="rId3" Type="http://schemas.openxmlformats.org/officeDocument/2006/relationships/image" Target="../media/img011_image-1-3.png"/><Relationship Id="rId4" Type="http://schemas.openxmlformats.org/officeDocument/2006/relationships/image" Target="../media/img011_image-1-4.png"/><Relationship Id="rId5" Type="http://schemas.openxmlformats.org/officeDocument/2006/relationships/image" Target="../media/img011_image-1-5.png"/><Relationship Id="rId6" Type="http://schemas.openxmlformats.org/officeDocument/2006/relationships/image" Target="../media/img011_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g012_image-1-1.png"/><Relationship Id="rId2" Type="http://schemas.openxmlformats.org/officeDocument/2006/relationships/image" Target="../media/img012_image-1-2.png"/><Relationship Id="rId3" Type="http://schemas.openxmlformats.org/officeDocument/2006/relationships/image" Target="../media/img012_image-1-3.png"/><Relationship Id="rId4" Type="http://schemas.openxmlformats.org/officeDocument/2006/relationships/image" Target="../media/img012_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g014_image-1-1.png"/><Relationship Id="rId2" Type="http://schemas.openxmlformats.org/officeDocument/2006/relationships/image" Target="../media/img014_image-1-1.png"/><Relationship Id="rId3" Type="http://schemas.openxmlformats.org/officeDocument/2006/relationships/image" Target="../media/img014_image-1-1.png"/><Relationship Id="rId4" Type="http://schemas.openxmlformats.org/officeDocument/2006/relationships/image" Target="../media/img014_image-1-1.png"/><Relationship Id="rId5" Type="http://schemas.openxmlformats.org/officeDocument/2006/relationships/image" Target="../media/img014_image-1-5.png"/><Relationship Id="rId6" Type="http://schemas.openxmlformats.org/officeDocument/2006/relationships/image" Target="../media/img014_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g015_image-1-1.png"/><Relationship Id="rId2" Type="http://schemas.openxmlformats.org/officeDocument/2006/relationships/image" Target="../media/img015_image-1-2.png"/><Relationship Id="rId3" Type="http://schemas.openxmlformats.org/officeDocument/2006/relationships/image" Target="../media/img015_image-1-3.png"/><Relationship Id="rId4" Type="http://schemas.openxmlformats.org/officeDocument/2006/relationships/image" Target="../media/img015_image-1-4.png"/><Relationship Id="rId5" Type="http://schemas.openxmlformats.org/officeDocument/2006/relationships/image" Target="../media/img015_image-1-5.png"/><Relationship Id="rId6" Type="http://schemas.openxmlformats.org/officeDocument/2006/relationships/image" Target="../media/img015_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g016_image-1-1.png"/><Relationship Id="rId2" Type="http://schemas.openxmlformats.org/officeDocument/2006/relationships/image" Target="../media/img016_image-1-2.png"/><Relationship Id="rId3" Type="http://schemas.openxmlformats.org/officeDocument/2006/relationships/image" Target="../media/img016_image-1-3.png"/><Relationship Id="rId4" Type="http://schemas.openxmlformats.org/officeDocument/2006/relationships/image" Target="../media/img016_image-1-4.png"/><Relationship Id="rId5" Type="http://schemas.openxmlformats.org/officeDocument/2006/relationships/image" Target="../media/img016_image-1-5.png"/><Relationship Id="rId6" Type="http://schemas.openxmlformats.org/officeDocument/2006/relationships/image" Target="../media/img016_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g017_image-1-1.png"/><Relationship Id="rId2" Type="http://schemas.openxmlformats.org/officeDocument/2006/relationships/image" Target="../media/img017_image-1-2.png"/><Relationship Id="rId3" Type="http://schemas.openxmlformats.org/officeDocument/2006/relationships/image" Target="../media/img017_image-1-3.png"/><Relationship Id="rId4" Type="http://schemas.openxmlformats.org/officeDocument/2006/relationships/image" Target="../media/img017_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g020_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g021_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g025_image-1-1.png"/><Relationship Id="rId2" Type="http://schemas.openxmlformats.org/officeDocument/2006/relationships/image" Target="../media/img025_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g026_image-1-1.png"/><Relationship Id="rId2" Type="http://schemas.openxmlformats.org/officeDocument/2006/relationships/image" Target="../media/img026_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g030_image-1-1.png"/><Relationship Id="rId2" Type="http://schemas.openxmlformats.org/officeDocument/2006/relationships/image" Target="../media/img030_image-1-2.png"/><Relationship Id="rId3" Type="http://schemas.openxmlformats.org/officeDocument/2006/relationships/image" Target="../media/img030_image-1-3.png"/><Relationship Id="rId4" Type="http://schemas.openxmlformats.org/officeDocument/2006/relationships/image" Target="../media/img030_image-1-4.png"/><Relationship Id="rId5" Type="http://schemas.openxmlformats.org/officeDocument/2006/relationships/image" Target="../media/img030_image-1-5.png"/><Relationship Id="rId6" Type="http://schemas.openxmlformats.org/officeDocument/2006/relationships/image" Target="../media/img030_image-1-6.png"/><Relationship Id="rId7" Type="http://schemas.openxmlformats.org/officeDocument/2006/relationships/image" Target="../media/img030_image-1-7.png"/><Relationship Id="rId8" Type="http://schemas.openxmlformats.org/officeDocument/2006/relationships/image" Target="../media/img030_image-1-8.png"/><Relationship Id="rId9" Type="http://schemas.openxmlformats.org/officeDocument/2006/relationships/image" Target="../media/img030_image-1-9.png"/><Relationship Id="rId10" Type="http://schemas.openxmlformats.org/officeDocument/2006/relationships/image" Target="../media/img030_image-1-10.png"/><Relationship Id="rId11" Type="http://schemas.openxmlformats.org/officeDocument/2006/relationships/image" Target="../media/img030_image-1-11.png"/><Relationship Id="rId12" Type="http://schemas.openxmlformats.org/officeDocument/2006/relationships/image" Target="../media/img030_image-1-12.png"/><Relationship Id="rId13" Type="http://schemas.openxmlformats.org/officeDocument/2006/relationships/image" Target="../media/img030_image-1-13.png"/><Relationship Id="rId14" Type="http://schemas.openxmlformats.org/officeDocument/2006/relationships/image" Target="../media/img030_image-1-14.png"/><Relationship Id="rId15" Type="http://schemas.openxmlformats.org/officeDocument/2006/relationships/image" Target="../media/img030_image-1-15.png"/><Relationship Id="rId16" Type="http://schemas.openxmlformats.org/officeDocument/2006/relationships/image" Target="../media/img030_image-1-16.png"/><Relationship Id="rId17" Type="http://schemas.openxmlformats.org/officeDocument/2006/relationships/image" Target="../media/img030_image-1-17.png"/><Relationship Id="rId18" Type="http://schemas.openxmlformats.org/officeDocument/2006/relationships/image" Target="../media/img030_image-1-18.png"/><Relationship Id="rId19" Type="http://schemas.openxmlformats.org/officeDocument/2006/relationships/image" Target="../media/img030_image-1-19.png"/><Relationship Id="rId20" Type="http://schemas.openxmlformats.org/officeDocument/2006/relationships/image" Target="../media/img030_image-1-20.png"/><Relationship Id="rId21" Type="http://schemas.openxmlformats.org/officeDocument/2006/relationships/image" Target="../media/img030_image-1-21.png"/><Relationship Id="rId22" Type="http://schemas.openxmlformats.org/officeDocument/2006/relationships/image" Target="../media/img030_image-1-22.png"/><Relationship Id="rId23" Type="http://schemas.openxmlformats.org/officeDocument/2006/relationships/image" Target="../media/img030_image-1-23.png"/><Relationship Id="rId24" Type="http://schemas.openxmlformats.org/officeDocument/2006/relationships/image" Target="../media/img030_image-1-24.png"/><Relationship Id="rId25" Type="http://schemas.openxmlformats.org/officeDocument/2006/relationships/image" Target="../media/img030_image-1-25.png"/><Relationship Id="rId26" Type="http://schemas.openxmlformats.org/officeDocument/2006/relationships/image" Target="../media/img030_image-1-26.png"/><Relationship Id="rId27" Type="http://schemas.openxmlformats.org/officeDocument/2006/relationships/image" Target="../media/img030_image-1-27.png"/><Relationship Id="rId28" Type="http://schemas.openxmlformats.org/officeDocument/2006/relationships/image" Target="../media/img030_image-1-28.png"/><Relationship Id="rId29" Type="http://schemas.openxmlformats.org/officeDocument/2006/relationships/image" Target="../media/img030_image-1-29.png"/><Relationship Id="rId30" Type="http://schemas.openxmlformats.org/officeDocument/2006/relationships/image" Target="../media/img030_image-1-30.png"/><Relationship Id="rId31" Type="http://schemas.openxmlformats.org/officeDocument/2006/relationships/image" Target="../media/img030_image-1-31.png"/><Relationship Id="rId32" Type="http://schemas.openxmlformats.org/officeDocument/2006/relationships/image" Target="../media/img030_image-1-32.png"/><Relationship Id="rId33" Type="http://schemas.openxmlformats.org/officeDocument/2006/relationships/image" Target="../media/img030_image-1-33.png"/><Relationship Id="rId34" Type="http://schemas.openxmlformats.org/officeDocument/2006/relationships/image" Target="../media/img030_image-1-34.png"/><Relationship Id="rId35" Type="http://schemas.openxmlformats.org/officeDocument/2006/relationships/image" Target="../media/img030_image-1-35.png"/><Relationship Id="rId36" Type="http://schemas.openxmlformats.org/officeDocument/2006/relationships/image" Target="../media/img030_image-1-36.png"/><Relationship Id="rId37" Type="http://schemas.openxmlformats.org/officeDocument/2006/relationships/image" Target="../media/img030_image-1-37.png"/><Relationship Id="rId38" Type="http://schemas.openxmlformats.org/officeDocument/2006/relationships/image" Target="../media/img030_image-1-38.png"/><Relationship Id="rId39" Type="http://schemas.openxmlformats.org/officeDocument/2006/relationships/image" Target="../media/img030_image-1-39.png"/><Relationship Id="rId40" Type="http://schemas.openxmlformats.org/officeDocument/2006/relationships/slideLayout" Target="../slideLayouts/slideLayout1.xml"/><Relationship Id="rId41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g031_image-1-1.png"/><Relationship Id="rId2" Type="http://schemas.openxmlformats.org/officeDocument/2006/relationships/image" Target="../media/img031_image-1-2.png"/><Relationship Id="rId3" Type="http://schemas.openxmlformats.org/officeDocument/2006/relationships/image" Target="../media/img031_image-1-3.png"/><Relationship Id="rId4" Type="http://schemas.openxmlformats.org/officeDocument/2006/relationships/image" Target="../media/img031_image-1-4.png"/><Relationship Id="rId5" Type="http://schemas.openxmlformats.org/officeDocument/2006/relationships/image" Target="../media/img031_image-1-5.png"/><Relationship Id="rId6" Type="http://schemas.openxmlformats.org/officeDocument/2006/relationships/image" Target="../media/img031_image-1-6.png"/><Relationship Id="rId7" Type="http://schemas.openxmlformats.org/officeDocument/2006/relationships/image" Target="../media/img031_image-1-7.png"/><Relationship Id="rId8" Type="http://schemas.openxmlformats.org/officeDocument/2006/relationships/image" Target="../media/img031_image-1-8.png"/><Relationship Id="rId9" Type="http://schemas.openxmlformats.org/officeDocument/2006/relationships/image" Target="../media/img031_image-1-9.png"/><Relationship Id="rId10" Type="http://schemas.openxmlformats.org/officeDocument/2006/relationships/image" Target="../media/img031_image-1-10.png"/><Relationship Id="rId11" Type="http://schemas.openxmlformats.org/officeDocument/2006/relationships/image" Target="../media/img031_image-1-11.png"/><Relationship Id="rId12" Type="http://schemas.openxmlformats.org/officeDocument/2006/relationships/image" Target="../media/img031_image-1-12.png"/><Relationship Id="rId13" Type="http://schemas.openxmlformats.org/officeDocument/2006/relationships/image" Target="../media/img031_image-1-13.png"/><Relationship Id="rId14" Type="http://schemas.openxmlformats.org/officeDocument/2006/relationships/image" Target="../media/img031_image-1-14.png"/><Relationship Id="rId15" Type="http://schemas.openxmlformats.org/officeDocument/2006/relationships/image" Target="../media/img031_image-1-15.png"/><Relationship Id="rId16" Type="http://schemas.openxmlformats.org/officeDocument/2006/relationships/image" Target="../media/img031_image-1-16.png"/><Relationship Id="rId17" Type="http://schemas.openxmlformats.org/officeDocument/2006/relationships/image" Target="../media/img031_image-1-17.png"/><Relationship Id="rId18" Type="http://schemas.openxmlformats.org/officeDocument/2006/relationships/image" Target="../media/img031_image-1-18.png"/><Relationship Id="rId19" Type="http://schemas.openxmlformats.org/officeDocument/2006/relationships/image" Target="../media/img031_image-1-19.png"/><Relationship Id="rId20" Type="http://schemas.openxmlformats.org/officeDocument/2006/relationships/image" Target="../media/img031_image-1-20.png"/><Relationship Id="rId21" Type="http://schemas.openxmlformats.org/officeDocument/2006/relationships/image" Target="../media/img031_image-1-21.png"/><Relationship Id="rId22" Type="http://schemas.openxmlformats.org/officeDocument/2006/relationships/image" Target="../media/img031_image-1-22.png"/><Relationship Id="rId23" Type="http://schemas.openxmlformats.org/officeDocument/2006/relationships/image" Target="../media/img031_image-1-23.png"/><Relationship Id="rId24" Type="http://schemas.openxmlformats.org/officeDocument/2006/relationships/image" Target="../media/img031_image-1-24.png"/><Relationship Id="rId25" Type="http://schemas.openxmlformats.org/officeDocument/2006/relationships/image" Target="../media/img031_image-1-25.png"/><Relationship Id="rId26" Type="http://schemas.openxmlformats.org/officeDocument/2006/relationships/image" Target="../media/img031_image-1-26.png"/><Relationship Id="rId27" Type="http://schemas.openxmlformats.org/officeDocument/2006/relationships/image" Target="../media/img031_image-1-27.png"/><Relationship Id="rId28" Type="http://schemas.openxmlformats.org/officeDocument/2006/relationships/image" Target="../media/img031_image-1-28.png"/><Relationship Id="rId29" Type="http://schemas.openxmlformats.org/officeDocument/2006/relationships/image" Target="../media/img031_image-1-29.png"/><Relationship Id="rId30" Type="http://schemas.openxmlformats.org/officeDocument/2006/relationships/image" Target="../media/img031_image-1-30.png"/><Relationship Id="rId31" Type="http://schemas.openxmlformats.org/officeDocument/2006/relationships/image" Target="../media/img031_image-1-31.png"/><Relationship Id="rId32" Type="http://schemas.openxmlformats.org/officeDocument/2006/relationships/image" Target="../media/img031_image-1-32.png"/><Relationship Id="rId33" Type="http://schemas.openxmlformats.org/officeDocument/2006/relationships/image" Target="../media/img031_image-1-33.png"/><Relationship Id="rId34" Type="http://schemas.openxmlformats.org/officeDocument/2006/relationships/image" Target="../media/img031_image-1-34.png"/><Relationship Id="rId35" Type="http://schemas.openxmlformats.org/officeDocument/2006/relationships/image" Target="../media/img031_image-1-35.png"/><Relationship Id="rId36" Type="http://schemas.openxmlformats.org/officeDocument/2006/relationships/image" Target="../media/img031_image-1-36.png"/><Relationship Id="rId37" Type="http://schemas.openxmlformats.org/officeDocument/2006/relationships/image" Target="../media/img031_image-1-37.png"/><Relationship Id="rId38" Type="http://schemas.openxmlformats.org/officeDocument/2006/relationships/image" Target="../media/img031_image-1-38.png"/><Relationship Id="rId39" Type="http://schemas.openxmlformats.org/officeDocument/2006/relationships/image" Target="../media/img031_image-1-39.png"/><Relationship Id="rId40" Type="http://schemas.openxmlformats.org/officeDocument/2006/relationships/image" Target="../media/img031_image-1-40.png"/><Relationship Id="rId41" Type="http://schemas.openxmlformats.org/officeDocument/2006/relationships/image" Target="../media/img031_image-1-41.png"/><Relationship Id="rId42" Type="http://schemas.openxmlformats.org/officeDocument/2006/relationships/image" Target="../media/img031_image-1-42.png"/><Relationship Id="rId43" Type="http://schemas.openxmlformats.org/officeDocument/2006/relationships/image" Target="../media/img031_image-1-43.png"/><Relationship Id="rId44" Type="http://schemas.openxmlformats.org/officeDocument/2006/relationships/image" Target="../media/img031_image-1-44.png"/><Relationship Id="rId45" Type="http://schemas.openxmlformats.org/officeDocument/2006/relationships/image" Target="../media/img031_image-1-45.png"/><Relationship Id="rId46" Type="http://schemas.openxmlformats.org/officeDocument/2006/relationships/image" Target="../media/img031_image-1-46.png"/><Relationship Id="rId47" Type="http://schemas.openxmlformats.org/officeDocument/2006/relationships/image" Target="../media/img031_image-1-47.png"/><Relationship Id="rId48" Type="http://schemas.openxmlformats.org/officeDocument/2006/relationships/image" Target="../media/img031_image-1-48.png"/><Relationship Id="rId49" Type="http://schemas.openxmlformats.org/officeDocument/2006/relationships/image" Target="../media/img031_image-1-49.png"/><Relationship Id="rId50" Type="http://schemas.openxmlformats.org/officeDocument/2006/relationships/image" Target="../media/img031_image-1-50.png"/><Relationship Id="rId51" Type="http://schemas.openxmlformats.org/officeDocument/2006/relationships/image" Target="../media/img031_image-1-51.png"/><Relationship Id="rId52" Type="http://schemas.openxmlformats.org/officeDocument/2006/relationships/image" Target="../media/img031_image-1-52.png"/><Relationship Id="rId53" Type="http://schemas.openxmlformats.org/officeDocument/2006/relationships/image" Target="../media/img031_image-1-53.png"/><Relationship Id="rId54" Type="http://schemas.openxmlformats.org/officeDocument/2006/relationships/image" Target="../media/img031_image-1-54.png"/><Relationship Id="rId55" Type="http://schemas.openxmlformats.org/officeDocument/2006/relationships/image" Target="../media/img031_image-1-54.png"/><Relationship Id="rId56" Type="http://schemas.openxmlformats.org/officeDocument/2006/relationships/image" Target="../media/img031_image-1-54.png"/><Relationship Id="rId57" Type="http://schemas.openxmlformats.org/officeDocument/2006/relationships/image" Target="../media/img031_image-1-54.png"/><Relationship Id="rId58" Type="http://schemas.openxmlformats.org/officeDocument/2006/relationships/image" Target="../media/img031_image-1-54.png"/><Relationship Id="rId59" Type="http://schemas.openxmlformats.org/officeDocument/2006/relationships/image" Target="../media/img031_image-1-59.png"/><Relationship Id="rId60" Type="http://schemas.openxmlformats.org/officeDocument/2006/relationships/slideLayout" Target="../slideLayouts/slideLayout1.xml"/><Relationship Id="rId61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g032_image-1-1.png"/><Relationship Id="rId2" Type="http://schemas.openxmlformats.org/officeDocument/2006/relationships/image" Target="../media/img032_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g033_image-1-1.png"/><Relationship Id="rId2" Type="http://schemas.openxmlformats.org/officeDocument/2006/relationships/image" Target="../media/img033_image-1-2.png"/><Relationship Id="rId3" Type="http://schemas.openxmlformats.org/officeDocument/2006/relationships/image" Target="../media/img033_image-1-3.png"/><Relationship Id="rId4" Type="http://schemas.openxmlformats.org/officeDocument/2006/relationships/image" Target="../media/img033_image-1-4.png"/><Relationship Id="rId5" Type="http://schemas.openxmlformats.org/officeDocument/2006/relationships/image" Target="../media/img033_image-1-5.png"/><Relationship Id="rId6" Type="http://schemas.openxmlformats.org/officeDocument/2006/relationships/image" Target="../media/img033_image-1-6.png"/><Relationship Id="rId7" Type="http://schemas.openxmlformats.org/officeDocument/2006/relationships/image" Target="../media/img033_image-1-7.png"/><Relationship Id="rId8" Type="http://schemas.openxmlformats.org/officeDocument/2006/relationships/image" Target="../media/img033_image-1-8.png"/><Relationship Id="rId9" Type="http://schemas.openxmlformats.org/officeDocument/2006/relationships/image" Target="../media/img033_image-1-9.png"/><Relationship Id="rId10" Type="http://schemas.openxmlformats.org/officeDocument/2006/relationships/image" Target="../media/img033_image-1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g034_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g038_image-1-1.png"/><Relationship Id="rId2" Type="http://schemas.openxmlformats.org/officeDocument/2006/relationships/image" Target="../media/img038_image-1-1.png"/><Relationship Id="rId3" Type="http://schemas.openxmlformats.org/officeDocument/2006/relationships/image" Target="../media/img038_image-1-1.png"/><Relationship Id="rId4" Type="http://schemas.openxmlformats.org/officeDocument/2006/relationships/image" Target="../media/img038_image-1-1.png"/><Relationship Id="rId5" Type="http://schemas.openxmlformats.org/officeDocument/2006/relationships/image" Target="../media/img038_image-1-1.png"/><Relationship Id="rId6" Type="http://schemas.openxmlformats.org/officeDocument/2006/relationships/image" Target="../media/img038_image-1-1.png"/><Relationship Id="rId7" Type="http://schemas.openxmlformats.org/officeDocument/2006/relationships/image" Target="../media/img038_image-1-1.png"/><Relationship Id="rId8" Type="http://schemas.openxmlformats.org/officeDocument/2006/relationships/image" Target="../media/img038_image-1-1.png"/><Relationship Id="rId9" Type="http://schemas.openxmlformats.org/officeDocument/2006/relationships/image" Target="../media/img038_image-1-9.png"/><Relationship Id="rId10" Type="http://schemas.openxmlformats.org/officeDocument/2006/relationships/image" Target="../media/img038_image-1-9.png"/><Relationship Id="rId11" Type="http://schemas.openxmlformats.org/officeDocument/2006/relationships/image" Target="../media/img038_image-1-9.png"/><Relationship Id="rId12" Type="http://schemas.openxmlformats.org/officeDocument/2006/relationships/image" Target="../media/img038_image-1-9.png"/><Relationship Id="rId13" Type="http://schemas.openxmlformats.org/officeDocument/2006/relationships/image" Target="../media/img038_image-1-9.png"/><Relationship Id="rId14" Type="http://schemas.openxmlformats.org/officeDocument/2006/relationships/image" Target="../media/img038_image-1-9.png"/><Relationship Id="rId15" Type="http://schemas.openxmlformats.org/officeDocument/2006/relationships/image" Target="../media/img038_image-1-9.png"/><Relationship Id="rId16" Type="http://schemas.openxmlformats.org/officeDocument/2006/relationships/image" Target="../media/img038_image-1-9.png"/><Relationship Id="rId17" Type="http://schemas.openxmlformats.org/officeDocument/2006/relationships/image" Target="../media/img038_image-1-9.png"/><Relationship Id="rId18" Type="http://schemas.openxmlformats.org/officeDocument/2006/relationships/image" Target="../media/img038_image-1-9.png"/><Relationship Id="rId19" Type="http://schemas.openxmlformats.org/officeDocument/2006/relationships/image" Target="../media/img038_image-1-9.png"/><Relationship Id="rId20" Type="http://schemas.openxmlformats.org/officeDocument/2006/relationships/image" Target="../media/img038_image-1-9.png"/><Relationship Id="rId21" Type="http://schemas.openxmlformats.org/officeDocument/2006/relationships/image" Target="../media/img038_image-1-9.png"/><Relationship Id="rId22" Type="http://schemas.openxmlformats.org/officeDocument/2006/relationships/image" Target="../media/img038_image-1-9.png"/><Relationship Id="rId23" Type="http://schemas.openxmlformats.org/officeDocument/2006/relationships/image" Target="../media/img038_image-1-9.png"/><Relationship Id="rId24" Type="http://schemas.openxmlformats.org/officeDocument/2006/relationships/image" Target="../media/img038_image-1-9.png"/><Relationship Id="rId25" Type="http://schemas.openxmlformats.org/officeDocument/2006/relationships/slideLayout" Target="../slideLayouts/slideLayout1.xml"/><Relationship Id="rId26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g040_image-1-1.png"/><Relationship Id="rId2" Type="http://schemas.openxmlformats.org/officeDocument/2006/relationships/image" Target="../media/img040_image-1-2.png"/><Relationship Id="rId3" Type="http://schemas.openxmlformats.org/officeDocument/2006/relationships/image" Target="../media/img040_image-1-3.png"/><Relationship Id="rId4" Type="http://schemas.openxmlformats.org/officeDocument/2006/relationships/image" Target="../media/img040_image-1-4.png"/><Relationship Id="rId5" Type="http://schemas.openxmlformats.org/officeDocument/2006/relationships/image" Target="../media/img040_image-1-5.png"/><Relationship Id="rId6" Type="http://schemas.openxmlformats.org/officeDocument/2006/relationships/image" Target="../media/img040_image-1-6.png"/><Relationship Id="rId7" Type="http://schemas.openxmlformats.org/officeDocument/2006/relationships/image" Target="../media/img040_image-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g045_image-1-1.png"/><Relationship Id="rId2" Type="http://schemas.openxmlformats.org/officeDocument/2006/relationships/image" Target="../media/img045_image-1-1.png"/><Relationship Id="rId3" Type="http://schemas.openxmlformats.org/officeDocument/2006/relationships/image" Target="../media/img045_image-1-1.png"/><Relationship Id="rId4" Type="http://schemas.openxmlformats.org/officeDocument/2006/relationships/image" Target="../media/img045_image-1-1.png"/><Relationship Id="rId5" Type="http://schemas.openxmlformats.org/officeDocument/2006/relationships/image" Target="../media/img045_image-1-1.png"/><Relationship Id="rId6" Type="http://schemas.openxmlformats.org/officeDocument/2006/relationships/image" Target="../media/img045_image-1-1.png"/><Relationship Id="rId7" Type="http://schemas.openxmlformats.org/officeDocument/2006/relationships/image" Target="../media/img045_image-1-1.png"/><Relationship Id="rId8" Type="http://schemas.openxmlformats.org/officeDocument/2006/relationships/image" Target="../media/img045_image-1-1.png"/><Relationship Id="rId9" Type="http://schemas.openxmlformats.org/officeDocument/2006/relationships/image" Target="../media/img045_image-1-9.png"/><Relationship Id="rId10" Type="http://schemas.openxmlformats.org/officeDocument/2006/relationships/image" Target="../media/img045_image-1-9.png"/><Relationship Id="rId11" Type="http://schemas.openxmlformats.org/officeDocument/2006/relationships/image" Target="../media/img045_image-1-9.png"/><Relationship Id="rId12" Type="http://schemas.openxmlformats.org/officeDocument/2006/relationships/image" Target="../media/img045_image-1-9.png"/><Relationship Id="rId13" Type="http://schemas.openxmlformats.org/officeDocument/2006/relationships/image" Target="../media/img045_image-1-9.png"/><Relationship Id="rId14" Type="http://schemas.openxmlformats.org/officeDocument/2006/relationships/image" Target="../media/img045_image-1-9.png"/><Relationship Id="rId15" Type="http://schemas.openxmlformats.org/officeDocument/2006/relationships/image" Target="../media/img045_image-1-9.png"/><Relationship Id="rId16" Type="http://schemas.openxmlformats.org/officeDocument/2006/relationships/image" Target="../media/img045_image-1-9.png"/><Relationship Id="rId17" Type="http://schemas.openxmlformats.org/officeDocument/2006/relationships/image" Target="../media/img045_image-1-9.png"/><Relationship Id="rId18" Type="http://schemas.openxmlformats.org/officeDocument/2006/relationships/image" Target="../media/img045_image-1-9.png"/><Relationship Id="rId19" Type="http://schemas.openxmlformats.org/officeDocument/2006/relationships/image" Target="../media/img045_image-1-9.png"/><Relationship Id="rId20" Type="http://schemas.openxmlformats.org/officeDocument/2006/relationships/image" Target="../media/img045_image-1-9.png"/><Relationship Id="rId21" Type="http://schemas.openxmlformats.org/officeDocument/2006/relationships/image" Target="../media/img045_image-1-9.png"/><Relationship Id="rId22" Type="http://schemas.openxmlformats.org/officeDocument/2006/relationships/image" Target="../media/img045_image-1-9.png"/><Relationship Id="rId23" Type="http://schemas.openxmlformats.org/officeDocument/2006/relationships/image" Target="../media/img045_image-1-9.png"/><Relationship Id="rId24" Type="http://schemas.openxmlformats.org/officeDocument/2006/relationships/image" Target="../media/img045_image-1-9.png"/><Relationship Id="rId25" Type="http://schemas.openxmlformats.org/officeDocument/2006/relationships/slideLayout" Target="../slideLayouts/slideLayout1.xml"/><Relationship Id="rId26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g046_image-1-1.png"/><Relationship Id="rId2" Type="http://schemas.openxmlformats.org/officeDocument/2006/relationships/image" Target="../media/img046_image-1-1.png"/><Relationship Id="rId3" Type="http://schemas.openxmlformats.org/officeDocument/2006/relationships/image" Target="../media/img046_image-1-1.png"/><Relationship Id="rId4" Type="http://schemas.openxmlformats.org/officeDocument/2006/relationships/image" Target="../media/img046_image-1-1.png"/><Relationship Id="rId5" Type="http://schemas.openxmlformats.org/officeDocument/2006/relationships/image" Target="../media/img046_image-1-1.png"/><Relationship Id="rId6" Type="http://schemas.openxmlformats.org/officeDocument/2006/relationships/image" Target="../media/img046_image-1-1.png"/><Relationship Id="rId7" Type="http://schemas.openxmlformats.org/officeDocument/2006/relationships/image" Target="../media/img046_image-1-1.png"/><Relationship Id="rId8" Type="http://schemas.openxmlformats.org/officeDocument/2006/relationships/image" Target="../media/img046_image-1-1.png"/><Relationship Id="rId9" Type="http://schemas.openxmlformats.org/officeDocument/2006/relationships/image" Target="../media/img046_image-1-1.png"/><Relationship Id="rId10" Type="http://schemas.openxmlformats.org/officeDocument/2006/relationships/image" Target="../media/img046_image-1-1.png"/><Relationship Id="rId11" Type="http://schemas.openxmlformats.org/officeDocument/2006/relationships/image" Target="../media/img046_image-1-1.png"/><Relationship Id="rId12" Type="http://schemas.openxmlformats.org/officeDocument/2006/relationships/image" Target="../media/img046_image-1-1.png"/><Relationship Id="rId13" Type="http://schemas.openxmlformats.org/officeDocument/2006/relationships/image" Target="../media/img046_image-1-1.png"/><Relationship Id="rId14" Type="http://schemas.openxmlformats.org/officeDocument/2006/relationships/image" Target="../media/img046_image-1-1.png"/><Relationship Id="rId15" Type="http://schemas.openxmlformats.org/officeDocument/2006/relationships/image" Target="../media/img046_image-1-1.png"/><Relationship Id="rId16" Type="http://schemas.openxmlformats.org/officeDocument/2006/relationships/image" Target="../media/img046_image-1-1.png"/><Relationship Id="rId17" Type="http://schemas.openxmlformats.org/officeDocument/2006/relationships/image" Target="../media/img046_image-1-1.png"/><Relationship Id="rId18" Type="http://schemas.openxmlformats.org/officeDocument/2006/relationships/image" Target="../media/img046_image-1-1.png"/><Relationship Id="rId19" Type="http://schemas.openxmlformats.org/officeDocument/2006/relationships/image" Target="../media/img046_image-1-1.png"/><Relationship Id="rId20" Type="http://schemas.openxmlformats.org/officeDocument/2006/relationships/image" Target="../media/img046_image-1-1.png"/><Relationship Id="rId21" Type="http://schemas.openxmlformats.org/officeDocument/2006/relationships/image" Target="../media/img046_image-1-1.png"/><Relationship Id="rId22" Type="http://schemas.openxmlformats.org/officeDocument/2006/relationships/image" Target="../media/img046_image-1-1.png"/><Relationship Id="rId23" Type="http://schemas.openxmlformats.org/officeDocument/2006/relationships/image" Target="../media/img046_image-1-1.png"/><Relationship Id="rId24" Type="http://schemas.openxmlformats.org/officeDocument/2006/relationships/image" Target="../media/img046_image-1-1.png"/><Relationship Id="rId25" Type="http://schemas.openxmlformats.org/officeDocument/2006/relationships/image" Target="../media/img046_image-1-1.png"/><Relationship Id="rId26" Type="http://schemas.openxmlformats.org/officeDocument/2006/relationships/image" Target="../media/img046_image-1-1.png"/><Relationship Id="rId27" Type="http://schemas.openxmlformats.org/officeDocument/2006/relationships/image" Target="../media/img046_image-1-1.png"/><Relationship Id="rId28" Type="http://schemas.openxmlformats.org/officeDocument/2006/relationships/image" Target="../media/img046_image-1-1.png"/><Relationship Id="rId29" Type="http://schemas.openxmlformats.org/officeDocument/2006/relationships/image" Target="../media/img046_image-1-1.png"/><Relationship Id="rId30" Type="http://schemas.openxmlformats.org/officeDocument/2006/relationships/image" Target="../media/img046_image-1-1.png"/><Relationship Id="rId31" Type="http://schemas.openxmlformats.org/officeDocument/2006/relationships/image" Target="../media/img046_image-1-1.png"/><Relationship Id="rId32" Type="http://schemas.openxmlformats.org/officeDocument/2006/relationships/image" Target="../media/img046_image-1-1.png"/><Relationship Id="rId33" Type="http://schemas.openxmlformats.org/officeDocument/2006/relationships/slideLayout" Target="../slideLayouts/slideLayout1.xml"/><Relationship Id="rId34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g047_image-1-1.png"/><Relationship Id="rId2" Type="http://schemas.openxmlformats.org/officeDocument/2006/relationships/image" Target="../media/img047_image-1-1.png"/><Relationship Id="rId3" Type="http://schemas.openxmlformats.org/officeDocument/2006/relationships/image" Target="../media/img047_image-1-1.png"/><Relationship Id="rId4" Type="http://schemas.openxmlformats.org/officeDocument/2006/relationships/image" Target="../media/img047_image-1-1.png"/><Relationship Id="rId5" Type="http://schemas.openxmlformats.org/officeDocument/2006/relationships/image" Target="../media/img047_image-1-1.png"/><Relationship Id="rId6" Type="http://schemas.openxmlformats.org/officeDocument/2006/relationships/image" Target="../media/img047_image-1-1.png"/><Relationship Id="rId7" Type="http://schemas.openxmlformats.org/officeDocument/2006/relationships/image" Target="../media/img047_image-1-1.png"/><Relationship Id="rId8" Type="http://schemas.openxmlformats.org/officeDocument/2006/relationships/image" Target="../media/img047_image-1-1.png"/><Relationship Id="rId9" Type="http://schemas.openxmlformats.org/officeDocument/2006/relationships/image" Target="../media/img047_image-1-1.png"/><Relationship Id="rId10" Type="http://schemas.openxmlformats.org/officeDocument/2006/relationships/image" Target="../media/img047_image-1-1.png"/><Relationship Id="rId11" Type="http://schemas.openxmlformats.org/officeDocument/2006/relationships/image" Target="../media/img047_image-1-1.png"/><Relationship Id="rId12" Type="http://schemas.openxmlformats.org/officeDocument/2006/relationships/image" Target="../media/img047_image-1-1.png"/><Relationship Id="rId13" Type="http://schemas.openxmlformats.org/officeDocument/2006/relationships/image" Target="../media/img047_image-1-1.png"/><Relationship Id="rId14" Type="http://schemas.openxmlformats.org/officeDocument/2006/relationships/image" Target="../media/img047_image-1-1.png"/><Relationship Id="rId15" Type="http://schemas.openxmlformats.org/officeDocument/2006/relationships/image" Target="../media/img047_image-1-1.png"/><Relationship Id="rId16" Type="http://schemas.openxmlformats.org/officeDocument/2006/relationships/image" Target="../media/img047_image-1-1.png"/><Relationship Id="rId17" Type="http://schemas.openxmlformats.org/officeDocument/2006/relationships/image" Target="../media/img047_image-1-17.png"/><Relationship Id="rId18" Type="http://schemas.openxmlformats.org/officeDocument/2006/relationships/image" Target="../media/img047_image-1-18.png"/><Relationship Id="rId19" Type="http://schemas.openxmlformats.org/officeDocument/2006/relationships/image" Target="../media/img047_image-1-18.png"/><Relationship Id="rId20" Type="http://schemas.openxmlformats.org/officeDocument/2006/relationships/image" Target="../media/img047_image-1-18.png"/><Relationship Id="rId21" Type="http://schemas.openxmlformats.org/officeDocument/2006/relationships/image" Target="../media/img047_image-1-17.png"/><Relationship Id="rId22" Type="http://schemas.openxmlformats.org/officeDocument/2006/relationships/image" Target="../media/img047_image-1-18.png"/><Relationship Id="rId23" Type="http://schemas.openxmlformats.org/officeDocument/2006/relationships/image" Target="../media/img047_image-1-18.png"/><Relationship Id="rId24" Type="http://schemas.openxmlformats.org/officeDocument/2006/relationships/image" Target="../media/img047_image-1-18.png"/><Relationship Id="rId25" Type="http://schemas.openxmlformats.org/officeDocument/2006/relationships/image" Target="../media/img047_image-1-17.png"/><Relationship Id="rId26" Type="http://schemas.openxmlformats.org/officeDocument/2006/relationships/image" Target="../media/img047_image-1-18.png"/><Relationship Id="rId27" Type="http://schemas.openxmlformats.org/officeDocument/2006/relationships/image" Target="../media/img047_image-1-18.png"/><Relationship Id="rId28" Type="http://schemas.openxmlformats.org/officeDocument/2006/relationships/image" Target="../media/img047_image-1-18.png"/><Relationship Id="rId29" Type="http://schemas.openxmlformats.org/officeDocument/2006/relationships/image" Target="../media/img047_image-1-17.png"/><Relationship Id="rId30" Type="http://schemas.openxmlformats.org/officeDocument/2006/relationships/image" Target="../media/img047_image-1-18.png"/><Relationship Id="rId31" Type="http://schemas.openxmlformats.org/officeDocument/2006/relationships/image" Target="../media/img047_image-1-18.png"/><Relationship Id="rId32" Type="http://schemas.openxmlformats.org/officeDocument/2006/relationships/image" Target="../media/img047_image-1-18.png"/><Relationship Id="rId33" Type="http://schemas.openxmlformats.org/officeDocument/2006/relationships/image" Target="../media/img047_image-1-17.png"/><Relationship Id="rId34" Type="http://schemas.openxmlformats.org/officeDocument/2006/relationships/image" Target="../media/img047_image-1-18.png"/><Relationship Id="rId35" Type="http://schemas.openxmlformats.org/officeDocument/2006/relationships/image" Target="../media/img047_image-1-18.png"/><Relationship Id="rId36" Type="http://schemas.openxmlformats.org/officeDocument/2006/relationships/image" Target="../media/img047_image-1-18.png"/><Relationship Id="rId37" Type="http://schemas.openxmlformats.org/officeDocument/2006/relationships/image" Target="../media/img047_image-1-17.png"/><Relationship Id="rId38" Type="http://schemas.openxmlformats.org/officeDocument/2006/relationships/image" Target="../media/img047_image-1-18.png"/><Relationship Id="rId39" Type="http://schemas.openxmlformats.org/officeDocument/2006/relationships/image" Target="../media/img047_image-1-18.png"/><Relationship Id="rId40" Type="http://schemas.openxmlformats.org/officeDocument/2006/relationships/image" Target="../media/img047_image-1-18.png"/><Relationship Id="rId41" Type="http://schemas.openxmlformats.org/officeDocument/2006/relationships/image" Target="../media/img047_image-1-17.png"/><Relationship Id="rId42" Type="http://schemas.openxmlformats.org/officeDocument/2006/relationships/image" Target="../media/img047_image-1-18.png"/><Relationship Id="rId43" Type="http://schemas.openxmlformats.org/officeDocument/2006/relationships/image" Target="../media/img047_image-1-18.png"/><Relationship Id="rId44" Type="http://schemas.openxmlformats.org/officeDocument/2006/relationships/image" Target="../media/img047_image-1-18.png"/><Relationship Id="rId45" Type="http://schemas.openxmlformats.org/officeDocument/2006/relationships/image" Target="../media/img047_image-1-17.png"/><Relationship Id="rId46" Type="http://schemas.openxmlformats.org/officeDocument/2006/relationships/image" Target="../media/img047_image-1-18.png"/><Relationship Id="rId47" Type="http://schemas.openxmlformats.org/officeDocument/2006/relationships/image" Target="../media/img047_image-1-18.png"/><Relationship Id="rId48" Type="http://schemas.openxmlformats.org/officeDocument/2006/relationships/image" Target="../media/img047_image-1-18.png"/><Relationship Id="rId49" Type="http://schemas.openxmlformats.org/officeDocument/2006/relationships/slideLayout" Target="../slideLayouts/slideLayout1.xml"/><Relationship Id="rId50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g048_image-1-1.png"/><Relationship Id="rId2" Type="http://schemas.openxmlformats.org/officeDocument/2006/relationships/image" Target="../media/img048_image-1-1.png"/><Relationship Id="rId3" Type="http://schemas.openxmlformats.org/officeDocument/2006/relationships/image" Target="../media/img048_image-1-1.png"/><Relationship Id="rId4" Type="http://schemas.openxmlformats.org/officeDocument/2006/relationships/image" Target="../media/img048_image-1-1.png"/><Relationship Id="rId5" Type="http://schemas.openxmlformats.org/officeDocument/2006/relationships/image" Target="../media/img048_image-1-1.png"/><Relationship Id="rId6" Type="http://schemas.openxmlformats.org/officeDocument/2006/relationships/image" Target="../media/img048_image-1-1.png"/><Relationship Id="rId7" Type="http://schemas.openxmlformats.org/officeDocument/2006/relationships/image" Target="../media/img048_image-1-1.png"/><Relationship Id="rId8" Type="http://schemas.openxmlformats.org/officeDocument/2006/relationships/image" Target="../media/img048_image-1-1.png"/><Relationship Id="rId9" Type="http://schemas.openxmlformats.org/officeDocument/2006/relationships/image" Target="../media/img048_image-1-1.png"/><Relationship Id="rId10" Type="http://schemas.openxmlformats.org/officeDocument/2006/relationships/image" Target="../media/img048_image-1-1.png"/><Relationship Id="rId11" Type="http://schemas.openxmlformats.org/officeDocument/2006/relationships/image" Target="../media/img048_image-1-1.png"/><Relationship Id="rId12" Type="http://schemas.openxmlformats.org/officeDocument/2006/relationships/image" Target="../media/img048_image-1-1.png"/><Relationship Id="rId13" Type="http://schemas.openxmlformats.org/officeDocument/2006/relationships/image" Target="../media/img048_image-1-1.png"/><Relationship Id="rId14" Type="http://schemas.openxmlformats.org/officeDocument/2006/relationships/image" Target="../media/img048_image-1-1.png"/><Relationship Id="rId15" Type="http://schemas.openxmlformats.org/officeDocument/2006/relationships/image" Target="../media/img048_image-1-1.png"/><Relationship Id="rId16" Type="http://schemas.openxmlformats.org/officeDocument/2006/relationships/image" Target="../media/img048_image-1-1.png"/><Relationship Id="rId17" Type="http://schemas.openxmlformats.org/officeDocument/2006/relationships/image" Target="../media/img048_image-1-17.png"/><Relationship Id="rId18" Type="http://schemas.openxmlformats.org/officeDocument/2006/relationships/image" Target="../media/img048_image-1-18.png"/><Relationship Id="rId19" Type="http://schemas.openxmlformats.org/officeDocument/2006/relationships/image" Target="../media/img048_image-1-18.png"/><Relationship Id="rId20" Type="http://schemas.openxmlformats.org/officeDocument/2006/relationships/image" Target="../media/img048_image-1-18.png"/><Relationship Id="rId21" Type="http://schemas.openxmlformats.org/officeDocument/2006/relationships/image" Target="../media/img048_image-1-17.png"/><Relationship Id="rId22" Type="http://schemas.openxmlformats.org/officeDocument/2006/relationships/image" Target="../media/img048_image-1-18.png"/><Relationship Id="rId23" Type="http://schemas.openxmlformats.org/officeDocument/2006/relationships/image" Target="../media/img048_image-1-18.png"/><Relationship Id="rId24" Type="http://schemas.openxmlformats.org/officeDocument/2006/relationships/image" Target="../media/img048_image-1-18.png"/><Relationship Id="rId25" Type="http://schemas.openxmlformats.org/officeDocument/2006/relationships/image" Target="../media/img048_image-1-17.png"/><Relationship Id="rId26" Type="http://schemas.openxmlformats.org/officeDocument/2006/relationships/image" Target="../media/img048_image-1-18.png"/><Relationship Id="rId27" Type="http://schemas.openxmlformats.org/officeDocument/2006/relationships/image" Target="../media/img048_image-1-18.png"/><Relationship Id="rId28" Type="http://schemas.openxmlformats.org/officeDocument/2006/relationships/image" Target="../media/img048_image-1-18.png"/><Relationship Id="rId29" Type="http://schemas.openxmlformats.org/officeDocument/2006/relationships/image" Target="../media/img048_image-1-17.png"/><Relationship Id="rId30" Type="http://schemas.openxmlformats.org/officeDocument/2006/relationships/image" Target="../media/img048_image-1-18.png"/><Relationship Id="rId31" Type="http://schemas.openxmlformats.org/officeDocument/2006/relationships/image" Target="../media/img048_image-1-18.png"/><Relationship Id="rId32" Type="http://schemas.openxmlformats.org/officeDocument/2006/relationships/image" Target="../media/img048_image-1-18.png"/><Relationship Id="rId33" Type="http://schemas.openxmlformats.org/officeDocument/2006/relationships/image" Target="../media/img048_image-1-17.png"/><Relationship Id="rId34" Type="http://schemas.openxmlformats.org/officeDocument/2006/relationships/image" Target="../media/img048_image-1-18.png"/><Relationship Id="rId35" Type="http://schemas.openxmlformats.org/officeDocument/2006/relationships/image" Target="../media/img048_image-1-18.png"/><Relationship Id="rId36" Type="http://schemas.openxmlformats.org/officeDocument/2006/relationships/image" Target="../media/img048_image-1-18.png"/><Relationship Id="rId37" Type="http://schemas.openxmlformats.org/officeDocument/2006/relationships/image" Target="../media/img048_image-1-17.png"/><Relationship Id="rId38" Type="http://schemas.openxmlformats.org/officeDocument/2006/relationships/image" Target="../media/img048_image-1-18.png"/><Relationship Id="rId39" Type="http://schemas.openxmlformats.org/officeDocument/2006/relationships/image" Target="../media/img048_image-1-18.png"/><Relationship Id="rId40" Type="http://schemas.openxmlformats.org/officeDocument/2006/relationships/image" Target="../media/img048_image-1-18.png"/><Relationship Id="rId41" Type="http://schemas.openxmlformats.org/officeDocument/2006/relationships/image" Target="../media/img048_image-1-17.png"/><Relationship Id="rId42" Type="http://schemas.openxmlformats.org/officeDocument/2006/relationships/image" Target="../media/img048_image-1-18.png"/><Relationship Id="rId43" Type="http://schemas.openxmlformats.org/officeDocument/2006/relationships/image" Target="../media/img048_image-1-18.png"/><Relationship Id="rId44" Type="http://schemas.openxmlformats.org/officeDocument/2006/relationships/image" Target="../media/img048_image-1-18.png"/><Relationship Id="rId45" Type="http://schemas.openxmlformats.org/officeDocument/2006/relationships/image" Target="../media/img048_image-1-17.png"/><Relationship Id="rId46" Type="http://schemas.openxmlformats.org/officeDocument/2006/relationships/image" Target="../media/img048_image-1-18.png"/><Relationship Id="rId47" Type="http://schemas.openxmlformats.org/officeDocument/2006/relationships/image" Target="../media/img048_image-1-18.png"/><Relationship Id="rId48" Type="http://schemas.openxmlformats.org/officeDocument/2006/relationships/image" Target="../media/img048_image-1-18.png"/><Relationship Id="rId49" Type="http://schemas.openxmlformats.org/officeDocument/2006/relationships/slideLayout" Target="../slideLayouts/slideLayout1.xml"/><Relationship Id="rId50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g053_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g054_image-1-1.png"/><Relationship Id="rId2" Type="http://schemas.openxmlformats.org/officeDocument/2006/relationships/image" Target="../media/img054_image-1-2.png"/><Relationship Id="rId3" Type="http://schemas.openxmlformats.org/officeDocument/2006/relationships/image" Target="../media/img054_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g055_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g056_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71500"/>
            <a:ext cx="11137900" cy="6286500"/>
          </a:xfrm>
          <a:prstGeom prst="rect">
            <a:avLst/>
          </a:prstGeom>
          <a:solidFill>
            <a:srgbClr val="E9E9E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374904" y="1585570"/>
            <a:ext cx="1109167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700"/>
              </a:lnSpc>
              <a:buNone/>
            </a:pPr>
            <a:r>
              <a:rPr lang="en-US" sz="6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 Learning</a:t>
            </a:r>
            <a:endParaRPr lang="en-US" sz="6000" dirty="0"/>
          </a:p>
          <a:p>
            <a:pPr algn="ctr" indent="0" marL="0">
              <a:lnSpc>
                <a:spcPts val="6700"/>
              </a:lnSpc>
              <a:buNone/>
            </a:pPr>
            <a:r>
              <a:rPr lang="en-US" sz="6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DSAI 308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4259275" y="3766414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259275" y="4058107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0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Dr. Khaled Mostafa ElSayed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4259275" y="441563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kmelsayed@zewailcity.edu.eg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01345" y="5150815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Instructors: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203350" y="5493715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Dr. Khaled Mostafa ElSayed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214323" y="5827471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0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kmelsayed@zewailcity.edu.eg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03350" y="6078017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Dr. Mohamed Maher Ata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214323" y="638617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000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momaher@zewailcity.edu.eg</a:t>
            </a:r>
            <a:endParaRPr lang="en-US" sz="1500" dirty="0"/>
          </a:p>
        </p:txBody>
      </p:sp>
      <p:pic>
        <p:nvPicPr>
          <p:cNvPr id="14" name="Image 0" descr="/home/ahmed/Projects/ai_llm_slides/videos/deep-learning/002_transformers_part2/recreated_pptx/build/assets/zewail_logo_slide0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0" y="5943600"/>
            <a:ext cx="3962370" cy="749259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895551" y="2356409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2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71500"/>
            <a:ext cx="11137900" cy="6286500"/>
          </a:xfrm>
          <a:prstGeom prst="rect">
            <a:avLst/>
          </a:prstGeom>
          <a:solidFill>
            <a:srgbClr val="E9E9E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2264432"/>
            <a:ext cx="11091672" cy="1390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3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Transformers</a:t>
            </a:r>
            <a:endParaRPr lang="en-US" sz="7300" dirty="0"/>
          </a:p>
        </p:txBody>
      </p:sp>
      <p:sp>
        <p:nvSpPr>
          <p:cNvPr id="6" name="Text 4"/>
          <p:cNvSpPr/>
          <p:nvPr/>
        </p:nvSpPr>
        <p:spPr>
          <a:xfrm>
            <a:off x="609630" y="3349299"/>
            <a:ext cx="1097280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3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II</a:t>
            </a:r>
            <a:endParaRPr lang="en-US" sz="5300" dirty="0"/>
          </a:p>
        </p:txBody>
      </p:sp>
      <p:sp>
        <p:nvSpPr>
          <p:cNvPr id="7" name="Text 5"/>
          <p:cNvSpPr/>
          <p:nvPr/>
        </p:nvSpPr>
        <p:spPr>
          <a:xfrm>
            <a:off x="755660" y="4233428"/>
            <a:ext cx="109728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3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Aug. 2020</a:t>
            </a:r>
            <a:endParaRPr lang="en-US" sz="2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71500"/>
            <a:ext cx="11137900" cy="6286500"/>
          </a:xfrm>
          <a:prstGeom prst="rect">
            <a:avLst/>
          </a:prstGeom>
          <a:solidFill>
            <a:srgbClr val="E9E9E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504821" y="2103881"/>
            <a:ext cx="5486400" cy="11296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930" b="1" dirty="0">
                <a:solidFill>
                  <a:srgbClr val="1C1C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of</a:t>
            </a:r>
            <a:endParaRPr lang="en-US" sz="5930" dirty="0"/>
          </a:p>
        </p:txBody>
      </p:sp>
      <p:sp>
        <p:nvSpPr>
          <p:cNvPr id="6" name="Text 4"/>
          <p:cNvSpPr/>
          <p:nvPr/>
        </p:nvSpPr>
        <p:spPr>
          <a:xfrm>
            <a:off x="6147562" y="2268181"/>
            <a:ext cx="3657600" cy="885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650" b="1" dirty="0">
                <a:solidFill>
                  <a:srgbClr val="1C1C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I</a:t>
            </a:r>
            <a:endParaRPr lang="en-US" sz="4650" dirty="0"/>
          </a:p>
        </p:txBody>
      </p:sp>
      <p:sp>
        <p:nvSpPr>
          <p:cNvPr id="7" name="Text 5"/>
          <p:cNvSpPr/>
          <p:nvPr/>
        </p:nvSpPr>
        <p:spPr>
          <a:xfrm>
            <a:off x="2210435" y="3632328"/>
            <a:ext cx="7772400" cy="885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650" b="1" dirty="0">
                <a:solidFill>
                  <a:srgbClr val="1C1C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 Attention Mechanism</a:t>
            </a:r>
            <a:endParaRPr lang="en-US" sz="4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71500"/>
            <a:ext cx="11137900" cy="6286500"/>
          </a:xfrm>
          <a:prstGeom prst="rect">
            <a:avLst/>
          </a:prstGeom>
          <a:solidFill>
            <a:srgbClr val="E9E9E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651000" y="615950"/>
            <a:ext cx="8890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550" b="1" dirty="0">
                <a:solidFill>
                  <a:srgbClr val="A00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 – Decoder Transformer</a:t>
            </a:r>
            <a:endParaRPr lang="en-US" sz="3550" dirty="0"/>
          </a:p>
        </p:txBody>
      </p:sp>
      <p:sp>
        <p:nvSpPr>
          <p:cNvPr id="6" name="Shape 4"/>
          <p:cNvSpPr/>
          <p:nvPr/>
        </p:nvSpPr>
        <p:spPr>
          <a:xfrm>
            <a:off x="1187450" y="1346200"/>
            <a:ext cx="4038600" cy="528955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7" name="Image 0" descr="/home/ahmed/Projects/ai_llm_slides/videos/deep-learning/001_transformers_part1/recreated_pptx/build/assets/slide014_fig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85900" y="1460500"/>
            <a:ext cx="3517900" cy="51689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277100" y="1333500"/>
            <a:ext cx="4076700" cy="53213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B050"/>
            </a:solidFill>
            <a:prstDash val="solid"/>
          </a:ln>
        </p:spPr>
      </p:sp>
      <p:pic>
        <p:nvPicPr>
          <p:cNvPr id="9" name="Image 1" descr="/home/ahmed/Projects/ai_llm_slides/videos/deep-learning/001_transformers_part1/recreated_pptx/build/assets/slide015_fig1_col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2500" y="1358900"/>
            <a:ext cx="4038600" cy="5283200"/>
          </a:xfrm>
          <a:prstGeom prst="rect">
            <a:avLst/>
          </a:prstGeom>
        </p:spPr>
      </p:pic>
      <p:pic>
        <p:nvPicPr>
          <p:cNvPr id="10" name="Image 2" descr="/home/ahmed/Projects/ai_llm_slides/videos/deep-learning/001_transformers_part1/recreated_pptx/build/assets/slide015_blockarr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6600" y="3746500"/>
            <a:ext cx="863600" cy="304800"/>
          </a:xfrm>
          <a:prstGeom prst="rect">
            <a:avLst/>
          </a:prstGeom>
        </p:spPr>
      </p:pic>
      <p:pic>
        <p:nvPicPr>
          <p:cNvPr id="11" name="Image 3" descr="/home/ahmed/Projects/ai_llm_slides/videos/deep-learning/001_transformers_part1/recreated_pptx/build/assets/slide015_up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5800" y="6184900"/>
            <a:ext cx="165100" cy="342900"/>
          </a:xfrm>
          <a:prstGeom prst="rect">
            <a:avLst/>
          </a:prstGeom>
        </p:spPr>
      </p:pic>
      <p:pic>
        <p:nvPicPr>
          <p:cNvPr id="12" name="Image 4" descr="/home/ahmed/Projects/ai_llm_slides/videos/deep-learning/001_transformers_part1/recreated_pptx/build/assets/slide015_up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98000" y="1473200"/>
            <a:ext cx="139700" cy="317500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7404100" y="1422400"/>
            <a:ext cx="1397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</a:t>
            </a:r>
            <a:endParaRPr lang="en-US" sz="1600" dirty="0"/>
          </a:p>
        </p:txBody>
      </p:sp>
      <p:sp>
        <p:nvSpPr>
          <p:cNvPr id="14" name="Text 7"/>
          <p:cNvSpPr/>
          <p:nvPr/>
        </p:nvSpPr>
        <p:spPr>
          <a:xfrm>
            <a:off x="9766300" y="1409700"/>
            <a:ext cx="14859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i="1" dirty="0">
                <a:solidFill>
                  <a:srgbClr val="00A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Decoder</a:t>
            </a:r>
            <a:endParaRPr lang="en-US" sz="1600" dirty="0"/>
          </a:p>
        </p:txBody>
      </p:sp>
      <p:sp>
        <p:nvSpPr>
          <p:cNvPr id="15" name="Shape 8"/>
          <p:cNvSpPr/>
          <p:nvPr/>
        </p:nvSpPr>
        <p:spPr>
          <a:xfrm>
            <a:off x="7395210" y="4527550"/>
            <a:ext cx="1943100" cy="618490"/>
          </a:xfrm>
          <a:prstGeom prst="rect">
            <a:avLst/>
          </a:prstGeom>
          <a:solidFill>
            <a:srgbClr val="E76B00">
              <a:alpha val="50000"/>
            </a:srgbClr>
          </a:solidFill>
          <a:ln/>
        </p:spPr>
      </p:sp>
      <p:sp>
        <p:nvSpPr>
          <p:cNvPr id="16" name="Shape 9"/>
          <p:cNvSpPr/>
          <p:nvPr/>
        </p:nvSpPr>
        <p:spPr>
          <a:xfrm>
            <a:off x="9363710" y="3530600"/>
            <a:ext cx="1877060" cy="598170"/>
          </a:xfrm>
          <a:prstGeom prst="rect">
            <a:avLst/>
          </a:prstGeom>
          <a:solidFill>
            <a:srgbClr val="E76B00">
              <a:alpha val="50000"/>
            </a:srgbClr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71500"/>
            <a:ext cx="11137900" cy="6286500"/>
          </a:xfrm>
          <a:prstGeom prst="rect">
            <a:avLst/>
          </a:prstGeom>
          <a:solidFill>
            <a:srgbClr val="E9E9E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778000" y="609600"/>
            <a:ext cx="8636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 – Decoder Transformer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7264400" y="1308100"/>
            <a:ext cx="4114800" cy="5372100"/>
          </a:xfrm>
          <a:prstGeom prst="rect">
            <a:avLst/>
          </a:prstGeom>
          <a:ln w="19050">
            <a:solidFill>
              <a:srgbClr val="00A0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27900" y="1371600"/>
            <a:ext cx="2044700" cy="5257800"/>
          </a:xfrm>
          <a:prstGeom prst="rect">
            <a:avLst/>
          </a:prstGeom>
          <a:solidFill>
            <a:srgbClr val="FBECDB"/>
          </a:solidFill>
          <a:ln/>
        </p:spPr>
      </p:sp>
      <p:sp>
        <p:nvSpPr>
          <p:cNvPr id="8" name="Shape 6"/>
          <p:cNvSpPr/>
          <p:nvPr/>
        </p:nvSpPr>
        <p:spPr>
          <a:xfrm>
            <a:off x="9398000" y="1371600"/>
            <a:ext cx="1955800" cy="5257800"/>
          </a:xfrm>
          <a:prstGeom prst="rect">
            <a:avLst/>
          </a:prstGeom>
          <a:solidFill>
            <a:srgbClr val="C8F8E0"/>
          </a:solidFill>
          <a:ln/>
        </p:spPr>
      </p:sp>
      <p:sp>
        <p:nvSpPr>
          <p:cNvPr id="9" name="Text 7"/>
          <p:cNvSpPr/>
          <p:nvPr/>
        </p:nvSpPr>
        <p:spPr>
          <a:xfrm>
            <a:off x="7378700" y="1422400"/>
            <a:ext cx="1066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388600" y="1422400"/>
            <a:ext cx="914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i="1" dirty="0">
                <a:solidFill>
                  <a:srgbClr val="0E7D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Decoder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610600" y="3187700"/>
            <a:ext cx="850900" cy="203200"/>
          </a:xfrm>
          <a:prstGeom prst="rect">
            <a:avLst/>
          </a:prstGeom>
          <a:solidFill>
            <a:srgbClr val="FFFF00"/>
          </a:solidFill>
          <a:ln/>
        </p:spPr>
      </p:sp>
      <p:sp>
        <p:nvSpPr>
          <p:cNvPr id="12" name="Shape 10"/>
          <p:cNvSpPr/>
          <p:nvPr/>
        </p:nvSpPr>
        <p:spPr>
          <a:xfrm>
            <a:off x="9271000" y="3390900"/>
            <a:ext cx="190500" cy="520700"/>
          </a:xfrm>
          <a:prstGeom prst="rect">
            <a:avLst/>
          </a:prstGeom>
          <a:solidFill>
            <a:srgbClr val="FFFF00"/>
          </a:solidFill>
          <a:ln/>
        </p:spPr>
      </p:sp>
      <p:sp>
        <p:nvSpPr>
          <p:cNvPr id="13" name="Shape 11"/>
          <p:cNvSpPr/>
          <p:nvPr/>
        </p:nvSpPr>
        <p:spPr>
          <a:xfrm>
            <a:off x="9398000" y="3898900"/>
            <a:ext cx="596900" cy="203200"/>
          </a:xfrm>
          <a:prstGeom prst="rect">
            <a:avLst/>
          </a:prstGeom>
          <a:solidFill>
            <a:srgbClr val="FFFF00"/>
          </a:solidFill>
          <a:ln/>
        </p:spPr>
      </p:sp>
      <p:sp>
        <p:nvSpPr>
          <p:cNvPr id="14" name="Shape 12"/>
          <p:cNvSpPr/>
          <p:nvPr/>
        </p:nvSpPr>
        <p:spPr>
          <a:xfrm>
            <a:off x="7975600" y="3390900"/>
            <a:ext cx="1270000" cy="1803400"/>
          </a:xfrm>
          <a:prstGeom prst="roundRect">
            <a:avLst>
              <a:gd name="adj" fmla="val 4320"/>
            </a:avLst>
          </a:prstGeom>
          <a:solidFill>
            <a:srgbClr val="C8A888"/>
          </a:solidFill>
          <a:ln w="15875">
            <a:solidFill>
              <a:srgbClr val="7B4B2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01000" y="3651250"/>
            <a:ext cx="1206500" cy="0"/>
          </a:xfrm>
          <a:prstGeom prst="line">
            <a:avLst/>
          </a:prstGeom>
          <a:noFill/>
          <a:ln w="6350">
            <a:solidFill>
              <a:srgbClr val="7B4B2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01000" y="4006850"/>
            <a:ext cx="1206500" cy="0"/>
          </a:xfrm>
          <a:prstGeom prst="line">
            <a:avLst/>
          </a:prstGeom>
          <a:noFill/>
          <a:ln w="6350">
            <a:solidFill>
              <a:srgbClr val="7B4B2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01000" y="4540250"/>
            <a:ext cx="1206500" cy="0"/>
          </a:xfrm>
          <a:prstGeom prst="line">
            <a:avLst/>
          </a:prstGeom>
          <a:noFill/>
          <a:ln w="6350">
            <a:solidFill>
              <a:srgbClr val="7B4B2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26400" y="3708400"/>
            <a:ext cx="0" cy="1422400"/>
          </a:xfrm>
          <a:prstGeom prst="line">
            <a:avLst/>
          </a:prstGeom>
          <a:noFill/>
          <a:ln w="9525">
            <a:solidFill>
              <a:srgbClr val="7B4B2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53400" y="4038600"/>
            <a:ext cx="0" cy="330200"/>
          </a:xfrm>
          <a:prstGeom prst="line">
            <a:avLst/>
          </a:prstGeom>
          <a:noFill/>
          <a:ln w="9525">
            <a:solidFill>
              <a:srgbClr val="7B4B2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67700" y="3657600"/>
            <a:ext cx="876300" cy="342900"/>
          </a:xfrm>
          <a:prstGeom prst="rect">
            <a:avLst/>
          </a:prstGeom>
          <a:solidFill>
            <a:srgbClr val="B0B070"/>
          </a:solidFill>
          <a:ln w="9525">
            <a:solidFill>
              <a:srgbClr val="7B4B2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67700" y="3657600"/>
            <a:ext cx="8763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</a:t>
            </a:r>
            <a:endParaRPr lang="en-US" sz="95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001000" y="3390900"/>
            <a:ext cx="12319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&amp; Norm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001000" y="4241800"/>
            <a:ext cx="12319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&amp; Norm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001000" y="4521200"/>
            <a:ext cx="12319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Multi-Head</a:t>
            </a:r>
            <a:endParaRPr lang="en-US" sz="95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8566150" y="3606800"/>
            <a:ext cx="76200" cy="57150"/>
          </a:xfrm>
          <a:prstGeom prst="triangle">
            <a:avLst/>
          </a:prstGeom>
          <a:solidFill>
            <a:srgbClr val="7B4B2A"/>
          </a:solidFill>
          <a:ln w="6350">
            <a:solidFill>
              <a:srgbClr val="7B4B2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566150" y="3975100"/>
            <a:ext cx="76200" cy="57150"/>
          </a:xfrm>
          <a:prstGeom prst="triangle">
            <a:avLst/>
          </a:prstGeom>
          <a:solidFill>
            <a:srgbClr val="7B4B2A"/>
          </a:solidFill>
          <a:ln w="6350">
            <a:solidFill>
              <a:srgbClr val="7B4B2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566150" y="4508500"/>
            <a:ext cx="76200" cy="57150"/>
          </a:xfrm>
          <a:prstGeom prst="triangle">
            <a:avLst/>
          </a:prstGeom>
          <a:solidFill>
            <a:srgbClr val="7B4B2A"/>
          </a:solidFill>
          <a:ln w="6350">
            <a:solidFill>
              <a:srgbClr val="7B4B2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50250" y="5010150"/>
            <a:ext cx="152400" cy="152400"/>
          </a:xfrm>
          <a:prstGeom prst="ellipse">
            <a:avLst/>
          </a:prstGeom>
          <a:solidFill>
            <a:srgbClr val="2A26A0"/>
          </a:solidFill>
          <a:ln w="6350">
            <a:solidFill>
              <a:srgbClr val="2A26A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350250" y="5010150"/>
            <a:ext cx="1524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8756650" y="5016500"/>
            <a:ext cx="139700" cy="139700"/>
          </a:xfrm>
          <a:prstGeom prst="ellipse">
            <a:avLst/>
          </a:prstGeom>
          <a:solidFill>
            <a:srgbClr val="2A26A0"/>
          </a:solidFill>
          <a:ln w="6350">
            <a:solidFill>
              <a:srgbClr val="2A26A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56650" y="50165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9042400" y="5016500"/>
            <a:ext cx="139700" cy="139700"/>
          </a:xfrm>
          <a:prstGeom prst="ellipse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042400" y="50165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8718550" y="5194300"/>
            <a:ext cx="0" cy="76200"/>
          </a:xfrm>
          <a:prstGeom prst="line">
            <a:avLst/>
          </a:prstGeom>
          <a:noFill/>
          <a:ln w="9525">
            <a:solidFill>
              <a:srgbClr val="2F2F2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718550" y="5651500"/>
            <a:ext cx="0" cy="88900"/>
          </a:xfrm>
          <a:prstGeom prst="line">
            <a:avLst/>
          </a:prstGeom>
          <a:noFill/>
          <a:ln w="9525">
            <a:solidFill>
              <a:srgbClr val="2F2F2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674100" y="5632450"/>
            <a:ext cx="88900" cy="76200"/>
          </a:xfrm>
          <a:prstGeom prst="triangle">
            <a:avLst/>
          </a:prstGeom>
          <a:solidFill>
            <a:srgbClr val="2F2F2F"/>
          </a:solidFill>
          <a:ln w="6350">
            <a:solidFill>
              <a:srgbClr val="2F2F2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242300" y="5270500"/>
            <a:ext cx="1003300" cy="381000"/>
          </a:xfrm>
          <a:prstGeom prst="roundRect">
            <a:avLst>
              <a:gd name="adj" fmla="val 12000"/>
            </a:avLst>
          </a:prstGeom>
          <a:solidFill>
            <a:srgbClr val="B08058"/>
          </a:solidFill>
          <a:ln w="12700">
            <a:solidFill>
              <a:srgbClr val="6E442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242300" y="5334000"/>
            <a:ext cx="241300" cy="241300"/>
          </a:xfrm>
          <a:prstGeom prst="ellipse">
            <a:avLst/>
          </a:prstGeom>
          <a:ln w="15875">
            <a:solidFill>
              <a:srgbClr val="6E442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293100" y="5454650"/>
            <a:ext cx="139700" cy="0"/>
          </a:xfrm>
          <a:prstGeom prst="line">
            <a:avLst/>
          </a:prstGeom>
          <a:noFill/>
          <a:ln w="15875">
            <a:solidFill>
              <a:srgbClr val="6E442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362950" y="5384800"/>
            <a:ext cx="0" cy="139700"/>
          </a:xfrm>
          <a:prstGeom prst="line">
            <a:avLst/>
          </a:prstGeom>
          <a:noFill/>
          <a:ln w="15875">
            <a:solidFill>
              <a:srgbClr val="6E442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8559800" y="5410200"/>
            <a:ext cx="76200" cy="101600"/>
          </a:xfrm>
          <a:prstGeom prst="line">
            <a:avLst/>
          </a:prstGeom>
          <a:noFill/>
          <a:ln w="12700">
            <a:solidFill>
              <a:srgbClr val="6E442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636000" y="5410200"/>
            <a:ext cx="76200" cy="101600"/>
          </a:xfrm>
          <a:prstGeom prst="line">
            <a:avLst/>
          </a:prstGeom>
          <a:noFill/>
          <a:ln w="12700">
            <a:solidFill>
              <a:srgbClr val="6E442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8712200" y="5410200"/>
            <a:ext cx="76200" cy="101600"/>
          </a:xfrm>
          <a:prstGeom prst="line">
            <a:avLst/>
          </a:prstGeom>
          <a:noFill/>
          <a:ln w="12700">
            <a:solidFill>
              <a:srgbClr val="6E442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788400" y="5410200"/>
            <a:ext cx="76200" cy="101600"/>
          </a:xfrm>
          <a:prstGeom prst="line">
            <a:avLst/>
          </a:prstGeom>
          <a:noFill/>
          <a:ln w="12700">
            <a:solidFill>
              <a:srgbClr val="6E442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543800" y="5283200"/>
            <a:ext cx="7112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Positional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Encoding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8229600" y="5702300"/>
            <a:ext cx="1117600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077200" y="5638800"/>
            <a:ext cx="1155700" cy="508000"/>
          </a:xfrm>
          <a:prstGeom prst="rect">
            <a:avLst>
              <a:gd name="adj" fmla="val 9000"/>
            </a:avLst>
          </a:prstGeom>
          <a:solidFill>
            <a:srgbClr val="B08058"/>
          </a:solidFill>
          <a:ln w="12700">
            <a:solidFill>
              <a:srgbClr val="6E4423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293100" y="5664200"/>
            <a:ext cx="863600" cy="317500"/>
          </a:xfrm>
          <a:prstGeom prst="rect">
            <a:avLst/>
          </a:prstGeom>
          <a:solidFill>
            <a:srgbClr val="C8A888"/>
          </a:solidFill>
          <a:ln w="9525">
            <a:solidFill>
              <a:srgbClr val="6E442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293100" y="5664200"/>
            <a:ext cx="863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850" b="1" dirty="0">
                <a:solidFill>
                  <a:srgbClr val="33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</a:t>
            </a:r>
            <a:endParaRPr lang="en-US" sz="850" dirty="0"/>
          </a:p>
          <a:p>
            <a:pPr algn="ctr" indent="0" marL="0">
              <a:lnSpc>
                <a:spcPts val="1050"/>
              </a:lnSpc>
              <a:buNone/>
            </a:pPr>
            <a:r>
              <a:rPr lang="en-US" sz="850" b="1" dirty="0">
                <a:solidFill>
                  <a:srgbClr val="33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 flipH="1">
            <a:off x="8128000" y="5664200"/>
            <a:ext cx="101600" cy="8890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359900" y="5664200"/>
            <a:ext cx="101600" cy="8890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312150" y="6286500"/>
            <a:ext cx="127000" cy="228600"/>
          </a:xfrm>
          <a:prstGeom prst="rect">
            <a:avLst/>
          </a:prstGeom>
          <a:solidFill>
            <a:srgbClr val="C00000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267700" y="6197600"/>
            <a:ext cx="215900" cy="101600"/>
          </a:xfrm>
          <a:prstGeom prst="triangle">
            <a:avLst/>
          </a:prstGeom>
          <a:solidFill>
            <a:srgbClr val="C00000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432800" y="6273800"/>
            <a:ext cx="558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7588250" y="4184650"/>
            <a:ext cx="317500" cy="317500"/>
          </a:xfrm>
          <a:prstGeom prst="ellipse">
            <a:avLst/>
          </a:prstGeom>
          <a:solidFill>
            <a:srgbClr val="C8A888"/>
          </a:solidFill>
          <a:ln w="9525">
            <a:solidFill>
              <a:srgbClr val="7B4B2A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588250" y="4184650"/>
            <a:ext cx="3175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x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9448800" y="2552700"/>
            <a:ext cx="1231900" cy="1333500"/>
          </a:xfrm>
          <a:prstGeom prst="roundRect">
            <a:avLst>
              <a:gd name="adj" fmla="val 3711"/>
            </a:avLst>
          </a:prstGeom>
          <a:solidFill>
            <a:srgbClr val="B0B070"/>
          </a:solidFill>
          <a:ln w="12700">
            <a:solidFill>
              <a:srgbClr val="4A736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9461500" y="2787650"/>
            <a:ext cx="1206500" cy="0"/>
          </a:xfrm>
          <a:prstGeom prst="line">
            <a:avLst/>
          </a:prstGeom>
          <a:noFill/>
          <a:ln w="9525">
            <a:solidFill>
              <a:srgbClr val="4A736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9461500" y="3168650"/>
            <a:ext cx="1206500" cy="0"/>
          </a:xfrm>
          <a:prstGeom prst="line">
            <a:avLst/>
          </a:prstGeom>
          <a:noFill/>
          <a:ln w="9525">
            <a:solidFill>
              <a:srgbClr val="4A736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9461500" y="3359150"/>
            <a:ext cx="1206500" cy="0"/>
          </a:xfrm>
          <a:prstGeom prst="line">
            <a:avLst/>
          </a:prstGeom>
          <a:noFill/>
          <a:ln w="9525">
            <a:solidFill>
              <a:srgbClr val="4A736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9569450" y="2565400"/>
            <a:ext cx="0" cy="1308100"/>
          </a:xfrm>
          <a:prstGeom prst="line">
            <a:avLst/>
          </a:prstGeom>
          <a:noFill/>
          <a:ln w="6350">
            <a:solidFill>
              <a:srgbClr val="4A4A4A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0394950" y="2565400"/>
            <a:ext cx="0" cy="1308100"/>
          </a:xfrm>
          <a:prstGeom prst="line">
            <a:avLst/>
          </a:prstGeom>
          <a:noFill/>
          <a:ln w="6350">
            <a:solidFill>
              <a:srgbClr val="4A4A4A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474200" y="2565400"/>
            <a:ext cx="1193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&amp; Norm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9474200" y="2806700"/>
            <a:ext cx="11938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</a:t>
            </a:r>
            <a:endParaRPr lang="en-US" sz="95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9474200" y="3175000"/>
            <a:ext cx="119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&amp; Norm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9474200" y="3365500"/>
            <a:ext cx="11938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Multi-Head</a:t>
            </a:r>
            <a:endParaRPr lang="en-US" sz="95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9474200" y="4152900"/>
            <a:ext cx="1117600" cy="1028700"/>
          </a:xfrm>
          <a:prstGeom prst="roundRect">
            <a:avLst>
              <a:gd name="adj" fmla="val 5333"/>
            </a:avLst>
          </a:prstGeom>
          <a:solidFill>
            <a:srgbClr val="CE8ADC"/>
          </a:solidFill>
          <a:ln w="12700">
            <a:solidFill>
              <a:srgbClr val="56236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499600" y="4197350"/>
            <a:ext cx="876300" cy="0"/>
          </a:xfrm>
          <a:prstGeom prst="line">
            <a:avLst/>
          </a:prstGeom>
          <a:noFill/>
          <a:ln w="9525">
            <a:solidFill>
              <a:srgbClr val="56236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499600" y="4413250"/>
            <a:ext cx="876300" cy="0"/>
          </a:xfrm>
          <a:prstGeom prst="line">
            <a:avLst/>
          </a:prstGeom>
          <a:noFill/>
          <a:ln w="9525">
            <a:solidFill>
              <a:srgbClr val="56236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499600" y="4870450"/>
            <a:ext cx="876300" cy="0"/>
          </a:xfrm>
          <a:prstGeom prst="line">
            <a:avLst/>
          </a:prstGeom>
          <a:noFill/>
          <a:ln w="9525">
            <a:solidFill>
              <a:srgbClr val="56236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0394950" y="4191000"/>
            <a:ext cx="0" cy="965200"/>
          </a:xfrm>
          <a:prstGeom prst="line">
            <a:avLst/>
          </a:prstGeom>
          <a:noFill/>
          <a:ln w="9525">
            <a:solidFill>
              <a:srgbClr val="562366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9499600" y="4203700"/>
            <a:ext cx="8763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&amp; Norm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9499600" y="4419600"/>
            <a:ext cx="8763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Masked</a:t>
            </a:r>
            <a:endParaRPr lang="en-US" sz="850" dirty="0"/>
          </a:p>
          <a:p>
            <a:pPr algn="ctr" indent="0" marL="0">
              <a:lnSpc>
                <a:spcPts val="105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Multi-Head</a:t>
            </a:r>
            <a:endParaRPr lang="en-US" sz="850" dirty="0"/>
          </a:p>
          <a:p>
            <a:pPr algn="ctr" indent="0" marL="0">
              <a:lnSpc>
                <a:spcPts val="105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9467850" y="4889500"/>
            <a:ext cx="165100" cy="165100"/>
          </a:xfrm>
          <a:prstGeom prst="ellipse">
            <a:avLst/>
          </a:prstGeom>
          <a:solidFill>
            <a:srgbClr val="2A26A0"/>
          </a:solidFill>
          <a:ln w="6350">
            <a:solidFill>
              <a:srgbClr val="2A26A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467850" y="4889500"/>
            <a:ext cx="1651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700" dirty="0"/>
          </a:p>
        </p:txBody>
      </p:sp>
      <p:sp>
        <p:nvSpPr>
          <p:cNvPr id="76" name="Shape 74"/>
          <p:cNvSpPr/>
          <p:nvPr/>
        </p:nvSpPr>
        <p:spPr>
          <a:xfrm>
            <a:off x="10001250" y="4876800"/>
            <a:ext cx="190500" cy="190500"/>
          </a:xfrm>
          <a:prstGeom prst="ellipse">
            <a:avLst/>
          </a:prstGeom>
          <a:solidFill>
            <a:srgbClr val="2A26A0"/>
          </a:solidFill>
          <a:ln w="6350">
            <a:solidFill>
              <a:srgbClr val="2A26A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0001250" y="4876800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endParaRPr lang="en-US" sz="700" dirty="0"/>
          </a:p>
        </p:txBody>
      </p:sp>
      <p:sp>
        <p:nvSpPr>
          <p:cNvPr id="78" name="Shape 76"/>
          <p:cNvSpPr/>
          <p:nvPr/>
        </p:nvSpPr>
        <p:spPr>
          <a:xfrm>
            <a:off x="10363200" y="4902200"/>
            <a:ext cx="139700" cy="139700"/>
          </a:xfrm>
          <a:prstGeom prst="ellipse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10363200" y="49022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endParaRPr lang="en-US" sz="700" dirty="0"/>
          </a:p>
        </p:txBody>
      </p:sp>
      <p:sp>
        <p:nvSpPr>
          <p:cNvPr id="80" name="Shape 78"/>
          <p:cNvSpPr/>
          <p:nvPr/>
        </p:nvSpPr>
        <p:spPr>
          <a:xfrm>
            <a:off x="9442450" y="3949700"/>
            <a:ext cx="127000" cy="127000"/>
          </a:xfrm>
          <a:prstGeom prst="ellipse">
            <a:avLst/>
          </a:prstGeom>
          <a:solidFill>
            <a:srgbClr val="2A26A0"/>
          </a:solidFill>
          <a:ln w="6350">
            <a:solidFill>
              <a:srgbClr val="2A26A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9442450" y="3949700"/>
            <a:ext cx="1270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650" dirty="0"/>
          </a:p>
        </p:txBody>
      </p:sp>
      <p:sp>
        <p:nvSpPr>
          <p:cNvPr id="82" name="Shape 80"/>
          <p:cNvSpPr/>
          <p:nvPr/>
        </p:nvSpPr>
        <p:spPr>
          <a:xfrm>
            <a:off x="9759950" y="3962400"/>
            <a:ext cx="114300" cy="114300"/>
          </a:xfrm>
          <a:prstGeom prst="ellipse">
            <a:avLst/>
          </a:prstGeom>
          <a:solidFill>
            <a:srgbClr val="2A26A0"/>
          </a:solidFill>
          <a:ln w="6350">
            <a:solidFill>
              <a:srgbClr val="2A26A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9759950" y="3962400"/>
            <a:ext cx="1143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endParaRPr lang="en-US" sz="650" dirty="0"/>
          </a:p>
        </p:txBody>
      </p:sp>
      <p:sp>
        <p:nvSpPr>
          <p:cNvPr id="84" name="Shape 82"/>
          <p:cNvSpPr/>
          <p:nvPr/>
        </p:nvSpPr>
        <p:spPr>
          <a:xfrm>
            <a:off x="10350500" y="3956050"/>
            <a:ext cx="127000" cy="127000"/>
          </a:xfrm>
          <a:prstGeom prst="ellipse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10350500" y="3956050"/>
            <a:ext cx="1270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endParaRPr lang="en-US" sz="650" dirty="0"/>
          </a:p>
        </p:txBody>
      </p:sp>
      <p:sp>
        <p:nvSpPr>
          <p:cNvPr id="86" name="Shape 84"/>
          <p:cNvSpPr/>
          <p:nvPr/>
        </p:nvSpPr>
        <p:spPr>
          <a:xfrm>
            <a:off x="9423400" y="1511300"/>
            <a:ext cx="101600" cy="266700"/>
          </a:xfrm>
          <a:prstGeom prst="rect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9499600" y="1454150"/>
            <a:ext cx="165100" cy="114300"/>
          </a:xfrm>
          <a:prstGeom prst="triangle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9410700" y="1485900"/>
            <a:ext cx="0" cy="2794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9664700" y="1422400"/>
            <a:ext cx="647700" cy="203200"/>
          </a:xfrm>
          <a:prstGeom prst="roundRect">
            <a:avLst>
              <a:gd name="adj" fmla="val 18000"/>
            </a:avLst>
          </a:prstGeom>
          <a:solidFill>
            <a:srgbClr val="FFFF00"/>
          </a:solidFill>
          <a:ln/>
        </p:spPr>
      </p:sp>
      <p:sp>
        <p:nvSpPr>
          <p:cNvPr id="90" name="Text 88"/>
          <p:cNvSpPr/>
          <p:nvPr/>
        </p:nvSpPr>
        <p:spPr>
          <a:xfrm>
            <a:off x="9664700" y="1422400"/>
            <a:ext cx="6477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800" dirty="0"/>
          </a:p>
        </p:txBody>
      </p:sp>
      <p:sp>
        <p:nvSpPr>
          <p:cNvPr id="91" name="Text 89"/>
          <p:cNvSpPr/>
          <p:nvPr/>
        </p:nvSpPr>
        <p:spPr>
          <a:xfrm>
            <a:off x="9601200" y="1612900"/>
            <a:ext cx="76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Probabilities</a:t>
            </a:r>
            <a:endParaRPr lang="en-US" sz="800" dirty="0"/>
          </a:p>
        </p:txBody>
      </p:sp>
      <p:sp>
        <p:nvSpPr>
          <p:cNvPr id="92" name="Shape 90"/>
          <p:cNvSpPr/>
          <p:nvPr/>
        </p:nvSpPr>
        <p:spPr>
          <a:xfrm>
            <a:off x="9550400" y="1930400"/>
            <a:ext cx="850900" cy="177800"/>
          </a:xfrm>
          <a:prstGeom prst="rect">
            <a:avLst/>
          </a:prstGeom>
          <a:solidFill>
            <a:srgbClr val="A8ECBC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9550400" y="1930400"/>
            <a:ext cx="850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Softmax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9550400" y="2247900"/>
            <a:ext cx="850900" cy="177800"/>
          </a:xfrm>
          <a:prstGeom prst="rect">
            <a:avLst/>
          </a:prstGeom>
          <a:solidFill>
            <a:srgbClr val="B0E4CE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9550400" y="2247900"/>
            <a:ext cx="850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9975850" y="1790700"/>
            <a:ext cx="0" cy="139700"/>
          </a:xfrm>
          <a:prstGeom prst="line">
            <a:avLst/>
          </a:prstGeom>
          <a:noFill/>
          <a:ln w="9525">
            <a:solidFill>
              <a:srgbClr val="2F2F2F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9975850" y="2095500"/>
            <a:ext cx="0" cy="152400"/>
          </a:xfrm>
          <a:prstGeom prst="line">
            <a:avLst/>
          </a:prstGeom>
          <a:noFill/>
          <a:ln w="9525">
            <a:solidFill>
              <a:srgbClr val="2F2F2F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975850" y="2425700"/>
            <a:ext cx="0" cy="127000"/>
          </a:xfrm>
          <a:prstGeom prst="line">
            <a:avLst/>
          </a:prstGeom>
          <a:noFill/>
          <a:ln w="9525">
            <a:solidFill>
              <a:srgbClr val="2F2F2F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9975850" y="3886200"/>
            <a:ext cx="0" cy="2349500"/>
          </a:xfrm>
          <a:prstGeom prst="line">
            <a:avLst/>
          </a:prstGeom>
          <a:noFill/>
          <a:ln w="9525">
            <a:solidFill>
              <a:srgbClr val="2F2F2F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9937750" y="1797050"/>
            <a:ext cx="76200" cy="63500"/>
          </a:xfrm>
          <a:prstGeom prst="triangle">
            <a:avLst/>
          </a:prstGeom>
          <a:solidFill>
            <a:srgbClr val="2F2F2F"/>
          </a:solidFill>
          <a:ln w="6350">
            <a:solidFill>
              <a:srgbClr val="2F2F2F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9937750" y="2101850"/>
            <a:ext cx="76200" cy="63500"/>
          </a:xfrm>
          <a:prstGeom prst="triangle">
            <a:avLst/>
          </a:prstGeom>
          <a:solidFill>
            <a:srgbClr val="2F2F2F"/>
          </a:solidFill>
          <a:ln w="6350">
            <a:solidFill>
              <a:srgbClr val="2F2F2F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9937750" y="2432050"/>
            <a:ext cx="76200" cy="63500"/>
          </a:xfrm>
          <a:prstGeom prst="triangle">
            <a:avLst/>
          </a:prstGeom>
          <a:solidFill>
            <a:srgbClr val="2F2F2F"/>
          </a:solidFill>
          <a:ln w="6350">
            <a:solidFill>
              <a:srgbClr val="2F2F2F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9867900" y="5226050"/>
            <a:ext cx="203200" cy="203200"/>
          </a:xfrm>
          <a:prstGeom prst="ellipse">
            <a:avLst/>
          </a:prstGeom>
          <a:solidFill>
            <a:srgbClr val="C8F8E0"/>
          </a:solidFill>
          <a:ln w="15875">
            <a:solidFill>
              <a:srgbClr val="2F2F2F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9912350" y="5327650"/>
            <a:ext cx="114300" cy="0"/>
          </a:xfrm>
          <a:prstGeom prst="line">
            <a:avLst/>
          </a:prstGeom>
          <a:noFill/>
          <a:ln w="15875">
            <a:solidFill>
              <a:srgbClr val="2F2F2F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9969500" y="5270500"/>
            <a:ext cx="0" cy="114300"/>
          </a:xfrm>
          <a:prstGeom prst="line">
            <a:avLst/>
          </a:prstGeom>
          <a:noFill/>
          <a:ln w="15875">
            <a:solidFill>
              <a:srgbClr val="2F2F2F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10071100" y="5327650"/>
            <a:ext cx="38100" cy="0"/>
          </a:xfrm>
          <a:prstGeom prst="line">
            <a:avLst/>
          </a:prstGeom>
          <a:noFill/>
          <a:ln w="15875">
            <a:solidFill>
              <a:srgbClr val="2F2F2F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10096500" y="5219700"/>
            <a:ext cx="228600" cy="228600"/>
          </a:xfrm>
          <a:prstGeom prst="ellipse">
            <a:avLst/>
          </a:prstGeom>
          <a:solidFill>
            <a:srgbClr val="C8F8E0"/>
          </a:solidFill>
          <a:ln w="15875">
            <a:solidFill>
              <a:srgbClr val="2F2F2F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 flipV="1">
            <a:off x="10140950" y="5289550"/>
            <a:ext cx="34925" cy="88900"/>
          </a:xfrm>
          <a:prstGeom prst="line">
            <a:avLst/>
          </a:prstGeom>
          <a:noFill/>
          <a:ln w="12700">
            <a:solidFill>
              <a:srgbClr val="2F2F2F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10175875" y="5289550"/>
            <a:ext cx="34925" cy="88900"/>
          </a:xfrm>
          <a:prstGeom prst="line">
            <a:avLst/>
          </a:prstGeom>
          <a:noFill/>
          <a:ln w="12700">
            <a:solidFill>
              <a:srgbClr val="2F2F2F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 flipV="1">
            <a:off x="10210800" y="5289550"/>
            <a:ext cx="34925" cy="88900"/>
          </a:xfrm>
          <a:prstGeom prst="line">
            <a:avLst/>
          </a:prstGeom>
          <a:noFill/>
          <a:ln w="12700">
            <a:solidFill>
              <a:srgbClr val="2F2F2F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10245725" y="5289550"/>
            <a:ext cx="34925" cy="88900"/>
          </a:xfrm>
          <a:prstGeom prst="line">
            <a:avLst/>
          </a:prstGeom>
          <a:noFill/>
          <a:ln w="12700">
            <a:solidFill>
              <a:srgbClr val="2F2F2F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10617200" y="5321300"/>
            <a:ext cx="6096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Positional</a:t>
            </a:r>
            <a:endParaRPr lang="en-US" sz="950" dirty="0"/>
          </a:p>
          <a:p>
            <a:pPr algn="l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Encoding</a:t>
            </a:r>
            <a:endParaRPr lang="en-US" sz="950" dirty="0"/>
          </a:p>
        </p:txBody>
      </p:sp>
      <p:sp>
        <p:nvSpPr>
          <p:cNvPr id="113" name="Shape 111"/>
          <p:cNvSpPr/>
          <p:nvPr/>
        </p:nvSpPr>
        <p:spPr>
          <a:xfrm>
            <a:off x="9512300" y="5295900"/>
            <a:ext cx="965200" cy="825500"/>
          </a:xfrm>
          <a:prstGeom prst="roundRect">
            <a:avLst>
              <a:gd name="adj" fmla="val 5538"/>
            </a:avLst>
          </a:prstGeom>
          <a:solidFill>
            <a:srgbClr val="B8706C"/>
          </a:solidFill>
          <a:ln w="12700">
            <a:solidFill>
              <a:srgbClr val="753029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9601200" y="5664200"/>
            <a:ext cx="800100" cy="317500"/>
          </a:xfrm>
          <a:prstGeom prst="rect">
            <a:avLst/>
          </a:prstGeom>
          <a:ln w="9525">
            <a:solidFill>
              <a:srgbClr val="753029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9601200" y="5664200"/>
            <a:ext cx="8001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850" b="1" dirty="0">
                <a:solidFill>
                  <a:srgbClr val="33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850" dirty="0"/>
          </a:p>
          <a:p>
            <a:pPr algn="ctr" indent="0" marL="0">
              <a:lnSpc>
                <a:spcPts val="1050"/>
              </a:lnSpc>
              <a:buNone/>
            </a:pPr>
            <a:r>
              <a:rPr lang="en-US" sz="850" b="1" dirty="0">
                <a:solidFill>
                  <a:srgbClr val="33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</a:t>
            </a:r>
            <a:endParaRPr lang="en-US" sz="850" dirty="0"/>
          </a:p>
        </p:txBody>
      </p:sp>
      <p:sp>
        <p:nvSpPr>
          <p:cNvPr id="116" name="Shape 114"/>
          <p:cNvSpPr/>
          <p:nvPr/>
        </p:nvSpPr>
        <p:spPr>
          <a:xfrm>
            <a:off x="9664700" y="6248400"/>
            <a:ext cx="647700" cy="241300"/>
          </a:xfrm>
          <a:prstGeom prst="rect">
            <a:avLst/>
          </a:prstGeom>
          <a:solidFill>
            <a:srgbClr val="FFFF00"/>
          </a:solidFill>
          <a:ln/>
        </p:spPr>
      </p:sp>
      <p:sp>
        <p:nvSpPr>
          <p:cNvPr id="117" name="Text 115"/>
          <p:cNvSpPr/>
          <p:nvPr/>
        </p:nvSpPr>
        <p:spPr>
          <a:xfrm>
            <a:off x="9664700" y="6248400"/>
            <a:ext cx="6477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</a:t>
            </a:r>
            <a:endParaRPr lang="en-US" sz="1100" dirty="0"/>
          </a:p>
        </p:txBody>
      </p:sp>
      <p:sp>
        <p:nvSpPr>
          <p:cNvPr id="118" name="Text 116"/>
          <p:cNvSpPr/>
          <p:nvPr/>
        </p:nvSpPr>
        <p:spPr>
          <a:xfrm>
            <a:off x="9499600" y="6451600"/>
            <a:ext cx="965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C8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(shifted right)</a:t>
            </a:r>
            <a:endParaRPr lang="en-US" sz="900" dirty="0"/>
          </a:p>
        </p:txBody>
      </p:sp>
      <p:sp>
        <p:nvSpPr>
          <p:cNvPr id="119" name="Shape 117"/>
          <p:cNvSpPr/>
          <p:nvPr/>
        </p:nvSpPr>
        <p:spPr>
          <a:xfrm>
            <a:off x="10737850" y="3816350"/>
            <a:ext cx="266700" cy="266700"/>
          </a:xfrm>
          <a:prstGeom prst="ellipse">
            <a:avLst/>
          </a:prstGeom>
          <a:solidFill>
            <a:srgbClr val="B0B070"/>
          </a:solidFill>
          <a:ln w="9525">
            <a:solidFill>
              <a:srgbClr val="4A7360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10737850" y="3816350"/>
            <a:ext cx="266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x</a:t>
            </a:r>
            <a:endParaRPr lang="en-US" sz="750" dirty="0"/>
          </a:p>
        </p:txBody>
      </p:sp>
      <p:sp>
        <p:nvSpPr>
          <p:cNvPr id="121" name="Shape 119"/>
          <p:cNvSpPr/>
          <p:nvPr/>
        </p:nvSpPr>
        <p:spPr>
          <a:xfrm>
            <a:off x="10680700" y="2578100"/>
            <a:ext cx="0" cy="2692400"/>
          </a:xfrm>
          <a:prstGeom prst="line">
            <a:avLst/>
          </a:prstGeom>
          <a:noFill/>
          <a:ln w="12700">
            <a:solidFill>
              <a:srgbClr val="4A736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 flipV="1">
            <a:off x="8788400" y="3276600"/>
            <a:ext cx="0" cy="1143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8788400" y="3276600"/>
            <a:ext cx="558800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9347200" y="3276600"/>
            <a:ext cx="0" cy="6731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9347200" y="3949700"/>
            <a:ext cx="95250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 flipV="1">
            <a:off x="8890000" y="3327400"/>
            <a:ext cx="0" cy="635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8890000" y="3327400"/>
            <a:ext cx="520700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9410700" y="3327400"/>
            <a:ext cx="0" cy="6858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9410700" y="4013200"/>
            <a:ext cx="349250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10414000" y="1511300"/>
            <a:ext cx="381000" cy="393700"/>
          </a:xfrm>
          <a:prstGeom prst="line">
            <a:avLst/>
          </a:prstGeom>
          <a:noFill/>
          <a:ln w="15875">
            <a:solidFill>
              <a:srgbClr val="6B2A28"/>
            </a:solidFill>
            <a:prstDash val="dashDot"/>
          </a:ln>
        </p:spPr>
      </p:sp>
      <p:sp>
        <p:nvSpPr>
          <p:cNvPr id="131" name="Shape 129"/>
          <p:cNvSpPr/>
          <p:nvPr/>
        </p:nvSpPr>
        <p:spPr>
          <a:xfrm>
            <a:off x="10795000" y="1905000"/>
            <a:ext cx="330200" cy="635000"/>
          </a:xfrm>
          <a:prstGeom prst="line">
            <a:avLst/>
          </a:prstGeom>
          <a:noFill/>
          <a:ln w="15875">
            <a:solidFill>
              <a:srgbClr val="6B2A28"/>
            </a:solidFill>
            <a:prstDash val="dashDot"/>
          </a:ln>
        </p:spPr>
      </p:sp>
      <p:sp>
        <p:nvSpPr>
          <p:cNvPr id="132" name="Shape 130"/>
          <p:cNvSpPr/>
          <p:nvPr/>
        </p:nvSpPr>
        <p:spPr>
          <a:xfrm>
            <a:off x="11125200" y="2540000"/>
            <a:ext cx="152400" cy="1270000"/>
          </a:xfrm>
          <a:prstGeom prst="line">
            <a:avLst/>
          </a:prstGeom>
          <a:noFill/>
          <a:ln w="15875">
            <a:solidFill>
              <a:srgbClr val="6B2A28"/>
            </a:solidFill>
            <a:prstDash val="dashDot"/>
          </a:ln>
        </p:spPr>
      </p:sp>
      <p:sp>
        <p:nvSpPr>
          <p:cNvPr id="133" name="Shape 131"/>
          <p:cNvSpPr/>
          <p:nvPr/>
        </p:nvSpPr>
        <p:spPr>
          <a:xfrm flipH="1">
            <a:off x="11226800" y="3810000"/>
            <a:ext cx="50800" cy="1524000"/>
          </a:xfrm>
          <a:prstGeom prst="line">
            <a:avLst/>
          </a:prstGeom>
          <a:noFill/>
          <a:ln w="15875">
            <a:solidFill>
              <a:srgbClr val="6B2A28"/>
            </a:solidFill>
            <a:prstDash val="dashDot"/>
          </a:ln>
        </p:spPr>
      </p:sp>
      <p:sp>
        <p:nvSpPr>
          <p:cNvPr id="134" name="Shape 132"/>
          <p:cNvSpPr/>
          <p:nvPr/>
        </p:nvSpPr>
        <p:spPr>
          <a:xfrm flipH="1">
            <a:off x="10388600" y="5334000"/>
            <a:ext cx="838200" cy="914400"/>
          </a:xfrm>
          <a:prstGeom prst="line">
            <a:avLst/>
          </a:prstGeom>
          <a:noFill/>
          <a:ln w="15875">
            <a:solidFill>
              <a:srgbClr val="6B2A28"/>
            </a:solidFill>
            <a:prstDash val="dashDot"/>
            <a:tailEnd type="triangle"/>
          </a:ln>
        </p:spPr>
      </p:sp>
      <p:sp>
        <p:nvSpPr>
          <p:cNvPr id="135" name="Shape 133"/>
          <p:cNvSpPr/>
          <p:nvPr/>
        </p:nvSpPr>
        <p:spPr>
          <a:xfrm>
            <a:off x="901700" y="1320800"/>
            <a:ext cx="5295900" cy="533400"/>
          </a:xfrm>
          <a:prstGeom prst="rect">
            <a:avLst/>
          </a:prstGeom>
          <a:solidFill>
            <a:srgbClr val="F2C699"/>
          </a:solidFill>
          <a:ln w="15875">
            <a:solidFill>
              <a:srgbClr val="C00000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901700" y="1320800"/>
            <a:ext cx="52959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Encoder and Decoder Blocks Contain</a:t>
            </a:r>
            <a:endParaRPr lang="en-US" sz="16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pPr algn="ctr"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0000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Multi-Head</a:t>
            </a:r>
            <a:pPr algn="ctr"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ctr"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 Attention</a:t>
            </a:r>
            <a:pPr algn="ctr"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” block</a:t>
            </a:r>
            <a:endParaRPr lang="en-US" sz="1600" dirty="0"/>
          </a:p>
        </p:txBody>
      </p:sp>
      <p:sp>
        <p:nvSpPr>
          <p:cNvPr id="137" name="Shape 135"/>
          <p:cNvSpPr/>
          <p:nvPr/>
        </p:nvSpPr>
        <p:spPr>
          <a:xfrm>
            <a:off x="1384300" y="1993900"/>
            <a:ext cx="3886200" cy="533400"/>
          </a:xfrm>
          <a:prstGeom prst="rect">
            <a:avLst/>
          </a:prstGeom>
          <a:solidFill>
            <a:srgbClr val="DECDBB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1384300" y="1993900"/>
            <a:ext cx="3886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“h”</a:t>
            </a:r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9436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Heads</a:t>
            </a:r>
            <a:endParaRPr lang="en-US" sz="1500" dirty="0"/>
          </a:p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9436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 of Heads are </a:t>
            </a:r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concatenated</a:t>
            </a:r>
            <a:endParaRPr lang="en-US" sz="1500" dirty="0"/>
          </a:p>
        </p:txBody>
      </p:sp>
      <p:sp>
        <p:nvSpPr>
          <p:cNvPr id="139" name="Text 137"/>
          <p:cNvSpPr/>
          <p:nvPr/>
        </p:nvSpPr>
        <p:spPr>
          <a:xfrm>
            <a:off x="685800" y="2882900"/>
            <a:ext cx="1879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Scaled Dot-Product</a:t>
            </a:r>
            <a:endParaRPr lang="en-US" sz="15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5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</a:t>
            </a:r>
            <a:endParaRPr lang="en-US" sz="1500" dirty="0"/>
          </a:p>
        </p:txBody>
      </p:sp>
      <p:sp>
        <p:nvSpPr>
          <p:cNvPr id="140" name="Shape 138"/>
          <p:cNvSpPr/>
          <p:nvPr/>
        </p:nvSpPr>
        <p:spPr>
          <a:xfrm>
            <a:off x="749300" y="3416300"/>
            <a:ext cx="1651000" cy="2819400"/>
          </a:xfrm>
          <a:prstGeom prst="rect">
            <a:avLst/>
          </a:prstGeom>
          <a:ln w="28575">
            <a:solidFill>
              <a:srgbClr val="1B723F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711200" y="3378200"/>
            <a:ext cx="76200" cy="76200"/>
          </a:xfrm>
          <a:prstGeom prst="rect">
            <a:avLst/>
          </a:prstGeom>
          <a:solidFill>
            <a:srgbClr val="1B723F"/>
          </a:solidFill>
          <a:ln w="3175">
            <a:solidFill>
              <a:srgbClr val="1B723F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2362200" y="3378200"/>
            <a:ext cx="76200" cy="76200"/>
          </a:xfrm>
          <a:prstGeom prst="rect">
            <a:avLst/>
          </a:prstGeom>
          <a:solidFill>
            <a:srgbClr val="1B723F"/>
          </a:solidFill>
          <a:ln w="3175">
            <a:solidFill>
              <a:srgbClr val="1B723F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711200" y="6197600"/>
            <a:ext cx="76200" cy="76200"/>
          </a:xfrm>
          <a:prstGeom prst="rect">
            <a:avLst/>
          </a:prstGeom>
          <a:solidFill>
            <a:srgbClr val="1B723F"/>
          </a:solidFill>
          <a:ln w="3175">
            <a:solidFill>
              <a:srgbClr val="1B723F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2362200" y="6197600"/>
            <a:ext cx="76200" cy="76200"/>
          </a:xfrm>
          <a:prstGeom prst="rect">
            <a:avLst/>
          </a:prstGeom>
          <a:solidFill>
            <a:srgbClr val="1B723F"/>
          </a:solidFill>
          <a:ln w="3175">
            <a:solidFill>
              <a:srgbClr val="1B723F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1066800" y="5918200"/>
            <a:ext cx="190500" cy="190500"/>
          </a:xfrm>
          <a:prstGeom prst="ellipse">
            <a:avLst/>
          </a:prstGeom>
          <a:solidFill>
            <a:srgbClr val="990000"/>
          </a:solidFill>
          <a:ln w="6350">
            <a:solidFill>
              <a:srgbClr val="990000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1066800" y="5918200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endParaRPr lang="en-US" sz="750" dirty="0"/>
          </a:p>
        </p:txBody>
      </p:sp>
      <p:sp>
        <p:nvSpPr>
          <p:cNvPr id="147" name="Shape 145"/>
          <p:cNvSpPr/>
          <p:nvPr/>
        </p:nvSpPr>
        <p:spPr>
          <a:xfrm>
            <a:off x="1517650" y="5899150"/>
            <a:ext cx="215900" cy="215900"/>
          </a:xfrm>
          <a:prstGeom prst="ellipse">
            <a:avLst/>
          </a:prstGeom>
          <a:solidFill>
            <a:srgbClr val="0000A1"/>
          </a:solidFill>
          <a:ln w="6350">
            <a:solidFill>
              <a:srgbClr val="0000A1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1517650" y="5899150"/>
            <a:ext cx="2159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endParaRPr lang="en-US" sz="750" dirty="0"/>
          </a:p>
        </p:txBody>
      </p:sp>
      <p:sp>
        <p:nvSpPr>
          <p:cNvPr id="149" name="Shape 147"/>
          <p:cNvSpPr/>
          <p:nvPr/>
        </p:nvSpPr>
        <p:spPr>
          <a:xfrm>
            <a:off x="2000250" y="5892800"/>
            <a:ext cx="228600" cy="228600"/>
          </a:xfrm>
          <a:prstGeom prst="ellipse">
            <a:avLst/>
          </a:prstGeom>
          <a:solidFill>
            <a:srgbClr val="0000A1"/>
          </a:solidFill>
          <a:ln w="6350">
            <a:solidFill>
              <a:srgbClr val="0000A1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2000250" y="589280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750" dirty="0"/>
          </a:p>
        </p:txBody>
      </p:sp>
      <p:sp>
        <p:nvSpPr>
          <p:cNvPr id="151" name="Shape 149"/>
          <p:cNvSpPr/>
          <p:nvPr/>
        </p:nvSpPr>
        <p:spPr>
          <a:xfrm>
            <a:off x="965200" y="5448300"/>
            <a:ext cx="1117600" cy="203200"/>
          </a:xfrm>
          <a:prstGeom prst="rect">
            <a:avLst/>
          </a:prstGeom>
          <a:solidFill>
            <a:srgbClr val="C0B9DA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965200" y="5448300"/>
            <a:ext cx="1117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MatMul</a:t>
            </a:r>
            <a:endParaRPr lang="en-US" sz="800" dirty="0"/>
          </a:p>
        </p:txBody>
      </p:sp>
      <p:sp>
        <p:nvSpPr>
          <p:cNvPr id="153" name="Shape 151"/>
          <p:cNvSpPr/>
          <p:nvPr/>
        </p:nvSpPr>
        <p:spPr>
          <a:xfrm>
            <a:off x="1181100" y="5041900"/>
            <a:ext cx="482600" cy="152400"/>
          </a:xfrm>
          <a:prstGeom prst="rect">
            <a:avLst/>
          </a:prstGeom>
          <a:solidFill>
            <a:srgbClr val="FCFBC5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1181100" y="5041900"/>
            <a:ext cx="482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700" dirty="0"/>
          </a:p>
        </p:txBody>
      </p:sp>
      <p:sp>
        <p:nvSpPr>
          <p:cNvPr id="155" name="Shape 153"/>
          <p:cNvSpPr/>
          <p:nvPr/>
        </p:nvSpPr>
        <p:spPr>
          <a:xfrm>
            <a:off x="977900" y="4610100"/>
            <a:ext cx="876300" cy="177800"/>
          </a:xfrm>
          <a:prstGeom prst="rect">
            <a:avLst/>
          </a:prstGeom>
          <a:solidFill>
            <a:srgbClr val="EEC3D7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977900" y="4610100"/>
            <a:ext cx="8763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 (opt.)</a:t>
            </a:r>
            <a:endParaRPr lang="en-US" sz="700" dirty="0"/>
          </a:p>
        </p:txBody>
      </p:sp>
      <p:sp>
        <p:nvSpPr>
          <p:cNvPr id="157" name="Shape 155"/>
          <p:cNvSpPr/>
          <p:nvPr/>
        </p:nvSpPr>
        <p:spPr>
          <a:xfrm>
            <a:off x="1016000" y="4191000"/>
            <a:ext cx="787400" cy="190500"/>
          </a:xfrm>
          <a:prstGeom prst="rect">
            <a:avLst/>
          </a:prstGeom>
          <a:solidFill>
            <a:srgbClr val="C8E9CE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1016000" y="4191000"/>
            <a:ext cx="787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SoftMax</a:t>
            </a:r>
            <a:endParaRPr lang="en-US" sz="700" dirty="0"/>
          </a:p>
        </p:txBody>
      </p:sp>
      <p:sp>
        <p:nvSpPr>
          <p:cNvPr id="159" name="Shape 157"/>
          <p:cNvSpPr/>
          <p:nvPr/>
        </p:nvSpPr>
        <p:spPr>
          <a:xfrm>
            <a:off x="1333500" y="3733800"/>
            <a:ext cx="863600" cy="228600"/>
          </a:xfrm>
          <a:prstGeom prst="rect">
            <a:avLst/>
          </a:prstGeom>
          <a:solidFill>
            <a:srgbClr val="C0B9DA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1333500" y="3733800"/>
            <a:ext cx="86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MatMul</a:t>
            </a:r>
            <a:endParaRPr lang="en-US" sz="800" dirty="0"/>
          </a:p>
        </p:txBody>
      </p:sp>
      <p:sp>
        <p:nvSpPr>
          <p:cNvPr id="161" name="Shape 159"/>
          <p:cNvSpPr/>
          <p:nvPr/>
        </p:nvSpPr>
        <p:spPr>
          <a:xfrm flipV="1">
            <a:off x="1162050" y="5664200"/>
            <a:ext cx="0" cy="2540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162" name="Shape 160"/>
          <p:cNvSpPr/>
          <p:nvPr/>
        </p:nvSpPr>
        <p:spPr>
          <a:xfrm flipV="1">
            <a:off x="1625600" y="5664200"/>
            <a:ext cx="0" cy="2286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163" name="Shape 161"/>
          <p:cNvSpPr/>
          <p:nvPr/>
        </p:nvSpPr>
        <p:spPr>
          <a:xfrm flipV="1">
            <a:off x="1422400" y="5207000"/>
            <a:ext cx="0" cy="2413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164" name="Shape 162"/>
          <p:cNvSpPr/>
          <p:nvPr/>
        </p:nvSpPr>
        <p:spPr>
          <a:xfrm flipV="1">
            <a:off x="1422400" y="4800600"/>
            <a:ext cx="0" cy="2413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165" name="Shape 163"/>
          <p:cNvSpPr/>
          <p:nvPr/>
        </p:nvSpPr>
        <p:spPr>
          <a:xfrm flipV="1">
            <a:off x="1422400" y="4394200"/>
            <a:ext cx="0" cy="2159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166" name="Shape 164"/>
          <p:cNvSpPr/>
          <p:nvPr/>
        </p:nvSpPr>
        <p:spPr>
          <a:xfrm flipV="1">
            <a:off x="1422400" y="3975100"/>
            <a:ext cx="0" cy="2159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167" name="Shape 165"/>
          <p:cNvSpPr/>
          <p:nvPr/>
        </p:nvSpPr>
        <p:spPr>
          <a:xfrm flipV="1">
            <a:off x="1765300" y="3441700"/>
            <a:ext cx="0" cy="2921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168" name="Shape 166"/>
          <p:cNvSpPr/>
          <p:nvPr/>
        </p:nvSpPr>
        <p:spPr>
          <a:xfrm flipV="1">
            <a:off x="2114550" y="3975100"/>
            <a:ext cx="0" cy="19177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169" name="Text 167"/>
          <p:cNvSpPr/>
          <p:nvPr/>
        </p:nvSpPr>
        <p:spPr>
          <a:xfrm>
            <a:off x="3733800" y="2667000"/>
            <a:ext cx="254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Multi-Head Attention</a:t>
            </a:r>
            <a:endParaRPr lang="en-US" sz="1500" dirty="0"/>
          </a:p>
        </p:txBody>
      </p:sp>
      <p:sp>
        <p:nvSpPr>
          <p:cNvPr id="170" name="Shape 168"/>
          <p:cNvSpPr/>
          <p:nvPr/>
        </p:nvSpPr>
        <p:spPr>
          <a:xfrm>
            <a:off x="3810000" y="3124200"/>
            <a:ext cx="2641600" cy="3416300"/>
          </a:xfrm>
          <a:prstGeom prst="rect">
            <a:avLst/>
          </a:prstGeom>
          <a:ln w="28575">
            <a:solidFill>
              <a:srgbClr val="1B723F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3771900" y="3086100"/>
            <a:ext cx="76200" cy="76200"/>
          </a:xfrm>
          <a:prstGeom prst="rect">
            <a:avLst/>
          </a:prstGeom>
          <a:solidFill>
            <a:srgbClr val="1B723F"/>
          </a:solidFill>
          <a:ln w="3175">
            <a:solidFill>
              <a:srgbClr val="1B723F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6413500" y="3086100"/>
            <a:ext cx="76200" cy="76200"/>
          </a:xfrm>
          <a:prstGeom prst="rect">
            <a:avLst/>
          </a:prstGeom>
          <a:solidFill>
            <a:srgbClr val="1B723F"/>
          </a:solidFill>
          <a:ln w="3175">
            <a:solidFill>
              <a:srgbClr val="1B723F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3771900" y="6502400"/>
            <a:ext cx="76200" cy="76200"/>
          </a:xfrm>
          <a:prstGeom prst="rect">
            <a:avLst/>
          </a:prstGeom>
          <a:solidFill>
            <a:srgbClr val="1B723F"/>
          </a:solidFill>
          <a:ln w="3175">
            <a:solidFill>
              <a:srgbClr val="1B723F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413500" y="6502400"/>
            <a:ext cx="76200" cy="76200"/>
          </a:xfrm>
          <a:prstGeom prst="rect">
            <a:avLst/>
          </a:prstGeom>
          <a:solidFill>
            <a:srgbClr val="1B723F"/>
          </a:solidFill>
          <a:ln w="3175">
            <a:solidFill>
              <a:srgbClr val="1B723F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4724400" y="3289300"/>
            <a:ext cx="596900" cy="292100"/>
          </a:xfrm>
          <a:prstGeom prst="rect">
            <a:avLst/>
          </a:prstGeom>
          <a:solidFill>
            <a:srgbClr val="E4E4E4"/>
          </a:solidFill>
          <a:ln w="9525">
            <a:solidFill>
              <a:srgbClr val="ABABAB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4622800" y="3378200"/>
            <a:ext cx="596900" cy="292100"/>
          </a:xfrm>
          <a:prstGeom prst="rect">
            <a:avLst/>
          </a:prstGeom>
          <a:solidFill>
            <a:srgbClr val="E9EDEA"/>
          </a:solidFill>
          <a:ln w="9525">
            <a:solidFill>
              <a:srgbClr val="808080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4622800" y="3378200"/>
            <a:ext cx="5969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</a:t>
            </a:r>
            <a:endParaRPr lang="en-US" sz="800" dirty="0"/>
          </a:p>
        </p:txBody>
      </p:sp>
      <p:sp>
        <p:nvSpPr>
          <p:cNvPr id="178" name="Shape 176"/>
          <p:cNvSpPr/>
          <p:nvPr/>
        </p:nvSpPr>
        <p:spPr>
          <a:xfrm flipV="1">
            <a:off x="4914900" y="3175000"/>
            <a:ext cx="0" cy="2032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179" name="Shape 177"/>
          <p:cNvSpPr/>
          <p:nvPr/>
        </p:nvSpPr>
        <p:spPr>
          <a:xfrm>
            <a:off x="4622800" y="3962400"/>
            <a:ext cx="584200" cy="177800"/>
          </a:xfrm>
          <a:prstGeom prst="rect">
            <a:avLst/>
          </a:prstGeom>
          <a:solidFill>
            <a:srgbClr val="F8FBC6"/>
          </a:solidFill>
          <a:ln w="6350">
            <a:solidFill>
              <a:srgbClr val="404040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4622800" y="3962400"/>
            <a:ext cx="584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Concat</a:t>
            </a:r>
            <a:endParaRPr lang="en-US" sz="750" dirty="0"/>
          </a:p>
        </p:txBody>
      </p:sp>
      <p:sp>
        <p:nvSpPr>
          <p:cNvPr id="181" name="Shape 179"/>
          <p:cNvSpPr/>
          <p:nvPr/>
        </p:nvSpPr>
        <p:spPr>
          <a:xfrm flipV="1">
            <a:off x="4914900" y="3683000"/>
            <a:ext cx="0" cy="2794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182" name="Shape 180"/>
          <p:cNvSpPr/>
          <p:nvPr/>
        </p:nvSpPr>
        <p:spPr>
          <a:xfrm flipV="1">
            <a:off x="4813300" y="3708400"/>
            <a:ext cx="0" cy="254000"/>
          </a:xfrm>
          <a:prstGeom prst="line">
            <a:avLst/>
          </a:prstGeom>
          <a:noFill/>
          <a:ln w="9525">
            <a:solidFill>
              <a:srgbClr val="8A8A8A"/>
            </a:solidFill>
            <a:prstDash val="solid"/>
            <a:tailEnd type="triangle"/>
          </a:ln>
        </p:spPr>
      </p:sp>
      <p:sp>
        <p:nvSpPr>
          <p:cNvPr id="183" name="Shape 181"/>
          <p:cNvSpPr/>
          <p:nvPr/>
        </p:nvSpPr>
        <p:spPr>
          <a:xfrm flipV="1">
            <a:off x="5016500" y="3708400"/>
            <a:ext cx="0" cy="254000"/>
          </a:xfrm>
          <a:prstGeom prst="line">
            <a:avLst/>
          </a:prstGeom>
          <a:noFill/>
          <a:ln w="9525">
            <a:solidFill>
              <a:srgbClr val="8A8A8A"/>
            </a:solidFill>
            <a:prstDash val="solid"/>
            <a:tailEnd type="triangle"/>
          </a:ln>
        </p:spPr>
      </p:sp>
      <p:sp>
        <p:nvSpPr>
          <p:cNvPr id="184" name="Shape 182"/>
          <p:cNvSpPr/>
          <p:nvPr/>
        </p:nvSpPr>
        <p:spPr>
          <a:xfrm>
            <a:off x="4025900" y="4356100"/>
            <a:ext cx="2044700" cy="406400"/>
          </a:xfrm>
          <a:prstGeom prst="rect">
            <a:avLst/>
          </a:prstGeom>
          <a:solidFill>
            <a:srgbClr val="E4E4E4"/>
          </a:solidFill>
          <a:ln w="9525">
            <a:solidFill>
              <a:srgbClr val="ABABAB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3848100" y="4495800"/>
            <a:ext cx="2184400" cy="533400"/>
          </a:xfrm>
          <a:prstGeom prst="rect">
            <a:avLst/>
          </a:prstGeom>
          <a:ln w="19050">
            <a:solidFill>
              <a:srgbClr val="C0000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3924300" y="4572000"/>
            <a:ext cx="2044700" cy="406400"/>
          </a:xfrm>
          <a:prstGeom prst="rect">
            <a:avLst/>
          </a:prstGeom>
          <a:solidFill>
            <a:srgbClr val="BB93AE"/>
          </a:solidFill>
          <a:ln w="12700">
            <a:solidFill>
              <a:srgbClr val="BB93AE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3924300" y="4572000"/>
            <a:ext cx="20447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Scaled Dot-Product</a:t>
            </a:r>
            <a:endParaRPr lang="en-US" sz="8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</a:t>
            </a:r>
            <a:endParaRPr lang="en-US" sz="800" dirty="0"/>
          </a:p>
        </p:txBody>
      </p:sp>
      <p:sp>
        <p:nvSpPr>
          <p:cNvPr id="188" name="Shape 186"/>
          <p:cNvSpPr/>
          <p:nvPr/>
        </p:nvSpPr>
        <p:spPr>
          <a:xfrm>
            <a:off x="4013200" y="5041900"/>
            <a:ext cx="533400" cy="228600"/>
          </a:xfrm>
          <a:prstGeom prst="rect">
            <a:avLst/>
          </a:prstGeom>
          <a:solidFill>
            <a:srgbClr val="E4E4E4"/>
          </a:solidFill>
          <a:ln w="9525">
            <a:solidFill>
              <a:srgbClr val="ABABAB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3924300" y="5118100"/>
            <a:ext cx="533400" cy="228600"/>
          </a:xfrm>
          <a:prstGeom prst="rect">
            <a:avLst/>
          </a:prstGeom>
          <a:solidFill>
            <a:srgbClr val="E9EDEA"/>
          </a:solidFill>
          <a:ln w="9525">
            <a:solidFill>
              <a:srgbClr val="808080"/>
            </a:solidFill>
            <a:prstDash val="solid"/>
          </a:ln>
        </p:spPr>
      </p:sp>
      <p:sp>
        <p:nvSpPr>
          <p:cNvPr id="190" name="Text 188"/>
          <p:cNvSpPr/>
          <p:nvPr/>
        </p:nvSpPr>
        <p:spPr>
          <a:xfrm>
            <a:off x="3924300" y="5118100"/>
            <a:ext cx="533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</a:t>
            </a:r>
            <a:endParaRPr lang="en-US" sz="750" dirty="0"/>
          </a:p>
        </p:txBody>
      </p:sp>
      <p:sp>
        <p:nvSpPr>
          <p:cNvPr id="191" name="Shape 189"/>
          <p:cNvSpPr/>
          <p:nvPr/>
        </p:nvSpPr>
        <p:spPr>
          <a:xfrm flipV="1">
            <a:off x="4191000" y="5041900"/>
            <a:ext cx="0" cy="762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192" name="Shape 190"/>
          <p:cNvSpPr/>
          <p:nvPr/>
        </p:nvSpPr>
        <p:spPr>
          <a:xfrm flipV="1">
            <a:off x="4114800" y="5054600"/>
            <a:ext cx="0" cy="63500"/>
          </a:xfrm>
          <a:prstGeom prst="line">
            <a:avLst/>
          </a:prstGeom>
          <a:noFill/>
          <a:ln w="9525">
            <a:solidFill>
              <a:srgbClr val="8A8A8A"/>
            </a:solidFill>
            <a:prstDash val="solid"/>
            <a:tailEnd type="triangle"/>
          </a:ln>
        </p:spPr>
      </p:sp>
      <p:sp>
        <p:nvSpPr>
          <p:cNvPr id="193" name="Shape 191"/>
          <p:cNvSpPr/>
          <p:nvPr/>
        </p:nvSpPr>
        <p:spPr>
          <a:xfrm flipV="1">
            <a:off x="4267200" y="5054600"/>
            <a:ext cx="0" cy="63500"/>
          </a:xfrm>
          <a:prstGeom prst="line">
            <a:avLst/>
          </a:prstGeom>
          <a:noFill/>
          <a:ln w="9525">
            <a:solidFill>
              <a:srgbClr val="8A8A8A"/>
            </a:solidFill>
            <a:prstDash val="solid"/>
            <a:tailEnd type="triangle"/>
          </a:ln>
        </p:spPr>
      </p:sp>
      <p:sp>
        <p:nvSpPr>
          <p:cNvPr id="194" name="Shape 192"/>
          <p:cNvSpPr/>
          <p:nvPr/>
        </p:nvSpPr>
        <p:spPr>
          <a:xfrm>
            <a:off x="4648200" y="5041900"/>
            <a:ext cx="609600" cy="228600"/>
          </a:xfrm>
          <a:prstGeom prst="rect">
            <a:avLst/>
          </a:prstGeom>
          <a:solidFill>
            <a:srgbClr val="E4E4E4"/>
          </a:solidFill>
          <a:ln w="9525">
            <a:solidFill>
              <a:srgbClr val="ABABAB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4559300" y="5118100"/>
            <a:ext cx="609600" cy="228600"/>
          </a:xfrm>
          <a:prstGeom prst="rect">
            <a:avLst/>
          </a:prstGeom>
          <a:solidFill>
            <a:srgbClr val="E9EDEA"/>
          </a:solidFill>
          <a:ln w="9525">
            <a:solidFill>
              <a:srgbClr val="808080"/>
            </a:solidFill>
            <a:prstDash val="solid"/>
          </a:ln>
        </p:spPr>
      </p:sp>
      <p:sp>
        <p:nvSpPr>
          <p:cNvPr id="196" name="Text 194"/>
          <p:cNvSpPr/>
          <p:nvPr/>
        </p:nvSpPr>
        <p:spPr>
          <a:xfrm>
            <a:off x="4559300" y="51181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</a:t>
            </a:r>
            <a:endParaRPr lang="en-US" sz="750" dirty="0"/>
          </a:p>
        </p:txBody>
      </p:sp>
      <p:sp>
        <p:nvSpPr>
          <p:cNvPr id="197" name="Shape 195"/>
          <p:cNvSpPr/>
          <p:nvPr/>
        </p:nvSpPr>
        <p:spPr>
          <a:xfrm flipV="1">
            <a:off x="4864100" y="5041900"/>
            <a:ext cx="0" cy="762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198" name="Shape 196"/>
          <p:cNvSpPr/>
          <p:nvPr/>
        </p:nvSpPr>
        <p:spPr>
          <a:xfrm flipV="1">
            <a:off x="4787900" y="5054600"/>
            <a:ext cx="0" cy="63500"/>
          </a:xfrm>
          <a:prstGeom prst="line">
            <a:avLst/>
          </a:prstGeom>
          <a:noFill/>
          <a:ln w="9525">
            <a:solidFill>
              <a:srgbClr val="8A8A8A"/>
            </a:solidFill>
            <a:prstDash val="solid"/>
            <a:tailEnd type="triangle"/>
          </a:ln>
        </p:spPr>
      </p:sp>
      <p:sp>
        <p:nvSpPr>
          <p:cNvPr id="199" name="Shape 197"/>
          <p:cNvSpPr/>
          <p:nvPr/>
        </p:nvSpPr>
        <p:spPr>
          <a:xfrm flipV="1">
            <a:off x="4940300" y="5054600"/>
            <a:ext cx="0" cy="63500"/>
          </a:xfrm>
          <a:prstGeom prst="line">
            <a:avLst/>
          </a:prstGeom>
          <a:noFill/>
          <a:ln w="9525">
            <a:solidFill>
              <a:srgbClr val="8A8A8A"/>
            </a:solidFill>
            <a:prstDash val="solid"/>
            <a:tailEnd type="triangle"/>
          </a:ln>
        </p:spPr>
      </p:sp>
      <p:sp>
        <p:nvSpPr>
          <p:cNvPr id="200" name="Shape 198"/>
          <p:cNvSpPr/>
          <p:nvPr/>
        </p:nvSpPr>
        <p:spPr>
          <a:xfrm>
            <a:off x="5372100" y="5041900"/>
            <a:ext cx="609600" cy="228600"/>
          </a:xfrm>
          <a:prstGeom prst="rect">
            <a:avLst/>
          </a:prstGeom>
          <a:solidFill>
            <a:srgbClr val="E4E4E4"/>
          </a:solidFill>
          <a:ln w="9525">
            <a:solidFill>
              <a:srgbClr val="ABABAB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5283200" y="5118100"/>
            <a:ext cx="609600" cy="228600"/>
          </a:xfrm>
          <a:prstGeom prst="rect">
            <a:avLst/>
          </a:prstGeom>
          <a:solidFill>
            <a:srgbClr val="E9EDEA"/>
          </a:solidFill>
          <a:ln w="9525">
            <a:solidFill>
              <a:srgbClr val="808080"/>
            </a:solidFill>
            <a:prstDash val="solid"/>
          </a:ln>
        </p:spPr>
      </p:sp>
      <p:sp>
        <p:nvSpPr>
          <p:cNvPr id="202" name="Text 200"/>
          <p:cNvSpPr/>
          <p:nvPr/>
        </p:nvSpPr>
        <p:spPr>
          <a:xfrm>
            <a:off x="5283200" y="51181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</a:t>
            </a:r>
            <a:endParaRPr lang="en-US" sz="750" dirty="0"/>
          </a:p>
        </p:txBody>
      </p:sp>
      <p:sp>
        <p:nvSpPr>
          <p:cNvPr id="203" name="Shape 201"/>
          <p:cNvSpPr/>
          <p:nvPr/>
        </p:nvSpPr>
        <p:spPr>
          <a:xfrm flipV="1">
            <a:off x="5588000" y="5041900"/>
            <a:ext cx="0" cy="762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204" name="Shape 202"/>
          <p:cNvSpPr/>
          <p:nvPr/>
        </p:nvSpPr>
        <p:spPr>
          <a:xfrm flipV="1">
            <a:off x="5511800" y="5054600"/>
            <a:ext cx="0" cy="63500"/>
          </a:xfrm>
          <a:prstGeom prst="line">
            <a:avLst/>
          </a:prstGeom>
          <a:noFill/>
          <a:ln w="9525">
            <a:solidFill>
              <a:srgbClr val="8A8A8A"/>
            </a:solidFill>
            <a:prstDash val="solid"/>
            <a:tailEnd type="triangle"/>
          </a:ln>
        </p:spPr>
      </p:sp>
      <p:sp>
        <p:nvSpPr>
          <p:cNvPr id="205" name="Shape 203"/>
          <p:cNvSpPr/>
          <p:nvPr/>
        </p:nvSpPr>
        <p:spPr>
          <a:xfrm flipV="1">
            <a:off x="5664200" y="5054600"/>
            <a:ext cx="0" cy="63500"/>
          </a:xfrm>
          <a:prstGeom prst="line">
            <a:avLst/>
          </a:prstGeom>
          <a:noFill/>
          <a:ln w="9525">
            <a:solidFill>
              <a:srgbClr val="8A8A8A"/>
            </a:solidFill>
            <a:prstDash val="solid"/>
            <a:tailEnd type="triangle"/>
          </a:ln>
        </p:spPr>
      </p:sp>
      <p:sp>
        <p:nvSpPr>
          <p:cNvPr id="206" name="Shape 204"/>
          <p:cNvSpPr/>
          <p:nvPr/>
        </p:nvSpPr>
        <p:spPr>
          <a:xfrm>
            <a:off x="4076700" y="6210300"/>
            <a:ext cx="228600" cy="228600"/>
          </a:xfrm>
          <a:prstGeom prst="ellipse">
            <a:avLst/>
          </a:prstGeom>
          <a:solidFill>
            <a:srgbClr val="0000A1"/>
          </a:solidFill>
          <a:ln w="6350">
            <a:solidFill>
              <a:srgbClr val="0000A1"/>
            </a:solidFill>
            <a:prstDash val="solid"/>
          </a:ln>
        </p:spPr>
      </p:sp>
      <p:sp>
        <p:nvSpPr>
          <p:cNvPr id="207" name="Text 205"/>
          <p:cNvSpPr/>
          <p:nvPr/>
        </p:nvSpPr>
        <p:spPr>
          <a:xfrm>
            <a:off x="4076700" y="621030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750" dirty="0"/>
          </a:p>
        </p:txBody>
      </p:sp>
      <p:sp>
        <p:nvSpPr>
          <p:cNvPr id="208" name="Shape 206"/>
          <p:cNvSpPr/>
          <p:nvPr/>
        </p:nvSpPr>
        <p:spPr>
          <a:xfrm>
            <a:off x="4806950" y="6210300"/>
            <a:ext cx="228600" cy="228600"/>
          </a:xfrm>
          <a:prstGeom prst="ellipse">
            <a:avLst/>
          </a:prstGeom>
          <a:solidFill>
            <a:srgbClr val="0000A1"/>
          </a:solidFill>
          <a:ln w="6350">
            <a:solidFill>
              <a:srgbClr val="0000A1"/>
            </a:solidFill>
            <a:prstDash val="solid"/>
          </a:ln>
        </p:spPr>
      </p:sp>
      <p:sp>
        <p:nvSpPr>
          <p:cNvPr id="209" name="Text 207"/>
          <p:cNvSpPr/>
          <p:nvPr/>
        </p:nvSpPr>
        <p:spPr>
          <a:xfrm>
            <a:off x="4806950" y="621030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endParaRPr lang="en-US" sz="750" dirty="0"/>
          </a:p>
        </p:txBody>
      </p:sp>
      <p:sp>
        <p:nvSpPr>
          <p:cNvPr id="210" name="Shape 208"/>
          <p:cNvSpPr/>
          <p:nvPr/>
        </p:nvSpPr>
        <p:spPr>
          <a:xfrm>
            <a:off x="5549900" y="6229350"/>
            <a:ext cx="203200" cy="203200"/>
          </a:xfrm>
          <a:prstGeom prst="ellipse">
            <a:avLst/>
          </a:prstGeom>
          <a:solidFill>
            <a:srgbClr val="990000"/>
          </a:solidFill>
          <a:ln w="6350">
            <a:solidFill>
              <a:srgbClr val="990000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5549900" y="622935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endParaRPr lang="en-US" sz="750" dirty="0"/>
          </a:p>
        </p:txBody>
      </p:sp>
      <p:sp>
        <p:nvSpPr>
          <p:cNvPr id="212" name="Shape 210"/>
          <p:cNvSpPr/>
          <p:nvPr/>
        </p:nvSpPr>
        <p:spPr>
          <a:xfrm flipV="1">
            <a:off x="4191000" y="5359400"/>
            <a:ext cx="0" cy="8509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213" name="Shape 211"/>
          <p:cNvSpPr/>
          <p:nvPr/>
        </p:nvSpPr>
        <p:spPr>
          <a:xfrm flipV="1">
            <a:off x="4921250" y="5359400"/>
            <a:ext cx="0" cy="8509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214" name="Shape 212"/>
          <p:cNvSpPr/>
          <p:nvPr/>
        </p:nvSpPr>
        <p:spPr>
          <a:xfrm flipV="1">
            <a:off x="5651500" y="5359400"/>
            <a:ext cx="0" cy="8636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215" name="Shape 213"/>
          <p:cNvSpPr/>
          <p:nvPr/>
        </p:nvSpPr>
        <p:spPr>
          <a:xfrm>
            <a:off x="8255000" y="4508500"/>
            <a:ext cx="914400" cy="406400"/>
          </a:xfrm>
          <a:prstGeom prst="roundRect">
            <a:avLst>
              <a:gd name="adj" fmla="val 9000"/>
            </a:avLst>
          </a:prstGeom>
          <a:solidFill>
            <a:srgbClr val="C87E57"/>
          </a:solidFill>
          <a:ln w="19050">
            <a:solidFill>
              <a:srgbClr val="C00000"/>
            </a:solidFill>
            <a:prstDash val="solid"/>
          </a:ln>
        </p:spPr>
      </p:sp>
      <p:sp>
        <p:nvSpPr>
          <p:cNvPr id="216" name="Text 214"/>
          <p:cNvSpPr/>
          <p:nvPr/>
        </p:nvSpPr>
        <p:spPr>
          <a:xfrm>
            <a:off x="8255000" y="4508500"/>
            <a:ext cx="914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900" b="1" dirty="0">
                <a:solidFill>
                  <a:srgbClr val="8C44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Multi-Head</a:t>
            </a:r>
            <a:endParaRPr lang="en-US" sz="900" dirty="0"/>
          </a:p>
          <a:p>
            <a:pPr algn="ctr" indent="0" marL="0">
              <a:lnSpc>
                <a:spcPts val="1050"/>
              </a:lnSpc>
              <a:buNone/>
            </a:pPr>
            <a:r>
              <a:rPr lang="en-US" sz="900" b="1" dirty="0">
                <a:solidFill>
                  <a:srgbClr val="8C44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</a:t>
            </a:r>
            <a:endParaRPr lang="en-US" sz="900" dirty="0"/>
          </a:p>
        </p:txBody>
      </p:sp>
      <p:sp>
        <p:nvSpPr>
          <p:cNvPr id="217" name="Shape 215"/>
          <p:cNvSpPr/>
          <p:nvPr/>
        </p:nvSpPr>
        <p:spPr>
          <a:xfrm>
            <a:off x="9486900" y="3365500"/>
            <a:ext cx="1168400" cy="165100"/>
          </a:xfrm>
          <a:prstGeom prst="rect">
            <a:avLst/>
          </a:prstGeom>
          <a:solidFill>
            <a:srgbClr val="B0B070"/>
          </a:solidFill>
          <a:ln w="3175">
            <a:solidFill>
              <a:srgbClr val="B0B070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9569450" y="3365500"/>
            <a:ext cx="0" cy="165100"/>
          </a:xfrm>
          <a:prstGeom prst="line">
            <a:avLst/>
          </a:prstGeom>
          <a:noFill/>
          <a:ln w="6350">
            <a:solidFill>
              <a:srgbClr val="4A4A4A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10394950" y="3365500"/>
            <a:ext cx="0" cy="165100"/>
          </a:xfrm>
          <a:prstGeom prst="line">
            <a:avLst/>
          </a:prstGeom>
          <a:noFill/>
          <a:ln w="6350">
            <a:solidFill>
              <a:srgbClr val="4A4A4A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9499600" y="3517900"/>
            <a:ext cx="927100" cy="419100"/>
          </a:xfrm>
          <a:prstGeom prst="roundRect">
            <a:avLst>
              <a:gd name="adj" fmla="val 8727"/>
            </a:avLst>
          </a:prstGeom>
          <a:solidFill>
            <a:srgbClr val="B28659"/>
          </a:solidFill>
          <a:ln w="15875">
            <a:solidFill>
              <a:srgbClr val="C00000"/>
            </a:solidFill>
            <a:prstDash val="dash"/>
          </a:ln>
        </p:spPr>
      </p:sp>
      <p:sp>
        <p:nvSpPr>
          <p:cNvPr id="221" name="Text 219"/>
          <p:cNvSpPr/>
          <p:nvPr/>
        </p:nvSpPr>
        <p:spPr>
          <a:xfrm>
            <a:off x="9499600" y="3517900"/>
            <a:ext cx="9271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50" b="1" dirty="0">
                <a:solidFill>
                  <a:srgbClr val="8C44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Multi-Head</a:t>
            </a:r>
            <a:endParaRPr lang="en-US" sz="85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50" b="1" dirty="0">
                <a:solidFill>
                  <a:srgbClr val="8C44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</a:t>
            </a:r>
            <a:endParaRPr lang="en-US" sz="850" dirty="0"/>
          </a:p>
        </p:txBody>
      </p:sp>
      <p:sp>
        <p:nvSpPr>
          <p:cNvPr id="222" name="Shape 220"/>
          <p:cNvSpPr/>
          <p:nvPr/>
        </p:nvSpPr>
        <p:spPr>
          <a:xfrm>
            <a:off x="7226300" y="1270000"/>
            <a:ext cx="76200" cy="76200"/>
          </a:xfrm>
          <a:prstGeom prst="rect">
            <a:avLst/>
          </a:prstGeom>
          <a:solidFill>
            <a:srgbClr val="1B723F"/>
          </a:solidFill>
          <a:ln w="3175">
            <a:solidFill>
              <a:srgbClr val="1B723F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11341100" y="1270000"/>
            <a:ext cx="76200" cy="76200"/>
          </a:xfrm>
          <a:prstGeom prst="rect">
            <a:avLst/>
          </a:prstGeom>
          <a:solidFill>
            <a:srgbClr val="1B723F"/>
          </a:solidFill>
          <a:ln w="3175">
            <a:solidFill>
              <a:srgbClr val="1B723F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7226300" y="6642100"/>
            <a:ext cx="76200" cy="76200"/>
          </a:xfrm>
          <a:prstGeom prst="rect">
            <a:avLst/>
          </a:prstGeom>
          <a:solidFill>
            <a:srgbClr val="1B723F"/>
          </a:solidFill>
          <a:ln w="3175">
            <a:solidFill>
              <a:srgbClr val="1B723F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11341100" y="6642100"/>
            <a:ext cx="76200" cy="76200"/>
          </a:xfrm>
          <a:prstGeom prst="rect">
            <a:avLst/>
          </a:prstGeom>
          <a:solidFill>
            <a:srgbClr val="1B723F"/>
          </a:solidFill>
          <a:ln w="3175">
            <a:solidFill>
              <a:srgbClr val="1B723F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5270500" y="2298700"/>
            <a:ext cx="228600" cy="38100"/>
          </a:xfrm>
          <a:prstGeom prst="line">
            <a:avLst/>
          </a:prstGeom>
          <a:noFill/>
          <a:ln w="9525">
            <a:solidFill>
              <a:srgbClr val="C4707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5499100" y="2336800"/>
            <a:ext cx="266700" cy="152400"/>
          </a:xfrm>
          <a:prstGeom prst="line">
            <a:avLst/>
          </a:prstGeom>
          <a:noFill/>
          <a:ln w="9525">
            <a:solidFill>
              <a:srgbClr val="C4707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5765800" y="2489200"/>
            <a:ext cx="203200" cy="266700"/>
          </a:xfrm>
          <a:prstGeom prst="line">
            <a:avLst/>
          </a:prstGeom>
          <a:noFill/>
          <a:ln w="9525">
            <a:solidFill>
              <a:srgbClr val="C4707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5969000" y="2755900"/>
            <a:ext cx="88900" cy="190500"/>
          </a:xfrm>
          <a:prstGeom prst="line">
            <a:avLst/>
          </a:prstGeom>
          <a:noFill/>
          <a:ln w="9525">
            <a:solidFill>
              <a:srgbClr val="C4707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6057900" y="2946400"/>
            <a:ext cx="50800" cy="190500"/>
          </a:xfrm>
          <a:prstGeom prst="line">
            <a:avLst/>
          </a:prstGeom>
          <a:noFill/>
          <a:ln w="9525">
            <a:solidFill>
              <a:srgbClr val="C4707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6132830" y="3208020"/>
            <a:ext cx="119380" cy="975360"/>
          </a:xfrm>
          <a:prstGeom prst="line">
            <a:avLst/>
          </a:prstGeom>
          <a:noFill/>
          <a:ln w="9525">
            <a:solidFill>
              <a:srgbClr val="A6A6A6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6252210" y="4183380"/>
            <a:ext cx="26670" cy="355600"/>
          </a:xfrm>
          <a:prstGeom prst="line">
            <a:avLst/>
          </a:prstGeom>
          <a:noFill/>
          <a:ln w="9525">
            <a:solidFill>
              <a:srgbClr val="A6A6A6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4095750" y="4380230"/>
            <a:ext cx="2044700" cy="0"/>
          </a:xfrm>
          <a:prstGeom prst="line">
            <a:avLst/>
          </a:prstGeom>
          <a:noFill/>
          <a:ln w="9525">
            <a:solidFill>
              <a:srgbClr val="A6A6A6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6140450" y="4380230"/>
            <a:ext cx="3810" cy="271780"/>
          </a:xfrm>
          <a:prstGeom prst="line">
            <a:avLst/>
          </a:prstGeom>
          <a:noFill/>
          <a:ln w="9525">
            <a:solidFill>
              <a:srgbClr val="A6A6A6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4027170" y="4466590"/>
            <a:ext cx="2039620" cy="0"/>
          </a:xfrm>
          <a:prstGeom prst="line">
            <a:avLst/>
          </a:prstGeom>
          <a:noFill/>
          <a:ln w="9525">
            <a:solidFill>
              <a:srgbClr val="A6A6A6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 flipV="1">
            <a:off x="6238240" y="4530090"/>
            <a:ext cx="68580" cy="121920"/>
          </a:xfrm>
          <a:prstGeom prst="triangle">
            <a:avLst/>
          </a:prstGeom>
          <a:solidFill>
            <a:srgbClr val="653716"/>
          </a:solidFill>
          <a:ln w="6350">
            <a:solidFill>
              <a:srgbClr val="653716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6177280" y="4617720"/>
            <a:ext cx="241300" cy="241300"/>
          </a:xfrm>
          <a:prstGeom prst="ellipse">
            <a:avLst/>
          </a:prstGeom>
          <a:ln w="9525">
            <a:solidFill>
              <a:srgbClr val="A6A6A6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6126480" y="4668520"/>
            <a:ext cx="279400" cy="279400"/>
          </a:xfrm>
          <a:prstGeom prst="ellipse">
            <a:avLst/>
          </a:prstGeom>
          <a:solidFill>
            <a:srgbClr val="D4BCA0"/>
          </a:solidFill>
          <a:ln w="12700">
            <a:solidFill>
              <a:srgbClr val="8A6A48"/>
            </a:solidFill>
            <a:prstDash val="solid"/>
          </a:ln>
        </p:spPr>
      </p:sp>
      <p:sp>
        <p:nvSpPr>
          <p:cNvPr id="239" name="Text 237"/>
          <p:cNvSpPr/>
          <p:nvPr/>
        </p:nvSpPr>
        <p:spPr>
          <a:xfrm>
            <a:off x="6126480" y="4668520"/>
            <a:ext cx="279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</a:t>
            </a:r>
            <a:endParaRPr lang="en-US" sz="1000" dirty="0"/>
          </a:p>
        </p:txBody>
      </p:sp>
      <p:sp>
        <p:nvSpPr>
          <p:cNvPr id="240" name="Shape 238"/>
          <p:cNvSpPr/>
          <p:nvPr/>
        </p:nvSpPr>
        <p:spPr>
          <a:xfrm flipH="1">
            <a:off x="6068060" y="4652010"/>
            <a:ext cx="76200" cy="11811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 flipH="1">
            <a:off x="6055360" y="4770120"/>
            <a:ext cx="12700" cy="7874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 flipH="1">
            <a:off x="6031230" y="4848860"/>
            <a:ext cx="24130" cy="4064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6451600" y="3225800"/>
            <a:ext cx="1803400" cy="1498600"/>
          </a:xfrm>
          <a:prstGeom prst="line">
            <a:avLst/>
          </a:prstGeom>
          <a:noFill/>
          <a:ln w="12700">
            <a:solidFill>
              <a:srgbClr val="C00000"/>
            </a:solidFill>
            <a:prstDash val="dash"/>
          </a:ln>
        </p:spPr>
      </p:sp>
      <p:sp>
        <p:nvSpPr>
          <p:cNvPr id="244" name="Shape 242"/>
          <p:cNvSpPr/>
          <p:nvPr/>
        </p:nvSpPr>
        <p:spPr>
          <a:xfrm>
            <a:off x="2406650" y="3524250"/>
            <a:ext cx="1464310" cy="1244600"/>
          </a:xfrm>
          <a:prstGeom prst="line">
            <a:avLst/>
          </a:prstGeom>
          <a:noFill/>
          <a:ln w="12700">
            <a:solidFill>
              <a:srgbClr val="C00000"/>
            </a:solidFill>
            <a:prstDash val="dash"/>
          </a:ln>
        </p:spPr>
      </p:sp>
      <p:sp>
        <p:nvSpPr>
          <p:cNvPr id="245" name="Shape 243"/>
          <p:cNvSpPr/>
          <p:nvPr/>
        </p:nvSpPr>
        <p:spPr>
          <a:xfrm flipH="1">
            <a:off x="2400300" y="5435600"/>
            <a:ext cx="787400" cy="749300"/>
          </a:xfrm>
          <a:prstGeom prst="line">
            <a:avLst/>
          </a:prstGeom>
          <a:noFill/>
          <a:ln w="12700">
            <a:solidFill>
              <a:srgbClr val="C00000"/>
            </a:solidFill>
            <a:prstDash val="dash"/>
          </a:ln>
        </p:spPr>
      </p:sp>
      <p:sp>
        <p:nvSpPr>
          <p:cNvPr id="246" name="Shape 244"/>
          <p:cNvSpPr/>
          <p:nvPr/>
        </p:nvSpPr>
        <p:spPr>
          <a:xfrm>
            <a:off x="7404100" y="4540250"/>
            <a:ext cx="1917700" cy="584200"/>
          </a:xfrm>
          <a:prstGeom prst="rect">
            <a:avLst/>
          </a:prstGeom>
          <a:solidFill>
            <a:srgbClr val="ED7D31">
              <a:alpha val="63000"/>
            </a:srgbClr>
          </a:solidFill>
          <a:ln w="3175">
            <a:solidFill>
              <a:srgbClr val="ED7D31">
                <a:alpha val="63000"/>
              </a:srgbClr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9505950" y="3511550"/>
            <a:ext cx="1771650" cy="609600"/>
          </a:xfrm>
          <a:prstGeom prst="rect">
            <a:avLst/>
          </a:prstGeom>
          <a:solidFill>
            <a:srgbClr val="ED7D31">
              <a:alpha val="63000"/>
            </a:srgbClr>
          </a:solidFill>
          <a:ln w="3175">
            <a:solidFill>
              <a:srgbClr val="ED7D31">
                <a:alpha val="63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71500"/>
            <a:ext cx="11137900" cy="6286500"/>
          </a:xfrm>
          <a:prstGeom prst="rect">
            <a:avLst/>
          </a:prstGeom>
          <a:solidFill>
            <a:srgbClr val="E9E9E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791970" y="772160"/>
            <a:ext cx="7315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Transformers – Part II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1426210" y="1888490"/>
            <a:ext cx="6400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Parallelization  Implementation Issues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426210" y="2419350"/>
            <a:ext cx="6400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Positional Information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85570" y="2976880"/>
            <a:ext cx="6400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Transformer Block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438910" y="3506470"/>
            <a:ext cx="6400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Transformer Decoder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426210" y="4037330"/>
            <a:ext cx="6400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Transformer Encoder  as a Classifier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438910" y="4621530"/>
            <a:ext cx="6400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Next ?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71500"/>
            <a:ext cx="11137900" cy="6286500"/>
          </a:xfrm>
          <a:prstGeom prst="rect">
            <a:avLst/>
          </a:prstGeom>
          <a:solidFill>
            <a:srgbClr val="E9E9E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69900" y="2847610"/>
            <a:ext cx="10972800" cy="923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8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Parallelization</a:t>
            </a:r>
            <a:endParaRPr lang="en-US" sz="4850" dirty="0"/>
          </a:p>
        </p:txBody>
      </p:sp>
      <p:sp>
        <p:nvSpPr>
          <p:cNvPr id="6" name="Text 4"/>
          <p:cNvSpPr/>
          <p:nvPr/>
        </p:nvSpPr>
        <p:spPr>
          <a:xfrm>
            <a:off x="548640" y="3537823"/>
            <a:ext cx="10972800" cy="923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8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 Issues</a:t>
            </a:r>
            <a:endParaRPr lang="en-US" sz="4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71500"/>
            <a:ext cx="11137900" cy="6286500"/>
          </a:xfrm>
          <a:prstGeom prst="rect">
            <a:avLst/>
          </a:prstGeom>
          <a:solidFill>
            <a:srgbClr val="E9E9E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7700" y="1358900"/>
            <a:ext cx="10375900" cy="5270500"/>
          </a:xfrm>
          <a:prstGeom prst="rect">
            <a:avLst/>
          </a:prstGeom>
          <a:solidFill>
            <a:srgbClr val="F7E2CD"/>
          </a:solidFill>
          <a:ln w="12700">
            <a:solidFill>
              <a:srgbClr val="C9C5C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85400" y="5105400"/>
            <a:ext cx="0" cy="889000"/>
          </a:xfrm>
          <a:prstGeom prst="line">
            <a:avLst/>
          </a:prstGeom>
          <a:noFill/>
          <a:ln w="15875">
            <a:solidFill>
              <a:srgbClr val="4E7D52"/>
            </a:solidFill>
            <a:prstDash val="sysDot"/>
          </a:ln>
        </p:spPr>
      </p:sp>
      <p:sp>
        <p:nvSpPr>
          <p:cNvPr id="7" name="Shape 5"/>
          <p:cNvSpPr/>
          <p:nvPr/>
        </p:nvSpPr>
        <p:spPr>
          <a:xfrm>
            <a:off x="10096500" y="4978400"/>
            <a:ext cx="177800" cy="177800"/>
          </a:xfrm>
          <a:prstGeom prst="triangle">
            <a:avLst/>
          </a:prstGeom>
          <a:solidFill>
            <a:srgbClr val="4E7D52"/>
          </a:solidFill>
          <a:ln/>
        </p:spPr>
      </p:sp>
      <p:sp>
        <p:nvSpPr>
          <p:cNvPr id="8" name="Shape 6"/>
          <p:cNvSpPr/>
          <p:nvPr/>
        </p:nvSpPr>
        <p:spPr>
          <a:xfrm>
            <a:off x="1168400" y="4978400"/>
            <a:ext cx="177800" cy="177800"/>
          </a:xfrm>
          <a:prstGeom prst="triangle">
            <a:avLst/>
          </a:prstGeom>
          <a:solidFill>
            <a:srgbClr val="4E7D52"/>
          </a:solidFill>
          <a:ln/>
        </p:spPr>
      </p:sp>
      <p:sp>
        <p:nvSpPr>
          <p:cNvPr id="9" name="Shape 7"/>
          <p:cNvSpPr/>
          <p:nvPr/>
        </p:nvSpPr>
        <p:spPr>
          <a:xfrm>
            <a:off x="736600" y="2870200"/>
            <a:ext cx="1041400" cy="2159000"/>
          </a:xfrm>
          <a:prstGeom prst="roundRect">
            <a:avLst>
              <a:gd name="adj" fmla="val 7024"/>
            </a:avLst>
          </a:prstGeom>
          <a:solidFill>
            <a:srgbClr val="E7FFE9"/>
          </a:solidFill>
          <a:ln w="15875">
            <a:solidFill>
              <a:srgbClr val="4E7D52"/>
            </a:solidFill>
            <a:prstDash val="sysDot"/>
          </a:ln>
        </p:spPr>
      </p:sp>
      <p:sp>
        <p:nvSpPr>
          <p:cNvPr id="10" name="Shape 8"/>
          <p:cNvSpPr/>
          <p:nvPr/>
        </p:nvSpPr>
        <p:spPr>
          <a:xfrm>
            <a:off x="9690100" y="2870200"/>
            <a:ext cx="1054100" cy="2159000"/>
          </a:xfrm>
          <a:prstGeom prst="roundRect">
            <a:avLst>
              <a:gd name="adj" fmla="val 6940"/>
            </a:avLst>
          </a:prstGeom>
          <a:solidFill>
            <a:srgbClr val="E7FFE9"/>
          </a:solidFill>
          <a:ln w="15875">
            <a:solidFill>
              <a:srgbClr val="4E7D52"/>
            </a:solidFill>
            <a:prstDash val="sysDot"/>
          </a:ln>
        </p:spPr>
      </p:sp>
      <p:sp>
        <p:nvSpPr>
          <p:cNvPr id="11" name="Shape 9"/>
          <p:cNvSpPr/>
          <p:nvPr/>
        </p:nvSpPr>
        <p:spPr>
          <a:xfrm>
            <a:off x="838200" y="3009900"/>
            <a:ext cx="165100" cy="215900"/>
          </a:xfrm>
          <a:prstGeom prst="rect">
            <a:avLst/>
          </a:prstGeom>
          <a:solidFill>
            <a:srgbClr val="EFF5C3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3300" y="3009900"/>
            <a:ext cx="165100" cy="215900"/>
          </a:xfrm>
          <a:prstGeom prst="rect">
            <a:avLst/>
          </a:prstGeom>
          <a:solidFill>
            <a:srgbClr val="F3F9D9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68400" y="3009900"/>
            <a:ext cx="165100" cy="215900"/>
          </a:xfrm>
          <a:prstGeom prst="rect">
            <a:avLst/>
          </a:prstGeom>
          <a:solidFill>
            <a:srgbClr val="FBDFD2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33500" y="3009900"/>
            <a:ext cx="165100" cy="215900"/>
          </a:xfrm>
          <a:prstGeom prst="rect">
            <a:avLst/>
          </a:prstGeom>
          <a:solidFill>
            <a:srgbClr val="DFE5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498600" y="3009900"/>
            <a:ext cx="165100" cy="215900"/>
          </a:xfrm>
          <a:prstGeom prst="rect">
            <a:avLst/>
          </a:prstGeom>
          <a:solidFill>
            <a:srgbClr val="ECDE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85850" y="2984500"/>
            <a:ext cx="330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100" b="1" baseline="-40000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791700" y="3009900"/>
            <a:ext cx="170180" cy="215900"/>
          </a:xfrm>
          <a:prstGeom prst="rect">
            <a:avLst/>
          </a:prstGeom>
          <a:solidFill>
            <a:srgbClr val="EFF5C3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961880" y="3009900"/>
            <a:ext cx="170180" cy="215900"/>
          </a:xfrm>
          <a:prstGeom prst="rect">
            <a:avLst/>
          </a:prstGeom>
          <a:solidFill>
            <a:srgbClr val="F3F9D9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132060" y="3009900"/>
            <a:ext cx="170180" cy="215900"/>
          </a:xfrm>
          <a:prstGeom prst="rect">
            <a:avLst/>
          </a:prstGeom>
          <a:solidFill>
            <a:srgbClr val="FBDFD2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302240" y="3009900"/>
            <a:ext cx="170180" cy="215900"/>
          </a:xfrm>
          <a:prstGeom prst="rect">
            <a:avLst/>
          </a:prstGeom>
          <a:solidFill>
            <a:srgbClr val="DFE5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472420" y="3009900"/>
            <a:ext cx="170180" cy="215900"/>
          </a:xfrm>
          <a:prstGeom prst="rect">
            <a:avLst/>
          </a:prstGeom>
          <a:solidFill>
            <a:srgbClr val="ECDE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46970" y="2984500"/>
            <a:ext cx="34036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100" b="1" baseline="-40000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38200" y="3530600"/>
            <a:ext cx="165100" cy="215900"/>
          </a:xfrm>
          <a:prstGeom prst="rect">
            <a:avLst/>
          </a:prstGeom>
          <a:solidFill>
            <a:srgbClr val="EFF5C3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3300" y="3530600"/>
            <a:ext cx="165100" cy="215900"/>
          </a:xfrm>
          <a:prstGeom prst="rect">
            <a:avLst/>
          </a:prstGeom>
          <a:solidFill>
            <a:srgbClr val="F3F9D9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68400" y="3530600"/>
            <a:ext cx="165100" cy="215900"/>
          </a:xfrm>
          <a:prstGeom prst="rect">
            <a:avLst/>
          </a:prstGeom>
          <a:solidFill>
            <a:srgbClr val="FBDFD2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33500" y="3530600"/>
            <a:ext cx="165100" cy="215900"/>
          </a:xfrm>
          <a:prstGeom prst="rect">
            <a:avLst/>
          </a:prstGeom>
          <a:solidFill>
            <a:srgbClr val="DFE5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498600" y="3530600"/>
            <a:ext cx="165100" cy="215900"/>
          </a:xfrm>
          <a:prstGeom prst="rect">
            <a:avLst/>
          </a:prstGeom>
          <a:solidFill>
            <a:srgbClr val="ECDE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85850" y="3505200"/>
            <a:ext cx="330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100" b="1" baseline="-40000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791700" y="3530600"/>
            <a:ext cx="170180" cy="215900"/>
          </a:xfrm>
          <a:prstGeom prst="rect">
            <a:avLst/>
          </a:prstGeom>
          <a:solidFill>
            <a:srgbClr val="EFF5C3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961880" y="3530600"/>
            <a:ext cx="170180" cy="215900"/>
          </a:xfrm>
          <a:prstGeom prst="rect">
            <a:avLst/>
          </a:prstGeom>
          <a:solidFill>
            <a:srgbClr val="F3F9D9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132060" y="3530600"/>
            <a:ext cx="170180" cy="215900"/>
          </a:xfrm>
          <a:prstGeom prst="rect">
            <a:avLst/>
          </a:prstGeom>
          <a:solidFill>
            <a:srgbClr val="FBDFD2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302240" y="3530600"/>
            <a:ext cx="170180" cy="215900"/>
          </a:xfrm>
          <a:prstGeom prst="rect">
            <a:avLst/>
          </a:prstGeom>
          <a:solidFill>
            <a:srgbClr val="DFE5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472420" y="3530600"/>
            <a:ext cx="170180" cy="215900"/>
          </a:xfrm>
          <a:prstGeom prst="rect">
            <a:avLst/>
          </a:prstGeom>
          <a:solidFill>
            <a:srgbClr val="ECDE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046970" y="3505200"/>
            <a:ext cx="34036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100" b="1" baseline="-40000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838200" y="4051300"/>
            <a:ext cx="165100" cy="215900"/>
          </a:xfrm>
          <a:prstGeom prst="rect">
            <a:avLst/>
          </a:prstGeom>
          <a:solidFill>
            <a:srgbClr val="EFF5C3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03300" y="4051300"/>
            <a:ext cx="165100" cy="215900"/>
          </a:xfrm>
          <a:prstGeom prst="rect">
            <a:avLst/>
          </a:prstGeom>
          <a:solidFill>
            <a:srgbClr val="F3F9D9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168400" y="4051300"/>
            <a:ext cx="165100" cy="215900"/>
          </a:xfrm>
          <a:prstGeom prst="rect">
            <a:avLst/>
          </a:prstGeom>
          <a:solidFill>
            <a:srgbClr val="FBDFD2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333500" y="4051300"/>
            <a:ext cx="165100" cy="215900"/>
          </a:xfrm>
          <a:prstGeom prst="rect">
            <a:avLst/>
          </a:prstGeom>
          <a:solidFill>
            <a:srgbClr val="DFE5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498600" y="4051300"/>
            <a:ext cx="165100" cy="215900"/>
          </a:xfrm>
          <a:prstGeom prst="rect">
            <a:avLst/>
          </a:prstGeom>
          <a:solidFill>
            <a:srgbClr val="ECDE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85850" y="4025900"/>
            <a:ext cx="330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100" b="1" baseline="-40000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9791700" y="4051300"/>
            <a:ext cx="170180" cy="215900"/>
          </a:xfrm>
          <a:prstGeom prst="rect">
            <a:avLst/>
          </a:prstGeom>
          <a:solidFill>
            <a:srgbClr val="EFF5C3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961880" y="4051300"/>
            <a:ext cx="170180" cy="215900"/>
          </a:xfrm>
          <a:prstGeom prst="rect">
            <a:avLst/>
          </a:prstGeom>
          <a:solidFill>
            <a:srgbClr val="F3F9D9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0132060" y="4051300"/>
            <a:ext cx="170180" cy="215900"/>
          </a:xfrm>
          <a:prstGeom prst="rect">
            <a:avLst/>
          </a:prstGeom>
          <a:solidFill>
            <a:srgbClr val="FBDFD2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0302240" y="4051300"/>
            <a:ext cx="170180" cy="215900"/>
          </a:xfrm>
          <a:prstGeom prst="rect">
            <a:avLst/>
          </a:prstGeom>
          <a:solidFill>
            <a:srgbClr val="DFE5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472420" y="4051300"/>
            <a:ext cx="170180" cy="215900"/>
          </a:xfrm>
          <a:prstGeom prst="rect">
            <a:avLst/>
          </a:prstGeom>
          <a:solidFill>
            <a:srgbClr val="ECDE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046970" y="4025900"/>
            <a:ext cx="34036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100" b="1" baseline="-40000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38200" y="4610100"/>
            <a:ext cx="165100" cy="215900"/>
          </a:xfrm>
          <a:prstGeom prst="rect">
            <a:avLst/>
          </a:prstGeom>
          <a:solidFill>
            <a:srgbClr val="EFF5C3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003300" y="4610100"/>
            <a:ext cx="165100" cy="215900"/>
          </a:xfrm>
          <a:prstGeom prst="rect">
            <a:avLst/>
          </a:prstGeom>
          <a:solidFill>
            <a:srgbClr val="F3F9D9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168400" y="4610100"/>
            <a:ext cx="165100" cy="215900"/>
          </a:xfrm>
          <a:prstGeom prst="rect">
            <a:avLst/>
          </a:prstGeom>
          <a:solidFill>
            <a:srgbClr val="FBDFD2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333500" y="4610100"/>
            <a:ext cx="165100" cy="215900"/>
          </a:xfrm>
          <a:prstGeom prst="rect">
            <a:avLst/>
          </a:prstGeom>
          <a:solidFill>
            <a:srgbClr val="DFE5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498600" y="4610100"/>
            <a:ext cx="165100" cy="215900"/>
          </a:xfrm>
          <a:prstGeom prst="rect">
            <a:avLst/>
          </a:prstGeom>
          <a:solidFill>
            <a:srgbClr val="ECDE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085850" y="4584700"/>
            <a:ext cx="330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100" b="1" baseline="-40000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9791700" y="4610100"/>
            <a:ext cx="170180" cy="215900"/>
          </a:xfrm>
          <a:prstGeom prst="rect">
            <a:avLst/>
          </a:prstGeom>
          <a:solidFill>
            <a:srgbClr val="EFF5C3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9961880" y="4610100"/>
            <a:ext cx="170180" cy="215900"/>
          </a:xfrm>
          <a:prstGeom prst="rect">
            <a:avLst/>
          </a:prstGeom>
          <a:solidFill>
            <a:srgbClr val="F3F9D9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0132060" y="4610100"/>
            <a:ext cx="170180" cy="215900"/>
          </a:xfrm>
          <a:prstGeom prst="rect">
            <a:avLst/>
          </a:prstGeom>
          <a:solidFill>
            <a:srgbClr val="FBDFD2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0302240" y="4610100"/>
            <a:ext cx="170180" cy="215900"/>
          </a:xfrm>
          <a:prstGeom prst="rect">
            <a:avLst/>
          </a:prstGeom>
          <a:solidFill>
            <a:srgbClr val="DFE5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0472420" y="4610100"/>
            <a:ext cx="170180" cy="215900"/>
          </a:xfrm>
          <a:prstGeom prst="rect">
            <a:avLst/>
          </a:prstGeom>
          <a:solidFill>
            <a:srgbClr val="ECDE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0046970" y="4584700"/>
            <a:ext cx="34036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100" b="1" baseline="-40000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2590800" y="2933700"/>
            <a:ext cx="83820" cy="152400"/>
          </a:xfrm>
          <a:prstGeom prst="rect">
            <a:avLst/>
          </a:prstGeom>
          <a:solidFill>
            <a:srgbClr val="EFF5C3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2674620" y="2933700"/>
            <a:ext cx="83820" cy="152400"/>
          </a:xfrm>
          <a:prstGeom prst="rect">
            <a:avLst/>
          </a:prstGeom>
          <a:solidFill>
            <a:srgbClr val="F3F9D9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758440" y="2933700"/>
            <a:ext cx="83820" cy="152400"/>
          </a:xfrm>
          <a:prstGeom prst="rect">
            <a:avLst/>
          </a:prstGeom>
          <a:solidFill>
            <a:srgbClr val="FBDFD2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842260" y="2933700"/>
            <a:ext cx="83820" cy="152400"/>
          </a:xfrm>
          <a:prstGeom prst="rect">
            <a:avLst/>
          </a:prstGeom>
          <a:solidFill>
            <a:srgbClr val="DFE5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2926080" y="2933700"/>
            <a:ext cx="83820" cy="152400"/>
          </a:xfrm>
          <a:prstGeom prst="rect">
            <a:avLst/>
          </a:prstGeom>
          <a:solidFill>
            <a:srgbClr val="ECDE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2590800" y="3454400"/>
            <a:ext cx="83820" cy="152400"/>
          </a:xfrm>
          <a:prstGeom prst="rect">
            <a:avLst/>
          </a:prstGeom>
          <a:solidFill>
            <a:srgbClr val="EFF5C3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2674620" y="3454400"/>
            <a:ext cx="83820" cy="152400"/>
          </a:xfrm>
          <a:prstGeom prst="rect">
            <a:avLst/>
          </a:prstGeom>
          <a:solidFill>
            <a:srgbClr val="F3F9D9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2758440" y="3454400"/>
            <a:ext cx="83820" cy="152400"/>
          </a:xfrm>
          <a:prstGeom prst="rect">
            <a:avLst/>
          </a:prstGeom>
          <a:solidFill>
            <a:srgbClr val="FBDFD2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2842260" y="3454400"/>
            <a:ext cx="83820" cy="152400"/>
          </a:xfrm>
          <a:prstGeom prst="rect">
            <a:avLst/>
          </a:prstGeom>
          <a:solidFill>
            <a:srgbClr val="DFE5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2926080" y="3454400"/>
            <a:ext cx="83820" cy="152400"/>
          </a:xfrm>
          <a:prstGeom prst="rect">
            <a:avLst/>
          </a:prstGeom>
          <a:solidFill>
            <a:srgbClr val="ECDE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2590800" y="3975100"/>
            <a:ext cx="83820" cy="152400"/>
          </a:xfrm>
          <a:prstGeom prst="rect">
            <a:avLst/>
          </a:prstGeom>
          <a:solidFill>
            <a:srgbClr val="EFF5C3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2674620" y="3975100"/>
            <a:ext cx="83820" cy="152400"/>
          </a:xfrm>
          <a:prstGeom prst="rect">
            <a:avLst/>
          </a:prstGeom>
          <a:solidFill>
            <a:srgbClr val="F3F9D9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2758440" y="3975100"/>
            <a:ext cx="83820" cy="152400"/>
          </a:xfrm>
          <a:prstGeom prst="rect">
            <a:avLst/>
          </a:prstGeom>
          <a:solidFill>
            <a:srgbClr val="FBDFD2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2842260" y="3975100"/>
            <a:ext cx="83820" cy="152400"/>
          </a:xfrm>
          <a:prstGeom prst="rect">
            <a:avLst/>
          </a:prstGeom>
          <a:solidFill>
            <a:srgbClr val="DFE5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2926080" y="3975100"/>
            <a:ext cx="83820" cy="152400"/>
          </a:xfrm>
          <a:prstGeom prst="rect">
            <a:avLst/>
          </a:prstGeom>
          <a:solidFill>
            <a:srgbClr val="ECDE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2590800" y="4533900"/>
            <a:ext cx="83820" cy="152400"/>
          </a:xfrm>
          <a:prstGeom prst="rect">
            <a:avLst/>
          </a:prstGeom>
          <a:solidFill>
            <a:srgbClr val="EFF5C3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2674620" y="4533900"/>
            <a:ext cx="83820" cy="152400"/>
          </a:xfrm>
          <a:prstGeom prst="rect">
            <a:avLst/>
          </a:prstGeom>
          <a:solidFill>
            <a:srgbClr val="F3F9D9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758440" y="4533900"/>
            <a:ext cx="83820" cy="152400"/>
          </a:xfrm>
          <a:prstGeom prst="rect">
            <a:avLst/>
          </a:prstGeom>
          <a:solidFill>
            <a:srgbClr val="FBDFD2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2842260" y="4533900"/>
            <a:ext cx="83820" cy="152400"/>
          </a:xfrm>
          <a:prstGeom prst="rect">
            <a:avLst/>
          </a:prstGeom>
          <a:solidFill>
            <a:srgbClr val="DFE5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926080" y="4533900"/>
            <a:ext cx="83820" cy="152400"/>
          </a:xfrm>
          <a:prstGeom prst="rect">
            <a:avLst/>
          </a:prstGeom>
          <a:solidFill>
            <a:srgbClr val="ECDE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8470900" y="2933700"/>
            <a:ext cx="78740" cy="152400"/>
          </a:xfrm>
          <a:prstGeom prst="rect">
            <a:avLst/>
          </a:prstGeom>
          <a:solidFill>
            <a:srgbClr val="EFF5C3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8549640" y="2933700"/>
            <a:ext cx="78740" cy="152400"/>
          </a:xfrm>
          <a:prstGeom prst="rect">
            <a:avLst/>
          </a:prstGeom>
          <a:solidFill>
            <a:srgbClr val="F3F9D9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8628380" y="2933700"/>
            <a:ext cx="78740" cy="152400"/>
          </a:xfrm>
          <a:prstGeom prst="rect">
            <a:avLst/>
          </a:prstGeom>
          <a:solidFill>
            <a:srgbClr val="FBDFD2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8707120" y="2933700"/>
            <a:ext cx="78740" cy="152400"/>
          </a:xfrm>
          <a:prstGeom prst="rect">
            <a:avLst/>
          </a:prstGeom>
          <a:solidFill>
            <a:srgbClr val="DFE5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8785860" y="2933700"/>
            <a:ext cx="78740" cy="152400"/>
          </a:xfrm>
          <a:prstGeom prst="rect">
            <a:avLst/>
          </a:prstGeom>
          <a:solidFill>
            <a:srgbClr val="ECDE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8470900" y="3454400"/>
            <a:ext cx="78740" cy="152400"/>
          </a:xfrm>
          <a:prstGeom prst="rect">
            <a:avLst/>
          </a:prstGeom>
          <a:solidFill>
            <a:srgbClr val="EFF5C3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8549640" y="3454400"/>
            <a:ext cx="78740" cy="152400"/>
          </a:xfrm>
          <a:prstGeom prst="rect">
            <a:avLst/>
          </a:prstGeom>
          <a:solidFill>
            <a:srgbClr val="F3F9D9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8628380" y="3454400"/>
            <a:ext cx="78740" cy="152400"/>
          </a:xfrm>
          <a:prstGeom prst="rect">
            <a:avLst/>
          </a:prstGeom>
          <a:solidFill>
            <a:srgbClr val="FBDFD2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8707120" y="3454400"/>
            <a:ext cx="78740" cy="152400"/>
          </a:xfrm>
          <a:prstGeom prst="rect">
            <a:avLst/>
          </a:prstGeom>
          <a:solidFill>
            <a:srgbClr val="DFE5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8785860" y="3454400"/>
            <a:ext cx="78740" cy="152400"/>
          </a:xfrm>
          <a:prstGeom prst="rect">
            <a:avLst/>
          </a:prstGeom>
          <a:solidFill>
            <a:srgbClr val="ECDE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8470900" y="3975100"/>
            <a:ext cx="78740" cy="152400"/>
          </a:xfrm>
          <a:prstGeom prst="rect">
            <a:avLst/>
          </a:prstGeom>
          <a:solidFill>
            <a:srgbClr val="EFF5C3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8549640" y="3975100"/>
            <a:ext cx="78740" cy="152400"/>
          </a:xfrm>
          <a:prstGeom prst="rect">
            <a:avLst/>
          </a:prstGeom>
          <a:solidFill>
            <a:srgbClr val="F3F9D9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8628380" y="3975100"/>
            <a:ext cx="78740" cy="152400"/>
          </a:xfrm>
          <a:prstGeom prst="rect">
            <a:avLst/>
          </a:prstGeom>
          <a:solidFill>
            <a:srgbClr val="FBDFD2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8707120" y="3975100"/>
            <a:ext cx="78740" cy="152400"/>
          </a:xfrm>
          <a:prstGeom prst="rect">
            <a:avLst/>
          </a:prstGeom>
          <a:solidFill>
            <a:srgbClr val="DFE5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8785860" y="3975100"/>
            <a:ext cx="78740" cy="152400"/>
          </a:xfrm>
          <a:prstGeom prst="rect">
            <a:avLst/>
          </a:prstGeom>
          <a:solidFill>
            <a:srgbClr val="ECDE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8470900" y="4533900"/>
            <a:ext cx="78740" cy="152400"/>
          </a:xfrm>
          <a:prstGeom prst="rect">
            <a:avLst/>
          </a:prstGeom>
          <a:solidFill>
            <a:srgbClr val="EFF5C3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8549640" y="4533900"/>
            <a:ext cx="78740" cy="152400"/>
          </a:xfrm>
          <a:prstGeom prst="rect">
            <a:avLst/>
          </a:prstGeom>
          <a:solidFill>
            <a:srgbClr val="F3F9D9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8628380" y="4533900"/>
            <a:ext cx="78740" cy="152400"/>
          </a:xfrm>
          <a:prstGeom prst="rect">
            <a:avLst/>
          </a:prstGeom>
          <a:solidFill>
            <a:srgbClr val="FBDFD2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8707120" y="4533900"/>
            <a:ext cx="78740" cy="152400"/>
          </a:xfrm>
          <a:prstGeom prst="rect">
            <a:avLst/>
          </a:prstGeom>
          <a:solidFill>
            <a:srgbClr val="DFE5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8785860" y="4533900"/>
            <a:ext cx="78740" cy="152400"/>
          </a:xfrm>
          <a:prstGeom prst="rect">
            <a:avLst/>
          </a:prstGeom>
          <a:solidFill>
            <a:srgbClr val="ECDE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2997200" y="2908300"/>
            <a:ext cx="254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buNone/>
            </a:pPr>
            <a:r>
              <a:rPr lang="en-US" sz="1100" b="1" baseline="-40000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00" name="Text 98"/>
          <p:cNvSpPr/>
          <p:nvPr/>
        </p:nvSpPr>
        <p:spPr>
          <a:xfrm>
            <a:off x="8102600" y="2882900"/>
            <a:ext cx="254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l" indent="0" marL="0">
              <a:buNone/>
            </a:pPr>
            <a:r>
              <a:rPr lang="en-US" sz="1100" b="1" baseline="-40000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01" name="Text 99"/>
          <p:cNvSpPr/>
          <p:nvPr/>
        </p:nvSpPr>
        <p:spPr>
          <a:xfrm>
            <a:off x="2997200" y="3429000"/>
            <a:ext cx="254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buNone/>
            </a:pPr>
            <a:r>
              <a:rPr lang="en-US" sz="1100" b="1" baseline="-40000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02" name="Text 100"/>
          <p:cNvSpPr/>
          <p:nvPr/>
        </p:nvSpPr>
        <p:spPr>
          <a:xfrm>
            <a:off x="8102600" y="3416300"/>
            <a:ext cx="254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l" indent="0" marL="0">
              <a:buNone/>
            </a:pPr>
            <a:r>
              <a:rPr lang="en-US" sz="1100" b="1" baseline="-40000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03" name="Text 101"/>
          <p:cNvSpPr/>
          <p:nvPr/>
        </p:nvSpPr>
        <p:spPr>
          <a:xfrm>
            <a:off x="2997200" y="3949700"/>
            <a:ext cx="254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buNone/>
            </a:pPr>
            <a:r>
              <a:rPr lang="en-US" sz="1100" b="1" baseline="-40000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04" name="Text 102"/>
          <p:cNvSpPr/>
          <p:nvPr/>
        </p:nvSpPr>
        <p:spPr>
          <a:xfrm>
            <a:off x="8102600" y="4013200"/>
            <a:ext cx="254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l" indent="0" marL="0">
              <a:buNone/>
            </a:pPr>
            <a:r>
              <a:rPr lang="en-US" sz="1100" b="1" baseline="-40000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05" name="Text 103"/>
          <p:cNvSpPr/>
          <p:nvPr/>
        </p:nvSpPr>
        <p:spPr>
          <a:xfrm>
            <a:off x="2997200" y="4508500"/>
            <a:ext cx="254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buNone/>
            </a:pPr>
            <a:r>
              <a:rPr lang="en-US" sz="1100" b="1" baseline="-40000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6" name="Text 104"/>
          <p:cNvSpPr/>
          <p:nvPr/>
        </p:nvSpPr>
        <p:spPr>
          <a:xfrm>
            <a:off x="8102600" y="4572000"/>
            <a:ext cx="254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l" indent="0" marL="0">
              <a:buNone/>
            </a:pPr>
            <a:r>
              <a:rPr lang="en-US" sz="1100" b="1" baseline="-40000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7" name="Shape 105"/>
          <p:cNvSpPr/>
          <p:nvPr/>
        </p:nvSpPr>
        <p:spPr>
          <a:xfrm>
            <a:off x="5816600" y="2463800"/>
            <a:ext cx="419100" cy="2654300"/>
          </a:xfrm>
          <a:prstGeom prst="roundRect">
            <a:avLst>
              <a:gd name="adj" fmla="val 17455"/>
            </a:avLst>
          </a:prstGeom>
          <a:solidFill>
            <a:srgbClr val="F8DDFC"/>
          </a:solidFill>
          <a:ln w="12700">
            <a:solidFill>
              <a:srgbClr val="C0AEC0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 rot="5400000">
            <a:off x="5676900" y="3594100"/>
            <a:ext cx="6985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B21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 max</a:t>
            </a:r>
            <a:endParaRPr lang="en-US" sz="1100" dirty="0"/>
          </a:p>
        </p:txBody>
      </p:sp>
      <p:sp>
        <p:nvSpPr>
          <p:cNvPr id="109" name="Shape 107"/>
          <p:cNvSpPr/>
          <p:nvPr/>
        </p:nvSpPr>
        <p:spPr>
          <a:xfrm>
            <a:off x="4279900" y="3143250"/>
            <a:ext cx="1498600" cy="0"/>
          </a:xfrm>
          <a:prstGeom prst="line">
            <a:avLst/>
          </a:prstGeom>
          <a:noFill/>
          <a:ln w="9525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110" name="Shape 108"/>
          <p:cNvSpPr/>
          <p:nvPr/>
        </p:nvSpPr>
        <p:spPr>
          <a:xfrm>
            <a:off x="4076700" y="3657600"/>
            <a:ext cx="1701800" cy="0"/>
          </a:xfrm>
          <a:prstGeom prst="line">
            <a:avLst/>
          </a:prstGeom>
          <a:noFill/>
          <a:ln w="9525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111" name="Shape 109"/>
          <p:cNvSpPr/>
          <p:nvPr/>
        </p:nvSpPr>
        <p:spPr>
          <a:xfrm>
            <a:off x="3848100" y="4178300"/>
            <a:ext cx="1930400" cy="0"/>
          </a:xfrm>
          <a:prstGeom prst="line">
            <a:avLst/>
          </a:prstGeom>
          <a:noFill/>
          <a:ln w="9525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112" name="Shape 110"/>
          <p:cNvSpPr/>
          <p:nvPr/>
        </p:nvSpPr>
        <p:spPr>
          <a:xfrm>
            <a:off x="3606800" y="4730750"/>
            <a:ext cx="2171700" cy="0"/>
          </a:xfrm>
          <a:prstGeom prst="line">
            <a:avLst/>
          </a:prstGeom>
          <a:noFill/>
          <a:ln w="9525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113" name="Shape 111"/>
          <p:cNvSpPr/>
          <p:nvPr/>
        </p:nvSpPr>
        <p:spPr>
          <a:xfrm>
            <a:off x="3441700" y="2070100"/>
            <a:ext cx="850900" cy="279400"/>
          </a:xfrm>
          <a:prstGeom prst="roundRect">
            <a:avLst>
              <a:gd name="adj" fmla="val 39273"/>
            </a:avLst>
          </a:prstGeom>
          <a:solidFill>
            <a:srgbClr val="FFFFE3"/>
          </a:solidFill>
          <a:ln w="12700">
            <a:solidFill>
              <a:srgbClr val="8AA88A"/>
            </a:solidFill>
            <a:prstDash val="sysDot"/>
          </a:ln>
        </p:spPr>
      </p:sp>
      <p:sp>
        <p:nvSpPr>
          <p:cNvPr id="114" name="Text 112"/>
          <p:cNvSpPr/>
          <p:nvPr/>
        </p:nvSpPr>
        <p:spPr>
          <a:xfrm>
            <a:off x="3441700" y="2070100"/>
            <a:ext cx="8509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3F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Similarity</a:t>
            </a:r>
            <a:endParaRPr lang="en-US" sz="1100" dirty="0"/>
          </a:p>
        </p:txBody>
      </p:sp>
      <p:sp>
        <p:nvSpPr>
          <p:cNvPr id="115" name="Shape 113"/>
          <p:cNvSpPr/>
          <p:nvPr/>
        </p:nvSpPr>
        <p:spPr>
          <a:xfrm>
            <a:off x="5448300" y="2044700"/>
            <a:ext cx="1092200" cy="279400"/>
          </a:xfrm>
          <a:prstGeom prst="roundRect">
            <a:avLst>
              <a:gd name="adj" fmla="val 39273"/>
            </a:avLst>
          </a:prstGeom>
          <a:solidFill>
            <a:srgbClr val="FFFFE3"/>
          </a:solidFill>
          <a:ln w="12700">
            <a:solidFill>
              <a:srgbClr val="8AA88A"/>
            </a:solidFill>
            <a:prstDash val="sysDot"/>
          </a:ln>
        </p:spPr>
      </p:sp>
      <p:sp>
        <p:nvSpPr>
          <p:cNvPr id="116" name="Text 114"/>
          <p:cNvSpPr/>
          <p:nvPr/>
        </p:nvSpPr>
        <p:spPr>
          <a:xfrm>
            <a:off x="5448300" y="2044700"/>
            <a:ext cx="10922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3F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Probabilities</a:t>
            </a:r>
            <a:endParaRPr lang="en-US" sz="1100" dirty="0"/>
          </a:p>
        </p:txBody>
      </p:sp>
      <p:sp>
        <p:nvSpPr>
          <p:cNvPr id="117" name="Shape 115"/>
          <p:cNvSpPr/>
          <p:nvPr/>
        </p:nvSpPr>
        <p:spPr>
          <a:xfrm>
            <a:off x="7569200" y="2044700"/>
            <a:ext cx="1206500" cy="292100"/>
          </a:xfrm>
          <a:prstGeom prst="roundRect">
            <a:avLst>
              <a:gd name="adj" fmla="val 37565"/>
            </a:avLst>
          </a:prstGeom>
          <a:solidFill>
            <a:srgbClr val="FFFFE3"/>
          </a:solidFill>
          <a:ln w="12700">
            <a:solidFill>
              <a:srgbClr val="8AA88A"/>
            </a:solidFill>
            <a:prstDash val="sysDot"/>
          </a:ln>
        </p:spPr>
      </p:sp>
      <p:sp>
        <p:nvSpPr>
          <p:cNvPr id="118" name="Text 116"/>
          <p:cNvSpPr/>
          <p:nvPr/>
        </p:nvSpPr>
        <p:spPr>
          <a:xfrm>
            <a:off x="7569200" y="2044700"/>
            <a:ext cx="1206500" cy="292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3F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Weighted SUM</a:t>
            </a:r>
            <a:endParaRPr lang="en-US" sz="1100" dirty="0"/>
          </a:p>
        </p:txBody>
      </p:sp>
      <p:sp>
        <p:nvSpPr>
          <p:cNvPr id="119" name="Shape 117"/>
          <p:cNvSpPr/>
          <p:nvPr/>
        </p:nvSpPr>
        <p:spPr>
          <a:xfrm>
            <a:off x="9347200" y="5930900"/>
            <a:ext cx="2095500" cy="800100"/>
          </a:xfrm>
          <a:prstGeom prst="roundRect">
            <a:avLst>
              <a:gd name="adj" fmla="val 9143"/>
            </a:avLst>
          </a:prstGeom>
          <a:solidFill>
            <a:srgbClr val="E7FFE9"/>
          </a:solidFill>
          <a:ln w="15875">
            <a:solidFill>
              <a:srgbClr val="4E7D52"/>
            </a:solidFill>
            <a:prstDash val="sysDot"/>
          </a:ln>
        </p:spPr>
      </p:sp>
      <p:sp>
        <p:nvSpPr>
          <p:cNvPr id="120" name="Shape 118"/>
          <p:cNvSpPr/>
          <p:nvPr/>
        </p:nvSpPr>
        <p:spPr>
          <a:xfrm>
            <a:off x="9563100" y="5969000"/>
            <a:ext cx="81280" cy="190500"/>
          </a:xfrm>
          <a:prstGeom prst="rect">
            <a:avLst/>
          </a:prstGeom>
          <a:solidFill>
            <a:srgbClr val="F2F4C6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9644380" y="5969000"/>
            <a:ext cx="81280" cy="190500"/>
          </a:xfrm>
          <a:prstGeom prst="rect">
            <a:avLst/>
          </a:prstGeom>
          <a:solidFill>
            <a:srgbClr val="F6F8D6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9725660" y="5969000"/>
            <a:ext cx="81280" cy="190500"/>
          </a:xfrm>
          <a:prstGeom prst="rect">
            <a:avLst/>
          </a:prstGeom>
          <a:solidFill>
            <a:srgbClr val="FAEDD2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9806940" y="5969000"/>
            <a:ext cx="81280" cy="190500"/>
          </a:xfrm>
          <a:prstGeom prst="rect">
            <a:avLst/>
          </a:prstGeom>
          <a:solidFill>
            <a:srgbClr val="EFE2EC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9888220" y="5969000"/>
            <a:ext cx="81280" cy="190500"/>
          </a:xfrm>
          <a:prstGeom prst="rect">
            <a:avLst/>
          </a:prstGeom>
          <a:solidFill>
            <a:srgbClr val="F5E1EE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10693400" y="6070600"/>
            <a:ext cx="101600" cy="190500"/>
          </a:xfrm>
          <a:prstGeom prst="rect">
            <a:avLst/>
          </a:prstGeom>
          <a:solidFill>
            <a:srgbClr val="F2F4C6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10795000" y="6070600"/>
            <a:ext cx="101600" cy="190500"/>
          </a:xfrm>
          <a:prstGeom prst="rect">
            <a:avLst/>
          </a:prstGeom>
          <a:solidFill>
            <a:srgbClr val="F6F8D6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10896600" y="6070600"/>
            <a:ext cx="101600" cy="190500"/>
          </a:xfrm>
          <a:prstGeom prst="rect">
            <a:avLst/>
          </a:prstGeom>
          <a:solidFill>
            <a:srgbClr val="FAEDD2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10998200" y="6070600"/>
            <a:ext cx="101600" cy="190500"/>
          </a:xfrm>
          <a:prstGeom prst="rect">
            <a:avLst/>
          </a:prstGeom>
          <a:solidFill>
            <a:srgbClr val="EFE2EC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11099800" y="6070600"/>
            <a:ext cx="101600" cy="190500"/>
          </a:xfrm>
          <a:prstGeom prst="rect">
            <a:avLst/>
          </a:prstGeom>
          <a:solidFill>
            <a:srgbClr val="F5E1EE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9817100" y="6146800"/>
            <a:ext cx="2667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039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ctr" indent="0" marL="0">
              <a:buNone/>
            </a:pPr>
            <a:r>
              <a:rPr lang="en-US" sz="850" b="1" dirty="0">
                <a:solidFill>
                  <a:srgbClr val="A039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</a:t>
            </a:r>
            <a:pPr algn="ctr" indent="0" marL="0">
              <a:buNone/>
            </a:pPr>
            <a:r>
              <a:rPr lang="en-US" sz="850" b="1" dirty="0">
                <a:solidFill>
                  <a:srgbClr val="A039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850" dirty="0"/>
          </a:p>
        </p:txBody>
      </p:sp>
      <p:sp>
        <p:nvSpPr>
          <p:cNvPr id="131" name="Shape 129"/>
          <p:cNvSpPr/>
          <p:nvPr/>
        </p:nvSpPr>
        <p:spPr>
          <a:xfrm>
            <a:off x="10134600" y="5994400"/>
            <a:ext cx="368300" cy="368300"/>
          </a:xfrm>
          <a:prstGeom prst="rect">
            <a:avLst/>
          </a:prstGeom>
          <a:solidFill>
            <a:srgbClr val="FFFBD1"/>
          </a:solidFill>
          <a:ln w="19050">
            <a:solidFill>
              <a:srgbClr val="C87A2A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10134600" y="5994400"/>
            <a:ext cx="36830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1400" dirty="0"/>
          </a:p>
        </p:txBody>
      </p:sp>
      <p:sp>
        <p:nvSpPr>
          <p:cNvPr id="133" name="Text 131"/>
          <p:cNvSpPr/>
          <p:nvPr/>
        </p:nvSpPr>
        <p:spPr>
          <a:xfrm>
            <a:off x="10083800" y="6350000"/>
            <a:ext cx="457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039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pPr algn="ctr" indent="0" marL="0">
              <a:buNone/>
            </a:pPr>
            <a:r>
              <a:rPr lang="en-US" sz="900" b="1" dirty="0">
                <a:solidFill>
                  <a:srgbClr val="A039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</a:t>
            </a:r>
            <a:pPr algn="ctr" indent="0" marL="0">
              <a:buNone/>
            </a:pPr>
            <a:r>
              <a:rPr lang="en-US" sz="900" b="1" dirty="0">
                <a:solidFill>
                  <a:srgbClr val="A039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900" dirty="0"/>
          </a:p>
        </p:txBody>
      </p:sp>
      <p:sp>
        <p:nvSpPr>
          <p:cNvPr id="134" name="Text 132"/>
          <p:cNvSpPr/>
          <p:nvPr/>
        </p:nvSpPr>
        <p:spPr>
          <a:xfrm>
            <a:off x="10502900" y="6057900"/>
            <a:ext cx="1651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F4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1100" dirty="0"/>
          </a:p>
        </p:txBody>
      </p:sp>
      <p:sp>
        <p:nvSpPr>
          <p:cNvPr id="135" name="Text 133"/>
          <p:cNvSpPr/>
          <p:nvPr/>
        </p:nvSpPr>
        <p:spPr>
          <a:xfrm>
            <a:off x="11036300" y="6299200"/>
            <a:ext cx="2667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039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ctr" indent="0" marL="0">
              <a:buNone/>
            </a:pPr>
            <a:r>
              <a:rPr lang="en-US" sz="850" b="1" dirty="0">
                <a:solidFill>
                  <a:srgbClr val="A039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</a:t>
            </a:r>
            <a:pPr algn="ctr" indent="0" marL="0">
              <a:buNone/>
            </a:pPr>
            <a:r>
              <a:rPr lang="en-US" sz="850" b="1" dirty="0">
                <a:solidFill>
                  <a:srgbClr val="A039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850" dirty="0"/>
          </a:p>
        </p:txBody>
      </p:sp>
      <p:sp>
        <p:nvSpPr>
          <p:cNvPr id="136" name="Text 134"/>
          <p:cNvSpPr/>
          <p:nvPr/>
        </p:nvSpPr>
        <p:spPr>
          <a:xfrm>
            <a:off x="9474200" y="6464300"/>
            <a:ext cx="1879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d: Embedding Length</a:t>
            </a:r>
            <a:endParaRPr lang="en-US" sz="1000" dirty="0"/>
          </a:p>
        </p:txBody>
      </p:sp>
      <p:sp>
        <p:nvSpPr>
          <p:cNvPr id="137" name="Shape 135"/>
          <p:cNvSpPr/>
          <p:nvPr/>
        </p:nvSpPr>
        <p:spPr>
          <a:xfrm>
            <a:off x="2247900" y="6057900"/>
            <a:ext cx="4000500" cy="520700"/>
          </a:xfrm>
          <a:prstGeom prst="roundRect">
            <a:avLst>
              <a:gd name="adj" fmla="val 10537"/>
            </a:avLst>
          </a:prstGeom>
          <a:solidFill>
            <a:srgbClr val="E7FFE9"/>
          </a:solidFill>
          <a:ln w="15875">
            <a:solidFill>
              <a:srgbClr val="4E7D52"/>
            </a:solidFill>
            <a:prstDash val="sysDot"/>
          </a:ln>
        </p:spPr>
      </p:sp>
      <p:sp>
        <p:nvSpPr>
          <p:cNvPr id="138" name="Shape 136"/>
          <p:cNvSpPr/>
          <p:nvPr/>
        </p:nvSpPr>
        <p:spPr>
          <a:xfrm>
            <a:off x="2400300" y="6108700"/>
            <a:ext cx="167640" cy="304800"/>
          </a:xfrm>
          <a:prstGeom prst="rect">
            <a:avLst/>
          </a:prstGeom>
          <a:solidFill>
            <a:srgbClr val="EFF5C3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2567940" y="6108700"/>
            <a:ext cx="167640" cy="304800"/>
          </a:xfrm>
          <a:prstGeom prst="rect">
            <a:avLst/>
          </a:prstGeom>
          <a:solidFill>
            <a:srgbClr val="F3F9D9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2735580" y="6108700"/>
            <a:ext cx="167640" cy="304800"/>
          </a:xfrm>
          <a:prstGeom prst="rect">
            <a:avLst/>
          </a:prstGeom>
          <a:solidFill>
            <a:srgbClr val="FBDFD2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2903220" y="6108700"/>
            <a:ext cx="167640" cy="304800"/>
          </a:xfrm>
          <a:prstGeom prst="rect">
            <a:avLst/>
          </a:prstGeom>
          <a:solidFill>
            <a:srgbClr val="DFE5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3070860" y="6108700"/>
            <a:ext cx="167640" cy="304800"/>
          </a:xfrm>
          <a:prstGeom prst="rect">
            <a:avLst/>
          </a:prstGeom>
          <a:solidFill>
            <a:srgbClr val="ECDE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2651760" y="6083300"/>
            <a:ext cx="33528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100" b="1" baseline="-40000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44" name="Shape 142"/>
          <p:cNvSpPr/>
          <p:nvPr/>
        </p:nvSpPr>
        <p:spPr>
          <a:xfrm>
            <a:off x="3263900" y="6108700"/>
            <a:ext cx="190500" cy="304800"/>
          </a:xfrm>
          <a:prstGeom prst="rect">
            <a:avLst/>
          </a:prstGeom>
          <a:solidFill>
            <a:srgbClr val="F4AECB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3454400" y="6108700"/>
            <a:ext cx="190500" cy="304800"/>
          </a:xfrm>
          <a:prstGeom prst="rect">
            <a:avLst/>
          </a:prstGeom>
          <a:solidFill>
            <a:srgbClr val="F2BEDA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3644900" y="6108700"/>
            <a:ext cx="190500" cy="304800"/>
          </a:xfrm>
          <a:prstGeom prst="rect">
            <a:avLst/>
          </a:prstGeom>
          <a:solidFill>
            <a:srgbClr val="F293C2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3835400" y="6108700"/>
            <a:ext cx="190500" cy="304800"/>
          </a:xfrm>
          <a:prstGeom prst="rect">
            <a:avLst/>
          </a:prstGeom>
          <a:solidFill>
            <a:srgbClr val="E295D6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4025900" y="6108700"/>
            <a:ext cx="190500" cy="304800"/>
          </a:xfrm>
          <a:prstGeom prst="rect">
            <a:avLst/>
          </a:prstGeom>
          <a:solidFill>
            <a:srgbClr val="DC88CE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149" name="Text 147"/>
          <p:cNvSpPr/>
          <p:nvPr/>
        </p:nvSpPr>
        <p:spPr>
          <a:xfrm>
            <a:off x="3549650" y="6083300"/>
            <a:ext cx="38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100" b="1" baseline="-40000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50" name="Shape 148"/>
          <p:cNvSpPr/>
          <p:nvPr/>
        </p:nvSpPr>
        <p:spPr>
          <a:xfrm>
            <a:off x="3238500" y="6083300"/>
            <a:ext cx="1003300" cy="355600"/>
          </a:xfrm>
          <a:prstGeom prst="roundRect">
            <a:avLst>
              <a:gd name="adj" fmla="val 10286"/>
            </a:avLst>
          </a:prstGeom>
          <a:ln w="19050">
            <a:solidFill>
              <a:srgbClr val="FF00FF"/>
            </a:solidFill>
            <a:prstDash val="sysDot"/>
          </a:ln>
        </p:spPr>
      </p:sp>
      <p:sp>
        <p:nvSpPr>
          <p:cNvPr id="151" name="Shape 149"/>
          <p:cNvSpPr/>
          <p:nvPr/>
        </p:nvSpPr>
        <p:spPr>
          <a:xfrm>
            <a:off x="4254500" y="6108700"/>
            <a:ext cx="167640" cy="304800"/>
          </a:xfrm>
          <a:prstGeom prst="rect">
            <a:avLst/>
          </a:prstGeom>
          <a:solidFill>
            <a:srgbClr val="EFF5C3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4422140" y="6108700"/>
            <a:ext cx="167640" cy="304800"/>
          </a:xfrm>
          <a:prstGeom prst="rect">
            <a:avLst/>
          </a:prstGeom>
          <a:solidFill>
            <a:srgbClr val="F3F9D9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4589780" y="6108700"/>
            <a:ext cx="167640" cy="304800"/>
          </a:xfrm>
          <a:prstGeom prst="rect">
            <a:avLst/>
          </a:prstGeom>
          <a:solidFill>
            <a:srgbClr val="FBDFD2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4757420" y="6108700"/>
            <a:ext cx="167640" cy="304800"/>
          </a:xfrm>
          <a:prstGeom prst="rect">
            <a:avLst/>
          </a:prstGeom>
          <a:solidFill>
            <a:srgbClr val="DFE5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4925060" y="6108700"/>
            <a:ext cx="167640" cy="304800"/>
          </a:xfrm>
          <a:prstGeom prst="rect">
            <a:avLst/>
          </a:prstGeom>
          <a:solidFill>
            <a:srgbClr val="ECDE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4505960" y="6083300"/>
            <a:ext cx="33528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100" b="1" baseline="-40000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57" name="Shape 155"/>
          <p:cNvSpPr/>
          <p:nvPr/>
        </p:nvSpPr>
        <p:spPr>
          <a:xfrm>
            <a:off x="5118100" y="6108700"/>
            <a:ext cx="167640" cy="304800"/>
          </a:xfrm>
          <a:prstGeom prst="rect">
            <a:avLst/>
          </a:prstGeom>
          <a:solidFill>
            <a:srgbClr val="EFF5C3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5285740" y="6108700"/>
            <a:ext cx="167640" cy="304800"/>
          </a:xfrm>
          <a:prstGeom prst="rect">
            <a:avLst/>
          </a:prstGeom>
          <a:solidFill>
            <a:srgbClr val="F3F9D9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453380" y="6108700"/>
            <a:ext cx="167640" cy="304800"/>
          </a:xfrm>
          <a:prstGeom prst="rect">
            <a:avLst/>
          </a:prstGeom>
          <a:solidFill>
            <a:srgbClr val="FBDFD2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621020" y="6108700"/>
            <a:ext cx="167640" cy="304800"/>
          </a:xfrm>
          <a:prstGeom prst="rect">
            <a:avLst/>
          </a:prstGeom>
          <a:solidFill>
            <a:srgbClr val="DFE5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788660" y="6108700"/>
            <a:ext cx="167640" cy="304800"/>
          </a:xfrm>
          <a:prstGeom prst="rect">
            <a:avLst/>
          </a:prstGeom>
          <a:solidFill>
            <a:srgbClr val="ECDE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5369560" y="6083300"/>
            <a:ext cx="33528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100" b="1" baseline="-40000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63" name="Shape 161"/>
          <p:cNvSpPr/>
          <p:nvPr/>
        </p:nvSpPr>
        <p:spPr>
          <a:xfrm>
            <a:off x="3238500" y="2463800"/>
            <a:ext cx="1104900" cy="2641600"/>
          </a:xfrm>
          <a:prstGeom prst="rect">
            <a:avLst/>
          </a:prstGeom>
          <a:solidFill>
            <a:srgbClr val="DCCBBB"/>
          </a:solidFill>
          <a:ln w="12700">
            <a:solidFill>
              <a:srgbClr val="A69B90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3327400" y="2489200"/>
            <a:ext cx="9144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6E51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Dot</a:t>
            </a:r>
            <a:endParaRPr lang="en-US" sz="11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6E51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</a:t>
            </a:r>
            <a:endParaRPr lang="en-US" sz="1100" dirty="0"/>
          </a:p>
        </p:txBody>
      </p:sp>
      <p:sp>
        <p:nvSpPr>
          <p:cNvPr id="165" name="Text 163"/>
          <p:cNvSpPr/>
          <p:nvPr/>
        </p:nvSpPr>
        <p:spPr>
          <a:xfrm>
            <a:off x="4406900" y="2508250"/>
            <a:ext cx="4064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7A23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K.q</a:t>
            </a:r>
            <a:endParaRPr lang="en-US" sz="1300" dirty="0"/>
          </a:p>
        </p:txBody>
      </p:sp>
      <p:sp>
        <p:nvSpPr>
          <p:cNvPr id="166" name="Shape 164"/>
          <p:cNvSpPr/>
          <p:nvPr/>
        </p:nvSpPr>
        <p:spPr>
          <a:xfrm>
            <a:off x="4133850" y="3079750"/>
            <a:ext cx="165100" cy="165100"/>
          </a:xfrm>
          <a:prstGeom prst="ellipse">
            <a:avLst/>
          </a:prstGeom>
          <a:solidFill>
            <a:srgbClr val="9FC5F0"/>
          </a:solidFill>
          <a:ln w="6350">
            <a:solidFill>
              <a:srgbClr val="6F8FC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4171950" y="3117850"/>
            <a:ext cx="88900" cy="88900"/>
          </a:xfrm>
          <a:prstGeom prst="ellipse">
            <a:avLst/>
          </a:prstGeom>
          <a:solidFill>
            <a:srgbClr val="0D1B8F"/>
          </a:solidFill>
          <a:ln/>
        </p:spPr>
      </p:sp>
      <p:sp>
        <p:nvSpPr>
          <p:cNvPr id="168" name="Shape 166"/>
          <p:cNvSpPr/>
          <p:nvPr/>
        </p:nvSpPr>
        <p:spPr>
          <a:xfrm>
            <a:off x="3930650" y="3600450"/>
            <a:ext cx="165100" cy="165100"/>
          </a:xfrm>
          <a:prstGeom prst="ellipse">
            <a:avLst/>
          </a:prstGeom>
          <a:solidFill>
            <a:srgbClr val="9FC5F0"/>
          </a:solidFill>
          <a:ln w="6350">
            <a:solidFill>
              <a:srgbClr val="6F8FC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3968750" y="3638550"/>
            <a:ext cx="88900" cy="88900"/>
          </a:xfrm>
          <a:prstGeom prst="ellipse">
            <a:avLst/>
          </a:prstGeom>
          <a:solidFill>
            <a:srgbClr val="0D1B8F"/>
          </a:solidFill>
          <a:ln/>
        </p:spPr>
      </p:sp>
      <p:sp>
        <p:nvSpPr>
          <p:cNvPr id="170" name="Shape 168"/>
          <p:cNvSpPr/>
          <p:nvPr/>
        </p:nvSpPr>
        <p:spPr>
          <a:xfrm>
            <a:off x="3702050" y="4121150"/>
            <a:ext cx="165100" cy="165100"/>
          </a:xfrm>
          <a:prstGeom prst="ellipse">
            <a:avLst/>
          </a:prstGeom>
          <a:solidFill>
            <a:srgbClr val="9FC5F0"/>
          </a:solidFill>
          <a:ln w="6350">
            <a:solidFill>
              <a:srgbClr val="6F8FC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3740150" y="4159250"/>
            <a:ext cx="88900" cy="88900"/>
          </a:xfrm>
          <a:prstGeom prst="ellipse">
            <a:avLst/>
          </a:prstGeom>
          <a:solidFill>
            <a:srgbClr val="0D1B8F"/>
          </a:solidFill>
          <a:ln/>
        </p:spPr>
      </p:sp>
      <p:sp>
        <p:nvSpPr>
          <p:cNvPr id="172" name="Shape 170"/>
          <p:cNvSpPr/>
          <p:nvPr/>
        </p:nvSpPr>
        <p:spPr>
          <a:xfrm>
            <a:off x="3460750" y="4679950"/>
            <a:ext cx="165100" cy="165100"/>
          </a:xfrm>
          <a:prstGeom prst="ellipse">
            <a:avLst/>
          </a:prstGeom>
          <a:solidFill>
            <a:srgbClr val="9FC5F0"/>
          </a:solidFill>
          <a:ln w="6350">
            <a:solidFill>
              <a:srgbClr val="6F8FC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3498850" y="4718050"/>
            <a:ext cx="88900" cy="88900"/>
          </a:xfrm>
          <a:prstGeom prst="ellipse">
            <a:avLst/>
          </a:prstGeom>
          <a:solidFill>
            <a:srgbClr val="0D1B8F"/>
          </a:solidFill>
          <a:ln/>
        </p:spPr>
      </p:sp>
      <p:sp>
        <p:nvSpPr>
          <p:cNvPr id="174" name="Shape 172"/>
          <p:cNvSpPr/>
          <p:nvPr/>
        </p:nvSpPr>
        <p:spPr>
          <a:xfrm>
            <a:off x="1778000" y="3143250"/>
            <a:ext cx="241300" cy="0"/>
          </a:xfrm>
          <a:prstGeom prst="line">
            <a:avLst/>
          </a:prstGeom>
          <a:noFill/>
          <a:ln w="19050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175" name="Shape 173"/>
          <p:cNvSpPr/>
          <p:nvPr/>
        </p:nvSpPr>
        <p:spPr>
          <a:xfrm>
            <a:off x="1778000" y="3657600"/>
            <a:ext cx="241300" cy="0"/>
          </a:xfrm>
          <a:prstGeom prst="line">
            <a:avLst/>
          </a:prstGeom>
          <a:noFill/>
          <a:ln w="19050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176" name="Shape 174"/>
          <p:cNvSpPr/>
          <p:nvPr/>
        </p:nvSpPr>
        <p:spPr>
          <a:xfrm>
            <a:off x="1778000" y="4178300"/>
            <a:ext cx="241300" cy="0"/>
          </a:xfrm>
          <a:prstGeom prst="line">
            <a:avLst/>
          </a:prstGeom>
          <a:noFill/>
          <a:ln w="19050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177" name="Shape 175"/>
          <p:cNvSpPr/>
          <p:nvPr/>
        </p:nvSpPr>
        <p:spPr>
          <a:xfrm>
            <a:off x="1778000" y="4730750"/>
            <a:ext cx="241300" cy="0"/>
          </a:xfrm>
          <a:prstGeom prst="line">
            <a:avLst/>
          </a:prstGeom>
          <a:noFill/>
          <a:ln w="19050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178" name="Shape 176"/>
          <p:cNvSpPr/>
          <p:nvPr/>
        </p:nvSpPr>
        <p:spPr>
          <a:xfrm>
            <a:off x="2501900" y="3143250"/>
            <a:ext cx="1612900" cy="0"/>
          </a:xfrm>
          <a:prstGeom prst="line">
            <a:avLst/>
          </a:prstGeom>
          <a:noFill/>
          <a:ln w="15875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179" name="Shape 177"/>
          <p:cNvSpPr/>
          <p:nvPr/>
        </p:nvSpPr>
        <p:spPr>
          <a:xfrm>
            <a:off x="2501900" y="3657600"/>
            <a:ext cx="1409700" cy="0"/>
          </a:xfrm>
          <a:prstGeom prst="line">
            <a:avLst/>
          </a:prstGeom>
          <a:noFill/>
          <a:ln w="15875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180" name="Shape 178"/>
          <p:cNvSpPr/>
          <p:nvPr/>
        </p:nvSpPr>
        <p:spPr>
          <a:xfrm>
            <a:off x="2501900" y="4178300"/>
            <a:ext cx="1181100" cy="0"/>
          </a:xfrm>
          <a:prstGeom prst="line">
            <a:avLst/>
          </a:prstGeom>
          <a:noFill/>
          <a:ln w="15875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181" name="Shape 179"/>
          <p:cNvSpPr/>
          <p:nvPr/>
        </p:nvSpPr>
        <p:spPr>
          <a:xfrm>
            <a:off x="2501900" y="4730750"/>
            <a:ext cx="939800" cy="0"/>
          </a:xfrm>
          <a:prstGeom prst="line">
            <a:avLst/>
          </a:prstGeom>
          <a:noFill/>
          <a:ln w="15875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182" name="Shape 180"/>
          <p:cNvSpPr/>
          <p:nvPr/>
        </p:nvSpPr>
        <p:spPr>
          <a:xfrm flipH="1">
            <a:off x="9512300" y="3143250"/>
            <a:ext cx="177800" cy="0"/>
          </a:xfrm>
          <a:prstGeom prst="line">
            <a:avLst/>
          </a:prstGeom>
          <a:noFill/>
          <a:ln w="19050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183" name="Shape 181"/>
          <p:cNvSpPr/>
          <p:nvPr/>
        </p:nvSpPr>
        <p:spPr>
          <a:xfrm flipH="1">
            <a:off x="9512300" y="3657600"/>
            <a:ext cx="177800" cy="0"/>
          </a:xfrm>
          <a:prstGeom prst="line">
            <a:avLst/>
          </a:prstGeom>
          <a:noFill/>
          <a:ln w="19050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184" name="Shape 182"/>
          <p:cNvSpPr/>
          <p:nvPr/>
        </p:nvSpPr>
        <p:spPr>
          <a:xfrm flipH="1">
            <a:off x="9512300" y="4178300"/>
            <a:ext cx="177800" cy="0"/>
          </a:xfrm>
          <a:prstGeom prst="line">
            <a:avLst/>
          </a:prstGeom>
          <a:noFill/>
          <a:ln w="19050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185" name="Shape 183"/>
          <p:cNvSpPr/>
          <p:nvPr/>
        </p:nvSpPr>
        <p:spPr>
          <a:xfrm flipH="1">
            <a:off x="9512300" y="4730750"/>
            <a:ext cx="177800" cy="0"/>
          </a:xfrm>
          <a:prstGeom prst="line">
            <a:avLst/>
          </a:prstGeom>
          <a:noFill/>
          <a:ln w="19050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186" name="Shape 184"/>
          <p:cNvSpPr/>
          <p:nvPr/>
        </p:nvSpPr>
        <p:spPr>
          <a:xfrm flipV="1">
            <a:off x="3810000" y="3162300"/>
            <a:ext cx="406400" cy="1905000"/>
          </a:xfrm>
          <a:prstGeom prst="line">
            <a:avLst/>
          </a:prstGeom>
          <a:noFill/>
          <a:ln w="12700">
            <a:solidFill>
              <a:srgbClr val="C0303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 flipV="1">
            <a:off x="3810000" y="3683000"/>
            <a:ext cx="203200" cy="1384300"/>
          </a:xfrm>
          <a:prstGeom prst="line">
            <a:avLst/>
          </a:prstGeom>
          <a:noFill/>
          <a:ln w="12700">
            <a:solidFill>
              <a:srgbClr val="C0303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3784600" y="4203700"/>
            <a:ext cx="25400" cy="863600"/>
          </a:xfrm>
          <a:prstGeom prst="line">
            <a:avLst/>
          </a:prstGeom>
          <a:noFill/>
          <a:ln w="12700">
            <a:solidFill>
              <a:srgbClr val="C0303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3543300" y="4762500"/>
            <a:ext cx="266700" cy="304800"/>
          </a:xfrm>
          <a:prstGeom prst="line">
            <a:avLst/>
          </a:prstGeom>
          <a:noFill/>
          <a:ln w="12700">
            <a:solidFill>
              <a:srgbClr val="C0303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2039620" y="2990850"/>
            <a:ext cx="449580" cy="323850"/>
          </a:xfrm>
          <a:prstGeom prst="rect">
            <a:avLst/>
          </a:prstGeom>
          <a:solidFill>
            <a:srgbClr val="D4FCDC"/>
          </a:solidFill>
          <a:ln w="12700">
            <a:solidFill>
              <a:srgbClr val="51A363"/>
            </a:solidFill>
            <a:prstDash val="solid"/>
          </a:ln>
        </p:spPr>
      </p:sp>
      <p:sp>
        <p:nvSpPr>
          <p:cNvPr id="191" name="Text 189"/>
          <p:cNvSpPr/>
          <p:nvPr/>
        </p:nvSpPr>
        <p:spPr>
          <a:xfrm>
            <a:off x="2039620" y="2990850"/>
            <a:ext cx="44958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105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ctr" indent="0" marL="0">
              <a:buNone/>
            </a:pPr>
            <a:r>
              <a:rPr lang="en-US" sz="650" b="1" baseline="30000" dirty="0">
                <a:solidFill>
                  <a:srgbClr val="A08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(r)</a:t>
            </a:r>
            <a:endParaRPr lang="en-US" sz="1050" dirty="0"/>
          </a:p>
        </p:txBody>
      </p:sp>
      <p:sp>
        <p:nvSpPr>
          <p:cNvPr id="192" name="Shape 190"/>
          <p:cNvSpPr/>
          <p:nvPr/>
        </p:nvSpPr>
        <p:spPr>
          <a:xfrm>
            <a:off x="2039620" y="3521710"/>
            <a:ext cx="449580" cy="323850"/>
          </a:xfrm>
          <a:prstGeom prst="rect">
            <a:avLst/>
          </a:prstGeom>
          <a:solidFill>
            <a:srgbClr val="D4FCDC"/>
          </a:solidFill>
          <a:ln w="12700">
            <a:solidFill>
              <a:srgbClr val="51A363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2039620" y="3521710"/>
            <a:ext cx="44958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105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ctr" indent="0" marL="0">
              <a:buNone/>
            </a:pPr>
            <a:r>
              <a:rPr lang="en-US" sz="650" b="1" baseline="30000" dirty="0">
                <a:solidFill>
                  <a:srgbClr val="A08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(r)</a:t>
            </a:r>
            <a:endParaRPr lang="en-US" sz="1050" dirty="0"/>
          </a:p>
        </p:txBody>
      </p:sp>
      <p:sp>
        <p:nvSpPr>
          <p:cNvPr id="194" name="Shape 192"/>
          <p:cNvSpPr/>
          <p:nvPr/>
        </p:nvSpPr>
        <p:spPr>
          <a:xfrm>
            <a:off x="2039620" y="4039870"/>
            <a:ext cx="449580" cy="323850"/>
          </a:xfrm>
          <a:prstGeom prst="rect">
            <a:avLst/>
          </a:prstGeom>
          <a:solidFill>
            <a:srgbClr val="D4FCDC"/>
          </a:solidFill>
          <a:ln w="12700">
            <a:solidFill>
              <a:srgbClr val="51A363"/>
            </a:solidFill>
            <a:prstDash val="solid"/>
          </a:ln>
        </p:spPr>
      </p:sp>
      <p:sp>
        <p:nvSpPr>
          <p:cNvPr id="195" name="Text 193"/>
          <p:cNvSpPr/>
          <p:nvPr/>
        </p:nvSpPr>
        <p:spPr>
          <a:xfrm>
            <a:off x="2039620" y="4039870"/>
            <a:ext cx="44958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105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ctr" indent="0" marL="0">
              <a:buNone/>
            </a:pPr>
            <a:r>
              <a:rPr lang="en-US" sz="650" b="1" baseline="30000" dirty="0">
                <a:solidFill>
                  <a:srgbClr val="A08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(r)</a:t>
            </a:r>
            <a:endParaRPr lang="en-US" sz="1050" dirty="0"/>
          </a:p>
        </p:txBody>
      </p:sp>
      <p:sp>
        <p:nvSpPr>
          <p:cNvPr id="196" name="Shape 194"/>
          <p:cNvSpPr/>
          <p:nvPr/>
        </p:nvSpPr>
        <p:spPr>
          <a:xfrm>
            <a:off x="2039620" y="4598670"/>
            <a:ext cx="449580" cy="323850"/>
          </a:xfrm>
          <a:prstGeom prst="rect">
            <a:avLst/>
          </a:prstGeom>
          <a:solidFill>
            <a:srgbClr val="D4FCDC"/>
          </a:solidFill>
          <a:ln w="12700">
            <a:solidFill>
              <a:srgbClr val="51A363"/>
            </a:solidFill>
            <a:prstDash val="solid"/>
          </a:ln>
        </p:spPr>
      </p:sp>
      <p:sp>
        <p:nvSpPr>
          <p:cNvPr id="197" name="Text 195"/>
          <p:cNvSpPr/>
          <p:nvPr/>
        </p:nvSpPr>
        <p:spPr>
          <a:xfrm>
            <a:off x="2039620" y="4598670"/>
            <a:ext cx="44958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105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ctr" indent="0" marL="0">
              <a:buNone/>
            </a:pPr>
            <a:r>
              <a:rPr lang="en-US" sz="650" b="1" baseline="30000" dirty="0">
                <a:solidFill>
                  <a:srgbClr val="A08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(r)</a:t>
            </a:r>
            <a:endParaRPr lang="en-US" sz="1050" dirty="0"/>
          </a:p>
        </p:txBody>
      </p:sp>
      <p:sp>
        <p:nvSpPr>
          <p:cNvPr id="198" name="Shape 196"/>
          <p:cNvSpPr/>
          <p:nvPr/>
        </p:nvSpPr>
        <p:spPr>
          <a:xfrm>
            <a:off x="8972550" y="2990850"/>
            <a:ext cx="439420" cy="323850"/>
          </a:xfrm>
          <a:prstGeom prst="rect">
            <a:avLst/>
          </a:prstGeom>
          <a:solidFill>
            <a:srgbClr val="D2ECFF"/>
          </a:solidFill>
          <a:ln w="12700">
            <a:solidFill>
              <a:srgbClr val="1F2C6B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8972550" y="2990850"/>
            <a:ext cx="43942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105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ctr" indent="0" marL="0">
              <a:buNone/>
            </a:pPr>
            <a:r>
              <a:rPr lang="en-US" sz="650" b="1" baseline="30000" dirty="0">
                <a:solidFill>
                  <a:srgbClr val="A08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(r)</a:t>
            </a:r>
            <a:endParaRPr lang="en-US" sz="1050" dirty="0"/>
          </a:p>
        </p:txBody>
      </p:sp>
      <p:sp>
        <p:nvSpPr>
          <p:cNvPr id="200" name="Shape 198"/>
          <p:cNvSpPr/>
          <p:nvPr/>
        </p:nvSpPr>
        <p:spPr>
          <a:xfrm>
            <a:off x="8972550" y="3521710"/>
            <a:ext cx="439420" cy="323850"/>
          </a:xfrm>
          <a:prstGeom prst="rect">
            <a:avLst/>
          </a:prstGeom>
          <a:solidFill>
            <a:srgbClr val="D2ECFF"/>
          </a:solidFill>
          <a:ln w="12700">
            <a:solidFill>
              <a:srgbClr val="1F2C6B"/>
            </a:solidFill>
            <a:prstDash val="solid"/>
          </a:ln>
        </p:spPr>
      </p:sp>
      <p:sp>
        <p:nvSpPr>
          <p:cNvPr id="201" name="Text 199"/>
          <p:cNvSpPr/>
          <p:nvPr/>
        </p:nvSpPr>
        <p:spPr>
          <a:xfrm>
            <a:off x="8972550" y="3521710"/>
            <a:ext cx="43942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105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ctr" indent="0" marL="0">
              <a:buNone/>
            </a:pPr>
            <a:r>
              <a:rPr lang="en-US" sz="650" b="1" baseline="30000" dirty="0">
                <a:solidFill>
                  <a:srgbClr val="A08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(r)</a:t>
            </a:r>
            <a:endParaRPr lang="en-US" sz="1050" dirty="0"/>
          </a:p>
        </p:txBody>
      </p:sp>
      <p:sp>
        <p:nvSpPr>
          <p:cNvPr id="202" name="Shape 200"/>
          <p:cNvSpPr/>
          <p:nvPr/>
        </p:nvSpPr>
        <p:spPr>
          <a:xfrm>
            <a:off x="8972550" y="4039870"/>
            <a:ext cx="439420" cy="323850"/>
          </a:xfrm>
          <a:prstGeom prst="rect">
            <a:avLst/>
          </a:prstGeom>
          <a:solidFill>
            <a:srgbClr val="D2ECFF"/>
          </a:solidFill>
          <a:ln w="12700">
            <a:solidFill>
              <a:srgbClr val="1F2C6B"/>
            </a:solidFill>
            <a:prstDash val="solid"/>
          </a:ln>
        </p:spPr>
      </p:sp>
      <p:sp>
        <p:nvSpPr>
          <p:cNvPr id="203" name="Text 201"/>
          <p:cNvSpPr/>
          <p:nvPr/>
        </p:nvSpPr>
        <p:spPr>
          <a:xfrm>
            <a:off x="8972550" y="4039870"/>
            <a:ext cx="43942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105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ctr" indent="0" marL="0">
              <a:buNone/>
            </a:pPr>
            <a:r>
              <a:rPr lang="en-US" sz="650" b="1" baseline="30000" dirty="0">
                <a:solidFill>
                  <a:srgbClr val="A08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(r)</a:t>
            </a:r>
            <a:endParaRPr lang="en-US" sz="1050" dirty="0"/>
          </a:p>
        </p:txBody>
      </p:sp>
      <p:sp>
        <p:nvSpPr>
          <p:cNvPr id="204" name="Shape 202"/>
          <p:cNvSpPr/>
          <p:nvPr/>
        </p:nvSpPr>
        <p:spPr>
          <a:xfrm>
            <a:off x="8972550" y="4598670"/>
            <a:ext cx="439420" cy="323850"/>
          </a:xfrm>
          <a:prstGeom prst="rect">
            <a:avLst/>
          </a:prstGeom>
          <a:solidFill>
            <a:srgbClr val="D2ECFF"/>
          </a:solidFill>
          <a:ln w="12700">
            <a:solidFill>
              <a:srgbClr val="1F2C6B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8972550" y="4598670"/>
            <a:ext cx="43942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105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ctr" indent="0" marL="0">
              <a:buNone/>
            </a:pPr>
            <a:r>
              <a:rPr lang="en-US" sz="650" b="1" baseline="30000" dirty="0">
                <a:solidFill>
                  <a:srgbClr val="A08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(r)</a:t>
            </a:r>
            <a:endParaRPr lang="en-US" sz="1050" dirty="0"/>
          </a:p>
        </p:txBody>
      </p:sp>
      <p:sp>
        <p:nvSpPr>
          <p:cNvPr id="206" name="Shape 204"/>
          <p:cNvSpPr/>
          <p:nvPr/>
        </p:nvSpPr>
        <p:spPr>
          <a:xfrm>
            <a:off x="6553200" y="2463800"/>
            <a:ext cx="1714500" cy="317500"/>
          </a:xfrm>
          <a:prstGeom prst="rect">
            <a:avLst/>
          </a:prstGeom>
          <a:solidFill>
            <a:srgbClr val="EAFEFC"/>
          </a:solidFill>
          <a:ln w="12700">
            <a:solidFill>
              <a:srgbClr val="C3C7C6"/>
            </a:solidFill>
            <a:prstDash val="solid"/>
          </a:ln>
        </p:spPr>
      </p:sp>
      <p:sp>
        <p:nvSpPr>
          <p:cNvPr id="207" name="Text 205"/>
          <p:cNvSpPr/>
          <p:nvPr/>
        </p:nvSpPr>
        <p:spPr>
          <a:xfrm>
            <a:off x="6553200" y="2463800"/>
            <a:ext cx="17145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Σ</a:t>
            </a:r>
            <a:endParaRPr lang="en-US" sz="1600" dirty="0"/>
          </a:p>
        </p:txBody>
      </p:sp>
      <p:sp>
        <p:nvSpPr>
          <p:cNvPr id="208" name="Shape 206"/>
          <p:cNvSpPr/>
          <p:nvPr/>
        </p:nvSpPr>
        <p:spPr>
          <a:xfrm>
            <a:off x="6556375" y="2816225"/>
            <a:ext cx="463550" cy="463550"/>
          </a:xfrm>
          <a:prstGeom prst="ellipse">
            <a:avLst/>
          </a:prstGeom>
          <a:ln w="38100">
            <a:solidFill>
              <a:srgbClr val="C03030"/>
            </a:solidFill>
            <a:prstDash val="solid"/>
          </a:ln>
        </p:spPr>
      </p:sp>
      <p:sp>
        <p:nvSpPr>
          <p:cNvPr id="209" name="Text 207"/>
          <p:cNvSpPr/>
          <p:nvPr/>
        </p:nvSpPr>
        <p:spPr>
          <a:xfrm>
            <a:off x="6661150" y="2921000"/>
            <a:ext cx="25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03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</a:t>
            </a:r>
            <a:endParaRPr lang="en-US" sz="1400" dirty="0"/>
          </a:p>
        </p:txBody>
      </p:sp>
      <p:sp>
        <p:nvSpPr>
          <p:cNvPr id="210" name="Shape 208"/>
          <p:cNvSpPr/>
          <p:nvPr/>
        </p:nvSpPr>
        <p:spPr>
          <a:xfrm>
            <a:off x="6937375" y="3457575"/>
            <a:ext cx="463550" cy="463550"/>
          </a:xfrm>
          <a:prstGeom prst="ellipse">
            <a:avLst/>
          </a:prstGeom>
          <a:ln w="38100">
            <a:solidFill>
              <a:srgbClr val="C03030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7042150" y="3562350"/>
            <a:ext cx="25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03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</a:t>
            </a:r>
            <a:endParaRPr lang="en-US" sz="1400" dirty="0"/>
          </a:p>
        </p:txBody>
      </p:sp>
      <p:sp>
        <p:nvSpPr>
          <p:cNvPr id="212" name="Shape 210"/>
          <p:cNvSpPr/>
          <p:nvPr/>
        </p:nvSpPr>
        <p:spPr>
          <a:xfrm>
            <a:off x="7292975" y="3902075"/>
            <a:ext cx="463550" cy="463550"/>
          </a:xfrm>
          <a:prstGeom prst="ellipse">
            <a:avLst/>
          </a:prstGeom>
          <a:ln w="38100">
            <a:solidFill>
              <a:srgbClr val="C03030"/>
            </a:solidFill>
            <a:prstDash val="solid"/>
          </a:ln>
        </p:spPr>
      </p:sp>
      <p:sp>
        <p:nvSpPr>
          <p:cNvPr id="213" name="Text 211"/>
          <p:cNvSpPr/>
          <p:nvPr/>
        </p:nvSpPr>
        <p:spPr>
          <a:xfrm>
            <a:off x="7397750" y="4006850"/>
            <a:ext cx="25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03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</a:t>
            </a:r>
            <a:endParaRPr lang="en-US" sz="1400" dirty="0"/>
          </a:p>
        </p:txBody>
      </p:sp>
      <p:sp>
        <p:nvSpPr>
          <p:cNvPr id="214" name="Shape 212"/>
          <p:cNvSpPr/>
          <p:nvPr/>
        </p:nvSpPr>
        <p:spPr>
          <a:xfrm>
            <a:off x="7680325" y="4486275"/>
            <a:ext cx="463550" cy="463550"/>
          </a:xfrm>
          <a:prstGeom prst="ellipse">
            <a:avLst/>
          </a:prstGeom>
          <a:ln w="38100">
            <a:solidFill>
              <a:srgbClr val="C03030"/>
            </a:solidFill>
            <a:prstDash val="solid"/>
          </a:ln>
        </p:spPr>
      </p:sp>
      <p:sp>
        <p:nvSpPr>
          <p:cNvPr id="215" name="Text 213"/>
          <p:cNvSpPr/>
          <p:nvPr/>
        </p:nvSpPr>
        <p:spPr>
          <a:xfrm>
            <a:off x="7785100" y="4591050"/>
            <a:ext cx="25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03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</a:t>
            </a:r>
            <a:endParaRPr lang="en-US" sz="1400" dirty="0"/>
          </a:p>
        </p:txBody>
      </p:sp>
      <p:sp>
        <p:nvSpPr>
          <p:cNvPr id="216" name="Shape 214"/>
          <p:cNvSpPr/>
          <p:nvPr/>
        </p:nvSpPr>
        <p:spPr>
          <a:xfrm>
            <a:off x="6788150" y="2914650"/>
            <a:ext cx="1123950" cy="0"/>
          </a:xfrm>
          <a:prstGeom prst="line">
            <a:avLst/>
          </a:prstGeom>
          <a:noFill/>
          <a:ln w="9525">
            <a:solidFill>
              <a:srgbClr val="C03030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 flipV="1">
            <a:off x="6788150" y="2794000"/>
            <a:ext cx="0" cy="254000"/>
          </a:xfrm>
          <a:prstGeom prst="line">
            <a:avLst/>
          </a:prstGeom>
          <a:noFill/>
          <a:ln w="19050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218" name="Shape 216"/>
          <p:cNvSpPr/>
          <p:nvPr/>
        </p:nvSpPr>
        <p:spPr>
          <a:xfrm flipV="1">
            <a:off x="7169150" y="2794000"/>
            <a:ext cx="0" cy="895350"/>
          </a:xfrm>
          <a:prstGeom prst="line">
            <a:avLst/>
          </a:prstGeom>
          <a:noFill/>
          <a:ln w="19050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219" name="Shape 217"/>
          <p:cNvSpPr/>
          <p:nvPr/>
        </p:nvSpPr>
        <p:spPr>
          <a:xfrm flipV="1">
            <a:off x="7524750" y="2794000"/>
            <a:ext cx="0" cy="1339850"/>
          </a:xfrm>
          <a:prstGeom prst="line">
            <a:avLst/>
          </a:prstGeom>
          <a:noFill/>
          <a:ln w="19050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220" name="Shape 218"/>
          <p:cNvSpPr/>
          <p:nvPr/>
        </p:nvSpPr>
        <p:spPr>
          <a:xfrm flipV="1">
            <a:off x="7912100" y="2794000"/>
            <a:ext cx="0" cy="1924050"/>
          </a:xfrm>
          <a:prstGeom prst="line">
            <a:avLst/>
          </a:prstGeom>
          <a:noFill/>
          <a:ln w="19050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221" name="Shape 219"/>
          <p:cNvSpPr/>
          <p:nvPr/>
        </p:nvSpPr>
        <p:spPr>
          <a:xfrm>
            <a:off x="3492500" y="5486400"/>
            <a:ext cx="596900" cy="609600"/>
          </a:xfrm>
          <a:prstGeom prst="rect">
            <a:avLst/>
          </a:prstGeom>
          <a:solidFill>
            <a:srgbClr val="F7F96B"/>
          </a:solidFill>
          <a:ln w="12700">
            <a:solidFill>
              <a:srgbClr val="5E8A50"/>
            </a:solidFill>
            <a:prstDash val="solid"/>
          </a:ln>
        </p:spPr>
      </p:sp>
      <p:sp>
        <p:nvSpPr>
          <p:cNvPr id="222" name="Text 220"/>
          <p:cNvSpPr/>
          <p:nvPr/>
        </p:nvSpPr>
        <p:spPr>
          <a:xfrm>
            <a:off x="3492500" y="5486400"/>
            <a:ext cx="596900" cy="609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1100" b="1" baseline="-40000" dirty="0">
                <a:solidFill>
                  <a:srgbClr val="6B7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pPr algn="ctr" indent="0" marL="0">
              <a:buNone/>
            </a:pPr>
            <a:r>
              <a:rPr lang="en-US" sz="650" b="1" baseline="30000" dirty="0">
                <a:solidFill>
                  <a:srgbClr val="A08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(r)</a:t>
            </a:r>
            <a:endParaRPr lang="en-US" sz="1100" dirty="0"/>
          </a:p>
        </p:txBody>
      </p:sp>
      <p:sp>
        <p:nvSpPr>
          <p:cNvPr id="223" name="Text 221"/>
          <p:cNvSpPr/>
          <p:nvPr/>
        </p:nvSpPr>
        <p:spPr>
          <a:xfrm>
            <a:off x="3517900" y="5168900"/>
            <a:ext cx="3302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8000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pPr algn="l" indent="0" marL="0">
              <a:buNone/>
            </a:pPr>
            <a:r>
              <a:rPr lang="en-US" sz="1200" b="1" baseline="-40000" dirty="0">
                <a:solidFill>
                  <a:srgbClr val="8000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24" name="Shape 222"/>
          <p:cNvSpPr/>
          <p:nvPr/>
        </p:nvSpPr>
        <p:spPr>
          <a:xfrm>
            <a:off x="3860800" y="5257800"/>
            <a:ext cx="86360" cy="152400"/>
          </a:xfrm>
          <a:prstGeom prst="rect">
            <a:avLst/>
          </a:prstGeom>
          <a:solidFill>
            <a:srgbClr val="EFF5C3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3947160" y="5257800"/>
            <a:ext cx="86360" cy="152400"/>
          </a:xfrm>
          <a:prstGeom prst="rect">
            <a:avLst/>
          </a:prstGeom>
          <a:solidFill>
            <a:srgbClr val="F3F9D9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4033520" y="5257800"/>
            <a:ext cx="86360" cy="152400"/>
          </a:xfrm>
          <a:prstGeom prst="rect">
            <a:avLst/>
          </a:prstGeom>
          <a:solidFill>
            <a:srgbClr val="FBDFD2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4119880" y="5257800"/>
            <a:ext cx="86360" cy="152400"/>
          </a:xfrm>
          <a:prstGeom prst="rect">
            <a:avLst/>
          </a:prstGeom>
          <a:solidFill>
            <a:srgbClr val="DFE5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4206240" y="5257800"/>
            <a:ext cx="86360" cy="152400"/>
          </a:xfrm>
          <a:prstGeom prst="rect">
            <a:avLst/>
          </a:prstGeom>
          <a:solidFill>
            <a:srgbClr val="ECDEF0"/>
          </a:solidFill>
          <a:ln w="6350">
            <a:solidFill>
              <a:srgbClr val="B5AFA2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 flipV="1">
            <a:off x="3797300" y="5168900"/>
            <a:ext cx="0" cy="330200"/>
          </a:xfrm>
          <a:prstGeom prst="line">
            <a:avLst/>
          </a:prstGeom>
          <a:noFill/>
          <a:ln w="19050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230" name="Shape 228"/>
          <p:cNvSpPr/>
          <p:nvPr/>
        </p:nvSpPr>
        <p:spPr>
          <a:xfrm flipV="1">
            <a:off x="3797300" y="5930900"/>
            <a:ext cx="0" cy="139700"/>
          </a:xfrm>
          <a:prstGeom prst="line">
            <a:avLst/>
          </a:prstGeom>
          <a:noFill/>
          <a:ln w="15875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231" name="Shape 229"/>
          <p:cNvSpPr/>
          <p:nvPr/>
        </p:nvSpPr>
        <p:spPr>
          <a:xfrm>
            <a:off x="6959600" y="1606550"/>
            <a:ext cx="175260" cy="228600"/>
          </a:xfrm>
          <a:prstGeom prst="rect">
            <a:avLst/>
          </a:prstGeom>
          <a:solidFill>
            <a:srgbClr val="B3DF9F"/>
          </a:solidFill>
          <a:ln w="6350">
            <a:solidFill>
              <a:srgbClr val="7DA076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7134860" y="1606550"/>
            <a:ext cx="175260" cy="228600"/>
          </a:xfrm>
          <a:prstGeom prst="rect">
            <a:avLst/>
          </a:prstGeom>
          <a:solidFill>
            <a:srgbClr val="B3DF9F"/>
          </a:solidFill>
          <a:ln w="6350">
            <a:solidFill>
              <a:srgbClr val="7DA076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310120" y="1606550"/>
            <a:ext cx="175260" cy="228600"/>
          </a:xfrm>
          <a:prstGeom prst="rect">
            <a:avLst/>
          </a:prstGeom>
          <a:solidFill>
            <a:srgbClr val="B3DF9F"/>
          </a:solidFill>
          <a:ln w="6350">
            <a:solidFill>
              <a:srgbClr val="7DA076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7485380" y="1606550"/>
            <a:ext cx="175260" cy="228600"/>
          </a:xfrm>
          <a:prstGeom prst="rect">
            <a:avLst/>
          </a:prstGeom>
          <a:solidFill>
            <a:srgbClr val="B0C4BD"/>
          </a:solidFill>
          <a:ln w="6350">
            <a:solidFill>
              <a:srgbClr val="7DA076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7660640" y="1606550"/>
            <a:ext cx="175260" cy="228600"/>
          </a:xfrm>
          <a:prstGeom prst="rect">
            <a:avLst/>
          </a:prstGeom>
          <a:solidFill>
            <a:srgbClr val="B0C4BD"/>
          </a:solidFill>
          <a:ln w="6350">
            <a:solidFill>
              <a:srgbClr val="7DA076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6959600" y="1581150"/>
            <a:ext cx="876300" cy="279400"/>
          </a:xfrm>
          <a:prstGeom prst="rect">
            <a:avLst/>
          </a:prstGeom>
          <a:ln w="12700">
            <a:solidFill>
              <a:srgbClr val="7FA37C"/>
            </a:solidFill>
            <a:prstDash val="sysDot"/>
          </a:ln>
        </p:spPr>
      </p:sp>
      <p:sp>
        <p:nvSpPr>
          <p:cNvPr id="237" name="Text 235"/>
          <p:cNvSpPr/>
          <p:nvPr/>
        </p:nvSpPr>
        <p:spPr>
          <a:xfrm>
            <a:off x="7162800" y="1593850"/>
            <a:ext cx="3302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8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200" dirty="0"/>
          </a:p>
        </p:txBody>
      </p:sp>
      <p:sp>
        <p:nvSpPr>
          <p:cNvPr id="238" name="Shape 236"/>
          <p:cNvSpPr/>
          <p:nvPr/>
        </p:nvSpPr>
        <p:spPr>
          <a:xfrm rot="18900000">
            <a:off x="6959600" y="1892300"/>
            <a:ext cx="381000" cy="203200"/>
          </a:xfrm>
          <a:prstGeom prst="rightArrow">
            <a:avLst/>
          </a:prstGeom>
          <a:solidFill>
            <a:srgbClr val="4E9A4E"/>
          </a:solidFill>
          <a:ln w="9525">
            <a:solidFill>
              <a:srgbClr val="2F6B2F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7353300" y="1854200"/>
            <a:ext cx="101600" cy="101600"/>
          </a:xfrm>
          <a:prstGeom prst="triangle">
            <a:avLst/>
          </a:prstGeom>
          <a:solidFill>
            <a:srgbClr val="8F2020"/>
          </a:solidFill>
          <a:ln/>
        </p:spPr>
      </p:sp>
      <p:sp>
        <p:nvSpPr>
          <p:cNvPr id="240" name="Shape 238"/>
          <p:cNvSpPr/>
          <p:nvPr/>
        </p:nvSpPr>
        <p:spPr>
          <a:xfrm>
            <a:off x="7404100" y="1981200"/>
            <a:ext cx="0" cy="482600"/>
          </a:xfrm>
          <a:prstGeom prst="line">
            <a:avLst/>
          </a:prstGeom>
          <a:noFill/>
          <a:ln w="9525">
            <a:solidFill>
              <a:srgbClr val="A9A5A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3114675" y="4956175"/>
            <a:ext cx="1390650" cy="1390650"/>
          </a:xfrm>
          <a:prstGeom prst="ellipse">
            <a:avLst/>
          </a:prstGeom>
          <a:solidFill>
            <a:srgbClr val="4583C9">
              <a:alpha val="42000"/>
            </a:srgbClr>
          </a:solidFill>
          <a:ln/>
        </p:spPr>
      </p:sp>
      <p:sp>
        <p:nvSpPr>
          <p:cNvPr id="242" name="Shape 240"/>
          <p:cNvSpPr/>
          <p:nvPr/>
        </p:nvSpPr>
        <p:spPr>
          <a:xfrm rot="19560000">
            <a:off x="3403600" y="6527800"/>
            <a:ext cx="279400" cy="165100"/>
          </a:xfrm>
          <a:prstGeom prst="rightArrow">
            <a:avLst/>
          </a:prstGeom>
          <a:solidFill>
            <a:srgbClr val="A50D1E"/>
          </a:solidFill>
          <a:ln/>
        </p:spPr>
      </p:sp>
      <p:sp>
        <p:nvSpPr>
          <p:cNvPr id="243" name="Text 241"/>
          <p:cNvSpPr/>
          <p:nvPr/>
        </p:nvSpPr>
        <p:spPr>
          <a:xfrm>
            <a:off x="2324100" y="711200"/>
            <a:ext cx="8255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 Attention Mechanism </a:t>
            </a:r>
            <a:pPr algn="ctr" indent="0" marL="0">
              <a:buNone/>
            </a:pPr>
            <a:r>
              <a:rPr lang="en-US" sz="2000" b="1" dirty="0">
                <a:solidFill>
                  <a:srgbClr val="000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(Linear Transformation of Inputs)</a:t>
            </a:r>
            <a:endParaRPr lang="en-US" sz="2000" dirty="0"/>
          </a:p>
        </p:txBody>
      </p:sp>
      <p:sp>
        <p:nvSpPr>
          <p:cNvPr id="244" name="Text 242"/>
          <p:cNvSpPr/>
          <p:nvPr/>
        </p:nvSpPr>
        <p:spPr>
          <a:xfrm>
            <a:off x="2324100" y="1028700"/>
            <a:ext cx="8255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(Self Attention of word </a:t>
            </a:r>
            <a:pPr algn="ctr" indent="0" marL="0">
              <a:buNone/>
            </a:pPr>
            <a:r>
              <a:rPr lang="en-US" sz="2000" b="1" dirty="0">
                <a:solidFill>
                  <a:srgbClr val="990C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2000" b="1" baseline="-40000" dirty="0">
                <a:solidFill>
                  <a:srgbClr val="990C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ctr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w.r.t All words in Sentence ( </a:t>
            </a:r>
            <a:pPr algn="ctr" indent="0" marL="0">
              <a:buNone/>
            </a:pPr>
            <a:r>
              <a:rPr lang="en-US" sz="2000" b="1" dirty="0">
                <a:solidFill>
                  <a:srgbClr val="990C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2000" b="1" baseline="-40000" dirty="0">
                <a:solidFill>
                  <a:srgbClr val="990C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ctr" indent="0" marL="0">
              <a:buNone/>
            </a:pPr>
            <a:r>
              <a:rPr lang="en-US" sz="2000" b="1" dirty="0">
                <a:solidFill>
                  <a:srgbClr val="990C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ctr" indent="0" marL="0">
              <a:buNone/>
            </a:pPr>
            <a:r>
              <a:rPr lang="en-US" sz="2000" b="1" dirty="0">
                <a:solidFill>
                  <a:srgbClr val="990C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2000" b="1" baseline="-40000" dirty="0">
                <a:solidFill>
                  <a:srgbClr val="990C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ctr" indent="0" marL="0">
              <a:buNone/>
            </a:pPr>
            <a:r>
              <a:rPr lang="en-US" sz="2000" b="1" dirty="0">
                <a:solidFill>
                  <a:srgbClr val="990C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ctr" indent="0" marL="0">
              <a:buNone/>
            </a:pPr>
            <a:r>
              <a:rPr lang="en-US" sz="2000" b="1" dirty="0">
                <a:solidFill>
                  <a:srgbClr val="990C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2000" b="1" baseline="-40000" dirty="0">
                <a:solidFill>
                  <a:srgbClr val="990C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pPr algn="ctr" indent="0" marL="0">
              <a:buNone/>
            </a:pPr>
            <a:r>
              <a:rPr lang="en-US" sz="2000" b="1" dirty="0">
                <a:solidFill>
                  <a:srgbClr val="990C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ctr" indent="0" marL="0">
              <a:buNone/>
            </a:pPr>
            <a:r>
              <a:rPr lang="en-US" sz="2000" b="1" dirty="0">
                <a:solidFill>
                  <a:srgbClr val="990C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2000" b="1" baseline="-40000" dirty="0">
                <a:solidFill>
                  <a:srgbClr val="990C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pPr algn="ctr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)</a:t>
            </a:r>
            <a:endParaRPr lang="en-US" sz="2000" dirty="0"/>
          </a:p>
        </p:txBody>
      </p:sp>
      <p:sp>
        <p:nvSpPr>
          <p:cNvPr id="245" name="Shape 243"/>
          <p:cNvSpPr/>
          <p:nvPr/>
        </p:nvSpPr>
        <p:spPr>
          <a:xfrm>
            <a:off x="10134600" y="5994400"/>
            <a:ext cx="368300" cy="368300"/>
          </a:xfrm>
          <a:prstGeom prst="rect">
            <a:avLst/>
          </a:prstGeom>
          <a:solidFill>
            <a:srgbClr val="FFFBD1"/>
          </a:solidFill>
          <a:ln w="19050">
            <a:solidFill>
              <a:srgbClr val="C3B285"/>
            </a:solidFill>
            <a:prstDash val="solid"/>
          </a:ln>
        </p:spPr>
      </p:sp>
      <p:sp>
        <p:nvSpPr>
          <p:cNvPr id="246" name="Text 244"/>
          <p:cNvSpPr/>
          <p:nvPr/>
        </p:nvSpPr>
        <p:spPr>
          <a:xfrm>
            <a:off x="10134600" y="5994400"/>
            <a:ext cx="36830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71500"/>
            <a:ext cx="11137900" cy="6286500"/>
          </a:xfrm>
          <a:prstGeom prst="rect">
            <a:avLst/>
          </a:prstGeom>
          <a:solidFill>
            <a:srgbClr val="E9E9E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117600" y="812800"/>
            <a:ext cx="942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 FF NN  for Multiplication of a Vector by a Matrix</a:t>
            </a:r>
            <a:endParaRPr lang="en-US" sz="2650" dirty="0"/>
          </a:p>
        </p:txBody>
      </p:sp>
      <p:sp>
        <p:nvSpPr>
          <p:cNvPr id="6" name="Shape 4"/>
          <p:cNvSpPr/>
          <p:nvPr/>
        </p:nvSpPr>
        <p:spPr>
          <a:xfrm>
            <a:off x="850900" y="1358900"/>
            <a:ext cx="2565400" cy="5410200"/>
          </a:xfrm>
          <a:prstGeom prst="roundRect">
            <a:avLst>
              <a:gd name="adj" fmla="val 2139"/>
            </a:avLst>
          </a:prstGeom>
          <a:solidFill>
            <a:srgbClr val="FFFFFF"/>
          </a:solidFill>
          <a:ln w="12700">
            <a:solidFill>
              <a:srgbClr val="CFD6D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5200" y="1498600"/>
            <a:ext cx="165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Word </a:t>
            </a:r>
            <a:pPr algn="l" indent="0" marL="0">
              <a:buNone/>
            </a:pPr>
            <a:r>
              <a:rPr lang="en-US" sz="24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127760" y="2086610"/>
            <a:ext cx="1717040" cy="46990"/>
          </a:xfrm>
          <a:prstGeom prst="line">
            <a:avLst/>
          </a:prstGeom>
          <a:noFill/>
          <a:ln w="9525">
            <a:solidFill>
              <a:srgbClr val="D0CCE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27760" y="2086610"/>
            <a:ext cx="1729740" cy="1416050"/>
          </a:xfrm>
          <a:prstGeom prst="line">
            <a:avLst/>
          </a:prstGeom>
          <a:noFill/>
          <a:ln w="9525">
            <a:solidFill>
              <a:srgbClr val="D0CC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27760" y="2086610"/>
            <a:ext cx="1729740" cy="2804160"/>
          </a:xfrm>
          <a:prstGeom prst="line">
            <a:avLst/>
          </a:prstGeom>
          <a:noFill/>
          <a:ln w="9525">
            <a:solidFill>
              <a:srgbClr val="D0CC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27760" y="2086610"/>
            <a:ext cx="1676400" cy="4133850"/>
          </a:xfrm>
          <a:prstGeom prst="line">
            <a:avLst/>
          </a:prstGeom>
          <a:noFill/>
          <a:ln w="9525">
            <a:solidFill>
              <a:srgbClr val="D0CC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27760" y="3495040"/>
            <a:ext cx="1717040" cy="-1361440"/>
          </a:xfrm>
          <a:prstGeom prst="line">
            <a:avLst/>
          </a:prstGeom>
          <a:noFill/>
          <a:ln w="9525">
            <a:solidFill>
              <a:srgbClr val="D0CC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27760" y="3495040"/>
            <a:ext cx="1729740" cy="7620"/>
          </a:xfrm>
          <a:prstGeom prst="line">
            <a:avLst/>
          </a:prstGeom>
          <a:noFill/>
          <a:ln w="9525">
            <a:solidFill>
              <a:srgbClr val="D0CC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27760" y="3495040"/>
            <a:ext cx="1729740" cy="1395730"/>
          </a:xfrm>
          <a:prstGeom prst="line">
            <a:avLst/>
          </a:prstGeom>
          <a:noFill/>
          <a:ln w="9525">
            <a:solidFill>
              <a:srgbClr val="D0CC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27760" y="3495040"/>
            <a:ext cx="1676400" cy="2725420"/>
          </a:xfrm>
          <a:prstGeom prst="line">
            <a:avLst/>
          </a:prstGeom>
          <a:noFill/>
          <a:ln w="9525">
            <a:solidFill>
              <a:srgbClr val="D0CC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27760" y="4904740"/>
            <a:ext cx="1717040" cy="-2771140"/>
          </a:xfrm>
          <a:prstGeom prst="line">
            <a:avLst/>
          </a:prstGeom>
          <a:noFill/>
          <a:ln w="9525">
            <a:solidFill>
              <a:srgbClr val="D0CC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27760" y="4904740"/>
            <a:ext cx="1729740" cy="-1402080"/>
          </a:xfrm>
          <a:prstGeom prst="line">
            <a:avLst/>
          </a:prstGeom>
          <a:noFill/>
          <a:ln w="9525">
            <a:solidFill>
              <a:srgbClr val="D0C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27760" y="4904740"/>
            <a:ext cx="1729740" cy="-13970"/>
          </a:xfrm>
          <a:prstGeom prst="line">
            <a:avLst/>
          </a:prstGeom>
          <a:noFill/>
          <a:ln w="9525">
            <a:solidFill>
              <a:srgbClr val="D0C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27760" y="4904740"/>
            <a:ext cx="1676400" cy="1315720"/>
          </a:xfrm>
          <a:prstGeom prst="line">
            <a:avLst/>
          </a:prstGeom>
          <a:noFill/>
          <a:ln w="9525">
            <a:solidFill>
              <a:srgbClr val="D0C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27760" y="6220460"/>
            <a:ext cx="1717040" cy="-4086860"/>
          </a:xfrm>
          <a:prstGeom prst="line">
            <a:avLst/>
          </a:prstGeom>
          <a:noFill/>
          <a:ln w="9525">
            <a:solidFill>
              <a:srgbClr val="D0C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27760" y="6220460"/>
            <a:ext cx="1729740" cy="-2717800"/>
          </a:xfrm>
          <a:prstGeom prst="line">
            <a:avLst/>
          </a:prstGeom>
          <a:noFill/>
          <a:ln w="9525">
            <a:solidFill>
              <a:srgbClr val="D0CC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27760" y="6220460"/>
            <a:ext cx="1729740" cy="-1329690"/>
          </a:xfrm>
          <a:prstGeom prst="line">
            <a:avLst/>
          </a:prstGeom>
          <a:noFill/>
          <a:ln w="9525">
            <a:solidFill>
              <a:srgbClr val="D0CCE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27760" y="6220460"/>
            <a:ext cx="1676400" cy="0"/>
          </a:xfrm>
          <a:prstGeom prst="line">
            <a:avLst/>
          </a:prstGeom>
          <a:noFill/>
          <a:ln w="9525">
            <a:solidFill>
              <a:srgbClr val="D0CC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51280" y="1926590"/>
            <a:ext cx="396240" cy="1182370"/>
          </a:xfrm>
          <a:prstGeom prst="ellipse">
            <a:avLst/>
          </a:prstGeom>
          <a:solidFill>
            <a:srgbClr val="88FFFF"/>
          </a:solidFill>
          <a:ln w="12700">
            <a:solidFill>
              <a:srgbClr val="4AB8D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51280" y="3149600"/>
            <a:ext cx="396240" cy="1117600"/>
          </a:xfrm>
          <a:prstGeom prst="ellipse">
            <a:avLst/>
          </a:prstGeom>
          <a:solidFill>
            <a:srgbClr val="F8D8F8"/>
          </a:solidFill>
          <a:ln w="12700">
            <a:solidFill>
              <a:srgbClr val="D888D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51280" y="4318000"/>
            <a:ext cx="396240" cy="990600"/>
          </a:xfrm>
          <a:prstGeom prst="ellipse">
            <a:avLst/>
          </a:prstGeom>
          <a:solidFill>
            <a:srgbClr val="FFE4CC"/>
          </a:solidFill>
          <a:ln w="12700">
            <a:solidFill>
              <a:srgbClr val="E8B08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51280" y="5346700"/>
            <a:ext cx="396240" cy="1028700"/>
          </a:xfrm>
          <a:prstGeom prst="ellipse">
            <a:avLst/>
          </a:prstGeom>
          <a:solidFill>
            <a:srgbClr val="DFF8D8"/>
          </a:solidFill>
          <a:ln w="12700">
            <a:solidFill>
              <a:srgbClr val="98D09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46200" y="2028190"/>
            <a:ext cx="406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346200" y="2346960"/>
            <a:ext cx="406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346200" y="2665730"/>
            <a:ext cx="406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346200" y="2904490"/>
            <a:ext cx="406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346200" y="3183890"/>
            <a:ext cx="406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346200" y="3463290"/>
            <a:ext cx="406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346200" y="3755390"/>
            <a:ext cx="406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346200" y="3981450"/>
            <a:ext cx="406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346200" y="4343400"/>
            <a:ext cx="406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346200" y="4610100"/>
            <a:ext cx="406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346200" y="4876800"/>
            <a:ext cx="406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346200" y="5118100"/>
            <a:ext cx="406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346200" y="5337810"/>
            <a:ext cx="406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346200" y="5656580"/>
            <a:ext cx="406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346200" y="5948680"/>
            <a:ext cx="406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346200" y="6135370"/>
            <a:ext cx="406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969010" y="1927860"/>
            <a:ext cx="317500" cy="317500"/>
          </a:xfrm>
          <a:prstGeom prst="ellipse">
            <a:avLst/>
          </a:prstGeom>
          <a:solidFill>
            <a:srgbClr val="F5CCF6"/>
          </a:solidFill>
          <a:ln w="15875">
            <a:solidFill>
              <a:srgbClr val="D9A8D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49960" y="1972310"/>
            <a:ext cx="355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969010" y="3336290"/>
            <a:ext cx="317500" cy="317500"/>
          </a:xfrm>
          <a:prstGeom prst="ellipse">
            <a:avLst/>
          </a:prstGeom>
          <a:solidFill>
            <a:srgbClr val="F5CCF6"/>
          </a:solidFill>
          <a:ln w="15875">
            <a:solidFill>
              <a:srgbClr val="D9A8D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49960" y="3380740"/>
            <a:ext cx="355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969010" y="4745990"/>
            <a:ext cx="317500" cy="317500"/>
          </a:xfrm>
          <a:prstGeom prst="ellipse">
            <a:avLst/>
          </a:prstGeom>
          <a:solidFill>
            <a:srgbClr val="F5CCF6"/>
          </a:solidFill>
          <a:ln w="15875">
            <a:solidFill>
              <a:srgbClr val="D9A8D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49960" y="4790440"/>
            <a:ext cx="355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969010" y="6061710"/>
            <a:ext cx="317500" cy="317500"/>
          </a:xfrm>
          <a:prstGeom prst="ellipse">
            <a:avLst/>
          </a:prstGeom>
          <a:solidFill>
            <a:srgbClr val="F5CCF6"/>
          </a:solidFill>
          <a:ln w="15875">
            <a:solidFill>
              <a:srgbClr val="D9A8D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49960" y="6106160"/>
            <a:ext cx="355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2625725" y="1914525"/>
            <a:ext cx="438150" cy="438150"/>
          </a:xfrm>
          <a:prstGeom prst="ellipse">
            <a:avLst/>
          </a:prstGeom>
          <a:solidFill>
            <a:srgbClr val="F6F8FE"/>
          </a:solidFill>
          <a:ln w="19050">
            <a:solidFill>
              <a:srgbClr val="9B404D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635250" y="2082800"/>
            <a:ext cx="101600" cy="101600"/>
          </a:xfrm>
          <a:prstGeom prst="pie">
            <a:avLst>
              <a:gd name="adj1" fmla="val 5400000"/>
              <a:gd name="adj2" fmla="val 12600000"/>
            </a:avLst>
          </a:prstGeom>
          <a:solidFill>
            <a:srgbClr val="2478D0"/>
          </a:solidFill>
          <a:ln/>
        </p:spPr>
      </p:sp>
      <p:sp>
        <p:nvSpPr>
          <p:cNvPr id="54" name="Shape 52"/>
          <p:cNvSpPr/>
          <p:nvPr/>
        </p:nvSpPr>
        <p:spPr>
          <a:xfrm>
            <a:off x="2635250" y="2082800"/>
            <a:ext cx="101600" cy="101600"/>
          </a:xfrm>
          <a:prstGeom prst="pie">
            <a:avLst>
              <a:gd name="adj1" fmla="val 12600000"/>
              <a:gd name="adj2" fmla="val 19800000"/>
            </a:avLst>
          </a:prstGeom>
          <a:solidFill>
            <a:srgbClr val="B04AC8"/>
          </a:solidFill>
          <a:ln/>
        </p:spPr>
      </p:sp>
      <p:sp>
        <p:nvSpPr>
          <p:cNvPr id="55" name="Shape 53"/>
          <p:cNvSpPr/>
          <p:nvPr/>
        </p:nvSpPr>
        <p:spPr>
          <a:xfrm>
            <a:off x="2635250" y="2082800"/>
            <a:ext cx="101600" cy="101600"/>
          </a:xfrm>
          <a:prstGeom prst="pie">
            <a:avLst>
              <a:gd name="adj1" fmla="val 19800000"/>
              <a:gd name="adj2" fmla="val 5400000"/>
            </a:avLst>
          </a:prstGeom>
          <a:solidFill>
            <a:srgbClr val="6CB86C"/>
          </a:solidFill>
          <a:ln/>
        </p:spPr>
      </p:sp>
      <p:sp>
        <p:nvSpPr>
          <p:cNvPr id="56" name="Text 54"/>
          <p:cNvSpPr/>
          <p:nvPr/>
        </p:nvSpPr>
        <p:spPr>
          <a:xfrm>
            <a:off x="2679700" y="2006600"/>
            <a:ext cx="330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Σ</a:t>
            </a:r>
            <a:endParaRPr lang="en-US" sz="1400" dirty="0"/>
          </a:p>
        </p:txBody>
      </p:sp>
      <p:sp>
        <p:nvSpPr>
          <p:cNvPr id="57" name="Shape 55"/>
          <p:cNvSpPr/>
          <p:nvPr/>
        </p:nvSpPr>
        <p:spPr>
          <a:xfrm>
            <a:off x="2857500" y="2146300"/>
            <a:ext cx="114300" cy="88900"/>
          </a:xfrm>
          <a:prstGeom prst="arc">
            <a:avLst>
              <a:gd name="adj1" fmla="val 10800000"/>
              <a:gd name="adj2" fmla="val 21600000"/>
            </a:avLst>
          </a:prstGeom>
          <a:ln w="19050">
            <a:solidFill>
              <a:srgbClr val="9B404D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638425" y="3283585"/>
            <a:ext cx="438150" cy="438150"/>
          </a:xfrm>
          <a:prstGeom prst="ellipse">
            <a:avLst/>
          </a:prstGeom>
          <a:solidFill>
            <a:srgbClr val="F6F8FE"/>
          </a:solidFill>
          <a:ln w="19050">
            <a:solidFill>
              <a:srgbClr val="9B404D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2647950" y="3451860"/>
            <a:ext cx="101600" cy="101600"/>
          </a:xfrm>
          <a:prstGeom prst="pie">
            <a:avLst>
              <a:gd name="adj1" fmla="val 5400000"/>
              <a:gd name="adj2" fmla="val 12600000"/>
            </a:avLst>
          </a:prstGeom>
          <a:solidFill>
            <a:srgbClr val="2478D0"/>
          </a:solidFill>
          <a:ln/>
        </p:spPr>
      </p:sp>
      <p:sp>
        <p:nvSpPr>
          <p:cNvPr id="60" name="Shape 58"/>
          <p:cNvSpPr/>
          <p:nvPr/>
        </p:nvSpPr>
        <p:spPr>
          <a:xfrm>
            <a:off x="2647950" y="3451860"/>
            <a:ext cx="101600" cy="101600"/>
          </a:xfrm>
          <a:prstGeom prst="pie">
            <a:avLst>
              <a:gd name="adj1" fmla="val 12600000"/>
              <a:gd name="adj2" fmla="val 19800000"/>
            </a:avLst>
          </a:prstGeom>
          <a:solidFill>
            <a:srgbClr val="B04AC8"/>
          </a:solidFill>
          <a:ln/>
        </p:spPr>
      </p:sp>
      <p:sp>
        <p:nvSpPr>
          <p:cNvPr id="61" name="Shape 59"/>
          <p:cNvSpPr/>
          <p:nvPr/>
        </p:nvSpPr>
        <p:spPr>
          <a:xfrm>
            <a:off x="2647950" y="3451860"/>
            <a:ext cx="101600" cy="101600"/>
          </a:xfrm>
          <a:prstGeom prst="pie">
            <a:avLst>
              <a:gd name="adj1" fmla="val 19800000"/>
              <a:gd name="adj2" fmla="val 5400000"/>
            </a:avLst>
          </a:prstGeom>
          <a:solidFill>
            <a:srgbClr val="6CB86C"/>
          </a:solidFill>
          <a:ln/>
        </p:spPr>
      </p:sp>
      <p:sp>
        <p:nvSpPr>
          <p:cNvPr id="62" name="Text 60"/>
          <p:cNvSpPr/>
          <p:nvPr/>
        </p:nvSpPr>
        <p:spPr>
          <a:xfrm>
            <a:off x="2692400" y="3375660"/>
            <a:ext cx="330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Σ</a:t>
            </a:r>
            <a:endParaRPr lang="en-US" sz="1400" dirty="0"/>
          </a:p>
        </p:txBody>
      </p:sp>
      <p:sp>
        <p:nvSpPr>
          <p:cNvPr id="63" name="Shape 61"/>
          <p:cNvSpPr/>
          <p:nvPr/>
        </p:nvSpPr>
        <p:spPr>
          <a:xfrm>
            <a:off x="2870200" y="3515360"/>
            <a:ext cx="114300" cy="88900"/>
          </a:xfrm>
          <a:prstGeom prst="arc">
            <a:avLst>
              <a:gd name="adj1" fmla="val 10800000"/>
              <a:gd name="adj2" fmla="val 21600000"/>
            </a:avLst>
          </a:prstGeom>
          <a:ln w="19050">
            <a:solidFill>
              <a:srgbClr val="9B404D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2638425" y="4671695"/>
            <a:ext cx="438150" cy="438150"/>
          </a:xfrm>
          <a:prstGeom prst="ellipse">
            <a:avLst/>
          </a:prstGeom>
          <a:solidFill>
            <a:srgbClr val="F6F8FE"/>
          </a:solidFill>
          <a:ln w="19050">
            <a:solidFill>
              <a:srgbClr val="9B404D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2647950" y="4839970"/>
            <a:ext cx="101600" cy="101600"/>
          </a:xfrm>
          <a:prstGeom prst="pie">
            <a:avLst>
              <a:gd name="adj1" fmla="val 5400000"/>
              <a:gd name="adj2" fmla="val 12600000"/>
            </a:avLst>
          </a:prstGeom>
          <a:solidFill>
            <a:srgbClr val="2478D0"/>
          </a:solidFill>
          <a:ln/>
        </p:spPr>
      </p:sp>
      <p:sp>
        <p:nvSpPr>
          <p:cNvPr id="66" name="Shape 64"/>
          <p:cNvSpPr/>
          <p:nvPr/>
        </p:nvSpPr>
        <p:spPr>
          <a:xfrm>
            <a:off x="2647950" y="4839970"/>
            <a:ext cx="101600" cy="101600"/>
          </a:xfrm>
          <a:prstGeom prst="pie">
            <a:avLst>
              <a:gd name="adj1" fmla="val 12600000"/>
              <a:gd name="adj2" fmla="val 19800000"/>
            </a:avLst>
          </a:prstGeom>
          <a:solidFill>
            <a:srgbClr val="B04AC8"/>
          </a:solidFill>
          <a:ln/>
        </p:spPr>
      </p:sp>
      <p:sp>
        <p:nvSpPr>
          <p:cNvPr id="67" name="Shape 65"/>
          <p:cNvSpPr/>
          <p:nvPr/>
        </p:nvSpPr>
        <p:spPr>
          <a:xfrm>
            <a:off x="2647950" y="4839970"/>
            <a:ext cx="101600" cy="101600"/>
          </a:xfrm>
          <a:prstGeom prst="pie">
            <a:avLst>
              <a:gd name="adj1" fmla="val 19800000"/>
              <a:gd name="adj2" fmla="val 5400000"/>
            </a:avLst>
          </a:prstGeom>
          <a:solidFill>
            <a:srgbClr val="6CB86C"/>
          </a:solidFill>
          <a:ln/>
        </p:spPr>
      </p:sp>
      <p:sp>
        <p:nvSpPr>
          <p:cNvPr id="68" name="Text 66"/>
          <p:cNvSpPr/>
          <p:nvPr/>
        </p:nvSpPr>
        <p:spPr>
          <a:xfrm>
            <a:off x="2692400" y="4763770"/>
            <a:ext cx="330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Σ</a:t>
            </a:r>
            <a:endParaRPr lang="en-US" sz="1400" dirty="0"/>
          </a:p>
        </p:txBody>
      </p:sp>
      <p:sp>
        <p:nvSpPr>
          <p:cNvPr id="69" name="Shape 67"/>
          <p:cNvSpPr/>
          <p:nvPr/>
        </p:nvSpPr>
        <p:spPr>
          <a:xfrm>
            <a:off x="2870200" y="4903470"/>
            <a:ext cx="114300" cy="88900"/>
          </a:xfrm>
          <a:prstGeom prst="arc">
            <a:avLst>
              <a:gd name="adj1" fmla="val 10800000"/>
              <a:gd name="adj2" fmla="val 21600000"/>
            </a:avLst>
          </a:prstGeom>
          <a:ln w="19050">
            <a:solidFill>
              <a:srgbClr val="9B404D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2585085" y="6001385"/>
            <a:ext cx="438150" cy="438150"/>
          </a:xfrm>
          <a:prstGeom prst="ellipse">
            <a:avLst/>
          </a:prstGeom>
          <a:solidFill>
            <a:srgbClr val="F6F8FE"/>
          </a:solidFill>
          <a:ln w="19050">
            <a:solidFill>
              <a:srgbClr val="9B404D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2594610" y="6169660"/>
            <a:ext cx="101600" cy="101600"/>
          </a:xfrm>
          <a:prstGeom prst="pie">
            <a:avLst>
              <a:gd name="adj1" fmla="val 5400000"/>
              <a:gd name="adj2" fmla="val 12600000"/>
            </a:avLst>
          </a:prstGeom>
          <a:solidFill>
            <a:srgbClr val="2478D0"/>
          </a:solidFill>
          <a:ln/>
        </p:spPr>
      </p:sp>
      <p:sp>
        <p:nvSpPr>
          <p:cNvPr id="72" name="Shape 70"/>
          <p:cNvSpPr/>
          <p:nvPr/>
        </p:nvSpPr>
        <p:spPr>
          <a:xfrm>
            <a:off x="2594610" y="6169660"/>
            <a:ext cx="101600" cy="101600"/>
          </a:xfrm>
          <a:prstGeom prst="pie">
            <a:avLst>
              <a:gd name="adj1" fmla="val 12600000"/>
              <a:gd name="adj2" fmla="val 19800000"/>
            </a:avLst>
          </a:prstGeom>
          <a:solidFill>
            <a:srgbClr val="B04AC8"/>
          </a:solidFill>
          <a:ln/>
        </p:spPr>
      </p:sp>
      <p:sp>
        <p:nvSpPr>
          <p:cNvPr id="73" name="Shape 71"/>
          <p:cNvSpPr/>
          <p:nvPr/>
        </p:nvSpPr>
        <p:spPr>
          <a:xfrm>
            <a:off x="2594610" y="6169660"/>
            <a:ext cx="101600" cy="101600"/>
          </a:xfrm>
          <a:prstGeom prst="pie">
            <a:avLst>
              <a:gd name="adj1" fmla="val 19800000"/>
              <a:gd name="adj2" fmla="val 5400000"/>
            </a:avLst>
          </a:prstGeom>
          <a:solidFill>
            <a:srgbClr val="6CB86C"/>
          </a:solidFill>
          <a:ln/>
        </p:spPr>
      </p:sp>
      <p:sp>
        <p:nvSpPr>
          <p:cNvPr id="74" name="Text 72"/>
          <p:cNvSpPr/>
          <p:nvPr/>
        </p:nvSpPr>
        <p:spPr>
          <a:xfrm>
            <a:off x="2639060" y="6093460"/>
            <a:ext cx="330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Σ</a:t>
            </a:r>
            <a:endParaRPr lang="en-US" sz="1400" dirty="0"/>
          </a:p>
        </p:txBody>
      </p:sp>
      <p:sp>
        <p:nvSpPr>
          <p:cNvPr id="75" name="Shape 73"/>
          <p:cNvSpPr/>
          <p:nvPr/>
        </p:nvSpPr>
        <p:spPr>
          <a:xfrm>
            <a:off x="2816860" y="6233160"/>
            <a:ext cx="114300" cy="88900"/>
          </a:xfrm>
          <a:prstGeom prst="arc">
            <a:avLst>
              <a:gd name="adj1" fmla="val 10800000"/>
              <a:gd name="adj2" fmla="val 21600000"/>
            </a:avLst>
          </a:prstGeom>
          <a:ln w="19050">
            <a:solidFill>
              <a:srgbClr val="9B404D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3073400" y="2133600"/>
            <a:ext cx="292100" cy="0"/>
          </a:xfrm>
          <a:prstGeom prst="line">
            <a:avLst/>
          </a:prstGeom>
          <a:noFill/>
          <a:ln w="22225">
            <a:solidFill>
              <a:srgbClr val="2E9C48"/>
            </a:solidFill>
            <a:prstDash val="solid"/>
            <a:tailEnd type="triangle"/>
          </a:ln>
        </p:spPr>
      </p:sp>
      <p:sp>
        <p:nvSpPr>
          <p:cNvPr id="77" name="Text 75"/>
          <p:cNvSpPr/>
          <p:nvPr/>
        </p:nvSpPr>
        <p:spPr>
          <a:xfrm>
            <a:off x="3073400" y="1797050"/>
            <a:ext cx="330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l" indent="0" marL="0">
              <a:buNone/>
            </a:pPr>
            <a:r>
              <a:rPr lang="en-US" sz="10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900" dirty="0"/>
          </a:p>
        </p:txBody>
      </p:sp>
      <p:sp>
        <p:nvSpPr>
          <p:cNvPr id="78" name="Shape 76"/>
          <p:cNvSpPr/>
          <p:nvPr/>
        </p:nvSpPr>
        <p:spPr>
          <a:xfrm>
            <a:off x="2787650" y="2374900"/>
            <a:ext cx="0" cy="107950"/>
          </a:xfrm>
          <a:prstGeom prst="line">
            <a:avLst/>
          </a:prstGeom>
          <a:noFill/>
          <a:ln w="19050">
            <a:solidFill>
              <a:srgbClr val="2E9C48"/>
            </a:solidFill>
            <a:prstDash val="solid"/>
            <a:headEnd type="triangle"/>
          </a:ln>
        </p:spPr>
      </p:sp>
      <p:sp>
        <p:nvSpPr>
          <p:cNvPr id="79" name="Text 77"/>
          <p:cNvSpPr/>
          <p:nvPr/>
        </p:nvSpPr>
        <p:spPr>
          <a:xfrm>
            <a:off x="2768600" y="2419350"/>
            <a:ext cx="3302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pPr algn="l" indent="0" marL="0">
              <a:buNone/>
            </a:pPr>
            <a:r>
              <a:rPr lang="en-US" sz="1050" b="1" baseline="-40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900" dirty="0"/>
          </a:p>
        </p:txBody>
      </p:sp>
      <p:sp>
        <p:nvSpPr>
          <p:cNvPr id="80" name="Shape 78"/>
          <p:cNvSpPr/>
          <p:nvPr/>
        </p:nvSpPr>
        <p:spPr>
          <a:xfrm>
            <a:off x="3086100" y="3502660"/>
            <a:ext cx="292100" cy="0"/>
          </a:xfrm>
          <a:prstGeom prst="line">
            <a:avLst/>
          </a:prstGeom>
          <a:noFill/>
          <a:ln w="22225">
            <a:solidFill>
              <a:srgbClr val="2E9C48"/>
            </a:solidFill>
            <a:prstDash val="solid"/>
            <a:tailEnd type="triangle"/>
          </a:ln>
        </p:spPr>
      </p:sp>
      <p:sp>
        <p:nvSpPr>
          <p:cNvPr id="81" name="Text 79"/>
          <p:cNvSpPr/>
          <p:nvPr/>
        </p:nvSpPr>
        <p:spPr>
          <a:xfrm>
            <a:off x="3086100" y="3166110"/>
            <a:ext cx="330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l" indent="0" marL="0">
              <a:buNone/>
            </a:pPr>
            <a:r>
              <a:rPr lang="en-US" sz="10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900" dirty="0"/>
          </a:p>
        </p:txBody>
      </p:sp>
      <p:sp>
        <p:nvSpPr>
          <p:cNvPr id="82" name="Shape 80"/>
          <p:cNvSpPr/>
          <p:nvPr/>
        </p:nvSpPr>
        <p:spPr>
          <a:xfrm>
            <a:off x="2800350" y="3743960"/>
            <a:ext cx="0" cy="107950"/>
          </a:xfrm>
          <a:prstGeom prst="line">
            <a:avLst/>
          </a:prstGeom>
          <a:noFill/>
          <a:ln w="19050">
            <a:solidFill>
              <a:srgbClr val="2E9C48"/>
            </a:solidFill>
            <a:prstDash val="solid"/>
            <a:headEnd type="triangle"/>
          </a:ln>
        </p:spPr>
      </p:sp>
      <p:sp>
        <p:nvSpPr>
          <p:cNvPr id="83" name="Text 81"/>
          <p:cNvSpPr/>
          <p:nvPr/>
        </p:nvSpPr>
        <p:spPr>
          <a:xfrm>
            <a:off x="2781300" y="3788410"/>
            <a:ext cx="3302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pPr algn="l" indent="0" marL="0">
              <a:buNone/>
            </a:pPr>
            <a:r>
              <a:rPr lang="en-US" sz="1050" b="1" baseline="-40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900" dirty="0"/>
          </a:p>
        </p:txBody>
      </p:sp>
      <p:sp>
        <p:nvSpPr>
          <p:cNvPr id="84" name="Shape 82"/>
          <p:cNvSpPr/>
          <p:nvPr/>
        </p:nvSpPr>
        <p:spPr>
          <a:xfrm>
            <a:off x="3086100" y="4890770"/>
            <a:ext cx="292100" cy="0"/>
          </a:xfrm>
          <a:prstGeom prst="line">
            <a:avLst/>
          </a:prstGeom>
          <a:noFill/>
          <a:ln w="22225">
            <a:solidFill>
              <a:srgbClr val="2E9C48"/>
            </a:solidFill>
            <a:prstDash val="solid"/>
            <a:tailEnd type="triangle"/>
          </a:ln>
        </p:spPr>
      </p:sp>
      <p:sp>
        <p:nvSpPr>
          <p:cNvPr id="85" name="Text 83"/>
          <p:cNvSpPr/>
          <p:nvPr/>
        </p:nvSpPr>
        <p:spPr>
          <a:xfrm>
            <a:off x="3086100" y="4554220"/>
            <a:ext cx="330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l" indent="0" marL="0">
              <a:buNone/>
            </a:pPr>
            <a:r>
              <a:rPr lang="en-US" sz="10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900" dirty="0"/>
          </a:p>
        </p:txBody>
      </p:sp>
      <p:sp>
        <p:nvSpPr>
          <p:cNvPr id="86" name="Shape 84"/>
          <p:cNvSpPr/>
          <p:nvPr/>
        </p:nvSpPr>
        <p:spPr>
          <a:xfrm>
            <a:off x="2800350" y="5132070"/>
            <a:ext cx="0" cy="107950"/>
          </a:xfrm>
          <a:prstGeom prst="line">
            <a:avLst/>
          </a:prstGeom>
          <a:noFill/>
          <a:ln w="19050">
            <a:solidFill>
              <a:srgbClr val="2E9C48"/>
            </a:solidFill>
            <a:prstDash val="solid"/>
            <a:headEnd type="triangle"/>
          </a:ln>
        </p:spPr>
      </p:sp>
      <p:sp>
        <p:nvSpPr>
          <p:cNvPr id="87" name="Text 85"/>
          <p:cNvSpPr/>
          <p:nvPr/>
        </p:nvSpPr>
        <p:spPr>
          <a:xfrm>
            <a:off x="2781300" y="5176520"/>
            <a:ext cx="3302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pPr algn="l" indent="0" marL="0">
              <a:buNone/>
            </a:pPr>
            <a:r>
              <a:rPr lang="en-US" sz="1050" b="1" baseline="-40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900" dirty="0"/>
          </a:p>
        </p:txBody>
      </p:sp>
      <p:sp>
        <p:nvSpPr>
          <p:cNvPr id="88" name="Shape 86"/>
          <p:cNvSpPr/>
          <p:nvPr/>
        </p:nvSpPr>
        <p:spPr>
          <a:xfrm>
            <a:off x="3032760" y="6220460"/>
            <a:ext cx="292100" cy="0"/>
          </a:xfrm>
          <a:prstGeom prst="line">
            <a:avLst/>
          </a:prstGeom>
          <a:noFill/>
          <a:ln w="22225">
            <a:solidFill>
              <a:srgbClr val="2E9C48"/>
            </a:solidFill>
            <a:prstDash val="solid"/>
            <a:tailEnd type="triangle"/>
          </a:ln>
        </p:spPr>
      </p:sp>
      <p:sp>
        <p:nvSpPr>
          <p:cNvPr id="89" name="Text 87"/>
          <p:cNvSpPr/>
          <p:nvPr/>
        </p:nvSpPr>
        <p:spPr>
          <a:xfrm>
            <a:off x="3032760" y="5883910"/>
            <a:ext cx="330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l" indent="0" marL="0">
              <a:buNone/>
            </a:pPr>
            <a:r>
              <a:rPr lang="en-US" sz="10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900" dirty="0"/>
          </a:p>
        </p:txBody>
      </p:sp>
      <p:sp>
        <p:nvSpPr>
          <p:cNvPr id="90" name="Shape 88"/>
          <p:cNvSpPr/>
          <p:nvPr/>
        </p:nvSpPr>
        <p:spPr>
          <a:xfrm>
            <a:off x="2747010" y="6461760"/>
            <a:ext cx="0" cy="107950"/>
          </a:xfrm>
          <a:prstGeom prst="line">
            <a:avLst/>
          </a:prstGeom>
          <a:noFill/>
          <a:ln w="19050">
            <a:solidFill>
              <a:srgbClr val="2E9C48"/>
            </a:solidFill>
            <a:prstDash val="solid"/>
            <a:headEnd type="triangle"/>
          </a:ln>
        </p:spPr>
      </p:sp>
      <p:sp>
        <p:nvSpPr>
          <p:cNvPr id="91" name="Text 89"/>
          <p:cNvSpPr/>
          <p:nvPr/>
        </p:nvSpPr>
        <p:spPr>
          <a:xfrm>
            <a:off x="2727960" y="6506210"/>
            <a:ext cx="3302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pPr algn="l" indent="0" marL="0">
              <a:buNone/>
            </a:pPr>
            <a:r>
              <a:rPr lang="en-US" sz="1050" b="1" baseline="-40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900" dirty="0"/>
          </a:p>
        </p:txBody>
      </p:sp>
      <p:sp>
        <p:nvSpPr>
          <p:cNvPr id="92" name="Shape 90"/>
          <p:cNvSpPr/>
          <p:nvPr/>
        </p:nvSpPr>
        <p:spPr>
          <a:xfrm>
            <a:off x="3581400" y="1320800"/>
            <a:ext cx="7962900" cy="2628900"/>
          </a:xfrm>
          <a:prstGeom prst="roundRect">
            <a:avLst>
              <a:gd name="adj" fmla="val 2087"/>
            </a:avLst>
          </a:prstGeom>
          <a:solidFill>
            <a:srgbClr val="F2F1EF"/>
          </a:solidFill>
          <a:ln w="12700">
            <a:solidFill>
              <a:srgbClr val="D0D5DA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4394200" y="1981200"/>
            <a:ext cx="508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</a:t>
            </a:r>
            <a:pPr algn="ctr" indent="0" marL="0">
              <a:buNone/>
            </a:pPr>
            <a:r>
              <a:rPr lang="en-US" sz="1300" b="1" baseline="30000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</a:t>
            </a:r>
            <a:endParaRPr lang="en-US" sz="2500" dirty="0"/>
          </a:p>
        </p:txBody>
      </p:sp>
      <p:sp>
        <p:nvSpPr>
          <p:cNvPr id="94" name="Shape 92"/>
          <p:cNvSpPr/>
          <p:nvPr/>
        </p:nvSpPr>
        <p:spPr>
          <a:xfrm>
            <a:off x="3797300" y="2425700"/>
            <a:ext cx="1587500" cy="393700"/>
          </a:xfrm>
          <a:prstGeom prst="roundRect">
            <a:avLst>
              <a:gd name="adj" fmla="val 27871"/>
            </a:avLst>
          </a:prstGeom>
          <a:solidFill>
            <a:srgbClr val="EFD4F4"/>
          </a:solidFill>
          <a:ln w="12700">
            <a:solidFill>
              <a:srgbClr val="D8A8DC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3613150" y="2324100"/>
            <a:ext cx="177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A850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</a:t>
            </a:r>
            <a:endParaRPr lang="en-US" sz="4800" dirty="0"/>
          </a:p>
        </p:txBody>
      </p:sp>
      <p:sp>
        <p:nvSpPr>
          <p:cNvPr id="96" name="Text 94"/>
          <p:cNvSpPr/>
          <p:nvPr/>
        </p:nvSpPr>
        <p:spPr>
          <a:xfrm>
            <a:off x="5391150" y="2336800"/>
            <a:ext cx="177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A850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]</a:t>
            </a:r>
            <a:endParaRPr lang="en-US" sz="4800" dirty="0"/>
          </a:p>
        </p:txBody>
      </p:sp>
      <p:sp>
        <p:nvSpPr>
          <p:cNvPr id="97" name="Shape 95"/>
          <p:cNvSpPr/>
          <p:nvPr/>
        </p:nvSpPr>
        <p:spPr>
          <a:xfrm>
            <a:off x="3858260" y="2515870"/>
            <a:ext cx="228600" cy="190500"/>
          </a:xfrm>
          <a:prstGeom prst="roundRect">
            <a:avLst>
              <a:gd name="adj" fmla="val 24000"/>
            </a:avLst>
          </a:prstGeom>
          <a:solidFill>
            <a:srgbClr val="FFF1F0"/>
          </a:solidFill>
          <a:ln w="15875">
            <a:solidFill>
              <a:srgbClr val="B0523C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3858260" y="2515870"/>
            <a:ext cx="228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99" name="Shape 97"/>
          <p:cNvSpPr/>
          <p:nvPr/>
        </p:nvSpPr>
        <p:spPr>
          <a:xfrm>
            <a:off x="4227830" y="2515870"/>
            <a:ext cx="228600" cy="190500"/>
          </a:xfrm>
          <a:prstGeom prst="roundRect">
            <a:avLst>
              <a:gd name="adj" fmla="val 24000"/>
            </a:avLst>
          </a:prstGeom>
          <a:solidFill>
            <a:srgbClr val="FFF1F0"/>
          </a:solidFill>
          <a:ln w="15875">
            <a:solidFill>
              <a:srgbClr val="B0523C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4227830" y="2515870"/>
            <a:ext cx="228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01" name="Shape 99"/>
          <p:cNvSpPr/>
          <p:nvPr/>
        </p:nvSpPr>
        <p:spPr>
          <a:xfrm>
            <a:off x="4611370" y="2515870"/>
            <a:ext cx="228600" cy="190500"/>
          </a:xfrm>
          <a:prstGeom prst="roundRect">
            <a:avLst>
              <a:gd name="adj" fmla="val 24000"/>
            </a:avLst>
          </a:prstGeom>
          <a:solidFill>
            <a:srgbClr val="FFF1F0"/>
          </a:solidFill>
          <a:ln w="15875">
            <a:solidFill>
              <a:srgbClr val="B0523C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611370" y="2515870"/>
            <a:ext cx="228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03" name="Shape 101"/>
          <p:cNvSpPr/>
          <p:nvPr/>
        </p:nvSpPr>
        <p:spPr>
          <a:xfrm>
            <a:off x="5012690" y="2515870"/>
            <a:ext cx="228600" cy="190500"/>
          </a:xfrm>
          <a:prstGeom prst="roundRect">
            <a:avLst>
              <a:gd name="adj" fmla="val 24000"/>
            </a:avLst>
          </a:prstGeom>
          <a:solidFill>
            <a:srgbClr val="FFF1F0"/>
          </a:solidFill>
          <a:ln w="15875">
            <a:solidFill>
              <a:srgbClr val="B0523C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5012690" y="2515870"/>
            <a:ext cx="228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05" name="Text 103"/>
          <p:cNvSpPr/>
          <p:nvPr/>
        </p:nvSpPr>
        <p:spPr>
          <a:xfrm>
            <a:off x="5664200" y="2514600"/>
            <a:ext cx="965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4E4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Sigmoid</a:t>
            </a:r>
            <a:endParaRPr lang="en-US" sz="1500" dirty="0"/>
          </a:p>
        </p:txBody>
      </p:sp>
      <p:sp>
        <p:nvSpPr>
          <p:cNvPr id="106" name="Shape 104"/>
          <p:cNvSpPr/>
          <p:nvPr/>
        </p:nvSpPr>
        <p:spPr>
          <a:xfrm>
            <a:off x="6654800" y="1409700"/>
            <a:ext cx="228600" cy="2425700"/>
          </a:xfrm>
          <a:prstGeom prst="leftBrace">
            <a:avLst/>
          </a:prstGeom>
          <a:ln w="38100">
            <a:solidFill>
              <a:srgbClr val="574CC2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10591800" y="1409700"/>
            <a:ext cx="228600" cy="2438400"/>
          </a:xfrm>
          <a:prstGeom prst="rightBrace">
            <a:avLst/>
          </a:prstGeom>
          <a:ln w="38100">
            <a:solidFill>
              <a:srgbClr val="574CC2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6845300" y="1485900"/>
            <a:ext cx="1676400" cy="393700"/>
          </a:xfrm>
          <a:prstGeom prst="roundRect">
            <a:avLst>
              <a:gd name="adj" fmla="val 32516"/>
            </a:avLst>
          </a:prstGeom>
          <a:solidFill>
            <a:srgbClr val="FFC8EE"/>
          </a:solidFill>
          <a:ln w="12700">
            <a:solidFill>
              <a:srgbClr val="E8A8D8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6896100" y="1473200"/>
            <a:ext cx="1397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A850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</a:t>
            </a:r>
            <a:endParaRPr lang="en-US" sz="3400" dirty="0"/>
          </a:p>
        </p:txBody>
      </p:sp>
      <p:sp>
        <p:nvSpPr>
          <p:cNvPr id="110" name="Text 108"/>
          <p:cNvSpPr/>
          <p:nvPr/>
        </p:nvSpPr>
        <p:spPr>
          <a:xfrm>
            <a:off x="8255000" y="1473200"/>
            <a:ext cx="1397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A850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]</a:t>
            </a:r>
            <a:endParaRPr lang="en-US" sz="3400" dirty="0"/>
          </a:p>
        </p:txBody>
      </p:sp>
      <p:sp>
        <p:nvSpPr>
          <p:cNvPr id="111" name="Shape 109"/>
          <p:cNvSpPr/>
          <p:nvPr/>
        </p:nvSpPr>
        <p:spPr>
          <a:xfrm>
            <a:off x="7016750" y="1525270"/>
            <a:ext cx="292100" cy="292100"/>
          </a:xfrm>
          <a:prstGeom prst="ellipse">
            <a:avLst/>
          </a:prstGeom>
          <a:solidFill>
            <a:srgbClr val="DCD4EC"/>
          </a:solidFill>
          <a:ln w="19050">
            <a:solidFill>
              <a:srgbClr val="C00000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7016750" y="1525270"/>
            <a:ext cx="2921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50" b="1" baseline="-4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13" name="Shape 111"/>
          <p:cNvSpPr/>
          <p:nvPr/>
        </p:nvSpPr>
        <p:spPr>
          <a:xfrm>
            <a:off x="7387590" y="1525270"/>
            <a:ext cx="292100" cy="292100"/>
          </a:xfrm>
          <a:prstGeom prst="ellipse">
            <a:avLst/>
          </a:prstGeom>
          <a:solidFill>
            <a:srgbClr val="DCD4EC"/>
          </a:solidFill>
          <a:ln w="19050">
            <a:solidFill>
              <a:srgbClr val="C00000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7387590" y="1525270"/>
            <a:ext cx="2921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50" b="1" baseline="-4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7706360" y="1525270"/>
            <a:ext cx="292100" cy="292100"/>
          </a:xfrm>
          <a:prstGeom prst="ellipse">
            <a:avLst/>
          </a:prstGeom>
          <a:solidFill>
            <a:srgbClr val="DCD4EC"/>
          </a:solidFill>
          <a:ln w="19050">
            <a:solidFill>
              <a:srgbClr val="C00000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7706360" y="1525270"/>
            <a:ext cx="2921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50" b="1" baseline="-4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8023860" y="1525270"/>
            <a:ext cx="292100" cy="292100"/>
          </a:xfrm>
          <a:prstGeom prst="ellipse">
            <a:avLst/>
          </a:prstGeom>
          <a:solidFill>
            <a:srgbClr val="DCD4EC"/>
          </a:solidFill>
          <a:ln w="19050">
            <a:solidFill>
              <a:srgbClr val="C00000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8023860" y="1525270"/>
            <a:ext cx="2921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50" b="1" baseline="-4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19" name="Text 117"/>
          <p:cNvSpPr/>
          <p:nvPr/>
        </p:nvSpPr>
        <p:spPr>
          <a:xfrm>
            <a:off x="7312660" y="1968500"/>
            <a:ext cx="5334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endParaRPr lang="en-US" sz="2600" dirty="0"/>
          </a:p>
        </p:txBody>
      </p:sp>
      <p:sp>
        <p:nvSpPr>
          <p:cNvPr id="120" name="Shape 118"/>
          <p:cNvSpPr/>
          <p:nvPr/>
        </p:nvSpPr>
        <p:spPr>
          <a:xfrm>
            <a:off x="8636000" y="1485900"/>
            <a:ext cx="1917700" cy="2336800"/>
          </a:xfrm>
          <a:prstGeom prst="roundRect">
            <a:avLst>
              <a:gd name="adj" fmla="val 3815"/>
            </a:avLst>
          </a:prstGeom>
          <a:solidFill>
            <a:srgbClr val="D8FFE6"/>
          </a:solidFill>
          <a:ln w="9525">
            <a:solidFill>
              <a:srgbClr val="9CD4AC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8636000" y="2072640"/>
            <a:ext cx="1917700" cy="0"/>
          </a:xfrm>
          <a:prstGeom prst="line">
            <a:avLst/>
          </a:prstGeom>
          <a:noFill/>
          <a:ln w="6350">
            <a:solidFill>
              <a:srgbClr val="9CD4AC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8636000" y="2631440"/>
            <a:ext cx="1917700" cy="0"/>
          </a:xfrm>
          <a:prstGeom prst="line">
            <a:avLst/>
          </a:prstGeom>
          <a:noFill/>
          <a:ln w="6350">
            <a:solidFill>
              <a:srgbClr val="9CD4AC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8636000" y="3176270"/>
            <a:ext cx="1917700" cy="0"/>
          </a:xfrm>
          <a:prstGeom prst="line">
            <a:avLst/>
          </a:prstGeom>
          <a:noFill/>
          <a:ln w="6350">
            <a:solidFill>
              <a:srgbClr val="9CD4AC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9126220" y="1485900"/>
            <a:ext cx="0" cy="2336800"/>
          </a:xfrm>
          <a:prstGeom prst="line">
            <a:avLst/>
          </a:prstGeom>
          <a:noFill/>
          <a:ln w="6350">
            <a:solidFill>
              <a:srgbClr val="9CD4AC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9605010" y="1485900"/>
            <a:ext cx="0" cy="2336800"/>
          </a:xfrm>
          <a:prstGeom prst="line">
            <a:avLst/>
          </a:prstGeom>
          <a:noFill/>
          <a:ln w="6350">
            <a:solidFill>
              <a:srgbClr val="9CD4AC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10081260" y="1485900"/>
            <a:ext cx="0" cy="2336800"/>
          </a:xfrm>
          <a:prstGeom prst="line">
            <a:avLst/>
          </a:prstGeom>
          <a:noFill/>
          <a:ln w="6350">
            <a:solidFill>
              <a:srgbClr val="9CD4AC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8700770" y="1681480"/>
            <a:ext cx="368300" cy="304800"/>
          </a:xfrm>
          <a:prstGeom prst="roundRect">
            <a:avLst>
              <a:gd name="adj" fmla="val 15000"/>
            </a:avLst>
          </a:prstGeom>
          <a:solidFill>
            <a:srgbClr val="FCF9C8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8700770" y="1681480"/>
            <a:ext cx="3683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sp>
        <p:nvSpPr>
          <p:cNvPr id="129" name="Shape 127"/>
          <p:cNvSpPr/>
          <p:nvPr/>
        </p:nvSpPr>
        <p:spPr>
          <a:xfrm>
            <a:off x="9165590" y="1681480"/>
            <a:ext cx="368300" cy="304800"/>
          </a:xfrm>
          <a:prstGeom prst="roundRect">
            <a:avLst>
              <a:gd name="adj" fmla="val 15000"/>
            </a:avLst>
          </a:prstGeom>
          <a:solidFill>
            <a:srgbClr val="FCF9C8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9165590" y="1681480"/>
            <a:ext cx="3683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  <p:sp>
        <p:nvSpPr>
          <p:cNvPr id="131" name="Shape 129"/>
          <p:cNvSpPr/>
          <p:nvPr/>
        </p:nvSpPr>
        <p:spPr>
          <a:xfrm>
            <a:off x="9630410" y="1681480"/>
            <a:ext cx="368300" cy="304800"/>
          </a:xfrm>
          <a:prstGeom prst="roundRect">
            <a:avLst>
              <a:gd name="adj" fmla="val 15000"/>
            </a:avLst>
          </a:prstGeom>
          <a:solidFill>
            <a:srgbClr val="FCF9C8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9630410" y="1681480"/>
            <a:ext cx="3683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  <p:sp>
        <p:nvSpPr>
          <p:cNvPr id="133" name="Shape 131"/>
          <p:cNvSpPr/>
          <p:nvPr/>
        </p:nvSpPr>
        <p:spPr>
          <a:xfrm>
            <a:off x="10095230" y="1681480"/>
            <a:ext cx="368300" cy="304800"/>
          </a:xfrm>
          <a:prstGeom prst="roundRect">
            <a:avLst>
              <a:gd name="adj" fmla="val 15000"/>
            </a:avLst>
          </a:prstGeom>
          <a:solidFill>
            <a:srgbClr val="FCF9C8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10095230" y="1681480"/>
            <a:ext cx="3683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900" dirty="0"/>
          </a:p>
        </p:txBody>
      </p:sp>
      <p:sp>
        <p:nvSpPr>
          <p:cNvPr id="135" name="Shape 133"/>
          <p:cNvSpPr/>
          <p:nvPr/>
        </p:nvSpPr>
        <p:spPr>
          <a:xfrm>
            <a:off x="8700770" y="2214880"/>
            <a:ext cx="368300" cy="304800"/>
          </a:xfrm>
          <a:prstGeom prst="roundRect">
            <a:avLst>
              <a:gd name="adj" fmla="val 15000"/>
            </a:avLst>
          </a:prstGeom>
          <a:solidFill>
            <a:srgbClr val="FCF9C8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8700770" y="2214880"/>
            <a:ext cx="3683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sp>
        <p:nvSpPr>
          <p:cNvPr id="137" name="Shape 135"/>
          <p:cNvSpPr/>
          <p:nvPr/>
        </p:nvSpPr>
        <p:spPr>
          <a:xfrm>
            <a:off x="9165590" y="2214880"/>
            <a:ext cx="368300" cy="304800"/>
          </a:xfrm>
          <a:prstGeom prst="roundRect">
            <a:avLst>
              <a:gd name="adj" fmla="val 15000"/>
            </a:avLst>
          </a:prstGeom>
          <a:solidFill>
            <a:srgbClr val="FCF9C8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9165590" y="2214880"/>
            <a:ext cx="3683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  <p:sp>
        <p:nvSpPr>
          <p:cNvPr id="139" name="Shape 137"/>
          <p:cNvSpPr/>
          <p:nvPr/>
        </p:nvSpPr>
        <p:spPr>
          <a:xfrm>
            <a:off x="9630410" y="2214880"/>
            <a:ext cx="368300" cy="304800"/>
          </a:xfrm>
          <a:prstGeom prst="roundRect">
            <a:avLst>
              <a:gd name="adj" fmla="val 15000"/>
            </a:avLst>
          </a:prstGeom>
          <a:solidFill>
            <a:srgbClr val="FCF9C8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9630410" y="2214880"/>
            <a:ext cx="3683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900" dirty="0"/>
          </a:p>
        </p:txBody>
      </p:sp>
      <p:sp>
        <p:nvSpPr>
          <p:cNvPr id="141" name="Shape 139"/>
          <p:cNvSpPr/>
          <p:nvPr/>
        </p:nvSpPr>
        <p:spPr>
          <a:xfrm>
            <a:off x="10095230" y="2214880"/>
            <a:ext cx="368300" cy="304800"/>
          </a:xfrm>
          <a:prstGeom prst="roundRect">
            <a:avLst>
              <a:gd name="adj" fmla="val 15000"/>
            </a:avLst>
          </a:prstGeom>
          <a:solidFill>
            <a:srgbClr val="FCF9C8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10095230" y="2214880"/>
            <a:ext cx="3683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900" dirty="0"/>
          </a:p>
        </p:txBody>
      </p:sp>
      <p:sp>
        <p:nvSpPr>
          <p:cNvPr id="143" name="Shape 141"/>
          <p:cNvSpPr/>
          <p:nvPr/>
        </p:nvSpPr>
        <p:spPr>
          <a:xfrm>
            <a:off x="8700770" y="2749550"/>
            <a:ext cx="368300" cy="304800"/>
          </a:xfrm>
          <a:prstGeom prst="roundRect">
            <a:avLst>
              <a:gd name="adj" fmla="val 15000"/>
            </a:avLst>
          </a:prstGeom>
          <a:solidFill>
            <a:srgbClr val="FCF9C8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8700770" y="2749550"/>
            <a:ext cx="3683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  <p:sp>
        <p:nvSpPr>
          <p:cNvPr id="145" name="Shape 143"/>
          <p:cNvSpPr/>
          <p:nvPr/>
        </p:nvSpPr>
        <p:spPr>
          <a:xfrm>
            <a:off x="9165590" y="2749550"/>
            <a:ext cx="368300" cy="304800"/>
          </a:xfrm>
          <a:prstGeom prst="roundRect">
            <a:avLst>
              <a:gd name="adj" fmla="val 15000"/>
            </a:avLst>
          </a:prstGeom>
          <a:solidFill>
            <a:srgbClr val="FCF9C8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9165590" y="2749550"/>
            <a:ext cx="3683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  <p:sp>
        <p:nvSpPr>
          <p:cNvPr id="147" name="Shape 145"/>
          <p:cNvSpPr/>
          <p:nvPr/>
        </p:nvSpPr>
        <p:spPr>
          <a:xfrm>
            <a:off x="9630410" y="2749550"/>
            <a:ext cx="368300" cy="304800"/>
          </a:xfrm>
          <a:prstGeom prst="roundRect">
            <a:avLst>
              <a:gd name="adj" fmla="val 15000"/>
            </a:avLst>
          </a:prstGeom>
          <a:solidFill>
            <a:srgbClr val="FCF9C8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9630410" y="2749550"/>
            <a:ext cx="3683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  <p:sp>
        <p:nvSpPr>
          <p:cNvPr id="149" name="Shape 147"/>
          <p:cNvSpPr/>
          <p:nvPr/>
        </p:nvSpPr>
        <p:spPr>
          <a:xfrm>
            <a:off x="10095230" y="2749550"/>
            <a:ext cx="368300" cy="304800"/>
          </a:xfrm>
          <a:prstGeom prst="roundRect">
            <a:avLst>
              <a:gd name="adj" fmla="val 15000"/>
            </a:avLst>
          </a:prstGeom>
          <a:solidFill>
            <a:srgbClr val="FCF9C8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10095230" y="2749550"/>
            <a:ext cx="3683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900" dirty="0"/>
          </a:p>
        </p:txBody>
      </p:sp>
      <p:sp>
        <p:nvSpPr>
          <p:cNvPr id="151" name="Shape 149"/>
          <p:cNvSpPr/>
          <p:nvPr/>
        </p:nvSpPr>
        <p:spPr>
          <a:xfrm>
            <a:off x="8700770" y="3282950"/>
            <a:ext cx="368300" cy="304800"/>
          </a:xfrm>
          <a:prstGeom prst="roundRect">
            <a:avLst>
              <a:gd name="adj" fmla="val 15000"/>
            </a:avLst>
          </a:prstGeom>
          <a:solidFill>
            <a:srgbClr val="FCF9C8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8700770" y="3282950"/>
            <a:ext cx="3683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  <p:sp>
        <p:nvSpPr>
          <p:cNvPr id="153" name="Shape 151"/>
          <p:cNvSpPr/>
          <p:nvPr/>
        </p:nvSpPr>
        <p:spPr>
          <a:xfrm>
            <a:off x="9165590" y="3282950"/>
            <a:ext cx="368300" cy="304800"/>
          </a:xfrm>
          <a:prstGeom prst="roundRect">
            <a:avLst>
              <a:gd name="adj" fmla="val 15000"/>
            </a:avLst>
          </a:prstGeom>
          <a:solidFill>
            <a:srgbClr val="FCF9C8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9165590" y="3282950"/>
            <a:ext cx="3683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  <p:sp>
        <p:nvSpPr>
          <p:cNvPr id="155" name="Shape 153"/>
          <p:cNvSpPr/>
          <p:nvPr/>
        </p:nvSpPr>
        <p:spPr>
          <a:xfrm>
            <a:off x="9630410" y="3282950"/>
            <a:ext cx="368300" cy="304800"/>
          </a:xfrm>
          <a:prstGeom prst="roundRect">
            <a:avLst>
              <a:gd name="adj" fmla="val 15000"/>
            </a:avLst>
          </a:prstGeom>
          <a:solidFill>
            <a:srgbClr val="FCF9C8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9630410" y="3282950"/>
            <a:ext cx="3683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900" dirty="0"/>
          </a:p>
        </p:txBody>
      </p:sp>
      <p:sp>
        <p:nvSpPr>
          <p:cNvPr id="157" name="Shape 155"/>
          <p:cNvSpPr/>
          <p:nvPr/>
        </p:nvSpPr>
        <p:spPr>
          <a:xfrm>
            <a:off x="10095230" y="3282950"/>
            <a:ext cx="368300" cy="304800"/>
          </a:xfrm>
          <a:prstGeom prst="roundRect">
            <a:avLst>
              <a:gd name="adj" fmla="val 15000"/>
            </a:avLst>
          </a:prstGeom>
          <a:solidFill>
            <a:srgbClr val="FCF9C8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10095230" y="3282950"/>
            <a:ext cx="3683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900" dirty="0"/>
          </a:p>
        </p:txBody>
      </p:sp>
      <p:sp>
        <p:nvSpPr>
          <p:cNvPr id="159" name="Text 157"/>
          <p:cNvSpPr/>
          <p:nvPr/>
        </p:nvSpPr>
        <p:spPr>
          <a:xfrm>
            <a:off x="10795000" y="2489200"/>
            <a:ext cx="25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800" dirty="0"/>
          </a:p>
        </p:txBody>
      </p:sp>
      <p:sp>
        <p:nvSpPr>
          <p:cNvPr id="160" name="Shape 158"/>
          <p:cNvSpPr/>
          <p:nvPr/>
        </p:nvSpPr>
        <p:spPr>
          <a:xfrm>
            <a:off x="11049000" y="1435100"/>
            <a:ext cx="546100" cy="2425700"/>
          </a:xfrm>
          <a:prstGeom prst="roundRect">
            <a:avLst>
              <a:gd name="adj" fmla="val 13395"/>
            </a:avLst>
          </a:prstGeom>
          <a:solidFill>
            <a:srgbClr val="D9FDC8"/>
          </a:solidFill>
          <a:ln w="9525">
            <a:solidFill>
              <a:srgbClr val="9CD4AC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10941050" y="1631950"/>
            <a:ext cx="114300" cy="2044700"/>
          </a:xfrm>
          <a:prstGeom prst="arc">
            <a:avLst>
              <a:gd name="adj1" fmla="val 5400000"/>
              <a:gd name="adj2" fmla="val 16200000"/>
            </a:avLst>
          </a:prstGeom>
          <a:ln w="25400">
            <a:solidFill>
              <a:srgbClr val="A85048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11449050" y="1619250"/>
            <a:ext cx="114300" cy="2044700"/>
          </a:xfrm>
          <a:prstGeom prst="arc">
            <a:avLst>
              <a:gd name="adj1" fmla="val 16200000"/>
              <a:gd name="adj2" fmla="val 5400000"/>
            </a:avLst>
          </a:prstGeom>
          <a:ln w="25400">
            <a:solidFill>
              <a:srgbClr val="A85048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11106150" y="1751330"/>
            <a:ext cx="292100" cy="165100"/>
          </a:xfrm>
          <a:prstGeom prst="roundRect">
            <a:avLst>
              <a:gd name="adj" fmla="val 27692"/>
            </a:avLst>
          </a:prstGeom>
          <a:solidFill>
            <a:srgbClr val="FCF9C8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11106150" y="1751330"/>
            <a:ext cx="2921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pPr algn="ctr" indent="0" marL="0">
              <a:buNone/>
            </a:pPr>
            <a:r>
              <a:rPr lang="en-US" sz="750" b="1" baseline="-40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65" name="Shape 163"/>
          <p:cNvSpPr/>
          <p:nvPr/>
        </p:nvSpPr>
        <p:spPr>
          <a:xfrm>
            <a:off x="11106150" y="2235200"/>
            <a:ext cx="292100" cy="165100"/>
          </a:xfrm>
          <a:prstGeom prst="roundRect">
            <a:avLst>
              <a:gd name="adj" fmla="val 27692"/>
            </a:avLst>
          </a:prstGeom>
          <a:solidFill>
            <a:srgbClr val="FCF9C8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11106150" y="2235200"/>
            <a:ext cx="2921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pPr algn="ctr" indent="0" marL="0">
              <a:buNone/>
            </a:pPr>
            <a:r>
              <a:rPr lang="en-US" sz="750" b="1" baseline="-40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67" name="Shape 165"/>
          <p:cNvSpPr/>
          <p:nvPr/>
        </p:nvSpPr>
        <p:spPr>
          <a:xfrm>
            <a:off x="11106150" y="2780030"/>
            <a:ext cx="292100" cy="165100"/>
          </a:xfrm>
          <a:prstGeom prst="roundRect">
            <a:avLst>
              <a:gd name="adj" fmla="val 27692"/>
            </a:avLst>
          </a:prstGeom>
          <a:solidFill>
            <a:srgbClr val="FCF9C8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11106150" y="2780030"/>
            <a:ext cx="2921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pPr algn="ctr" indent="0" marL="0">
              <a:buNone/>
            </a:pPr>
            <a:r>
              <a:rPr lang="en-US" sz="750" b="1" baseline="-40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69" name="Shape 167"/>
          <p:cNvSpPr/>
          <p:nvPr/>
        </p:nvSpPr>
        <p:spPr>
          <a:xfrm>
            <a:off x="11106150" y="3291840"/>
            <a:ext cx="292100" cy="165100"/>
          </a:xfrm>
          <a:prstGeom prst="roundRect">
            <a:avLst>
              <a:gd name="adj" fmla="val 27692"/>
            </a:avLst>
          </a:prstGeom>
          <a:solidFill>
            <a:srgbClr val="FCF9C8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1106150" y="3291840"/>
            <a:ext cx="2921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pPr algn="ctr" indent="0" marL="0">
              <a:buNone/>
            </a:pPr>
            <a:r>
              <a:rPr lang="en-US" sz="750" b="1" baseline="-40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71500"/>
            <a:ext cx="11137900" cy="6286500"/>
          </a:xfrm>
          <a:prstGeom prst="rect">
            <a:avLst/>
          </a:prstGeom>
          <a:solidFill>
            <a:srgbClr val="E9E9E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384300" y="599440"/>
            <a:ext cx="9423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 FF NN  for Multiplication of ONE Vector by a Matrix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62000" y="971550"/>
            <a:ext cx="10668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i="1" dirty="0">
                <a:solidFill>
                  <a:srgbClr val="1F3E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Multiply </a:t>
            </a:r>
            <a:pPr algn="ctr" indent="0" marL="0">
              <a:buNone/>
            </a:pPr>
            <a:r>
              <a:rPr lang="en-US" sz="1850" b="1" i="1" u="sng" dirty="0">
                <a:solidFill>
                  <a:srgbClr val="1F3E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of Current Word </a:t>
            </a:r>
            <a:pPr algn="ctr" indent="0" marL="0">
              <a:buNone/>
            </a:pPr>
            <a:r>
              <a:rPr lang="en-US" sz="22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pPr algn="ctr" indent="0" marL="0">
              <a:buNone/>
            </a:pPr>
            <a:r>
              <a:rPr lang="en-US" sz="1850" b="1" i="1" dirty="0">
                <a:solidFill>
                  <a:srgbClr val="1F3E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by </a:t>
            </a:r>
            <a:pPr algn="ctr" indent="0" marL="0">
              <a:buNone/>
            </a:pPr>
            <a:r>
              <a:rPr lang="en-US" sz="185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11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pPr algn="ctr" indent="0" marL="0">
              <a:buNone/>
            </a:pPr>
            <a:r>
              <a:rPr lang="en-US" sz="1850" b="1" i="1" dirty="0">
                <a:solidFill>
                  <a:srgbClr val="1F3E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(Query) </a:t>
            </a:r>
            <a:pPr algn="ctr" indent="0" marL="0">
              <a:buNone/>
            </a:pPr>
            <a:r>
              <a:rPr lang="en-US" sz="1850" b="1" i="1" dirty="0">
                <a:solidFill>
                  <a:srgbClr val="1E9C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{Remember: W</a:t>
            </a:r>
            <a:pPr algn="ctr" indent="0" marL="0">
              <a:buNone/>
            </a:pPr>
            <a:r>
              <a:rPr lang="en-US" sz="1100" b="1" i="1" baseline="-40000" dirty="0">
                <a:solidFill>
                  <a:srgbClr val="1E9C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pPr algn="ctr" indent="0" marL="0">
              <a:buNone/>
            </a:pPr>
            <a:r>
              <a:rPr lang="en-US" sz="1850" b="1" i="1" dirty="0">
                <a:solidFill>
                  <a:srgbClr val="1E9C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Squared Matrix}</a:t>
            </a:r>
            <a:endParaRPr lang="en-US" sz="1850" dirty="0"/>
          </a:p>
        </p:txBody>
      </p:sp>
      <p:sp>
        <p:nvSpPr>
          <p:cNvPr id="7" name="Shape 5"/>
          <p:cNvSpPr/>
          <p:nvPr/>
        </p:nvSpPr>
        <p:spPr>
          <a:xfrm>
            <a:off x="824230" y="1342390"/>
            <a:ext cx="2609850" cy="5435600"/>
          </a:xfrm>
          <a:prstGeom prst="roundRect">
            <a:avLst>
              <a:gd name="adj" fmla="val 2102"/>
            </a:avLst>
          </a:prstGeom>
          <a:solidFill>
            <a:srgbClr val="FFFFFF"/>
          </a:solidFill>
          <a:ln w="19050">
            <a:solidFill>
              <a:srgbClr val="22167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7900" y="1450340"/>
            <a:ext cx="1676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Word </a:t>
            </a:r>
            <a:pPr algn="l" indent="0" marL="0">
              <a:buNone/>
            </a:pPr>
            <a:r>
              <a:rPr lang="en-US" sz="22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127760" y="2086610"/>
            <a:ext cx="1717040" cy="46990"/>
          </a:xfrm>
          <a:prstGeom prst="line">
            <a:avLst/>
          </a:prstGeom>
          <a:noFill/>
          <a:ln w="9525">
            <a:solidFill>
              <a:srgbClr val="D0CC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27760" y="2086610"/>
            <a:ext cx="1729740" cy="1416050"/>
          </a:xfrm>
          <a:prstGeom prst="line">
            <a:avLst/>
          </a:prstGeom>
          <a:noFill/>
          <a:ln w="9525">
            <a:solidFill>
              <a:srgbClr val="D0CC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27760" y="2086610"/>
            <a:ext cx="1729740" cy="2804160"/>
          </a:xfrm>
          <a:prstGeom prst="line">
            <a:avLst/>
          </a:prstGeom>
          <a:noFill/>
          <a:ln w="9525">
            <a:solidFill>
              <a:srgbClr val="D0CC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27760" y="2086610"/>
            <a:ext cx="1676400" cy="4133850"/>
          </a:xfrm>
          <a:prstGeom prst="line">
            <a:avLst/>
          </a:prstGeom>
          <a:noFill/>
          <a:ln w="9525">
            <a:solidFill>
              <a:srgbClr val="D0CC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27760" y="3495040"/>
            <a:ext cx="1717040" cy="-1361440"/>
          </a:xfrm>
          <a:prstGeom prst="line">
            <a:avLst/>
          </a:prstGeom>
          <a:noFill/>
          <a:ln w="9525">
            <a:solidFill>
              <a:srgbClr val="D0CC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27760" y="3495040"/>
            <a:ext cx="1729740" cy="7620"/>
          </a:xfrm>
          <a:prstGeom prst="line">
            <a:avLst/>
          </a:prstGeom>
          <a:noFill/>
          <a:ln w="9525">
            <a:solidFill>
              <a:srgbClr val="D0CC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27760" y="3495040"/>
            <a:ext cx="1729740" cy="1395730"/>
          </a:xfrm>
          <a:prstGeom prst="line">
            <a:avLst/>
          </a:prstGeom>
          <a:noFill/>
          <a:ln w="9525">
            <a:solidFill>
              <a:srgbClr val="D0CC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27760" y="3495040"/>
            <a:ext cx="1676400" cy="2725420"/>
          </a:xfrm>
          <a:prstGeom prst="line">
            <a:avLst/>
          </a:prstGeom>
          <a:noFill/>
          <a:ln w="9525">
            <a:solidFill>
              <a:srgbClr val="D0CC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27760" y="4904740"/>
            <a:ext cx="1717040" cy="-2771140"/>
          </a:xfrm>
          <a:prstGeom prst="line">
            <a:avLst/>
          </a:prstGeom>
          <a:noFill/>
          <a:ln w="9525">
            <a:solidFill>
              <a:srgbClr val="D0C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27760" y="4904740"/>
            <a:ext cx="1729740" cy="-1402080"/>
          </a:xfrm>
          <a:prstGeom prst="line">
            <a:avLst/>
          </a:prstGeom>
          <a:noFill/>
          <a:ln w="9525">
            <a:solidFill>
              <a:srgbClr val="D0C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27760" y="4904740"/>
            <a:ext cx="1729740" cy="-13970"/>
          </a:xfrm>
          <a:prstGeom prst="line">
            <a:avLst/>
          </a:prstGeom>
          <a:noFill/>
          <a:ln w="9525">
            <a:solidFill>
              <a:srgbClr val="D0C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27760" y="4904740"/>
            <a:ext cx="1676400" cy="1315720"/>
          </a:xfrm>
          <a:prstGeom prst="line">
            <a:avLst/>
          </a:prstGeom>
          <a:noFill/>
          <a:ln w="9525">
            <a:solidFill>
              <a:srgbClr val="D0C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27760" y="6220460"/>
            <a:ext cx="1717040" cy="-4086860"/>
          </a:xfrm>
          <a:prstGeom prst="line">
            <a:avLst/>
          </a:prstGeom>
          <a:noFill/>
          <a:ln w="9525">
            <a:solidFill>
              <a:srgbClr val="D0CC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27760" y="6220460"/>
            <a:ext cx="1729740" cy="-2717800"/>
          </a:xfrm>
          <a:prstGeom prst="line">
            <a:avLst/>
          </a:prstGeom>
          <a:noFill/>
          <a:ln w="9525">
            <a:solidFill>
              <a:srgbClr val="D0CCE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27760" y="6220460"/>
            <a:ext cx="1729740" cy="-1329690"/>
          </a:xfrm>
          <a:prstGeom prst="line">
            <a:avLst/>
          </a:prstGeom>
          <a:noFill/>
          <a:ln w="9525">
            <a:solidFill>
              <a:srgbClr val="D0CC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7760" y="6220460"/>
            <a:ext cx="1676400" cy="0"/>
          </a:xfrm>
          <a:prstGeom prst="line">
            <a:avLst/>
          </a:prstGeom>
          <a:noFill/>
          <a:ln w="9525">
            <a:solidFill>
              <a:srgbClr val="D0C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51280" y="1926590"/>
            <a:ext cx="396240" cy="1182370"/>
          </a:xfrm>
          <a:prstGeom prst="ellipse">
            <a:avLst/>
          </a:prstGeom>
          <a:solidFill>
            <a:srgbClr val="88FFFF"/>
          </a:solidFill>
          <a:ln w="12700">
            <a:solidFill>
              <a:srgbClr val="4AB8D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51280" y="3149600"/>
            <a:ext cx="396240" cy="1117600"/>
          </a:xfrm>
          <a:prstGeom prst="ellipse">
            <a:avLst/>
          </a:prstGeom>
          <a:solidFill>
            <a:srgbClr val="F8D8F8"/>
          </a:solidFill>
          <a:ln w="12700">
            <a:solidFill>
              <a:srgbClr val="D888D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51280" y="4318000"/>
            <a:ext cx="396240" cy="990600"/>
          </a:xfrm>
          <a:prstGeom prst="ellipse">
            <a:avLst/>
          </a:prstGeom>
          <a:solidFill>
            <a:srgbClr val="FFE4CC"/>
          </a:solidFill>
          <a:ln w="12700">
            <a:solidFill>
              <a:srgbClr val="E8B0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51280" y="5346700"/>
            <a:ext cx="396240" cy="1028700"/>
          </a:xfrm>
          <a:prstGeom prst="ellipse">
            <a:avLst/>
          </a:prstGeom>
          <a:solidFill>
            <a:srgbClr val="DFF8D8"/>
          </a:solidFill>
          <a:ln w="12700">
            <a:solidFill>
              <a:srgbClr val="98D09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346200" y="2028190"/>
            <a:ext cx="406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346200" y="2346960"/>
            <a:ext cx="406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346200" y="2665730"/>
            <a:ext cx="406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346200" y="2904490"/>
            <a:ext cx="406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346200" y="3183890"/>
            <a:ext cx="406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346200" y="3463290"/>
            <a:ext cx="406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346200" y="3755390"/>
            <a:ext cx="406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346200" y="3981450"/>
            <a:ext cx="406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346200" y="4343400"/>
            <a:ext cx="406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346200" y="4610100"/>
            <a:ext cx="406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346200" y="4876800"/>
            <a:ext cx="406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346200" y="5118100"/>
            <a:ext cx="406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346200" y="5337810"/>
            <a:ext cx="406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346200" y="5656580"/>
            <a:ext cx="406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346200" y="5948680"/>
            <a:ext cx="406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346200" y="6135370"/>
            <a:ext cx="406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969010" y="1927860"/>
            <a:ext cx="317500" cy="317500"/>
          </a:xfrm>
          <a:prstGeom prst="ellipse">
            <a:avLst/>
          </a:prstGeom>
          <a:solidFill>
            <a:srgbClr val="F5CCF6"/>
          </a:solidFill>
          <a:ln w="15875">
            <a:solidFill>
              <a:srgbClr val="D9A8D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49960" y="1972310"/>
            <a:ext cx="355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969010" y="3336290"/>
            <a:ext cx="317500" cy="317500"/>
          </a:xfrm>
          <a:prstGeom prst="ellipse">
            <a:avLst/>
          </a:prstGeom>
          <a:solidFill>
            <a:srgbClr val="F5CCF6"/>
          </a:solidFill>
          <a:ln w="15875">
            <a:solidFill>
              <a:srgbClr val="D9A8D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49960" y="3380740"/>
            <a:ext cx="355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969010" y="4745990"/>
            <a:ext cx="317500" cy="317500"/>
          </a:xfrm>
          <a:prstGeom prst="ellipse">
            <a:avLst/>
          </a:prstGeom>
          <a:solidFill>
            <a:srgbClr val="F5CCF6"/>
          </a:solidFill>
          <a:ln w="15875">
            <a:solidFill>
              <a:srgbClr val="D9A8D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49960" y="4790440"/>
            <a:ext cx="355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969010" y="6061710"/>
            <a:ext cx="317500" cy="317500"/>
          </a:xfrm>
          <a:prstGeom prst="ellipse">
            <a:avLst/>
          </a:prstGeom>
          <a:solidFill>
            <a:srgbClr val="F5CCF6"/>
          </a:solidFill>
          <a:ln w="15875">
            <a:solidFill>
              <a:srgbClr val="D9A8D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49960" y="6106160"/>
            <a:ext cx="355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2625725" y="1914525"/>
            <a:ext cx="438150" cy="43815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0000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635250" y="2082800"/>
            <a:ext cx="101600" cy="101600"/>
          </a:xfrm>
          <a:prstGeom prst="pie">
            <a:avLst>
              <a:gd name="adj1" fmla="val 5400000"/>
              <a:gd name="adj2" fmla="val 12600000"/>
            </a:avLst>
          </a:prstGeom>
          <a:solidFill>
            <a:srgbClr val="2478D0"/>
          </a:solidFill>
          <a:ln/>
        </p:spPr>
      </p:sp>
      <p:sp>
        <p:nvSpPr>
          <p:cNvPr id="55" name="Shape 53"/>
          <p:cNvSpPr/>
          <p:nvPr/>
        </p:nvSpPr>
        <p:spPr>
          <a:xfrm>
            <a:off x="2635250" y="2082800"/>
            <a:ext cx="101600" cy="101600"/>
          </a:xfrm>
          <a:prstGeom prst="pie">
            <a:avLst>
              <a:gd name="adj1" fmla="val 12600000"/>
              <a:gd name="adj2" fmla="val 19800000"/>
            </a:avLst>
          </a:prstGeom>
          <a:solidFill>
            <a:srgbClr val="B04AC8"/>
          </a:solidFill>
          <a:ln/>
        </p:spPr>
      </p:sp>
      <p:sp>
        <p:nvSpPr>
          <p:cNvPr id="56" name="Shape 54"/>
          <p:cNvSpPr/>
          <p:nvPr/>
        </p:nvSpPr>
        <p:spPr>
          <a:xfrm>
            <a:off x="2635250" y="2082800"/>
            <a:ext cx="101600" cy="101600"/>
          </a:xfrm>
          <a:prstGeom prst="pie">
            <a:avLst>
              <a:gd name="adj1" fmla="val 19800000"/>
              <a:gd name="adj2" fmla="val 5400000"/>
            </a:avLst>
          </a:prstGeom>
          <a:solidFill>
            <a:srgbClr val="6CB86C"/>
          </a:solidFill>
          <a:ln/>
        </p:spPr>
      </p:sp>
      <p:sp>
        <p:nvSpPr>
          <p:cNvPr id="57" name="Shape 55"/>
          <p:cNvSpPr/>
          <p:nvPr/>
        </p:nvSpPr>
        <p:spPr>
          <a:xfrm>
            <a:off x="2747069" y="2035869"/>
            <a:ext cx="246262" cy="246262"/>
          </a:xfrm>
          <a:prstGeom prst="line">
            <a:avLst/>
          </a:prstGeom>
          <a:noFill/>
          <a:ln w="9525">
            <a:solidFill>
              <a:srgbClr val="B8B8B8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780597" y="2069397"/>
            <a:ext cx="230007" cy="230007"/>
          </a:xfrm>
          <a:prstGeom prst="line">
            <a:avLst/>
          </a:prstGeom>
          <a:noFill/>
          <a:ln w="9525">
            <a:solidFill>
              <a:srgbClr val="B8B8B8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2821000" y="2109800"/>
            <a:ext cx="200000" cy="200000"/>
          </a:xfrm>
          <a:prstGeom prst="line">
            <a:avLst/>
          </a:prstGeom>
          <a:noFill/>
          <a:ln w="9525">
            <a:solidFill>
              <a:srgbClr val="B8B8B8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2872347" y="2161147"/>
            <a:ext cx="148106" cy="148106"/>
          </a:xfrm>
          <a:prstGeom prst="line">
            <a:avLst/>
          </a:prstGeom>
          <a:noFill/>
          <a:ln w="9525">
            <a:solidFill>
              <a:srgbClr val="B8B8B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946858" y="2235658"/>
            <a:ext cx="43533" cy="43533"/>
          </a:xfrm>
          <a:prstGeom prst="line">
            <a:avLst/>
          </a:prstGeom>
          <a:noFill/>
          <a:ln w="9525">
            <a:solidFill>
              <a:srgbClr val="B8B8B8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844800" y="1955800"/>
            <a:ext cx="0" cy="355600"/>
          </a:xfrm>
          <a:prstGeom prst="line">
            <a:avLst/>
          </a:prstGeom>
          <a:noFill/>
          <a:ln w="12700">
            <a:solidFill>
              <a:srgbClr val="90909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654300" y="2006600"/>
            <a:ext cx="190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Σ</a:t>
            </a:r>
            <a:endParaRPr lang="en-US" sz="1400" dirty="0"/>
          </a:p>
        </p:txBody>
      </p:sp>
      <p:sp>
        <p:nvSpPr>
          <p:cNvPr id="64" name="Shape 62"/>
          <p:cNvSpPr/>
          <p:nvPr/>
        </p:nvSpPr>
        <p:spPr>
          <a:xfrm>
            <a:off x="2753360" y="2327910"/>
            <a:ext cx="317500" cy="317500"/>
          </a:xfrm>
          <a:prstGeom prst="ellipse">
            <a:avLst/>
          </a:prstGeom>
          <a:solidFill>
            <a:srgbClr val="F2F2F2"/>
          </a:solidFill>
          <a:ln w="9525">
            <a:solidFill>
              <a:srgbClr val="C0C0C0"/>
            </a:solidFill>
            <a:prstDash val="sysDot"/>
          </a:ln>
        </p:spPr>
      </p:sp>
      <p:sp>
        <p:nvSpPr>
          <p:cNvPr id="65" name="Shape 63"/>
          <p:cNvSpPr/>
          <p:nvPr/>
        </p:nvSpPr>
        <p:spPr>
          <a:xfrm>
            <a:off x="2638425" y="3283585"/>
            <a:ext cx="438150" cy="43815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0000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2647950" y="3451860"/>
            <a:ext cx="101600" cy="101600"/>
          </a:xfrm>
          <a:prstGeom prst="pie">
            <a:avLst>
              <a:gd name="adj1" fmla="val 5400000"/>
              <a:gd name="adj2" fmla="val 12600000"/>
            </a:avLst>
          </a:prstGeom>
          <a:solidFill>
            <a:srgbClr val="2478D0"/>
          </a:solidFill>
          <a:ln/>
        </p:spPr>
      </p:sp>
      <p:sp>
        <p:nvSpPr>
          <p:cNvPr id="67" name="Shape 65"/>
          <p:cNvSpPr/>
          <p:nvPr/>
        </p:nvSpPr>
        <p:spPr>
          <a:xfrm>
            <a:off x="2647950" y="3451860"/>
            <a:ext cx="101600" cy="101600"/>
          </a:xfrm>
          <a:prstGeom prst="pie">
            <a:avLst>
              <a:gd name="adj1" fmla="val 12600000"/>
              <a:gd name="adj2" fmla="val 19800000"/>
            </a:avLst>
          </a:prstGeom>
          <a:solidFill>
            <a:srgbClr val="B04AC8"/>
          </a:solidFill>
          <a:ln/>
        </p:spPr>
      </p:sp>
      <p:sp>
        <p:nvSpPr>
          <p:cNvPr id="68" name="Shape 66"/>
          <p:cNvSpPr/>
          <p:nvPr/>
        </p:nvSpPr>
        <p:spPr>
          <a:xfrm>
            <a:off x="2647950" y="3451860"/>
            <a:ext cx="101600" cy="101600"/>
          </a:xfrm>
          <a:prstGeom prst="pie">
            <a:avLst>
              <a:gd name="adj1" fmla="val 19800000"/>
              <a:gd name="adj2" fmla="val 5400000"/>
            </a:avLst>
          </a:prstGeom>
          <a:solidFill>
            <a:srgbClr val="6CB86C"/>
          </a:solidFill>
          <a:ln/>
        </p:spPr>
      </p:sp>
      <p:sp>
        <p:nvSpPr>
          <p:cNvPr id="69" name="Shape 67"/>
          <p:cNvSpPr/>
          <p:nvPr/>
        </p:nvSpPr>
        <p:spPr>
          <a:xfrm>
            <a:off x="2759769" y="3404929"/>
            <a:ext cx="246262" cy="246262"/>
          </a:xfrm>
          <a:prstGeom prst="line">
            <a:avLst/>
          </a:prstGeom>
          <a:noFill/>
          <a:ln w="9525">
            <a:solidFill>
              <a:srgbClr val="B8B8B8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2793297" y="3438457"/>
            <a:ext cx="230007" cy="230007"/>
          </a:xfrm>
          <a:prstGeom prst="line">
            <a:avLst/>
          </a:prstGeom>
          <a:noFill/>
          <a:ln w="9525">
            <a:solidFill>
              <a:srgbClr val="B8B8B8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2833700" y="3478860"/>
            <a:ext cx="200000" cy="200000"/>
          </a:xfrm>
          <a:prstGeom prst="line">
            <a:avLst/>
          </a:prstGeom>
          <a:noFill/>
          <a:ln w="9525">
            <a:solidFill>
              <a:srgbClr val="B8B8B8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2885047" y="3530207"/>
            <a:ext cx="148106" cy="148106"/>
          </a:xfrm>
          <a:prstGeom prst="line">
            <a:avLst/>
          </a:prstGeom>
          <a:noFill/>
          <a:ln w="9525">
            <a:solidFill>
              <a:srgbClr val="B8B8B8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2959558" y="3604718"/>
            <a:ext cx="43533" cy="43533"/>
          </a:xfrm>
          <a:prstGeom prst="line">
            <a:avLst/>
          </a:prstGeom>
          <a:noFill/>
          <a:ln w="9525">
            <a:solidFill>
              <a:srgbClr val="B8B8B8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2857500" y="3324860"/>
            <a:ext cx="0" cy="355600"/>
          </a:xfrm>
          <a:prstGeom prst="line">
            <a:avLst/>
          </a:prstGeom>
          <a:noFill/>
          <a:ln w="12700">
            <a:solidFill>
              <a:srgbClr val="90909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2667000" y="3375660"/>
            <a:ext cx="190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Σ</a:t>
            </a:r>
            <a:endParaRPr lang="en-US" sz="1400" dirty="0"/>
          </a:p>
        </p:txBody>
      </p:sp>
      <p:sp>
        <p:nvSpPr>
          <p:cNvPr id="76" name="Shape 74"/>
          <p:cNvSpPr/>
          <p:nvPr/>
        </p:nvSpPr>
        <p:spPr>
          <a:xfrm>
            <a:off x="2766060" y="3696970"/>
            <a:ext cx="317500" cy="317500"/>
          </a:xfrm>
          <a:prstGeom prst="ellipse">
            <a:avLst/>
          </a:prstGeom>
          <a:solidFill>
            <a:srgbClr val="F2F2F2"/>
          </a:solidFill>
          <a:ln w="9525">
            <a:solidFill>
              <a:srgbClr val="C0C0C0"/>
            </a:solidFill>
            <a:prstDash val="sysDot"/>
          </a:ln>
        </p:spPr>
      </p:sp>
      <p:sp>
        <p:nvSpPr>
          <p:cNvPr id="77" name="Shape 75"/>
          <p:cNvSpPr/>
          <p:nvPr/>
        </p:nvSpPr>
        <p:spPr>
          <a:xfrm>
            <a:off x="2638425" y="4671695"/>
            <a:ext cx="438150" cy="43815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00000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647950" y="4839970"/>
            <a:ext cx="101600" cy="101600"/>
          </a:xfrm>
          <a:prstGeom prst="pie">
            <a:avLst>
              <a:gd name="adj1" fmla="val 5400000"/>
              <a:gd name="adj2" fmla="val 12600000"/>
            </a:avLst>
          </a:prstGeom>
          <a:solidFill>
            <a:srgbClr val="2478D0"/>
          </a:solidFill>
          <a:ln/>
        </p:spPr>
      </p:sp>
      <p:sp>
        <p:nvSpPr>
          <p:cNvPr id="79" name="Shape 77"/>
          <p:cNvSpPr/>
          <p:nvPr/>
        </p:nvSpPr>
        <p:spPr>
          <a:xfrm>
            <a:off x="2647950" y="4839970"/>
            <a:ext cx="101600" cy="101600"/>
          </a:xfrm>
          <a:prstGeom prst="pie">
            <a:avLst>
              <a:gd name="adj1" fmla="val 12600000"/>
              <a:gd name="adj2" fmla="val 19800000"/>
            </a:avLst>
          </a:prstGeom>
          <a:solidFill>
            <a:srgbClr val="B04AC8"/>
          </a:solidFill>
          <a:ln/>
        </p:spPr>
      </p:sp>
      <p:sp>
        <p:nvSpPr>
          <p:cNvPr id="80" name="Shape 78"/>
          <p:cNvSpPr/>
          <p:nvPr/>
        </p:nvSpPr>
        <p:spPr>
          <a:xfrm>
            <a:off x="2647950" y="4839970"/>
            <a:ext cx="101600" cy="101600"/>
          </a:xfrm>
          <a:prstGeom prst="pie">
            <a:avLst>
              <a:gd name="adj1" fmla="val 19800000"/>
              <a:gd name="adj2" fmla="val 5400000"/>
            </a:avLst>
          </a:prstGeom>
          <a:solidFill>
            <a:srgbClr val="6CB86C"/>
          </a:solidFill>
          <a:ln/>
        </p:spPr>
      </p:sp>
      <p:sp>
        <p:nvSpPr>
          <p:cNvPr id="81" name="Shape 79"/>
          <p:cNvSpPr/>
          <p:nvPr/>
        </p:nvSpPr>
        <p:spPr>
          <a:xfrm>
            <a:off x="2759769" y="4793039"/>
            <a:ext cx="246262" cy="246262"/>
          </a:xfrm>
          <a:prstGeom prst="line">
            <a:avLst/>
          </a:prstGeom>
          <a:noFill/>
          <a:ln w="9525">
            <a:solidFill>
              <a:srgbClr val="B8B8B8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2793297" y="4826567"/>
            <a:ext cx="230007" cy="230007"/>
          </a:xfrm>
          <a:prstGeom prst="line">
            <a:avLst/>
          </a:prstGeom>
          <a:noFill/>
          <a:ln w="9525">
            <a:solidFill>
              <a:srgbClr val="B8B8B8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2833700" y="4866970"/>
            <a:ext cx="200000" cy="200000"/>
          </a:xfrm>
          <a:prstGeom prst="line">
            <a:avLst/>
          </a:prstGeom>
          <a:noFill/>
          <a:ln w="9525">
            <a:solidFill>
              <a:srgbClr val="B8B8B8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2885047" y="4918317"/>
            <a:ext cx="148106" cy="148106"/>
          </a:xfrm>
          <a:prstGeom prst="line">
            <a:avLst/>
          </a:prstGeom>
          <a:noFill/>
          <a:ln w="9525">
            <a:solidFill>
              <a:srgbClr val="B8B8B8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2959558" y="4992828"/>
            <a:ext cx="43533" cy="43533"/>
          </a:xfrm>
          <a:prstGeom prst="line">
            <a:avLst/>
          </a:prstGeom>
          <a:noFill/>
          <a:ln w="9525">
            <a:solidFill>
              <a:srgbClr val="B8B8B8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2857500" y="4712970"/>
            <a:ext cx="0" cy="355600"/>
          </a:xfrm>
          <a:prstGeom prst="line">
            <a:avLst/>
          </a:prstGeom>
          <a:noFill/>
          <a:ln w="12700">
            <a:solidFill>
              <a:srgbClr val="90909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2667000" y="4763770"/>
            <a:ext cx="190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Σ</a:t>
            </a:r>
            <a:endParaRPr lang="en-US" sz="1400" dirty="0"/>
          </a:p>
        </p:txBody>
      </p:sp>
      <p:sp>
        <p:nvSpPr>
          <p:cNvPr id="88" name="Shape 86"/>
          <p:cNvSpPr/>
          <p:nvPr/>
        </p:nvSpPr>
        <p:spPr>
          <a:xfrm>
            <a:off x="2766060" y="5085080"/>
            <a:ext cx="317500" cy="317500"/>
          </a:xfrm>
          <a:prstGeom prst="ellipse">
            <a:avLst/>
          </a:prstGeom>
          <a:solidFill>
            <a:srgbClr val="F2F2F2"/>
          </a:solidFill>
          <a:ln w="9525">
            <a:solidFill>
              <a:srgbClr val="C0C0C0"/>
            </a:solidFill>
            <a:prstDash val="sysDot"/>
          </a:ln>
        </p:spPr>
      </p:sp>
      <p:sp>
        <p:nvSpPr>
          <p:cNvPr id="89" name="Shape 87"/>
          <p:cNvSpPr/>
          <p:nvPr/>
        </p:nvSpPr>
        <p:spPr>
          <a:xfrm>
            <a:off x="2585085" y="6001385"/>
            <a:ext cx="438150" cy="43815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0000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2594610" y="6169660"/>
            <a:ext cx="101600" cy="101600"/>
          </a:xfrm>
          <a:prstGeom prst="pie">
            <a:avLst>
              <a:gd name="adj1" fmla="val 5400000"/>
              <a:gd name="adj2" fmla="val 12600000"/>
            </a:avLst>
          </a:prstGeom>
          <a:solidFill>
            <a:srgbClr val="2478D0"/>
          </a:solidFill>
          <a:ln/>
        </p:spPr>
      </p:sp>
      <p:sp>
        <p:nvSpPr>
          <p:cNvPr id="91" name="Shape 89"/>
          <p:cNvSpPr/>
          <p:nvPr/>
        </p:nvSpPr>
        <p:spPr>
          <a:xfrm>
            <a:off x="2594610" y="6169660"/>
            <a:ext cx="101600" cy="101600"/>
          </a:xfrm>
          <a:prstGeom prst="pie">
            <a:avLst>
              <a:gd name="adj1" fmla="val 12600000"/>
              <a:gd name="adj2" fmla="val 19800000"/>
            </a:avLst>
          </a:prstGeom>
          <a:solidFill>
            <a:srgbClr val="B04AC8"/>
          </a:solidFill>
          <a:ln/>
        </p:spPr>
      </p:sp>
      <p:sp>
        <p:nvSpPr>
          <p:cNvPr id="92" name="Shape 90"/>
          <p:cNvSpPr/>
          <p:nvPr/>
        </p:nvSpPr>
        <p:spPr>
          <a:xfrm>
            <a:off x="2594610" y="6169660"/>
            <a:ext cx="101600" cy="101600"/>
          </a:xfrm>
          <a:prstGeom prst="pie">
            <a:avLst>
              <a:gd name="adj1" fmla="val 19800000"/>
              <a:gd name="adj2" fmla="val 5400000"/>
            </a:avLst>
          </a:prstGeom>
          <a:solidFill>
            <a:srgbClr val="6CB86C"/>
          </a:solidFill>
          <a:ln/>
        </p:spPr>
      </p:sp>
      <p:sp>
        <p:nvSpPr>
          <p:cNvPr id="93" name="Shape 91"/>
          <p:cNvSpPr/>
          <p:nvPr/>
        </p:nvSpPr>
        <p:spPr>
          <a:xfrm>
            <a:off x="2706429" y="6122729"/>
            <a:ext cx="246262" cy="246262"/>
          </a:xfrm>
          <a:prstGeom prst="line">
            <a:avLst/>
          </a:prstGeom>
          <a:noFill/>
          <a:ln w="9525">
            <a:solidFill>
              <a:srgbClr val="B8B8B8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2739957" y="6156257"/>
            <a:ext cx="230007" cy="230007"/>
          </a:xfrm>
          <a:prstGeom prst="line">
            <a:avLst/>
          </a:prstGeom>
          <a:noFill/>
          <a:ln w="9525">
            <a:solidFill>
              <a:srgbClr val="B8B8B8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2780360" y="6196660"/>
            <a:ext cx="200000" cy="200000"/>
          </a:xfrm>
          <a:prstGeom prst="line">
            <a:avLst/>
          </a:prstGeom>
          <a:noFill/>
          <a:ln w="9525">
            <a:solidFill>
              <a:srgbClr val="B8B8B8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2831707" y="6248007"/>
            <a:ext cx="148106" cy="148106"/>
          </a:xfrm>
          <a:prstGeom prst="line">
            <a:avLst/>
          </a:prstGeom>
          <a:noFill/>
          <a:ln w="9525">
            <a:solidFill>
              <a:srgbClr val="B8B8B8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2906218" y="6322518"/>
            <a:ext cx="43533" cy="43533"/>
          </a:xfrm>
          <a:prstGeom prst="line">
            <a:avLst/>
          </a:prstGeom>
          <a:noFill/>
          <a:ln w="9525">
            <a:solidFill>
              <a:srgbClr val="B8B8B8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2804160" y="6042660"/>
            <a:ext cx="0" cy="355600"/>
          </a:xfrm>
          <a:prstGeom prst="line">
            <a:avLst/>
          </a:prstGeom>
          <a:noFill/>
          <a:ln w="12700">
            <a:solidFill>
              <a:srgbClr val="909090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2613660" y="6093460"/>
            <a:ext cx="190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Σ</a:t>
            </a:r>
            <a:endParaRPr lang="en-US" sz="1400" dirty="0"/>
          </a:p>
        </p:txBody>
      </p:sp>
      <p:sp>
        <p:nvSpPr>
          <p:cNvPr id="100" name="Shape 98"/>
          <p:cNvSpPr/>
          <p:nvPr/>
        </p:nvSpPr>
        <p:spPr>
          <a:xfrm>
            <a:off x="2712720" y="6414770"/>
            <a:ext cx="317500" cy="317500"/>
          </a:xfrm>
          <a:prstGeom prst="ellipse">
            <a:avLst/>
          </a:prstGeom>
          <a:solidFill>
            <a:srgbClr val="F2F2F2"/>
          </a:solidFill>
          <a:ln w="9525">
            <a:solidFill>
              <a:srgbClr val="C0C0C0"/>
            </a:solidFill>
            <a:prstDash val="sysDot"/>
          </a:ln>
        </p:spPr>
      </p:sp>
      <p:sp>
        <p:nvSpPr>
          <p:cNvPr id="101" name="Shape 99"/>
          <p:cNvSpPr/>
          <p:nvPr/>
        </p:nvSpPr>
        <p:spPr>
          <a:xfrm>
            <a:off x="3073400" y="2133600"/>
            <a:ext cx="292100" cy="0"/>
          </a:xfrm>
          <a:prstGeom prst="line">
            <a:avLst/>
          </a:prstGeom>
          <a:noFill/>
          <a:ln w="22225">
            <a:solidFill>
              <a:srgbClr val="2E9C48"/>
            </a:solidFill>
            <a:prstDash val="solid"/>
            <a:tailEnd type="triangle"/>
          </a:ln>
        </p:spPr>
      </p:sp>
      <p:sp>
        <p:nvSpPr>
          <p:cNvPr id="102" name="Text 100"/>
          <p:cNvSpPr/>
          <p:nvPr/>
        </p:nvSpPr>
        <p:spPr>
          <a:xfrm>
            <a:off x="3073400" y="1797050"/>
            <a:ext cx="330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l" indent="0" marL="0">
              <a:buNone/>
            </a:pPr>
            <a:r>
              <a:rPr lang="en-US" sz="10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900" dirty="0"/>
          </a:p>
        </p:txBody>
      </p:sp>
      <p:sp>
        <p:nvSpPr>
          <p:cNvPr id="103" name="Shape 101"/>
          <p:cNvSpPr/>
          <p:nvPr/>
        </p:nvSpPr>
        <p:spPr>
          <a:xfrm>
            <a:off x="3086100" y="3502660"/>
            <a:ext cx="292100" cy="0"/>
          </a:xfrm>
          <a:prstGeom prst="line">
            <a:avLst/>
          </a:prstGeom>
          <a:noFill/>
          <a:ln w="22225">
            <a:solidFill>
              <a:srgbClr val="2E9C48"/>
            </a:solidFill>
            <a:prstDash val="solid"/>
            <a:tailEnd type="triangle"/>
          </a:ln>
        </p:spPr>
      </p:sp>
      <p:sp>
        <p:nvSpPr>
          <p:cNvPr id="104" name="Text 102"/>
          <p:cNvSpPr/>
          <p:nvPr/>
        </p:nvSpPr>
        <p:spPr>
          <a:xfrm>
            <a:off x="3086100" y="3166110"/>
            <a:ext cx="330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l" indent="0" marL="0">
              <a:buNone/>
            </a:pPr>
            <a:r>
              <a:rPr lang="en-US" sz="10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900" dirty="0"/>
          </a:p>
        </p:txBody>
      </p:sp>
      <p:sp>
        <p:nvSpPr>
          <p:cNvPr id="105" name="Shape 103"/>
          <p:cNvSpPr/>
          <p:nvPr/>
        </p:nvSpPr>
        <p:spPr>
          <a:xfrm>
            <a:off x="3086100" y="4890770"/>
            <a:ext cx="292100" cy="0"/>
          </a:xfrm>
          <a:prstGeom prst="line">
            <a:avLst/>
          </a:prstGeom>
          <a:noFill/>
          <a:ln w="22225">
            <a:solidFill>
              <a:srgbClr val="2E9C48"/>
            </a:solidFill>
            <a:prstDash val="solid"/>
            <a:tailEnd type="triangle"/>
          </a:ln>
        </p:spPr>
      </p:sp>
      <p:sp>
        <p:nvSpPr>
          <p:cNvPr id="106" name="Text 104"/>
          <p:cNvSpPr/>
          <p:nvPr/>
        </p:nvSpPr>
        <p:spPr>
          <a:xfrm>
            <a:off x="3086100" y="4554220"/>
            <a:ext cx="330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l" indent="0" marL="0">
              <a:buNone/>
            </a:pPr>
            <a:r>
              <a:rPr lang="en-US" sz="10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900" dirty="0"/>
          </a:p>
        </p:txBody>
      </p:sp>
      <p:sp>
        <p:nvSpPr>
          <p:cNvPr id="107" name="Shape 105"/>
          <p:cNvSpPr/>
          <p:nvPr/>
        </p:nvSpPr>
        <p:spPr>
          <a:xfrm>
            <a:off x="3032760" y="6220460"/>
            <a:ext cx="292100" cy="0"/>
          </a:xfrm>
          <a:prstGeom prst="line">
            <a:avLst/>
          </a:prstGeom>
          <a:noFill/>
          <a:ln w="22225">
            <a:solidFill>
              <a:srgbClr val="2E9C48"/>
            </a:solidFill>
            <a:prstDash val="solid"/>
            <a:tailEnd type="triangle"/>
          </a:ln>
        </p:spPr>
      </p:sp>
      <p:sp>
        <p:nvSpPr>
          <p:cNvPr id="108" name="Text 106"/>
          <p:cNvSpPr/>
          <p:nvPr/>
        </p:nvSpPr>
        <p:spPr>
          <a:xfrm>
            <a:off x="3032760" y="5883910"/>
            <a:ext cx="330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l" indent="0" marL="0">
              <a:buNone/>
            </a:pPr>
            <a:r>
              <a:rPr lang="en-US" sz="10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900" dirty="0"/>
          </a:p>
        </p:txBody>
      </p:sp>
      <p:sp>
        <p:nvSpPr>
          <p:cNvPr id="109" name="Shape 107"/>
          <p:cNvSpPr/>
          <p:nvPr/>
        </p:nvSpPr>
        <p:spPr>
          <a:xfrm>
            <a:off x="3554730" y="1303020"/>
            <a:ext cx="3041650" cy="2637790"/>
          </a:xfrm>
          <a:prstGeom prst="roundRect">
            <a:avLst>
              <a:gd name="adj" fmla="val 3467"/>
            </a:avLst>
          </a:prstGeom>
          <a:solidFill>
            <a:srgbClr val="F2F1EF"/>
          </a:solidFill>
          <a:ln w="15875">
            <a:solidFill>
              <a:srgbClr val="4A3EC4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3554730" y="4152900"/>
            <a:ext cx="3041650" cy="2639060"/>
          </a:xfrm>
          <a:prstGeom prst="roundRect">
            <a:avLst>
              <a:gd name="adj" fmla="val 3465"/>
            </a:avLst>
          </a:prstGeom>
          <a:solidFill>
            <a:srgbClr val="F2F1EF"/>
          </a:solidFill>
          <a:ln w="15875">
            <a:solidFill>
              <a:srgbClr val="4A3EC4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6681470" y="1289050"/>
            <a:ext cx="4946650" cy="2637790"/>
          </a:xfrm>
          <a:prstGeom prst="roundRect">
            <a:avLst>
              <a:gd name="adj" fmla="val 3467"/>
            </a:avLst>
          </a:prstGeom>
          <a:solidFill>
            <a:srgbClr val="F2F1EF"/>
          </a:solidFill>
          <a:ln w="15875">
            <a:solidFill>
              <a:srgbClr val="4A3EC4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6681470" y="4140200"/>
            <a:ext cx="4946650" cy="2639060"/>
          </a:xfrm>
          <a:prstGeom prst="roundRect">
            <a:avLst>
              <a:gd name="adj" fmla="val 3465"/>
            </a:avLst>
          </a:prstGeom>
          <a:solidFill>
            <a:srgbClr val="F2F1EF"/>
          </a:solidFill>
          <a:ln w="15875">
            <a:solidFill>
              <a:srgbClr val="4A3EC4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4470400" y="1993900"/>
            <a:ext cx="279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</a:t>
            </a:r>
            <a:endParaRPr lang="en-US" sz="2200" dirty="0"/>
          </a:p>
        </p:txBody>
      </p:sp>
      <p:sp>
        <p:nvSpPr>
          <p:cNvPr id="114" name="Text 112"/>
          <p:cNvSpPr/>
          <p:nvPr/>
        </p:nvSpPr>
        <p:spPr>
          <a:xfrm>
            <a:off x="4730750" y="2037080"/>
            <a:ext cx="1143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</a:t>
            </a:r>
            <a:endParaRPr lang="en-US" sz="1100" dirty="0"/>
          </a:p>
        </p:txBody>
      </p:sp>
      <p:sp>
        <p:nvSpPr>
          <p:cNvPr id="115" name="Text 113"/>
          <p:cNvSpPr/>
          <p:nvPr/>
        </p:nvSpPr>
        <p:spPr>
          <a:xfrm>
            <a:off x="3619500" y="2266950"/>
            <a:ext cx="1524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</a:t>
            </a:r>
            <a:endParaRPr lang="en-US" sz="4600" dirty="0"/>
          </a:p>
        </p:txBody>
      </p:sp>
      <p:sp>
        <p:nvSpPr>
          <p:cNvPr id="116" name="Text 114"/>
          <p:cNvSpPr/>
          <p:nvPr/>
        </p:nvSpPr>
        <p:spPr>
          <a:xfrm>
            <a:off x="5593080" y="2266950"/>
            <a:ext cx="1524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]</a:t>
            </a:r>
            <a:endParaRPr lang="en-US" sz="4600" dirty="0"/>
          </a:p>
        </p:txBody>
      </p:sp>
      <p:sp>
        <p:nvSpPr>
          <p:cNvPr id="117" name="Shape 115"/>
          <p:cNvSpPr/>
          <p:nvPr/>
        </p:nvSpPr>
        <p:spPr>
          <a:xfrm>
            <a:off x="3732530" y="2366010"/>
            <a:ext cx="1835150" cy="505460"/>
          </a:xfrm>
          <a:prstGeom prst="roundRect">
            <a:avLst>
              <a:gd name="adj" fmla="val 32563"/>
            </a:avLst>
          </a:prstGeom>
          <a:solidFill>
            <a:srgbClr val="FBCCEF"/>
          </a:solidFill>
          <a:ln w="12700">
            <a:solidFill>
              <a:srgbClr val="E8A8DC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3884930" y="2524760"/>
            <a:ext cx="303530" cy="265430"/>
          </a:xfrm>
          <a:prstGeom prst="roundRect">
            <a:avLst>
              <a:gd name="adj" fmla="val 17225"/>
            </a:avLst>
          </a:prstGeom>
          <a:solidFill>
            <a:srgbClr val="FFF7EC"/>
          </a:solidFill>
          <a:ln w="15875">
            <a:solidFill>
              <a:srgbClr val="9C3444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3884930" y="2524760"/>
            <a:ext cx="303530" cy="2654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20" name="Shape 118"/>
          <p:cNvSpPr/>
          <p:nvPr/>
        </p:nvSpPr>
        <p:spPr>
          <a:xfrm>
            <a:off x="4295140" y="2524760"/>
            <a:ext cx="303530" cy="265430"/>
          </a:xfrm>
          <a:prstGeom prst="roundRect">
            <a:avLst>
              <a:gd name="adj" fmla="val 17225"/>
            </a:avLst>
          </a:prstGeom>
          <a:solidFill>
            <a:srgbClr val="FFF7EC"/>
          </a:solidFill>
          <a:ln w="15875">
            <a:solidFill>
              <a:srgbClr val="9C3444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4295140" y="2524760"/>
            <a:ext cx="303530" cy="2654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22" name="Shape 120"/>
          <p:cNvSpPr/>
          <p:nvPr/>
        </p:nvSpPr>
        <p:spPr>
          <a:xfrm>
            <a:off x="4705350" y="2524760"/>
            <a:ext cx="303530" cy="265430"/>
          </a:xfrm>
          <a:prstGeom prst="roundRect">
            <a:avLst>
              <a:gd name="adj" fmla="val 17225"/>
            </a:avLst>
          </a:prstGeom>
          <a:solidFill>
            <a:srgbClr val="FFF7EC"/>
          </a:solidFill>
          <a:ln w="15875">
            <a:solidFill>
              <a:srgbClr val="9C3444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4705350" y="2524760"/>
            <a:ext cx="303530" cy="2654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24" name="Shape 122"/>
          <p:cNvSpPr/>
          <p:nvPr/>
        </p:nvSpPr>
        <p:spPr>
          <a:xfrm>
            <a:off x="5115560" y="2524760"/>
            <a:ext cx="303530" cy="265430"/>
          </a:xfrm>
          <a:prstGeom prst="roundRect">
            <a:avLst>
              <a:gd name="adj" fmla="val 17225"/>
            </a:avLst>
          </a:prstGeom>
          <a:solidFill>
            <a:srgbClr val="FFF7EC"/>
          </a:solidFill>
          <a:ln w="15875">
            <a:solidFill>
              <a:srgbClr val="9C3444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5115560" y="2524760"/>
            <a:ext cx="303530" cy="2654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26" name="Text 124"/>
          <p:cNvSpPr/>
          <p:nvPr/>
        </p:nvSpPr>
        <p:spPr>
          <a:xfrm>
            <a:off x="5664200" y="2458720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243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=Sigmoid</a:t>
            </a:r>
            <a:endParaRPr lang="en-US" sz="1400" dirty="0"/>
          </a:p>
        </p:txBody>
      </p:sp>
      <p:sp>
        <p:nvSpPr>
          <p:cNvPr id="127" name="Text 125"/>
          <p:cNvSpPr/>
          <p:nvPr/>
        </p:nvSpPr>
        <p:spPr>
          <a:xfrm>
            <a:off x="4470400" y="4843780"/>
            <a:ext cx="279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</a:t>
            </a:r>
            <a:endParaRPr lang="en-US" sz="2200" dirty="0"/>
          </a:p>
        </p:txBody>
      </p:sp>
      <p:sp>
        <p:nvSpPr>
          <p:cNvPr id="128" name="Text 126"/>
          <p:cNvSpPr/>
          <p:nvPr/>
        </p:nvSpPr>
        <p:spPr>
          <a:xfrm>
            <a:off x="4730750" y="4886960"/>
            <a:ext cx="1143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</a:t>
            </a:r>
            <a:endParaRPr lang="en-US" sz="1100" dirty="0"/>
          </a:p>
        </p:txBody>
      </p:sp>
      <p:sp>
        <p:nvSpPr>
          <p:cNvPr id="129" name="Text 127"/>
          <p:cNvSpPr/>
          <p:nvPr/>
        </p:nvSpPr>
        <p:spPr>
          <a:xfrm>
            <a:off x="3619500" y="5116830"/>
            <a:ext cx="1524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</a:t>
            </a:r>
            <a:endParaRPr lang="en-US" sz="4600" dirty="0"/>
          </a:p>
        </p:txBody>
      </p:sp>
      <p:sp>
        <p:nvSpPr>
          <p:cNvPr id="130" name="Text 128"/>
          <p:cNvSpPr/>
          <p:nvPr/>
        </p:nvSpPr>
        <p:spPr>
          <a:xfrm>
            <a:off x="5593080" y="5116830"/>
            <a:ext cx="1524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]</a:t>
            </a:r>
            <a:endParaRPr lang="en-US" sz="4600" dirty="0"/>
          </a:p>
        </p:txBody>
      </p:sp>
      <p:sp>
        <p:nvSpPr>
          <p:cNvPr id="131" name="Shape 129"/>
          <p:cNvSpPr/>
          <p:nvPr/>
        </p:nvSpPr>
        <p:spPr>
          <a:xfrm>
            <a:off x="3732530" y="5215890"/>
            <a:ext cx="1835150" cy="505460"/>
          </a:xfrm>
          <a:prstGeom prst="roundRect">
            <a:avLst>
              <a:gd name="adj" fmla="val 32563"/>
            </a:avLst>
          </a:prstGeom>
          <a:solidFill>
            <a:srgbClr val="FBCCEF"/>
          </a:solidFill>
          <a:ln w="12700">
            <a:solidFill>
              <a:srgbClr val="E8A8DC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3884930" y="5374640"/>
            <a:ext cx="303530" cy="265430"/>
          </a:xfrm>
          <a:prstGeom prst="roundRect">
            <a:avLst>
              <a:gd name="adj" fmla="val 17225"/>
            </a:avLst>
          </a:prstGeom>
          <a:solidFill>
            <a:srgbClr val="FFF7EC"/>
          </a:solidFill>
          <a:ln w="15875">
            <a:solidFill>
              <a:srgbClr val="9C3444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3884930" y="5374640"/>
            <a:ext cx="303530" cy="2654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34" name="Shape 132"/>
          <p:cNvSpPr/>
          <p:nvPr/>
        </p:nvSpPr>
        <p:spPr>
          <a:xfrm>
            <a:off x="4295140" y="5374640"/>
            <a:ext cx="303530" cy="265430"/>
          </a:xfrm>
          <a:prstGeom prst="roundRect">
            <a:avLst>
              <a:gd name="adj" fmla="val 17225"/>
            </a:avLst>
          </a:prstGeom>
          <a:solidFill>
            <a:srgbClr val="FFF7EC"/>
          </a:solidFill>
          <a:ln w="15875">
            <a:solidFill>
              <a:srgbClr val="9C3444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4295140" y="5374640"/>
            <a:ext cx="303530" cy="2654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6" name="Shape 134"/>
          <p:cNvSpPr/>
          <p:nvPr/>
        </p:nvSpPr>
        <p:spPr>
          <a:xfrm>
            <a:off x="4705350" y="5374640"/>
            <a:ext cx="303530" cy="265430"/>
          </a:xfrm>
          <a:prstGeom prst="roundRect">
            <a:avLst>
              <a:gd name="adj" fmla="val 17225"/>
            </a:avLst>
          </a:prstGeom>
          <a:solidFill>
            <a:srgbClr val="FFF7EC"/>
          </a:solidFill>
          <a:ln w="15875">
            <a:solidFill>
              <a:srgbClr val="9C3444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4705350" y="5374640"/>
            <a:ext cx="303530" cy="2654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38" name="Shape 136"/>
          <p:cNvSpPr/>
          <p:nvPr/>
        </p:nvSpPr>
        <p:spPr>
          <a:xfrm>
            <a:off x="5115560" y="5374640"/>
            <a:ext cx="303530" cy="265430"/>
          </a:xfrm>
          <a:prstGeom prst="roundRect">
            <a:avLst>
              <a:gd name="adj" fmla="val 17225"/>
            </a:avLst>
          </a:prstGeom>
          <a:solidFill>
            <a:srgbClr val="FFF7EC"/>
          </a:solidFill>
          <a:ln w="15875">
            <a:solidFill>
              <a:srgbClr val="9C3444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5115560" y="5374640"/>
            <a:ext cx="303530" cy="2654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40" name="Text 138"/>
          <p:cNvSpPr/>
          <p:nvPr/>
        </p:nvSpPr>
        <p:spPr>
          <a:xfrm>
            <a:off x="5664200" y="5300980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243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=Linear</a:t>
            </a:r>
            <a:endParaRPr lang="en-US" sz="1400" dirty="0"/>
          </a:p>
        </p:txBody>
      </p:sp>
      <p:pic>
        <p:nvPicPr>
          <p:cNvPr id="141" name="Image 0" descr="/home/ahmed/Projects/ai_llm_slides/videos/deep-learning/002_transformers_part2/recreated_pptx/build/assets/s010_brac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1310" y="1408430"/>
            <a:ext cx="190470" cy="2450592"/>
          </a:xfrm>
          <a:prstGeom prst="rect">
            <a:avLst/>
          </a:prstGeom>
        </p:spPr>
      </p:pic>
      <p:sp>
        <p:nvSpPr>
          <p:cNvPr id="142" name="Shape 139"/>
          <p:cNvSpPr/>
          <p:nvPr/>
        </p:nvSpPr>
        <p:spPr>
          <a:xfrm>
            <a:off x="6863080" y="1381760"/>
            <a:ext cx="1647190" cy="505460"/>
          </a:xfrm>
          <a:prstGeom prst="roundRect">
            <a:avLst>
              <a:gd name="adj" fmla="val 25327"/>
            </a:avLst>
          </a:prstGeom>
          <a:solidFill>
            <a:srgbClr val="FBCCEF"/>
          </a:solidFill>
          <a:ln w="12700">
            <a:solidFill>
              <a:srgbClr val="E8A8DC"/>
            </a:solidFill>
            <a:prstDash val="solid"/>
          </a:ln>
        </p:spPr>
      </p:sp>
      <p:sp>
        <p:nvSpPr>
          <p:cNvPr id="143" name="Text 140"/>
          <p:cNvSpPr/>
          <p:nvPr/>
        </p:nvSpPr>
        <p:spPr>
          <a:xfrm>
            <a:off x="6920230" y="1365250"/>
            <a:ext cx="127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</a:t>
            </a:r>
            <a:endParaRPr lang="en-US" sz="3400" dirty="0"/>
          </a:p>
        </p:txBody>
      </p:sp>
      <p:sp>
        <p:nvSpPr>
          <p:cNvPr id="144" name="Text 141"/>
          <p:cNvSpPr/>
          <p:nvPr/>
        </p:nvSpPr>
        <p:spPr>
          <a:xfrm>
            <a:off x="8369300" y="1365250"/>
            <a:ext cx="127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]</a:t>
            </a:r>
            <a:endParaRPr lang="en-US" sz="3400" dirty="0"/>
          </a:p>
        </p:txBody>
      </p:sp>
      <p:sp>
        <p:nvSpPr>
          <p:cNvPr id="145" name="Shape 142"/>
          <p:cNvSpPr/>
          <p:nvPr/>
        </p:nvSpPr>
        <p:spPr>
          <a:xfrm>
            <a:off x="7059930" y="1501140"/>
            <a:ext cx="266700" cy="2667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00000"/>
            </a:solidFill>
            <a:prstDash val="solid"/>
          </a:ln>
        </p:spPr>
      </p:sp>
      <p:sp>
        <p:nvSpPr>
          <p:cNvPr id="146" name="Text 143"/>
          <p:cNvSpPr/>
          <p:nvPr/>
        </p:nvSpPr>
        <p:spPr>
          <a:xfrm>
            <a:off x="7059930" y="1501140"/>
            <a:ext cx="266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50" b="1" baseline="-4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47" name="Shape 144"/>
          <p:cNvSpPr/>
          <p:nvPr/>
        </p:nvSpPr>
        <p:spPr>
          <a:xfrm>
            <a:off x="7390130" y="1501140"/>
            <a:ext cx="266700" cy="2667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00000"/>
            </a:solidFill>
            <a:prstDash val="solid"/>
          </a:ln>
        </p:spPr>
      </p:sp>
      <p:sp>
        <p:nvSpPr>
          <p:cNvPr id="148" name="Text 145"/>
          <p:cNvSpPr/>
          <p:nvPr/>
        </p:nvSpPr>
        <p:spPr>
          <a:xfrm>
            <a:off x="7390130" y="1501140"/>
            <a:ext cx="266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50" b="1" baseline="-4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49" name="Shape 146"/>
          <p:cNvSpPr/>
          <p:nvPr/>
        </p:nvSpPr>
        <p:spPr>
          <a:xfrm>
            <a:off x="7719060" y="1501140"/>
            <a:ext cx="266700" cy="2667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00000"/>
            </a:solidFill>
            <a:prstDash val="solid"/>
          </a:ln>
        </p:spPr>
      </p:sp>
      <p:sp>
        <p:nvSpPr>
          <p:cNvPr id="150" name="Text 147"/>
          <p:cNvSpPr/>
          <p:nvPr/>
        </p:nvSpPr>
        <p:spPr>
          <a:xfrm>
            <a:off x="7719060" y="1501140"/>
            <a:ext cx="266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50" b="1" baseline="-4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51" name="Shape 148"/>
          <p:cNvSpPr/>
          <p:nvPr/>
        </p:nvSpPr>
        <p:spPr>
          <a:xfrm>
            <a:off x="8049260" y="1501140"/>
            <a:ext cx="266700" cy="2667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00000"/>
            </a:solidFill>
            <a:prstDash val="solid"/>
          </a:ln>
        </p:spPr>
      </p:sp>
      <p:sp>
        <p:nvSpPr>
          <p:cNvPr id="152" name="Text 149"/>
          <p:cNvSpPr/>
          <p:nvPr/>
        </p:nvSpPr>
        <p:spPr>
          <a:xfrm>
            <a:off x="8049260" y="1501140"/>
            <a:ext cx="266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50" b="1" baseline="-4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53" name="Text 150"/>
          <p:cNvSpPr/>
          <p:nvPr/>
        </p:nvSpPr>
        <p:spPr>
          <a:xfrm>
            <a:off x="7341870" y="1981200"/>
            <a:ext cx="508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endParaRPr lang="en-US" sz="2200" dirty="0"/>
          </a:p>
        </p:txBody>
      </p:sp>
      <p:sp>
        <p:nvSpPr>
          <p:cNvPr id="154" name="Shape 151"/>
          <p:cNvSpPr/>
          <p:nvPr/>
        </p:nvSpPr>
        <p:spPr>
          <a:xfrm>
            <a:off x="8629650" y="1568450"/>
            <a:ext cx="1981200" cy="2159000"/>
          </a:xfrm>
          <a:prstGeom prst="roundRect">
            <a:avLst>
              <a:gd name="adj" fmla="val 3692"/>
            </a:avLst>
          </a:prstGeom>
          <a:solidFill>
            <a:srgbClr val="D8FFE6"/>
          </a:solidFill>
          <a:ln w="9525">
            <a:solidFill>
              <a:srgbClr val="9CD4AC"/>
            </a:solidFill>
            <a:prstDash val="solid"/>
          </a:ln>
        </p:spPr>
      </p:sp>
      <p:sp>
        <p:nvSpPr>
          <p:cNvPr id="155" name="Shape 152"/>
          <p:cNvSpPr/>
          <p:nvPr/>
        </p:nvSpPr>
        <p:spPr>
          <a:xfrm>
            <a:off x="8629650" y="2193290"/>
            <a:ext cx="1981200" cy="0"/>
          </a:xfrm>
          <a:prstGeom prst="line">
            <a:avLst/>
          </a:prstGeom>
          <a:noFill/>
          <a:ln w="6350">
            <a:solidFill>
              <a:srgbClr val="9CD4AC"/>
            </a:solidFill>
            <a:prstDash val="solid"/>
          </a:ln>
        </p:spPr>
      </p:sp>
      <p:sp>
        <p:nvSpPr>
          <p:cNvPr id="156" name="Shape 153"/>
          <p:cNvSpPr/>
          <p:nvPr/>
        </p:nvSpPr>
        <p:spPr>
          <a:xfrm>
            <a:off x="8629650" y="2645410"/>
            <a:ext cx="1981200" cy="0"/>
          </a:xfrm>
          <a:prstGeom prst="line">
            <a:avLst/>
          </a:prstGeom>
          <a:noFill/>
          <a:ln w="6350">
            <a:solidFill>
              <a:srgbClr val="9CD4AC"/>
            </a:solidFill>
            <a:prstDash val="solid"/>
          </a:ln>
        </p:spPr>
      </p:sp>
      <p:sp>
        <p:nvSpPr>
          <p:cNvPr id="157" name="Shape 154"/>
          <p:cNvSpPr/>
          <p:nvPr/>
        </p:nvSpPr>
        <p:spPr>
          <a:xfrm>
            <a:off x="8629650" y="3097530"/>
            <a:ext cx="1981200" cy="0"/>
          </a:xfrm>
          <a:prstGeom prst="line">
            <a:avLst/>
          </a:prstGeom>
          <a:noFill/>
          <a:ln w="6350">
            <a:solidFill>
              <a:srgbClr val="9CD4AC"/>
            </a:solidFill>
            <a:prstDash val="solid"/>
          </a:ln>
        </p:spPr>
      </p:sp>
      <p:sp>
        <p:nvSpPr>
          <p:cNvPr id="158" name="Shape 155"/>
          <p:cNvSpPr/>
          <p:nvPr/>
        </p:nvSpPr>
        <p:spPr>
          <a:xfrm>
            <a:off x="9197340" y="1568450"/>
            <a:ext cx="0" cy="2159000"/>
          </a:xfrm>
          <a:prstGeom prst="line">
            <a:avLst/>
          </a:prstGeom>
          <a:noFill/>
          <a:ln w="6350">
            <a:solidFill>
              <a:srgbClr val="9CD4AC"/>
            </a:solidFill>
            <a:prstDash val="solid"/>
          </a:ln>
        </p:spPr>
      </p:sp>
      <p:sp>
        <p:nvSpPr>
          <p:cNvPr id="159" name="Shape 156"/>
          <p:cNvSpPr/>
          <p:nvPr/>
        </p:nvSpPr>
        <p:spPr>
          <a:xfrm>
            <a:off x="9626600" y="1568450"/>
            <a:ext cx="0" cy="2159000"/>
          </a:xfrm>
          <a:prstGeom prst="line">
            <a:avLst/>
          </a:prstGeom>
          <a:noFill/>
          <a:ln w="6350">
            <a:solidFill>
              <a:srgbClr val="9CD4AC"/>
            </a:solidFill>
            <a:prstDash val="solid"/>
          </a:ln>
        </p:spPr>
      </p:sp>
      <p:sp>
        <p:nvSpPr>
          <p:cNvPr id="160" name="Shape 157"/>
          <p:cNvSpPr/>
          <p:nvPr/>
        </p:nvSpPr>
        <p:spPr>
          <a:xfrm>
            <a:off x="10054590" y="1568450"/>
            <a:ext cx="0" cy="2159000"/>
          </a:xfrm>
          <a:prstGeom prst="line">
            <a:avLst/>
          </a:prstGeom>
          <a:noFill/>
          <a:ln w="6350">
            <a:solidFill>
              <a:srgbClr val="9CD4AC"/>
            </a:solidFill>
            <a:prstDash val="solid"/>
          </a:ln>
        </p:spPr>
      </p:sp>
      <p:sp>
        <p:nvSpPr>
          <p:cNvPr id="161" name="Shape 158"/>
          <p:cNvSpPr/>
          <p:nvPr/>
        </p:nvSpPr>
        <p:spPr>
          <a:xfrm>
            <a:off x="8780780" y="1751330"/>
            <a:ext cx="406400" cy="431800"/>
          </a:xfrm>
          <a:prstGeom prst="roundRect">
            <a:avLst>
              <a:gd name="adj" fmla="val 11250"/>
            </a:avLst>
          </a:prstGeom>
          <a:solidFill>
            <a:srgbClr val="FCF9C8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162" name="Text 159"/>
          <p:cNvSpPr/>
          <p:nvPr/>
        </p:nvSpPr>
        <p:spPr>
          <a:xfrm>
            <a:off x="8780780" y="1751330"/>
            <a:ext cx="4064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sp>
        <p:nvSpPr>
          <p:cNvPr id="163" name="Shape 160"/>
          <p:cNvSpPr/>
          <p:nvPr/>
        </p:nvSpPr>
        <p:spPr>
          <a:xfrm>
            <a:off x="9208770" y="1751330"/>
            <a:ext cx="406400" cy="431800"/>
          </a:xfrm>
          <a:prstGeom prst="roundRect">
            <a:avLst>
              <a:gd name="adj" fmla="val 11250"/>
            </a:avLst>
          </a:prstGeom>
          <a:solidFill>
            <a:srgbClr val="FCF9C8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164" name="Text 161"/>
          <p:cNvSpPr/>
          <p:nvPr/>
        </p:nvSpPr>
        <p:spPr>
          <a:xfrm>
            <a:off x="9208770" y="1751330"/>
            <a:ext cx="4064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  <p:sp>
        <p:nvSpPr>
          <p:cNvPr id="165" name="Shape 162"/>
          <p:cNvSpPr/>
          <p:nvPr/>
        </p:nvSpPr>
        <p:spPr>
          <a:xfrm>
            <a:off x="9638030" y="1751330"/>
            <a:ext cx="406400" cy="431800"/>
          </a:xfrm>
          <a:prstGeom prst="roundRect">
            <a:avLst>
              <a:gd name="adj" fmla="val 11250"/>
            </a:avLst>
          </a:prstGeom>
          <a:solidFill>
            <a:srgbClr val="FCF9C8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166" name="Text 163"/>
          <p:cNvSpPr/>
          <p:nvPr/>
        </p:nvSpPr>
        <p:spPr>
          <a:xfrm>
            <a:off x="9638030" y="1751330"/>
            <a:ext cx="4064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  <p:sp>
        <p:nvSpPr>
          <p:cNvPr id="167" name="Shape 164"/>
          <p:cNvSpPr/>
          <p:nvPr/>
        </p:nvSpPr>
        <p:spPr>
          <a:xfrm>
            <a:off x="10066020" y="1751330"/>
            <a:ext cx="406400" cy="431800"/>
          </a:xfrm>
          <a:prstGeom prst="roundRect">
            <a:avLst>
              <a:gd name="adj" fmla="val 11250"/>
            </a:avLst>
          </a:prstGeom>
          <a:solidFill>
            <a:srgbClr val="FCF9C8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168" name="Text 165"/>
          <p:cNvSpPr/>
          <p:nvPr/>
        </p:nvSpPr>
        <p:spPr>
          <a:xfrm>
            <a:off x="10066020" y="1751330"/>
            <a:ext cx="4064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900" dirty="0"/>
          </a:p>
        </p:txBody>
      </p:sp>
      <p:sp>
        <p:nvSpPr>
          <p:cNvPr id="169" name="Shape 166"/>
          <p:cNvSpPr/>
          <p:nvPr/>
        </p:nvSpPr>
        <p:spPr>
          <a:xfrm>
            <a:off x="8780780" y="2203450"/>
            <a:ext cx="406400" cy="431800"/>
          </a:xfrm>
          <a:prstGeom prst="roundRect">
            <a:avLst>
              <a:gd name="adj" fmla="val 11250"/>
            </a:avLst>
          </a:prstGeom>
          <a:solidFill>
            <a:srgbClr val="FCF9C8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170" name="Text 167"/>
          <p:cNvSpPr/>
          <p:nvPr/>
        </p:nvSpPr>
        <p:spPr>
          <a:xfrm>
            <a:off x="8780780" y="2203450"/>
            <a:ext cx="4064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sp>
        <p:nvSpPr>
          <p:cNvPr id="171" name="Shape 168"/>
          <p:cNvSpPr/>
          <p:nvPr/>
        </p:nvSpPr>
        <p:spPr>
          <a:xfrm>
            <a:off x="9208770" y="2203450"/>
            <a:ext cx="406400" cy="431800"/>
          </a:xfrm>
          <a:prstGeom prst="roundRect">
            <a:avLst>
              <a:gd name="adj" fmla="val 11250"/>
            </a:avLst>
          </a:prstGeom>
          <a:solidFill>
            <a:srgbClr val="FCF9C8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172" name="Text 169"/>
          <p:cNvSpPr/>
          <p:nvPr/>
        </p:nvSpPr>
        <p:spPr>
          <a:xfrm>
            <a:off x="9208770" y="2203450"/>
            <a:ext cx="4064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  <p:sp>
        <p:nvSpPr>
          <p:cNvPr id="173" name="Shape 170"/>
          <p:cNvSpPr/>
          <p:nvPr/>
        </p:nvSpPr>
        <p:spPr>
          <a:xfrm>
            <a:off x="9638030" y="2203450"/>
            <a:ext cx="406400" cy="431800"/>
          </a:xfrm>
          <a:prstGeom prst="roundRect">
            <a:avLst>
              <a:gd name="adj" fmla="val 11250"/>
            </a:avLst>
          </a:prstGeom>
          <a:solidFill>
            <a:srgbClr val="FCF9C8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174" name="Text 171"/>
          <p:cNvSpPr/>
          <p:nvPr/>
        </p:nvSpPr>
        <p:spPr>
          <a:xfrm>
            <a:off x="9638030" y="2203450"/>
            <a:ext cx="4064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900" dirty="0"/>
          </a:p>
        </p:txBody>
      </p:sp>
      <p:sp>
        <p:nvSpPr>
          <p:cNvPr id="175" name="Shape 172"/>
          <p:cNvSpPr/>
          <p:nvPr/>
        </p:nvSpPr>
        <p:spPr>
          <a:xfrm>
            <a:off x="10066020" y="2203450"/>
            <a:ext cx="406400" cy="431800"/>
          </a:xfrm>
          <a:prstGeom prst="roundRect">
            <a:avLst>
              <a:gd name="adj" fmla="val 11250"/>
            </a:avLst>
          </a:prstGeom>
          <a:solidFill>
            <a:srgbClr val="FCF9C8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176" name="Text 173"/>
          <p:cNvSpPr/>
          <p:nvPr/>
        </p:nvSpPr>
        <p:spPr>
          <a:xfrm>
            <a:off x="10066020" y="2203450"/>
            <a:ext cx="4064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900" dirty="0"/>
          </a:p>
        </p:txBody>
      </p:sp>
      <p:sp>
        <p:nvSpPr>
          <p:cNvPr id="177" name="Shape 174"/>
          <p:cNvSpPr/>
          <p:nvPr/>
        </p:nvSpPr>
        <p:spPr>
          <a:xfrm>
            <a:off x="8780780" y="2655570"/>
            <a:ext cx="406400" cy="431800"/>
          </a:xfrm>
          <a:prstGeom prst="roundRect">
            <a:avLst>
              <a:gd name="adj" fmla="val 11250"/>
            </a:avLst>
          </a:prstGeom>
          <a:solidFill>
            <a:srgbClr val="FCF9C8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178" name="Text 175"/>
          <p:cNvSpPr/>
          <p:nvPr/>
        </p:nvSpPr>
        <p:spPr>
          <a:xfrm>
            <a:off x="8780780" y="2655570"/>
            <a:ext cx="4064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  <p:sp>
        <p:nvSpPr>
          <p:cNvPr id="179" name="Shape 176"/>
          <p:cNvSpPr/>
          <p:nvPr/>
        </p:nvSpPr>
        <p:spPr>
          <a:xfrm>
            <a:off x="9208770" y="2655570"/>
            <a:ext cx="406400" cy="431800"/>
          </a:xfrm>
          <a:prstGeom prst="roundRect">
            <a:avLst>
              <a:gd name="adj" fmla="val 11250"/>
            </a:avLst>
          </a:prstGeom>
          <a:solidFill>
            <a:srgbClr val="FCF9C8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180" name="Text 177"/>
          <p:cNvSpPr/>
          <p:nvPr/>
        </p:nvSpPr>
        <p:spPr>
          <a:xfrm>
            <a:off x="9208770" y="2655570"/>
            <a:ext cx="4064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  <p:sp>
        <p:nvSpPr>
          <p:cNvPr id="181" name="Shape 178"/>
          <p:cNvSpPr/>
          <p:nvPr/>
        </p:nvSpPr>
        <p:spPr>
          <a:xfrm>
            <a:off x="9638030" y="2655570"/>
            <a:ext cx="406400" cy="431800"/>
          </a:xfrm>
          <a:prstGeom prst="roundRect">
            <a:avLst>
              <a:gd name="adj" fmla="val 11250"/>
            </a:avLst>
          </a:prstGeom>
          <a:solidFill>
            <a:srgbClr val="FCF9C8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182" name="Text 179"/>
          <p:cNvSpPr/>
          <p:nvPr/>
        </p:nvSpPr>
        <p:spPr>
          <a:xfrm>
            <a:off x="9638030" y="2655570"/>
            <a:ext cx="4064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  <p:sp>
        <p:nvSpPr>
          <p:cNvPr id="183" name="Shape 180"/>
          <p:cNvSpPr/>
          <p:nvPr/>
        </p:nvSpPr>
        <p:spPr>
          <a:xfrm>
            <a:off x="10066020" y="2655570"/>
            <a:ext cx="406400" cy="431800"/>
          </a:xfrm>
          <a:prstGeom prst="roundRect">
            <a:avLst>
              <a:gd name="adj" fmla="val 11250"/>
            </a:avLst>
          </a:prstGeom>
          <a:solidFill>
            <a:srgbClr val="FCF9C8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184" name="Text 181"/>
          <p:cNvSpPr/>
          <p:nvPr/>
        </p:nvSpPr>
        <p:spPr>
          <a:xfrm>
            <a:off x="10066020" y="2655570"/>
            <a:ext cx="4064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900" dirty="0"/>
          </a:p>
        </p:txBody>
      </p:sp>
      <p:sp>
        <p:nvSpPr>
          <p:cNvPr id="185" name="Shape 182"/>
          <p:cNvSpPr/>
          <p:nvPr/>
        </p:nvSpPr>
        <p:spPr>
          <a:xfrm>
            <a:off x="8780780" y="3107690"/>
            <a:ext cx="406400" cy="431800"/>
          </a:xfrm>
          <a:prstGeom prst="roundRect">
            <a:avLst>
              <a:gd name="adj" fmla="val 11250"/>
            </a:avLst>
          </a:prstGeom>
          <a:solidFill>
            <a:srgbClr val="FCF9C8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186" name="Text 183"/>
          <p:cNvSpPr/>
          <p:nvPr/>
        </p:nvSpPr>
        <p:spPr>
          <a:xfrm>
            <a:off x="8780780" y="3107690"/>
            <a:ext cx="4064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  <p:sp>
        <p:nvSpPr>
          <p:cNvPr id="187" name="Shape 184"/>
          <p:cNvSpPr/>
          <p:nvPr/>
        </p:nvSpPr>
        <p:spPr>
          <a:xfrm>
            <a:off x="9208770" y="3107690"/>
            <a:ext cx="406400" cy="431800"/>
          </a:xfrm>
          <a:prstGeom prst="roundRect">
            <a:avLst>
              <a:gd name="adj" fmla="val 11250"/>
            </a:avLst>
          </a:prstGeom>
          <a:solidFill>
            <a:srgbClr val="FCF9C8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188" name="Text 185"/>
          <p:cNvSpPr/>
          <p:nvPr/>
        </p:nvSpPr>
        <p:spPr>
          <a:xfrm>
            <a:off x="9208770" y="3107690"/>
            <a:ext cx="4064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  <p:sp>
        <p:nvSpPr>
          <p:cNvPr id="189" name="Shape 186"/>
          <p:cNvSpPr/>
          <p:nvPr/>
        </p:nvSpPr>
        <p:spPr>
          <a:xfrm>
            <a:off x="9638030" y="3107690"/>
            <a:ext cx="406400" cy="431800"/>
          </a:xfrm>
          <a:prstGeom prst="roundRect">
            <a:avLst>
              <a:gd name="adj" fmla="val 11250"/>
            </a:avLst>
          </a:prstGeom>
          <a:solidFill>
            <a:srgbClr val="FCF9C8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190" name="Text 187"/>
          <p:cNvSpPr/>
          <p:nvPr/>
        </p:nvSpPr>
        <p:spPr>
          <a:xfrm>
            <a:off x="9638030" y="3107690"/>
            <a:ext cx="4064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900" dirty="0"/>
          </a:p>
        </p:txBody>
      </p:sp>
      <p:sp>
        <p:nvSpPr>
          <p:cNvPr id="191" name="Shape 188"/>
          <p:cNvSpPr/>
          <p:nvPr/>
        </p:nvSpPr>
        <p:spPr>
          <a:xfrm>
            <a:off x="10066020" y="3107690"/>
            <a:ext cx="406400" cy="431800"/>
          </a:xfrm>
          <a:prstGeom prst="roundRect">
            <a:avLst>
              <a:gd name="adj" fmla="val 11250"/>
            </a:avLst>
          </a:prstGeom>
          <a:solidFill>
            <a:srgbClr val="FCF9C8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192" name="Text 189"/>
          <p:cNvSpPr/>
          <p:nvPr/>
        </p:nvSpPr>
        <p:spPr>
          <a:xfrm>
            <a:off x="10066020" y="3107690"/>
            <a:ext cx="4064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900" dirty="0"/>
          </a:p>
        </p:txBody>
      </p:sp>
      <p:pic>
        <p:nvPicPr>
          <p:cNvPr id="193" name="Image 1" descr="/home/ahmed/Projects/ai_llm_slides/videos/deep-learning/002_transformers_part2/recreated_pptx/build/assets/s010_brac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8310" y="1408430"/>
            <a:ext cx="192024" cy="2450592"/>
          </a:xfrm>
          <a:prstGeom prst="rect">
            <a:avLst/>
          </a:prstGeom>
        </p:spPr>
      </p:pic>
      <p:sp>
        <p:nvSpPr>
          <p:cNvPr id="194" name="Text 190"/>
          <p:cNvSpPr/>
          <p:nvPr/>
        </p:nvSpPr>
        <p:spPr>
          <a:xfrm>
            <a:off x="10798810" y="2472690"/>
            <a:ext cx="254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800" dirty="0"/>
          </a:p>
        </p:txBody>
      </p:sp>
      <p:sp>
        <p:nvSpPr>
          <p:cNvPr id="195" name="Shape 191"/>
          <p:cNvSpPr/>
          <p:nvPr/>
        </p:nvSpPr>
        <p:spPr>
          <a:xfrm>
            <a:off x="10952480" y="1554480"/>
            <a:ext cx="114300" cy="2311400"/>
          </a:xfrm>
          <a:prstGeom prst="arc">
            <a:avLst>
              <a:gd name="adj1" fmla="val 5400000"/>
              <a:gd name="adj2" fmla="val 16200000"/>
            </a:avLst>
          </a:prstGeom>
          <a:ln w="25400">
            <a:solidFill>
              <a:srgbClr val="A23038"/>
            </a:solidFill>
            <a:prstDash val="solid"/>
          </a:ln>
        </p:spPr>
      </p:sp>
      <p:sp>
        <p:nvSpPr>
          <p:cNvPr id="196" name="Shape 192"/>
          <p:cNvSpPr/>
          <p:nvPr/>
        </p:nvSpPr>
        <p:spPr>
          <a:xfrm>
            <a:off x="11450320" y="1554480"/>
            <a:ext cx="114300" cy="2311400"/>
          </a:xfrm>
          <a:prstGeom prst="arc">
            <a:avLst>
              <a:gd name="adj1" fmla="val 16200000"/>
              <a:gd name="adj2" fmla="val 5400000"/>
            </a:avLst>
          </a:prstGeom>
          <a:ln w="25400">
            <a:solidFill>
              <a:srgbClr val="A23038"/>
            </a:solidFill>
            <a:prstDash val="solid"/>
          </a:ln>
        </p:spPr>
      </p:sp>
      <p:sp>
        <p:nvSpPr>
          <p:cNvPr id="197" name="Shape 193"/>
          <p:cNvSpPr/>
          <p:nvPr/>
        </p:nvSpPr>
        <p:spPr>
          <a:xfrm>
            <a:off x="11076940" y="1681480"/>
            <a:ext cx="393700" cy="279400"/>
          </a:xfrm>
          <a:prstGeom prst="roundRect">
            <a:avLst>
              <a:gd name="adj" fmla="val 16364"/>
            </a:avLst>
          </a:prstGeom>
          <a:solidFill>
            <a:srgbClr val="FCF9C8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198" name="Text 194"/>
          <p:cNvSpPr/>
          <p:nvPr/>
        </p:nvSpPr>
        <p:spPr>
          <a:xfrm>
            <a:off x="11076940" y="1681480"/>
            <a:ext cx="3937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99" name="Shape 195"/>
          <p:cNvSpPr/>
          <p:nvPr/>
        </p:nvSpPr>
        <p:spPr>
          <a:xfrm>
            <a:off x="11076940" y="2172970"/>
            <a:ext cx="393700" cy="279400"/>
          </a:xfrm>
          <a:prstGeom prst="roundRect">
            <a:avLst>
              <a:gd name="adj" fmla="val 16364"/>
            </a:avLst>
          </a:prstGeom>
          <a:solidFill>
            <a:srgbClr val="FCF9C8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200" name="Text 196"/>
          <p:cNvSpPr/>
          <p:nvPr/>
        </p:nvSpPr>
        <p:spPr>
          <a:xfrm>
            <a:off x="11076940" y="2172970"/>
            <a:ext cx="3937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201" name="Shape 197"/>
          <p:cNvSpPr/>
          <p:nvPr/>
        </p:nvSpPr>
        <p:spPr>
          <a:xfrm>
            <a:off x="11076940" y="2724150"/>
            <a:ext cx="393700" cy="279400"/>
          </a:xfrm>
          <a:prstGeom prst="roundRect">
            <a:avLst>
              <a:gd name="adj" fmla="val 16364"/>
            </a:avLst>
          </a:prstGeom>
          <a:solidFill>
            <a:srgbClr val="FCF9C8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202" name="Text 198"/>
          <p:cNvSpPr/>
          <p:nvPr/>
        </p:nvSpPr>
        <p:spPr>
          <a:xfrm>
            <a:off x="11076940" y="2724150"/>
            <a:ext cx="3937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03" name="Shape 199"/>
          <p:cNvSpPr/>
          <p:nvPr/>
        </p:nvSpPr>
        <p:spPr>
          <a:xfrm>
            <a:off x="11076940" y="3235960"/>
            <a:ext cx="393700" cy="279400"/>
          </a:xfrm>
          <a:prstGeom prst="roundRect">
            <a:avLst>
              <a:gd name="adj" fmla="val 16364"/>
            </a:avLst>
          </a:prstGeom>
          <a:solidFill>
            <a:srgbClr val="FCF9C8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204" name="Text 200"/>
          <p:cNvSpPr/>
          <p:nvPr/>
        </p:nvSpPr>
        <p:spPr>
          <a:xfrm>
            <a:off x="11076940" y="3235960"/>
            <a:ext cx="3937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pic>
        <p:nvPicPr>
          <p:cNvPr id="205" name="Image 2" descr="/home/ahmed/Projects/ai_llm_slides/videos/deep-learning/002_transformers_part2/recreated_pptx/build/assets/s010_brac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1310" y="4258310"/>
            <a:ext cx="190470" cy="2450592"/>
          </a:xfrm>
          <a:prstGeom prst="rect">
            <a:avLst/>
          </a:prstGeom>
        </p:spPr>
      </p:pic>
      <p:sp>
        <p:nvSpPr>
          <p:cNvPr id="206" name="Shape 201"/>
          <p:cNvSpPr/>
          <p:nvPr/>
        </p:nvSpPr>
        <p:spPr>
          <a:xfrm>
            <a:off x="6863080" y="4231640"/>
            <a:ext cx="1647190" cy="505460"/>
          </a:xfrm>
          <a:prstGeom prst="roundRect">
            <a:avLst>
              <a:gd name="adj" fmla="val 25327"/>
            </a:avLst>
          </a:prstGeom>
          <a:solidFill>
            <a:srgbClr val="FBCCEF"/>
          </a:solidFill>
          <a:ln w="12700">
            <a:solidFill>
              <a:srgbClr val="E8A8DC"/>
            </a:solidFill>
            <a:prstDash val="solid"/>
          </a:ln>
        </p:spPr>
      </p:sp>
      <p:sp>
        <p:nvSpPr>
          <p:cNvPr id="207" name="Text 202"/>
          <p:cNvSpPr/>
          <p:nvPr/>
        </p:nvSpPr>
        <p:spPr>
          <a:xfrm>
            <a:off x="6920230" y="4215130"/>
            <a:ext cx="127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</a:t>
            </a:r>
            <a:endParaRPr lang="en-US" sz="3400" dirty="0"/>
          </a:p>
        </p:txBody>
      </p:sp>
      <p:sp>
        <p:nvSpPr>
          <p:cNvPr id="208" name="Text 203"/>
          <p:cNvSpPr/>
          <p:nvPr/>
        </p:nvSpPr>
        <p:spPr>
          <a:xfrm>
            <a:off x="8369300" y="4215130"/>
            <a:ext cx="127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]</a:t>
            </a:r>
            <a:endParaRPr lang="en-US" sz="3400" dirty="0"/>
          </a:p>
        </p:txBody>
      </p:sp>
      <p:sp>
        <p:nvSpPr>
          <p:cNvPr id="209" name="Shape 204"/>
          <p:cNvSpPr/>
          <p:nvPr/>
        </p:nvSpPr>
        <p:spPr>
          <a:xfrm>
            <a:off x="7059930" y="4351020"/>
            <a:ext cx="266700" cy="2667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00000"/>
            </a:solidFill>
            <a:prstDash val="solid"/>
          </a:ln>
        </p:spPr>
      </p:sp>
      <p:sp>
        <p:nvSpPr>
          <p:cNvPr id="210" name="Text 205"/>
          <p:cNvSpPr/>
          <p:nvPr/>
        </p:nvSpPr>
        <p:spPr>
          <a:xfrm>
            <a:off x="7059930" y="4351020"/>
            <a:ext cx="266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50" b="1" baseline="-4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211" name="Shape 206"/>
          <p:cNvSpPr/>
          <p:nvPr/>
        </p:nvSpPr>
        <p:spPr>
          <a:xfrm>
            <a:off x="7390130" y="4351020"/>
            <a:ext cx="266700" cy="2667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00000"/>
            </a:solidFill>
            <a:prstDash val="solid"/>
          </a:ln>
        </p:spPr>
      </p:sp>
      <p:sp>
        <p:nvSpPr>
          <p:cNvPr id="212" name="Text 207"/>
          <p:cNvSpPr/>
          <p:nvPr/>
        </p:nvSpPr>
        <p:spPr>
          <a:xfrm>
            <a:off x="7390130" y="4351020"/>
            <a:ext cx="266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50" b="1" baseline="-4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213" name="Shape 208"/>
          <p:cNvSpPr/>
          <p:nvPr/>
        </p:nvSpPr>
        <p:spPr>
          <a:xfrm>
            <a:off x="7719060" y="4351020"/>
            <a:ext cx="266700" cy="2667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00000"/>
            </a:solidFill>
            <a:prstDash val="solid"/>
          </a:ln>
        </p:spPr>
      </p:sp>
      <p:sp>
        <p:nvSpPr>
          <p:cNvPr id="214" name="Text 209"/>
          <p:cNvSpPr/>
          <p:nvPr/>
        </p:nvSpPr>
        <p:spPr>
          <a:xfrm>
            <a:off x="7719060" y="4351020"/>
            <a:ext cx="266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50" b="1" baseline="-4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15" name="Shape 210"/>
          <p:cNvSpPr/>
          <p:nvPr/>
        </p:nvSpPr>
        <p:spPr>
          <a:xfrm>
            <a:off x="8049260" y="4351020"/>
            <a:ext cx="266700" cy="2667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00000"/>
            </a:solidFill>
            <a:prstDash val="solid"/>
          </a:ln>
        </p:spPr>
      </p:sp>
      <p:sp>
        <p:nvSpPr>
          <p:cNvPr id="216" name="Text 211"/>
          <p:cNvSpPr/>
          <p:nvPr/>
        </p:nvSpPr>
        <p:spPr>
          <a:xfrm>
            <a:off x="8049260" y="4351020"/>
            <a:ext cx="266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50" b="1" baseline="-4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17" name="Text 212"/>
          <p:cNvSpPr/>
          <p:nvPr/>
        </p:nvSpPr>
        <p:spPr>
          <a:xfrm>
            <a:off x="7341870" y="4831080"/>
            <a:ext cx="508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endParaRPr lang="en-US" sz="2200" dirty="0"/>
          </a:p>
        </p:txBody>
      </p:sp>
      <p:sp>
        <p:nvSpPr>
          <p:cNvPr id="218" name="Shape 213"/>
          <p:cNvSpPr/>
          <p:nvPr/>
        </p:nvSpPr>
        <p:spPr>
          <a:xfrm>
            <a:off x="8629650" y="4418330"/>
            <a:ext cx="1981200" cy="2159000"/>
          </a:xfrm>
          <a:prstGeom prst="roundRect">
            <a:avLst>
              <a:gd name="adj" fmla="val 3692"/>
            </a:avLst>
          </a:prstGeom>
          <a:solidFill>
            <a:srgbClr val="D8FFE6"/>
          </a:solidFill>
          <a:ln w="9525">
            <a:solidFill>
              <a:srgbClr val="9CD4AC"/>
            </a:solidFill>
            <a:prstDash val="solid"/>
          </a:ln>
        </p:spPr>
      </p:sp>
      <p:sp>
        <p:nvSpPr>
          <p:cNvPr id="219" name="Shape 214"/>
          <p:cNvSpPr/>
          <p:nvPr/>
        </p:nvSpPr>
        <p:spPr>
          <a:xfrm>
            <a:off x="8629650" y="5043170"/>
            <a:ext cx="1981200" cy="0"/>
          </a:xfrm>
          <a:prstGeom prst="line">
            <a:avLst/>
          </a:prstGeom>
          <a:noFill/>
          <a:ln w="6350">
            <a:solidFill>
              <a:srgbClr val="9CD4AC"/>
            </a:solidFill>
            <a:prstDash val="solid"/>
          </a:ln>
        </p:spPr>
      </p:sp>
      <p:sp>
        <p:nvSpPr>
          <p:cNvPr id="220" name="Shape 215"/>
          <p:cNvSpPr/>
          <p:nvPr/>
        </p:nvSpPr>
        <p:spPr>
          <a:xfrm>
            <a:off x="8629650" y="5495290"/>
            <a:ext cx="1981200" cy="0"/>
          </a:xfrm>
          <a:prstGeom prst="line">
            <a:avLst/>
          </a:prstGeom>
          <a:noFill/>
          <a:ln w="6350">
            <a:solidFill>
              <a:srgbClr val="9CD4AC"/>
            </a:solidFill>
            <a:prstDash val="solid"/>
          </a:ln>
        </p:spPr>
      </p:sp>
      <p:sp>
        <p:nvSpPr>
          <p:cNvPr id="221" name="Shape 216"/>
          <p:cNvSpPr/>
          <p:nvPr/>
        </p:nvSpPr>
        <p:spPr>
          <a:xfrm>
            <a:off x="8629650" y="5947410"/>
            <a:ext cx="1981200" cy="0"/>
          </a:xfrm>
          <a:prstGeom prst="line">
            <a:avLst/>
          </a:prstGeom>
          <a:noFill/>
          <a:ln w="6350">
            <a:solidFill>
              <a:srgbClr val="9CD4AC"/>
            </a:solidFill>
            <a:prstDash val="solid"/>
          </a:ln>
        </p:spPr>
      </p:sp>
      <p:sp>
        <p:nvSpPr>
          <p:cNvPr id="222" name="Shape 217"/>
          <p:cNvSpPr/>
          <p:nvPr/>
        </p:nvSpPr>
        <p:spPr>
          <a:xfrm>
            <a:off x="9197340" y="4418330"/>
            <a:ext cx="0" cy="2159000"/>
          </a:xfrm>
          <a:prstGeom prst="line">
            <a:avLst/>
          </a:prstGeom>
          <a:noFill/>
          <a:ln w="6350">
            <a:solidFill>
              <a:srgbClr val="9CD4AC"/>
            </a:solidFill>
            <a:prstDash val="solid"/>
          </a:ln>
        </p:spPr>
      </p:sp>
      <p:sp>
        <p:nvSpPr>
          <p:cNvPr id="223" name="Shape 218"/>
          <p:cNvSpPr/>
          <p:nvPr/>
        </p:nvSpPr>
        <p:spPr>
          <a:xfrm>
            <a:off x="9626600" y="4418330"/>
            <a:ext cx="0" cy="2159000"/>
          </a:xfrm>
          <a:prstGeom prst="line">
            <a:avLst/>
          </a:prstGeom>
          <a:noFill/>
          <a:ln w="6350">
            <a:solidFill>
              <a:srgbClr val="9CD4AC"/>
            </a:solidFill>
            <a:prstDash val="solid"/>
          </a:ln>
        </p:spPr>
      </p:sp>
      <p:sp>
        <p:nvSpPr>
          <p:cNvPr id="224" name="Shape 219"/>
          <p:cNvSpPr/>
          <p:nvPr/>
        </p:nvSpPr>
        <p:spPr>
          <a:xfrm>
            <a:off x="10054590" y="4418330"/>
            <a:ext cx="0" cy="2159000"/>
          </a:xfrm>
          <a:prstGeom prst="line">
            <a:avLst/>
          </a:prstGeom>
          <a:noFill/>
          <a:ln w="6350">
            <a:solidFill>
              <a:srgbClr val="9CD4AC"/>
            </a:solidFill>
            <a:prstDash val="solid"/>
          </a:ln>
        </p:spPr>
      </p:sp>
      <p:sp>
        <p:nvSpPr>
          <p:cNvPr id="225" name="Shape 220"/>
          <p:cNvSpPr/>
          <p:nvPr/>
        </p:nvSpPr>
        <p:spPr>
          <a:xfrm>
            <a:off x="8780780" y="4601210"/>
            <a:ext cx="406400" cy="431800"/>
          </a:xfrm>
          <a:prstGeom prst="roundRect">
            <a:avLst>
              <a:gd name="adj" fmla="val 11250"/>
            </a:avLst>
          </a:prstGeom>
          <a:solidFill>
            <a:srgbClr val="FCF9C8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226" name="Text 221"/>
          <p:cNvSpPr/>
          <p:nvPr/>
        </p:nvSpPr>
        <p:spPr>
          <a:xfrm>
            <a:off x="8780780" y="4601210"/>
            <a:ext cx="4064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sp>
        <p:nvSpPr>
          <p:cNvPr id="227" name="Shape 222"/>
          <p:cNvSpPr/>
          <p:nvPr/>
        </p:nvSpPr>
        <p:spPr>
          <a:xfrm>
            <a:off x="9208770" y="4601210"/>
            <a:ext cx="406400" cy="431800"/>
          </a:xfrm>
          <a:prstGeom prst="roundRect">
            <a:avLst>
              <a:gd name="adj" fmla="val 11250"/>
            </a:avLst>
          </a:prstGeom>
          <a:solidFill>
            <a:srgbClr val="FCF9C8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228" name="Text 223"/>
          <p:cNvSpPr/>
          <p:nvPr/>
        </p:nvSpPr>
        <p:spPr>
          <a:xfrm>
            <a:off x="9208770" y="4601210"/>
            <a:ext cx="4064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  <p:sp>
        <p:nvSpPr>
          <p:cNvPr id="229" name="Shape 224"/>
          <p:cNvSpPr/>
          <p:nvPr/>
        </p:nvSpPr>
        <p:spPr>
          <a:xfrm>
            <a:off x="9638030" y="4601210"/>
            <a:ext cx="406400" cy="431800"/>
          </a:xfrm>
          <a:prstGeom prst="roundRect">
            <a:avLst>
              <a:gd name="adj" fmla="val 11250"/>
            </a:avLst>
          </a:prstGeom>
          <a:solidFill>
            <a:srgbClr val="FCF9C8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230" name="Text 225"/>
          <p:cNvSpPr/>
          <p:nvPr/>
        </p:nvSpPr>
        <p:spPr>
          <a:xfrm>
            <a:off x="9638030" y="4601210"/>
            <a:ext cx="4064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  <p:sp>
        <p:nvSpPr>
          <p:cNvPr id="231" name="Shape 226"/>
          <p:cNvSpPr/>
          <p:nvPr/>
        </p:nvSpPr>
        <p:spPr>
          <a:xfrm>
            <a:off x="10066020" y="4601210"/>
            <a:ext cx="406400" cy="431800"/>
          </a:xfrm>
          <a:prstGeom prst="roundRect">
            <a:avLst>
              <a:gd name="adj" fmla="val 11250"/>
            </a:avLst>
          </a:prstGeom>
          <a:solidFill>
            <a:srgbClr val="FCF9C8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232" name="Text 227"/>
          <p:cNvSpPr/>
          <p:nvPr/>
        </p:nvSpPr>
        <p:spPr>
          <a:xfrm>
            <a:off x="10066020" y="4601210"/>
            <a:ext cx="4064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900" dirty="0"/>
          </a:p>
        </p:txBody>
      </p:sp>
      <p:sp>
        <p:nvSpPr>
          <p:cNvPr id="233" name="Shape 228"/>
          <p:cNvSpPr/>
          <p:nvPr/>
        </p:nvSpPr>
        <p:spPr>
          <a:xfrm>
            <a:off x="8780780" y="5053330"/>
            <a:ext cx="406400" cy="431800"/>
          </a:xfrm>
          <a:prstGeom prst="roundRect">
            <a:avLst>
              <a:gd name="adj" fmla="val 11250"/>
            </a:avLst>
          </a:prstGeom>
          <a:solidFill>
            <a:srgbClr val="FCF9C8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234" name="Text 229"/>
          <p:cNvSpPr/>
          <p:nvPr/>
        </p:nvSpPr>
        <p:spPr>
          <a:xfrm>
            <a:off x="8780780" y="5053330"/>
            <a:ext cx="4064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sp>
        <p:nvSpPr>
          <p:cNvPr id="235" name="Shape 230"/>
          <p:cNvSpPr/>
          <p:nvPr/>
        </p:nvSpPr>
        <p:spPr>
          <a:xfrm>
            <a:off x="9208770" y="5053330"/>
            <a:ext cx="406400" cy="431800"/>
          </a:xfrm>
          <a:prstGeom prst="roundRect">
            <a:avLst>
              <a:gd name="adj" fmla="val 11250"/>
            </a:avLst>
          </a:prstGeom>
          <a:solidFill>
            <a:srgbClr val="FCF9C8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236" name="Text 231"/>
          <p:cNvSpPr/>
          <p:nvPr/>
        </p:nvSpPr>
        <p:spPr>
          <a:xfrm>
            <a:off x="9208770" y="5053330"/>
            <a:ext cx="4064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  <p:sp>
        <p:nvSpPr>
          <p:cNvPr id="237" name="Shape 232"/>
          <p:cNvSpPr/>
          <p:nvPr/>
        </p:nvSpPr>
        <p:spPr>
          <a:xfrm>
            <a:off x="9638030" y="5053330"/>
            <a:ext cx="406400" cy="431800"/>
          </a:xfrm>
          <a:prstGeom prst="roundRect">
            <a:avLst>
              <a:gd name="adj" fmla="val 11250"/>
            </a:avLst>
          </a:prstGeom>
          <a:solidFill>
            <a:srgbClr val="FCF9C8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238" name="Text 233"/>
          <p:cNvSpPr/>
          <p:nvPr/>
        </p:nvSpPr>
        <p:spPr>
          <a:xfrm>
            <a:off x="9638030" y="5053330"/>
            <a:ext cx="4064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900" dirty="0"/>
          </a:p>
        </p:txBody>
      </p:sp>
      <p:sp>
        <p:nvSpPr>
          <p:cNvPr id="239" name="Shape 234"/>
          <p:cNvSpPr/>
          <p:nvPr/>
        </p:nvSpPr>
        <p:spPr>
          <a:xfrm>
            <a:off x="10066020" y="5053330"/>
            <a:ext cx="406400" cy="431800"/>
          </a:xfrm>
          <a:prstGeom prst="roundRect">
            <a:avLst>
              <a:gd name="adj" fmla="val 11250"/>
            </a:avLst>
          </a:prstGeom>
          <a:solidFill>
            <a:srgbClr val="FCF9C8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240" name="Text 235"/>
          <p:cNvSpPr/>
          <p:nvPr/>
        </p:nvSpPr>
        <p:spPr>
          <a:xfrm>
            <a:off x="10066020" y="5053330"/>
            <a:ext cx="4064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900" dirty="0"/>
          </a:p>
        </p:txBody>
      </p:sp>
      <p:sp>
        <p:nvSpPr>
          <p:cNvPr id="241" name="Shape 236"/>
          <p:cNvSpPr/>
          <p:nvPr/>
        </p:nvSpPr>
        <p:spPr>
          <a:xfrm>
            <a:off x="8780780" y="5505450"/>
            <a:ext cx="406400" cy="431800"/>
          </a:xfrm>
          <a:prstGeom prst="roundRect">
            <a:avLst>
              <a:gd name="adj" fmla="val 11250"/>
            </a:avLst>
          </a:prstGeom>
          <a:solidFill>
            <a:srgbClr val="FCF9C8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242" name="Text 237"/>
          <p:cNvSpPr/>
          <p:nvPr/>
        </p:nvSpPr>
        <p:spPr>
          <a:xfrm>
            <a:off x="8780780" y="5505450"/>
            <a:ext cx="4064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  <p:sp>
        <p:nvSpPr>
          <p:cNvPr id="243" name="Shape 238"/>
          <p:cNvSpPr/>
          <p:nvPr/>
        </p:nvSpPr>
        <p:spPr>
          <a:xfrm>
            <a:off x="9208770" y="5505450"/>
            <a:ext cx="406400" cy="431800"/>
          </a:xfrm>
          <a:prstGeom prst="roundRect">
            <a:avLst>
              <a:gd name="adj" fmla="val 11250"/>
            </a:avLst>
          </a:prstGeom>
          <a:solidFill>
            <a:srgbClr val="FCF9C8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244" name="Text 239"/>
          <p:cNvSpPr/>
          <p:nvPr/>
        </p:nvSpPr>
        <p:spPr>
          <a:xfrm>
            <a:off x="9208770" y="5505450"/>
            <a:ext cx="4064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  <p:sp>
        <p:nvSpPr>
          <p:cNvPr id="245" name="Shape 240"/>
          <p:cNvSpPr/>
          <p:nvPr/>
        </p:nvSpPr>
        <p:spPr>
          <a:xfrm>
            <a:off x="9638030" y="5505450"/>
            <a:ext cx="406400" cy="431800"/>
          </a:xfrm>
          <a:prstGeom prst="roundRect">
            <a:avLst>
              <a:gd name="adj" fmla="val 11250"/>
            </a:avLst>
          </a:prstGeom>
          <a:solidFill>
            <a:srgbClr val="FCF9C8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246" name="Text 241"/>
          <p:cNvSpPr/>
          <p:nvPr/>
        </p:nvSpPr>
        <p:spPr>
          <a:xfrm>
            <a:off x="9638030" y="5505450"/>
            <a:ext cx="4064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  <p:sp>
        <p:nvSpPr>
          <p:cNvPr id="247" name="Shape 242"/>
          <p:cNvSpPr/>
          <p:nvPr/>
        </p:nvSpPr>
        <p:spPr>
          <a:xfrm>
            <a:off x="10066020" y="5505450"/>
            <a:ext cx="406400" cy="431800"/>
          </a:xfrm>
          <a:prstGeom prst="roundRect">
            <a:avLst>
              <a:gd name="adj" fmla="val 11250"/>
            </a:avLst>
          </a:prstGeom>
          <a:solidFill>
            <a:srgbClr val="FCF9C8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248" name="Text 243"/>
          <p:cNvSpPr/>
          <p:nvPr/>
        </p:nvSpPr>
        <p:spPr>
          <a:xfrm>
            <a:off x="10066020" y="5505450"/>
            <a:ext cx="4064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900" dirty="0"/>
          </a:p>
        </p:txBody>
      </p:sp>
      <p:sp>
        <p:nvSpPr>
          <p:cNvPr id="249" name="Shape 244"/>
          <p:cNvSpPr/>
          <p:nvPr/>
        </p:nvSpPr>
        <p:spPr>
          <a:xfrm>
            <a:off x="8780780" y="5957570"/>
            <a:ext cx="406400" cy="431800"/>
          </a:xfrm>
          <a:prstGeom prst="roundRect">
            <a:avLst>
              <a:gd name="adj" fmla="val 11250"/>
            </a:avLst>
          </a:prstGeom>
          <a:solidFill>
            <a:srgbClr val="FCF9C8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250" name="Text 245"/>
          <p:cNvSpPr/>
          <p:nvPr/>
        </p:nvSpPr>
        <p:spPr>
          <a:xfrm>
            <a:off x="8780780" y="5957570"/>
            <a:ext cx="4064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  <p:sp>
        <p:nvSpPr>
          <p:cNvPr id="251" name="Shape 246"/>
          <p:cNvSpPr/>
          <p:nvPr/>
        </p:nvSpPr>
        <p:spPr>
          <a:xfrm>
            <a:off x="9208770" y="5957570"/>
            <a:ext cx="406400" cy="431800"/>
          </a:xfrm>
          <a:prstGeom prst="roundRect">
            <a:avLst>
              <a:gd name="adj" fmla="val 11250"/>
            </a:avLst>
          </a:prstGeom>
          <a:solidFill>
            <a:srgbClr val="FCF9C8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252" name="Text 247"/>
          <p:cNvSpPr/>
          <p:nvPr/>
        </p:nvSpPr>
        <p:spPr>
          <a:xfrm>
            <a:off x="9208770" y="5957570"/>
            <a:ext cx="4064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  <p:sp>
        <p:nvSpPr>
          <p:cNvPr id="253" name="Shape 248"/>
          <p:cNvSpPr/>
          <p:nvPr/>
        </p:nvSpPr>
        <p:spPr>
          <a:xfrm>
            <a:off x="9638030" y="5957570"/>
            <a:ext cx="406400" cy="431800"/>
          </a:xfrm>
          <a:prstGeom prst="roundRect">
            <a:avLst>
              <a:gd name="adj" fmla="val 11250"/>
            </a:avLst>
          </a:prstGeom>
          <a:solidFill>
            <a:srgbClr val="FCF9C8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254" name="Text 249"/>
          <p:cNvSpPr/>
          <p:nvPr/>
        </p:nvSpPr>
        <p:spPr>
          <a:xfrm>
            <a:off x="9638030" y="5957570"/>
            <a:ext cx="4064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900" dirty="0"/>
          </a:p>
        </p:txBody>
      </p:sp>
      <p:sp>
        <p:nvSpPr>
          <p:cNvPr id="255" name="Shape 250"/>
          <p:cNvSpPr/>
          <p:nvPr/>
        </p:nvSpPr>
        <p:spPr>
          <a:xfrm>
            <a:off x="10066020" y="5957570"/>
            <a:ext cx="406400" cy="431800"/>
          </a:xfrm>
          <a:prstGeom prst="roundRect">
            <a:avLst>
              <a:gd name="adj" fmla="val 11250"/>
            </a:avLst>
          </a:prstGeom>
          <a:solidFill>
            <a:srgbClr val="FCF9C8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256" name="Text 251"/>
          <p:cNvSpPr/>
          <p:nvPr/>
        </p:nvSpPr>
        <p:spPr>
          <a:xfrm>
            <a:off x="10066020" y="5957570"/>
            <a:ext cx="4064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900" dirty="0"/>
          </a:p>
        </p:txBody>
      </p:sp>
      <p:pic>
        <p:nvPicPr>
          <p:cNvPr id="257" name="Image 3" descr="/home/ahmed/Projects/ai_llm_slides/videos/deep-learning/002_transformers_part2/recreated_pptx/build/assets/s010_brac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8310" y="4258310"/>
            <a:ext cx="192024" cy="2450592"/>
          </a:xfrm>
          <a:prstGeom prst="rect">
            <a:avLst/>
          </a:prstGeom>
        </p:spPr>
      </p:pic>
      <p:sp>
        <p:nvSpPr>
          <p:cNvPr id="258" name="Text 252"/>
          <p:cNvSpPr/>
          <p:nvPr/>
        </p:nvSpPr>
        <p:spPr>
          <a:xfrm>
            <a:off x="10798810" y="5322570"/>
            <a:ext cx="254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800" dirty="0"/>
          </a:p>
        </p:txBody>
      </p:sp>
      <p:sp>
        <p:nvSpPr>
          <p:cNvPr id="259" name="Shape 253"/>
          <p:cNvSpPr/>
          <p:nvPr/>
        </p:nvSpPr>
        <p:spPr>
          <a:xfrm>
            <a:off x="10952480" y="4404360"/>
            <a:ext cx="114300" cy="2311400"/>
          </a:xfrm>
          <a:prstGeom prst="arc">
            <a:avLst>
              <a:gd name="adj1" fmla="val 5400000"/>
              <a:gd name="adj2" fmla="val 16200000"/>
            </a:avLst>
          </a:prstGeom>
          <a:ln w="25400">
            <a:solidFill>
              <a:srgbClr val="A23038"/>
            </a:solidFill>
            <a:prstDash val="solid"/>
          </a:ln>
        </p:spPr>
      </p:sp>
      <p:sp>
        <p:nvSpPr>
          <p:cNvPr id="260" name="Shape 254"/>
          <p:cNvSpPr/>
          <p:nvPr/>
        </p:nvSpPr>
        <p:spPr>
          <a:xfrm>
            <a:off x="11450320" y="4404360"/>
            <a:ext cx="114300" cy="2311400"/>
          </a:xfrm>
          <a:prstGeom prst="arc">
            <a:avLst>
              <a:gd name="adj1" fmla="val 16200000"/>
              <a:gd name="adj2" fmla="val 5400000"/>
            </a:avLst>
          </a:prstGeom>
          <a:ln w="25400">
            <a:solidFill>
              <a:srgbClr val="A23038"/>
            </a:solidFill>
            <a:prstDash val="solid"/>
          </a:ln>
        </p:spPr>
      </p:sp>
      <p:sp>
        <p:nvSpPr>
          <p:cNvPr id="261" name="Shape 255"/>
          <p:cNvSpPr/>
          <p:nvPr/>
        </p:nvSpPr>
        <p:spPr>
          <a:xfrm>
            <a:off x="11076940" y="4525010"/>
            <a:ext cx="393700" cy="279400"/>
          </a:xfrm>
          <a:prstGeom prst="roundRect">
            <a:avLst>
              <a:gd name="adj" fmla="val 16364"/>
            </a:avLst>
          </a:prstGeom>
          <a:solidFill>
            <a:srgbClr val="FCF9C8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262" name="Text 256"/>
          <p:cNvSpPr/>
          <p:nvPr/>
        </p:nvSpPr>
        <p:spPr>
          <a:xfrm>
            <a:off x="11076940" y="4525010"/>
            <a:ext cx="3937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100" dirty="0"/>
          </a:p>
        </p:txBody>
      </p:sp>
      <p:sp>
        <p:nvSpPr>
          <p:cNvPr id="263" name="Shape 257"/>
          <p:cNvSpPr/>
          <p:nvPr/>
        </p:nvSpPr>
        <p:spPr>
          <a:xfrm>
            <a:off x="11076940" y="5029200"/>
            <a:ext cx="393700" cy="279400"/>
          </a:xfrm>
          <a:prstGeom prst="roundRect">
            <a:avLst>
              <a:gd name="adj" fmla="val 16364"/>
            </a:avLst>
          </a:prstGeom>
          <a:solidFill>
            <a:srgbClr val="FCF9C8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264" name="Text 258"/>
          <p:cNvSpPr/>
          <p:nvPr/>
        </p:nvSpPr>
        <p:spPr>
          <a:xfrm>
            <a:off x="11076940" y="5029200"/>
            <a:ext cx="3937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100" dirty="0"/>
          </a:p>
        </p:txBody>
      </p:sp>
      <p:sp>
        <p:nvSpPr>
          <p:cNvPr id="265" name="Shape 259"/>
          <p:cNvSpPr/>
          <p:nvPr/>
        </p:nvSpPr>
        <p:spPr>
          <a:xfrm>
            <a:off x="11076940" y="5567680"/>
            <a:ext cx="393700" cy="279400"/>
          </a:xfrm>
          <a:prstGeom prst="roundRect">
            <a:avLst>
              <a:gd name="adj" fmla="val 16364"/>
            </a:avLst>
          </a:prstGeom>
          <a:solidFill>
            <a:srgbClr val="FCF9C8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266" name="Text 260"/>
          <p:cNvSpPr/>
          <p:nvPr/>
        </p:nvSpPr>
        <p:spPr>
          <a:xfrm>
            <a:off x="11076940" y="5567680"/>
            <a:ext cx="3937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100" dirty="0"/>
          </a:p>
        </p:txBody>
      </p:sp>
      <p:sp>
        <p:nvSpPr>
          <p:cNvPr id="267" name="Shape 261"/>
          <p:cNvSpPr/>
          <p:nvPr/>
        </p:nvSpPr>
        <p:spPr>
          <a:xfrm>
            <a:off x="11076940" y="6085840"/>
            <a:ext cx="393700" cy="279400"/>
          </a:xfrm>
          <a:prstGeom prst="roundRect">
            <a:avLst>
              <a:gd name="adj" fmla="val 16364"/>
            </a:avLst>
          </a:prstGeom>
          <a:solidFill>
            <a:srgbClr val="FCF9C8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268" name="Text 262"/>
          <p:cNvSpPr/>
          <p:nvPr/>
        </p:nvSpPr>
        <p:spPr>
          <a:xfrm>
            <a:off x="11076940" y="6085840"/>
            <a:ext cx="3937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100" dirty="0"/>
          </a:p>
        </p:txBody>
      </p:sp>
      <p:sp>
        <p:nvSpPr>
          <p:cNvPr id="269" name="Shape 263"/>
          <p:cNvSpPr/>
          <p:nvPr/>
        </p:nvSpPr>
        <p:spPr>
          <a:xfrm>
            <a:off x="6036310" y="2791460"/>
            <a:ext cx="0" cy="2724150"/>
          </a:xfrm>
          <a:prstGeom prst="line">
            <a:avLst/>
          </a:prstGeom>
          <a:noFill/>
          <a:ln w="63500">
            <a:solidFill>
              <a:srgbClr val="C00000"/>
            </a:solidFill>
            <a:prstDash val="solid"/>
            <a:tailEnd type="triangle"/>
          </a:ln>
        </p:spPr>
      </p:sp>
      <p:sp>
        <p:nvSpPr>
          <p:cNvPr id="270" name="Shape 264"/>
          <p:cNvSpPr/>
          <p:nvPr/>
        </p:nvSpPr>
        <p:spPr>
          <a:xfrm>
            <a:off x="11236960" y="3548380"/>
            <a:ext cx="0" cy="996950"/>
          </a:xfrm>
          <a:prstGeom prst="line">
            <a:avLst/>
          </a:prstGeom>
          <a:noFill/>
          <a:ln w="50800">
            <a:solidFill>
              <a:srgbClr val="C00000"/>
            </a:solidFill>
            <a:prstDash val="solid"/>
            <a:tailEnd type="triangle"/>
          </a:ln>
        </p:spPr>
      </p:sp>
      <p:sp>
        <p:nvSpPr>
          <p:cNvPr id="271" name="Shape 265"/>
          <p:cNvSpPr/>
          <p:nvPr/>
        </p:nvSpPr>
        <p:spPr>
          <a:xfrm>
            <a:off x="5259070" y="3733800"/>
            <a:ext cx="1400810" cy="491490"/>
          </a:xfrm>
          <a:prstGeom prst="roundRect">
            <a:avLst>
              <a:gd name="adj" fmla="val 14884"/>
            </a:avLst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72" name="Text 266"/>
          <p:cNvSpPr/>
          <p:nvPr/>
        </p:nvSpPr>
        <p:spPr>
          <a:xfrm>
            <a:off x="5259070" y="3733800"/>
            <a:ext cx="1400810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No</a:t>
            </a:r>
            <a:endParaRPr lang="en-US" sz="11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Non-linearity</a:t>
            </a:r>
            <a:endParaRPr lang="en-US" sz="1100" dirty="0"/>
          </a:p>
        </p:txBody>
      </p:sp>
      <p:sp>
        <p:nvSpPr>
          <p:cNvPr id="273" name="Shape 267"/>
          <p:cNvSpPr/>
          <p:nvPr/>
        </p:nvSpPr>
        <p:spPr>
          <a:xfrm>
            <a:off x="10229850" y="3893820"/>
            <a:ext cx="1176020" cy="279400"/>
          </a:xfrm>
          <a:prstGeom prst="roundRect">
            <a:avLst>
              <a:gd name="adj" fmla="val 26182"/>
            </a:avLst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74" name="Text 268"/>
          <p:cNvSpPr/>
          <p:nvPr/>
        </p:nvSpPr>
        <p:spPr>
          <a:xfrm>
            <a:off x="10229850" y="3893820"/>
            <a:ext cx="117602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No Bias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71500"/>
            <a:ext cx="11137900" cy="6286500"/>
          </a:xfrm>
          <a:prstGeom prst="rect">
            <a:avLst/>
          </a:prstGeom>
          <a:solidFill>
            <a:srgbClr val="E9E9E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23900" y="825500"/>
            <a:ext cx="10452100" cy="5715000"/>
          </a:xfrm>
          <a:prstGeom prst="rect">
            <a:avLst/>
          </a:prstGeom>
          <a:ln w="15875">
            <a:solidFill>
              <a:srgbClr val="2244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390900" y="1320800"/>
            <a:ext cx="6946900" cy="3352800"/>
          </a:xfrm>
          <a:prstGeom prst="roundRect">
            <a:avLst>
              <a:gd name="adj" fmla="val 4091"/>
            </a:avLst>
          </a:prstGeom>
          <a:solidFill>
            <a:srgbClr val="F7E2CD"/>
          </a:solidFill>
          <a:ln/>
        </p:spPr>
      </p:sp>
      <p:sp>
        <p:nvSpPr>
          <p:cNvPr id="7" name="Shape 5"/>
          <p:cNvSpPr/>
          <p:nvPr/>
        </p:nvSpPr>
        <p:spPr>
          <a:xfrm>
            <a:off x="2832100" y="1549400"/>
            <a:ext cx="6997700" cy="3340100"/>
          </a:xfrm>
          <a:prstGeom prst="roundRect">
            <a:avLst>
              <a:gd name="adj" fmla="val 4106"/>
            </a:avLst>
          </a:prstGeom>
          <a:solidFill>
            <a:srgbClr val="D4FFE5"/>
          </a:solidFill>
          <a:ln/>
        </p:spPr>
      </p:sp>
      <p:sp>
        <p:nvSpPr>
          <p:cNvPr id="8" name="Shape 6"/>
          <p:cNvSpPr/>
          <p:nvPr/>
        </p:nvSpPr>
        <p:spPr>
          <a:xfrm>
            <a:off x="2298700" y="1816100"/>
            <a:ext cx="6934200" cy="3263900"/>
          </a:xfrm>
          <a:prstGeom prst="roundRect">
            <a:avLst>
              <a:gd name="adj" fmla="val 4202"/>
            </a:avLst>
          </a:prstGeom>
          <a:solidFill>
            <a:srgbClr val="F8FF9A"/>
          </a:solidFill>
          <a:ln/>
        </p:spPr>
      </p:sp>
      <p:sp>
        <p:nvSpPr>
          <p:cNvPr id="9" name="Shape 7"/>
          <p:cNvSpPr/>
          <p:nvPr/>
        </p:nvSpPr>
        <p:spPr>
          <a:xfrm>
            <a:off x="1778000" y="2070100"/>
            <a:ext cx="6921500" cy="3263900"/>
          </a:xfrm>
          <a:prstGeom prst="roundRect">
            <a:avLst>
              <a:gd name="adj" fmla="val 4202"/>
            </a:avLst>
          </a:prstGeom>
          <a:solidFill>
            <a:srgbClr val="C5C1F4"/>
          </a:solidFill>
          <a:ln/>
        </p:spPr>
      </p:sp>
      <p:sp>
        <p:nvSpPr>
          <p:cNvPr id="10" name="Shape 8"/>
          <p:cNvSpPr/>
          <p:nvPr/>
        </p:nvSpPr>
        <p:spPr>
          <a:xfrm>
            <a:off x="1155700" y="2362200"/>
            <a:ext cx="6959600" cy="3213100"/>
          </a:xfrm>
          <a:prstGeom prst="roundRect">
            <a:avLst>
              <a:gd name="adj" fmla="val 4269"/>
            </a:avLst>
          </a:prstGeom>
          <a:solidFill>
            <a:srgbClr val="EF8C96"/>
          </a:solidFill>
          <a:ln/>
        </p:spPr>
      </p:sp>
      <p:sp>
        <p:nvSpPr>
          <p:cNvPr id="11" name="Shape 9"/>
          <p:cNvSpPr/>
          <p:nvPr/>
        </p:nvSpPr>
        <p:spPr>
          <a:xfrm>
            <a:off x="1117600" y="2933700"/>
            <a:ext cx="812800" cy="1524000"/>
          </a:xfrm>
          <a:prstGeom prst="roundRect">
            <a:avLst>
              <a:gd name="adj" fmla="val 9000"/>
            </a:avLst>
          </a:prstGeom>
          <a:solidFill>
            <a:srgbClr val="E0F0E0">
              <a:alpha val="88000"/>
            </a:srgbClr>
          </a:solidFill>
          <a:ln w="12700">
            <a:solidFill>
              <a:srgbClr val="2E7D4A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1219200" y="3016250"/>
            <a:ext cx="116840" cy="139700"/>
          </a:xfrm>
          <a:prstGeom prst="rect">
            <a:avLst/>
          </a:prstGeom>
          <a:solidFill>
            <a:srgbClr val="F9FF96"/>
          </a:solidFill>
          <a:ln w="6350">
            <a:solidFill>
              <a:srgbClr val="D8905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336040" y="3016250"/>
            <a:ext cx="116840" cy="139700"/>
          </a:xfrm>
          <a:prstGeom prst="rect">
            <a:avLst/>
          </a:prstGeom>
          <a:solidFill>
            <a:srgbClr val="F9FF96"/>
          </a:solidFill>
          <a:ln w="6350">
            <a:solidFill>
              <a:srgbClr val="D8905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52880" y="3016250"/>
            <a:ext cx="116840" cy="139700"/>
          </a:xfrm>
          <a:prstGeom prst="rect">
            <a:avLst/>
          </a:prstGeom>
          <a:solidFill>
            <a:srgbClr val="FFFFFF"/>
          </a:solidFill>
          <a:ln w="6350">
            <a:solidFill>
              <a:srgbClr val="D8905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69720" y="3016250"/>
            <a:ext cx="116840" cy="139700"/>
          </a:xfrm>
          <a:prstGeom prst="rect">
            <a:avLst/>
          </a:prstGeom>
          <a:solidFill>
            <a:srgbClr val="D6E4F8"/>
          </a:solidFill>
          <a:ln w="6350">
            <a:solidFill>
              <a:srgbClr val="D8905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86560" y="3016250"/>
            <a:ext cx="116840" cy="139700"/>
          </a:xfrm>
          <a:prstGeom prst="rect">
            <a:avLst/>
          </a:prstGeom>
          <a:solidFill>
            <a:srgbClr val="EAE4F0"/>
          </a:solidFill>
          <a:ln w="6350">
            <a:solidFill>
              <a:srgbClr val="D8905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452880" y="3016250"/>
            <a:ext cx="11684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75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00" dirty="0"/>
          </a:p>
        </p:txBody>
      </p:sp>
      <p:sp>
        <p:nvSpPr>
          <p:cNvPr id="18" name="Shape 16"/>
          <p:cNvSpPr/>
          <p:nvPr/>
        </p:nvSpPr>
        <p:spPr>
          <a:xfrm>
            <a:off x="1828800" y="3086100"/>
            <a:ext cx="215900" cy="0"/>
          </a:xfrm>
          <a:prstGeom prst="line">
            <a:avLst/>
          </a:prstGeom>
          <a:noFill/>
          <a:ln w="12700">
            <a:solidFill>
              <a:srgbClr val="C05010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2070100" y="2965450"/>
            <a:ext cx="304800" cy="241300"/>
          </a:xfrm>
          <a:prstGeom prst="rect">
            <a:avLst/>
          </a:prstGeom>
          <a:solidFill>
            <a:srgbClr val="D5EBC5"/>
          </a:solidFill>
          <a:ln w="15875">
            <a:solidFill>
              <a:srgbClr val="2E7D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070100" y="2965450"/>
            <a:ext cx="3048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40" b="1" baseline="-40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ctr" indent="0" marL="0">
              <a:buNone/>
            </a:pPr>
            <a:r>
              <a:rPr lang="en-US" sz="413" b="1" baseline="30000" dirty="0">
                <a:solidFill>
                  <a:srgbClr val="C8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(0)</a:t>
            </a:r>
            <a:endParaRPr lang="en-US" sz="550" dirty="0"/>
          </a:p>
        </p:txBody>
      </p:sp>
      <p:sp>
        <p:nvSpPr>
          <p:cNvPr id="21" name="Shape 19"/>
          <p:cNvSpPr/>
          <p:nvPr/>
        </p:nvSpPr>
        <p:spPr>
          <a:xfrm>
            <a:off x="2413000" y="2946400"/>
            <a:ext cx="71120" cy="114300"/>
          </a:xfrm>
          <a:prstGeom prst="rect">
            <a:avLst/>
          </a:prstGeom>
          <a:solidFill>
            <a:srgbClr val="F9FF96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484120" y="2946400"/>
            <a:ext cx="71120" cy="114300"/>
          </a:xfrm>
          <a:prstGeom prst="rect">
            <a:avLst/>
          </a:prstGeom>
          <a:solidFill>
            <a:srgbClr val="FFFFFF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55240" y="2946400"/>
            <a:ext cx="71120" cy="114300"/>
          </a:xfrm>
          <a:prstGeom prst="rect">
            <a:avLst/>
          </a:prstGeom>
          <a:solidFill>
            <a:srgbClr val="FFFFFF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26360" y="2946400"/>
            <a:ext cx="71120" cy="114300"/>
          </a:xfrm>
          <a:prstGeom prst="rect">
            <a:avLst/>
          </a:prstGeom>
          <a:solidFill>
            <a:srgbClr val="D6E4F8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17800" y="29337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b="1" dirty="0">
                <a:solidFill>
                  <a:srgbClr val="8B1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buNone/>
            </a:pPr>
            <a:r>
              <a:rPr lang="en-US" sz="420" b="1" baseline="-40000" dirty="0">
                <a:solidFill>
                  <a:srgbClr val="8B1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50" dirty="0"/>
          </a:p>
        </p:txBody>
      </p:sp>
      <p:sp>
        <p:nvSpPr>
          <p:cNvPr id="26" name="Shape 24"/>
          <p:cNvSpPr/>
          <p:nvPr/>
        </p:nvSpPr>
        <p:spPr>
          <a:xfrm>
            <a:off x="2870200" y="3086100"/>
            <a:ext cx="50800" cy="0"/>
          </a:xfrm>
          <a:prstGeom prst="line">
            <a:avLst/>
          </a:prstGeom>
          <a:noFill/>
          <a:ln w="12700">
            <a:solidFill>
              <a:srgbClr val="A0400E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1219200" y="3371850"/>
            <a:ext cx="116840" cy="139700"/>
          </a:xfrm>
          <a:prstGeom prst="rect">
            <a:avLst/>
          </a:prstGeom>
          <a:solidFill>
            <a:srgbClr val="F9FF96"/>
          </a:solidFill>
          <a:ln w="6350">
            <a:solidFill>
              <a:srgbClr val="D8905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36040" y="3371850"/>
            <a:ext cx="116840" cy="139700"/>
          </a:xfrm>
          <a:prstGeom prst="rect">
            <a:avLst/>
          </a:prstGeom>
          <a:solidFill>
            <a:srgbClr val="F9FF96"/>
          </a:solidFill>
          <a:ln w="6350">
            <a:solidFill>
              <a:srgbClr val="D8905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452880" y="3371850"/>
            <a:ext cx="116840" cy="139700"/>
          </a:xfrm>
          <a:prstGeom prst="rect">
            <a:avLst/>
          </a:prstGeom>
          <a:solidFill>
            <a:srgbClr val="FFFFFF"/>
          </a:solidFill>
          <a:ln w="6350">
            <a:solidFill>
              <a:srgbClr val="D8905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569720" y="3371850"/>
            <a:ext cx="116840" cy="139700"/>
          </a:xfrm>
          <a:prstGeom prst="rect">
            <a:avLst/>
          </a:prstGeom>
          <a:solidFill>
            <a:srgbClr val="D6E4F8"/>
          </a:solidFill>
          <a:ln w="6350">
            <a:solidFill>
              <a:srgbClr val="D8905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86560" y="3371850"/>
            <a:ext cx="116840" cy="139700"/>
          </a:xfrm>
          <a:prstGeom prst="rect">
            <a:avLst/>
          </a:prstGeom>
          <a:solidFill>
            <a:srgbClr val="EAE4F0"/>
          </a:solidFill>
          <a:ln w="6350">
            <a:solidFill>
              <a:srgbClr val="D8905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452880" y="3371850"/>
            <a:ext cx="11684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75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00" dirty="0"/>
          </a:p>
        </p:txBody>
      </p:sp>
      <p:sp>
        <p:nvSpPr>
          <p:cNvPr id="33" name="Shape 31"/>
          <p:cNvSpPr/>
          <p:nvPr/>
        </p:nvSpPr>
        <p:spPr>
          <a:xfrm>
            <a:off x="1828800" y="3441700"/>
            <a:ext cx="215900" cy="0"/>
          </a:xfrm>
          <a:prstGeom prst="line">
            <a:avLst/>
          </a:prstGeom>
          <a:noFill/>
          <a:ln w="12700">
            <a:solidFill>
              <a:srgbClr val="C05010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2070100" y="3321050"/>
            <a:ext cx="304800" cy="241300"/>
          </a:xfrm>
          <a:prstGeom prst="rect">
            <a:avLst/>
          </a:prstGeom>
          <a:solidFill>
            <a:srgbClr val="D5EBC5"/>
          </a:solidFill>
          <a:ln w="15875">
            <a:solidFill>
              <a:srgbClr val="2E7D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070100" y="3321050"/>
            <a:ext cx="3048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40" b="1" baseline="-40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ctr" indent="0" marL="0">
              <a:buNone/>
            </a:pPr>
            <a:r>
              <a:rPr lang="en-US" sz="413" b="1" baseline="30000" dirty="0">
                <a:solidFill>
                  <a:srgbClr val="C8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(0)</a:t>
            </a:r>
            <a:endParaRPr lang="en-US" sz="550" dirty="0"/>
          </a:p>
        </p:txBody>
      </p:sp>
      <p:sp>
        <p:nvSpPr>
          <p:cNvPr id="36" name="Shape 34"/>
          <p:cNvSpPr/>
          <p:nvPr/>
        </p:nvSpPr>
        <p:spPr>
          <a:xfrm>
            <a:off x="2413000" y="3302000"/>
            <a:ext cx="71120" cy="114300"/>
          </a:xfrm>
          <a:prstGeom prst="rect">
            <a:avLst/>
          </a:prstGeom>
          <a:solidFill>
            <a:srgbClr val="F9FF96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484120" y="3302000"/>
            <a:ext cx="71120" cy="114300"/>
          </a:xfrm>
          <a:prstGeom prst="rect">
            <a:avLst/>
          </a:prstGeom>
          <a:solidFill>
            <a:srgbClr val="FFFFFF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555240" y="3302000"/>
            <a:ext cx="71120" cy="114300"/>
          </a:xfrm>
          <a:prstGeom prst="rect">
            <a:avLst/>
          </a:prstGeom>
          <a:solidFill>
            <a:srgbClr val="FFFFFF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626360" y="3302000"/>
            <a:ext cx="71120" cy="114300"/>
          </a:xfrm>
          <a:prstGeom prst="rect">
            <a:avLst/>
          </a:prstGeom>
          <a:solidFill>
            <a:srgbClr val="D6E4F8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717800" y="32893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b="1" dirty="0">
                <a:solidFill>
                  <a:srgbClr val="8B1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buNone/>
            </a:pPr>
            <a:r>
              <a:rPr lang="en-US" sz="420" b="1" baseline="-40000" dirty="0">
                <a:solidFill>
                  <a:srgbClr val="8B1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50" dirty="0"/>
          </a:p>
        </p:txBody>
      </p:sp>
      <p:sp>
        <p:nvSpPr>
          <p:cNvPr id="41" name="Shape 39"/>
          <p:cNvSpPr/>
          <p:nvPr/>
        </p:nvSpPr>
        <p:spPr>
          <a:xfrm>
            <a:off x="2870200" y="3441700"/>
            <a:ext cx="50800" cy="0"/>
          </a:xfrm>
          <a:prstGeom prst="line">
            <a:avLst/>
          </a:prstGeom>
          <a:noFill/>
          <a:ln w="12700">
            <a:solidFill>
              <a:srgbClr val="A0400E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1219200" y="3727450"/>
            <a:ext cx="116840" cy="139700"/>
          </a:xfrm>
          <a:prstGeom prst="rect">
            <a:avLst/>
          </a:prstGeom>
          <a:solidFill>
            <a:srgbClr val="F9FF96"/>
          </a:solidFill>
          <a:ln w="6350">
            <a:solidFill>
              <a:srgbClr val="D8905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336040" y="3727450"/>
            <a:ext cx="116840" cy="139700"/>
          </a:xfrm>
          <a:prstGeom prst="rect">
            <a:avLst/>
          </a:prstGeom>
          <a:solidFill>
            <a:srgbClr val="F9FF96"/>
          </a:solidFill>
          <a:ln w="6350">
            <a:solidFill>
              <a:srgbClr val="D8905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452880" y="3727450"/>
            <a:ext cx="116840" cy="139700"/>
          </a:xfrm>
          <a:prstGeom prst="rect">
            <a:avLst/>
          </a:prstGeom>
          <a:solidFill>
            <a:srgbClr val="FFFFFF"/>
          </a:solidFill>
          <a:ln w="6350">
            <a:solidFill>
              <a:srgbClr val="D8905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569720" y="3727450"/>
            <a:ext cx="116840" cy="139700"/>
          </a:xfrm>
          <a:prstGeom prst="rect">
            <a:avLst/>
          </a:prstGeom>
          <a:solidFill>
            <a:srgbClr val="D6E4F8"/>
          </a:solidFill>
          <a:ln w="6350">
            <a:solidFill>
              <a:srgbClr val="D8905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686560" y="3727450"/>
            <a:ext cx="116840" cy="139700"/>
          </a:xfrm>
          <a:prstGeom prst="rect">
            <a:avLst/>
          </a:prstGeom>
          <a:solidFill>
            <a:srgbClr val="EAE4F0"/>
          </a:solidFill>
          <a:ln w="6350">
            <a:solidFill>
              <a:srgbClr val="D8905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452880" y="3727450"/>
            <a:ext cx="11684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75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00" dirty="0"/>
          </a:p>
        </p:txBody>
      </p:sp>
      <p:sp>
        <p:nvSpPr>
          <p:cNvPr id="48" name="Shape 46"/>
          <p:cNvSpPr/>
          <p:nvPr/>
        </p:nvSpPr>
        <p:spPr>
          <a:xfrm>
            <a:off x="1828800" y="3797300"/>
            <a:ext cx="215900" cy="0"/>
          </a:xfrm>
          <a:prstGeom prst="line">
            <a:avLst/>
          </a:prstGeom>
          <a:noFill/>
          <a:ln w="12700">
            <a:solidFill>
              <a:srgbClr val="C05010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2070100" y="3676650"/>
            <a:ext cx="304800" cy="241300"/>
          </a:xfrm>
          <a:prstGeom prst="rect">
            <a:avLst/>
          </a:prstGeom>
          <a:solidFill>
            <a:srgbClr val="D5EBC5"/>
          </a:solidFill>
          <a:ln w="15875">
            <a:solidFill>
              <a:srgbClr val="2E7D4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070100" y="3676650"/>
            <a:ext cx="3048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40" b="1" baseline="-40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ctr" indent="0" marL="0">
              <a:buNone/>
            </a:pPr>
            <a:r>
              <a:rPr lang="en-US" sz="413" b="1" baseline="30000" dirty="0">
                <a:solidFill>
                  <a:srgbClr val="C8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(0)</a:t>
            </a:r>
            <a:endParaRPr lang="en-US" sz="550" dirty="0"/>
          </a:p>
        </p:txBody>
      </p:sp>
      <p:sp>
        <p:nvSpPr>
          <p:cNvPr id="51" name="Shape 49"/>
          <p:cNvSpPr/>
          <p:nvPr/>
        </p:nvSpPr>
        <p:spPr>
          <a:xfrm>
            <a:off x="2413000" y="3657600"/>
            <a:ext cx="71120" cy="114300"/>
          </a:xfrm>
          <a:prstGeom prst="rect">
            <a:avLst/>
          </a:prstGeom>
          <a:solidFill>
            <a:srgbClr val="F9FF96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484120" y="3657600"/>
            <a:ext cx="71120" cy="114300"/>
          </a:xfrm>
          <a:prstGeom prst="rect">
            <a:avLst/>
          </a:prstGeom>
          <a:solidFill>
            <a:srgbClr val="FFFFFF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555240" y="3657600"/>
            <a:ext cx="71120" cy="114300"/>
          </a:xfrm>
          <a:prstGeom prst="rect">
            <a:avLst/>
          </a:prstGeom>
          <a:solidFill>
            <a:srgbClr val="FFFFFF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626360" y="3657600"/>
            <a:ext cx="71120" cy="114300"/>
          </a:xfrm>
          <a:prstGeom prst="rect">
            <a:avLst/>
          </a:prstGeom>
          <a:solidFill>
            <a:srgbClr val="D6E4F8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717800" y="36449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b="1" dirty="0">
                <a:solidFill>
                  <a:srgbClr val="8B1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buNone/>
            </a:pPr>
            <a:r>
              <a:rPr lang="en-US" sz="420" b="1" baseline="-40000" dirty="0">
                <a:solidFill>
                  <a:srgbClr val="8B1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50" dirty="0"/>
          </a:p>
        </p:txBody>
      </p:sp>
      <p:sp>
        <p:nvSpPr>
          <p:cNvPr id="56" name="Shape 54"/>
          <p:cNvSpPr/>
          <p:nvPr/>
        </p:nvSpPr>
        <p:spPr>
          <a:xfrm>
            <a:off x="2870200" y="3797300"/>
            <a:ext cx="50800" cy="0"/>
          </a:xfrm>
          <a:prstGeom prst="line">
            <a:avLst/>
          </a:prstGeom>
          <a:noFill/>
          <a:ln w="12700">
            <a:solidFill>
              <a:srgbClr val="A0400E"/>
            </a:solidFill>
            <a:prstDash val="solid"/>
            <a:tailEnd type="triangle"/>
          </a:ln>
        </p:spPr>
      </p:sp>
      <p:sp>
        <p:nvSpPr>
          <p:cNvPr id="57" name="Shape 55"/>
          <p:cNvSpPr/>
          <p:nvPr/>
        </p:nvSpPr>
        <p:spPr>
          <a:xfrm>
            <a:off x="1219200" y="4121150"/>
            <a:ext cx="116840" cy="139700"/>
          </a:xfrm>
          <a:prstGeom prst="rect">
            <a:avLst/>
          </a:prstGeom>
          <a:solidFill>
            <a:srgbClr val="F9FF96"/>
          </a:solidFill>
          <a:ln w="6350">
            <a:solidFill>
              <a:srgbClr val="D89058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336040" y="4121150"/>
            <a:ext cx="116840" cy="139700"/>
          </a:xfrm>
          <a:prstGeom prst="rect">
            <a:avLst/>
          </a:prstGeom>
          <a:solidFill>
            <a:srgbClr val="F9FF96"/>
          </a:solidFill>
          <a:ln w="6350">
            <a:solidFill>
              <a:srgbClr val="D89058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452880" y="4121150"/>
            <a:ext cx="116840" cy="139700"/>
          </a:xfrm>
          <a:prstGeom prst="rect">
            <a:avLst/>
          </a:prstGeom>
          <a:solidFill>
            <a:srgbClr val="FFFFFF"/>
          </a:solidFill>
          <a:ln w="6350">
            <a:solidFill>
              <a:srgbClr val="D89058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569720" y="4121150"/>
            <a:ext cx="116840" cy="139700"/>
          </a:xfrm>
          <a:prstGeom prst="rect">
            <a:avLst/>
          </a:prstGeom>
          <a:solidFill>
            <a:srgbClr val="D6E4F8"/>
          </a:solidFill>
          <a:ln w="6350">
            <a:solidFill>
              <a:srgbClr val="D8905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686560" y="4121150"/>
            <a:ext cx="116840" cy="139700"/>
          </a:xfrm>
          <a:prstGeom prst="rect">
            <a:avLst/>
          </a:prstGeom>
          <a:solidFill>
            <a:srgbClr val="EAE4F0"/>
          </a:solidFill>
          <a:ln w="6350">
            <a:solidFill>
              <a:srgbClr val="D89058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452880" y="4121150"/>
            <a:ext cx="11684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75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500" dirty="0"/>
          </a:p>
        </p:txBody>
      </p:sp>
      <p:sp>
        <p:nvSpPr>
          <p:cNvPr id="63" name="Shape 61"/>
          <p:cNvSpPr/>
          <p:nvPr/>
        </p:nvSpPr>
        <p:spPr>
          <a:xfrm>
            <a:off x="1828800" y="4191000"/>
            <a:ext cx="215900" cy="0"/>
          </a:xfrm>
          <a:prstGeom prst="line">
            <a:avLst/>
          </a:prstGeom>
          <a:noFill/>
          <a:ln w="12700">
            <a:solidFill>
              <a:srgbClr val="C05010"/>
            </a:solidFill>
            <a:prstDash val="solid"/>
            <a:tailEnd type="triangle"/>
          </a:ln>
        </p:spPr>
      </p:sp>
      <p:sp>
        <p:nvSpPr>
          <p:cNvPr id="64" name="Shape 62"/>
          <p:cNvSpPr/>
          <p:nvPr/>
        </p:nvSpPr>
        <p:spPr>
          <a:xfrm>
            <a:off x="2070100" y="4070350"/>
            <a:ext cx="304800" cy="241300"/>
          </a:xfrm>
          <a:prstGeom prst="rect">
            <a:avLst/>
          </a:prstGeom>
          <a:solidFill>
            <a:srgbClr val="D5EBC5"/>
          </a:solidFill>
          <a:ln w="15875">
            <a:solidFill>
              <a:srgbClr val="2E7D4A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2070100" y="4070350"/>
            <a:ext cx="3048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40" b="1" baseline="-40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ctr" indent="0" marL="0">
              <a:buNone/>
            </a:pPr>
            <a:r>
              <a:rPr lang="en-US" sz="413" b="1" baseline="30000" dirty="0">
                <a:solidFill>
                  <a:srgbClr val="C8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(0)</a:t>
            </a:r>
            <a:endParaRPr lang="en-US" sz="550" dirty="0"/>
          </a:p>
        </p:txBody>
      </p:sp>
      <p:sp>
        <p:nvSpPr>
          <p:cNvPr id="66" name="Shape 64"/>
          <p:cNvSpPr/>
          <p:nvPr/>
        </p:nvSpPr>
        <p:spPr>
          <a:xfrm>
            <a:off x="2413000" y="4051300"/>
            <a:ext cx="71120" cy="114300"/>
          </a:xfrm>
          <a:prstGeom prst="rect">
            <a:avLst/>
          </a:prstGeom>
          <a:solidFill>
            <a:srgbClr val="F9FF96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2484120" y="4051300"/>
            <a:ext cx="71120" cy="114300"/>
          </a:xfrm>
          <a:prstGeom prst="rect">
            <a:avLst/>
          </a:prstGeom>
          <a:solidFill>
            <a:srgbClr val="FFFFFF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2555240" y="4051300"/>
            <a:ext cx="71120" cy="114300"/>
          </a:xfrm>
          <a:prstGeom prst="rect">
            <a:avLst/>
          </a:prstGeom>
          <a:solidFill>
            <a:srgbClr val="FFFFFF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2626360" y="4051300"/>
            <a:ext cx="71120" cy="114300"/>
          </a:xfrm>
          <a:prstGeom prst="rect">
            <a:avLst/>
          </a:prstGeom>
          <a:solidFill>
            <a:srgbClr val="D6E4F8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2717800" y="4038600"/>
            <a:ext cx="177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b="1" dirty="0">
                <a:solidFill>
                  <a:srgbClr val="8B1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buNone/>
            </a:pPr>
            <a:r>
              <a:rPr lang="en-US" sz="420" b="1" baseline="-40000" dirty="0">
                <a:solidFill>
                  <a:srgbClr val="8B1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550" dirty="0"/>
          </a:p>
        </p:txBody>
      </p:sp>
      <p:sp>
        <p:nvSpPr>
          <p:cNvPr id="71" name="Shape 69"/>
          <p:cNvSpPr/>
          <p:nvPr/>
        </p:nvSpPr>
        <p:spPr>
          <a:xfrm>
            <a:off x="2870200" y="4191000"/>
            <a:ext cx="50800" cy="0"/>
          </a:xfrm>
          <a:prstGeom prst="line">
            <a:avLst/>
          </a:prstGeom>
          <a:noFill/>
          <a:ln w="12700">
            <a:solidFill>
              <a:srgbClr val="A0400E"/>
            </a:solidFill>
            <a:prstDash val="solid"/>
            <a:tailEnd type="triangle"/>
          </a:ln>
        </p:spPr>
      </p:sp>
      <p:sp>
        <p:nvSpPr>
          <p:cNvPr id="72" name="Shape 70"/>
          <p:cNvSpPr/>
          <p:nvPr/>
        </p:nvSpPr>
        <p:spPr>
          <a:xfrm>
            <a:off x="2908300" y="2667000"/>
            <a:ext cx="749300" cy="1816100"/>
          </a:xfrm>
          <a:prstGeom prst="roundRect">
            <a:avLst>
              <a:gd name="adj" fmla="val 3661"/>
            </a:avLst>
          </a:prstGeom>
          <a:solidFill>
            <a:srgbClr val="D8C0B4"/>
          </a:solidFill>
          <a:ln w="9525">
            <a:solidFill>
              <a:srgbClr val="7A6A54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2908300" y="2692400"/>
            <a:ext cx="7493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00"/>
              </a:lnSpc>
              <a:buNone/>
            </a:pPr>
            <a:r>
              <a:rPr lang="en-US" sz="600" b="1" dirty="0">
                <a:solidFill>
                  <a:srgbClr val="6B44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Dot</a:t>
            </a:r>
            <a:endParaRPr lang="en-US" sz="600" dirty="0"/>
          </a:p>
          <a:p>
            <a:pPr algn="ctr" indent="0" marL="0">
              <a:lnSpc>
                <a:spcPts val="700"/>
              </a:lnSpc>
              <a:buNone/>
            </a:pPr>
            <a:r>
              <a:rPr lang="en-US" sz="600" b="1" dirty="0">
                <a:solidFill>
                  <a:srgbClr val="6B44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</a:t>
            </a:r>
            <a:endParaRPr lang="en-US" sz="600" dirty="0"/>
          </a:p>
        </p:txBody>
      </p:sp>
      <p:sp>
        <p:nvSpPr>
          <p:cNvPr id="74" name="Shape 72"/>
          <p:cNvSpPr/>
          <p:nvPr/>
        </p:nvSpPr>
        <p:spPr>
          <a:xfrm>
            <a:off x="2895600" y="3149600"/>
            <a:ext cx="558800" cy="0"/>
          </a:xfrm>
          <a:prstGeom prst="line">
            <a:avLst/>
          </a:prstGeom>
          <a:noFill/>
          <a:ln w="11430">
            <a:solidFill>
              <a:srgbClr val="6C86D8"/>
            </a:solidFill>
            <a:prstDash val="solid"/>
            <a:tailEnd type="triangle"/>
          </a:ln>
        </p:spPr>
      </p:sp>
      <p:sp>
        <p:nvSpPr>
          <p:cNvPr id="75" name="Shape 73"/>
          <p:cNvSpPr/>
          <p:nvPr/>
        </p:nvSpPr>
        <p:spPr>
          <a:xfrm>
            <a:off x="2971800" y="3492500"/>
            <a:ext cx="355600" cy="0"/>
          </a:xfrm>
          <a:prstGeom prst="line">
            <a:avLst/>
          </a:prstGeom>
          <a:noFill/>
          <a:ln w="11430">
            <a:solidFill>
              <a:srgbClr val="6C86D8"/>
            </a:solidFill>
            <a:prstDash val="solid"/>
            <a:tailEnd type="triangle"/>
          </a:ln>
        </p:spPr>
      </p:sp>
      <p:sp>
        <p:nvSpPr>
          <p:cNvPr id="76" name="Shape 74"/>
          <p:cNvSpPr/>
          <p:nvPr/>
        </p:nvSpPr>
        <p:spPr>
          <a:xfrm>
            <a:off x="2895600" y="3835400"/>
            <a:ext cx="266700" cy="0"/>
          </a:xfrm>
          <a:prstGeom prst="line">
            <a:avLst/>
          </a:prstGeom>
          <a:noFill/>
          <a:ln w="11430">
            <a:solidFill>
              <a:srgbClr val="6C86D8"/>
            </a:solidFill>
            <a:prstDash val="solid"/>
            <a:tailEnd type="triangle"/>
          </a:ln>
        </p:spPr>
      </p:sp>
      <p:sp>
        <p:nvSpPr>
          <p:cNvPr id="77" name="Shape 75"/>
          <p:cNvSpPr/>
          <p:nvPr/>
        </p:nvSpPr>
        <p:spPr>
          <a:xfrm>
            <a:off x="2781300" y="4191000"/>
            <a:ext cx="228600" cy="0"/>
          </a:xfrm>
          <a:prstGeom prst="line">
            <a:avLst/>
          </a:prstGeom>
          <a:noFill/>
          <a:ln w="11430">
            <a:solidFill>
              <a:srgbClr val="6C86D8"/>
            </a:solidFill>
            <a:prstDash val="solid"/>
            <a:tailEnd type="triangle"/>
          </a:ln>
        </p:spPr>
      </p:sp>
      <p:sp>
        <p:nvSpPr>
          <p:cNvPr id="78" name="Shape 76"/>
          <p:cNvSpPr/>
          <p:nvPr/>
        </p:nvSpPr>
        <p:spPr>
          <a:xfrm>
            <a:off x="3486150" y="3060700"/>
            <a:ext cx="152400" cy="152400"/>
          </a:xfrm>
          <a:prstGeom prst="ellipse">
            <a:avLst/>
          </a:prstGeom>
          <a:solidFill>
            <a:srgbClr val="9DB4F0"/>
          </a:solidFill>
          <a:ln/>
        </p:spPr>
      </p:sp>
      <p:sp>
        <p:nvSpPr>
          <p:cNvPr id="79" name="Shape 77"/>
          <p:cNvSpPr/>
          <p:nvPr/>
        </p:nvSpPr>
        <p:spPr>
          <a:xfrm>
            <a:off x="3517900" y="3092450"/>
            <a:ext cx="88900" cy="88900"/>
          </a:xfrm>
          <a:prstGeom prst="ellipse">
            <a:avLst/>
          </a:prstGeom>
          <a:solidFill>
            <a:srgbClr val="2B4BD0"/>
          </a:solidFill>
          <a:ln/>
        </p:spPr>
      </p:sp>
      <p:sp>
        <p:nvSpPr>
          <p:cNvPr id="80" name="Shape 78"/>
          <p:cNvSpPr/>
          <p:nvPr/>
        </p:nvSpPr>
        <p:spPr>
          <a:xfrm>
            <a:off x="3346450" y="3378200"/>
            <a:ext cx="152400" cy="152400"/>
          </a:xfrm>
          <a:prstGeom prst="ellipse">
            <a:avLst/>
          </a:prstGeom>
          <a:solidFill>
            <a:srgbClr val="9DB4F0"/>
          </a:solidFill>
          <a:ln/>
        </p:spPr>
      </p:sp>
      <p:sp>
        <p:nvSpPr>
          <p:cNvPr id="81" name="Shape 79"/>
          <p:cNvSpPr/>
          <p:nvPr/>
        </p:nvSpPr>
        <p:spPr>
          <a:xfrm>
            <a:off x="3378200" y="3409950"/>
            <a:ext cx="88900" cy="88900"/>
          </a:xfrm>
          <a:prstGeom prst="ellipse">
            <a:avLst/>
          </a:prstGeom>
          <a:solidFill>
            <a:srgbClr val="2B4BD0"/>
          </a:solidFill>
          <a:ln/>
        </p:spPr>
      </p:sp>
      <p:sp>
        <p:nvSpPr>
          <p:cNvPr id="82" name="Shape 80"/>
          <p:cNvSpPr/>
          <p:nvPr/>
        </p:nvSpPr>
        <p:spPr>
          <a:xfrm>
            <a:off x="3155950" y="3784600"/>
            <a:ext cx="152400" cy="152400"/>
          </a:xfrm>
          <a:prstGeom prst="ellipse">
            <a:avLst/>
          </a:prstGeom>
          <a:solidFill>
            <a:srgbClr val="9DB4F0"/>
          </a:solidFill>
          <a:ln/>
        </p:spPr>
      </p:sp>
      <p:sp>
        <p:nvSpPr>
          <p:cNvPr id="83" name="Shape 81"/>
          <p:cNvSpPr/>
          <p:nvPr/>
        </p:nvSpPr>
        <p:spPr>
          <a:xfrm>
            <a:off x="3187700" y="3816350"/>
            <a:ext cx="88900" cy="88900"/>
          </a:xfrm>
          <a:prstGeom prst="ellipse">
            <a:avLst/>
          </a:prstGeom>
          <a:solidFill>
            <a:srgbClr val="2B4BD0"/>
          </a:solidFill>
          <a:ln/>
        </p:spPr>
      </p:sp>
      <p:sp>
        <p:nvSpPr>
          <p:cNvPr id="84" name="Shape 82"/>
          <p:cNvSpPr/>
          <p:nvPr/>
        </p:nvSpPr>
        <p:spPr>
          <a:xfrm>
            <a:off x="3022600" y="4152900"/>
            <a:ext cx="152400" cy="152400"/>
          </a:xfrm>
          <a:prstGeom prst="ellipse">
            <a:avLst/>
          </a:prstGeom>
          <a:solidFill>
            <a:srgbClr val="9DB4F0"/>
          </a:solidFill>
          <a:ln/>
        </p:spPr>
      </p:sp>
      <p:sp>
        <p:nvSpPr>
          <p:cNvPr id="85" name="Shape 83"/>
          <p:cNvSpPr/>
          <p:nvPr/>
        </p:nvSpPr>
        <p:spPr>
          <a:xfrm>
            <a:off x="3054350" y="4184650"/>
            <a:ext cx="88900" cy="88900"/>
          </a:xfrm>
          <a:prstGeom prst="ellipse">
            <a:avLst/>
          </a:prstGeom>
          <a:solidFill>
            <a:srgbClr val="2B4BD0"/>
          </a:solidFill>
          <a:ln/>
        </p:spPr>
      </p:sp>
      <p:sp>
        <p:nvSpPr>
          <p:cNvPr id="86" name="Shape 84"/>
          <p:cNvSpPr/>
          <p:nvPr/>
        </p:nvSpPr>
        <p:spPr>
          <a:xfrm flipH="1">
            <a:off x="3302000" y="3136900"/>
            <a:ext cx="260350" cy="1320800"/>
          </a:xfrm>
          <a:prstGeom prst="line">
            <a:avLst/>
          </a:prstGeom>
          <a:noFill/>
          <a:ln w="6350">
            <a:solidFill>
              <a:srgbClr val="B9C4E8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H="1">
            <a:off x="3302000" y="3454400"/>
            <a:ext cx="120650" cy="1003300"/>
          </a:xfrm>
          <a:prstGeom prst="line">
            <a:avLst/>
          </a:prstGeom>
          <a:noFill/>
          <a:ln w="6350">
            <a:solidFill>
              <a:srgbClr val="B9C4E8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3232150" y="3860800"/>
            <a:ext cx="69850" cy="596900"/>
          </a:xfrm>
          <a:prstGeom prst="line">
            <a:avLst/>
          </a:prstGeom>
          <a:noFill/>
          <a:ln w="6350">
            <a:solidFill>
              <a:srgbClr val="B9C4E8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3098800" y="4229100"/>
            <a:ext cx="203200" cy="228600"/>
          </a:xfrm>
          <a:prstGeom prst="line">
            <a:avLst/>
          </a:prstGeom>
          <a:noFill/>
          <a:ln w="6350">
            <a:solidFill>
              <a:srgbClr val="B9C4E8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638550" y="3136900"/>
            <a:ext cx="33655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  <a:tailEnd type="triangle"/>
          </a:ln>
        </p:spPr>
      </p:sp>
      <p:sp>
        <p:nvSpPr>
          <p:cNvPr id="91" name="Shape 89"/>
          <p:cNvSpPr/>
          <p:nvPr/>
        </p:nvSpPr>
        <p:spPr>
          <a:xfrm>
            <a:off x="3632200" y="3454400"/>
            <a:ext cx="3429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  <a:tailEnd type="triangle"/>
          </a:ln>
        </p:spPr>
      </p:sp>
      <p:sp>
        <p:nvSpPr>
          <p:cNvPr id="92" name="Shape 90"/>
          <p:cNvSpPr/>
          <p:nvPr/>
        </p:nvSpPr>
        <p:spPr>
          <a:xfrm>
            <a:off x="3632200" y="3860800"/>
            <a:ext cx="3429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  <a:tailEnd type="triangle"/>
          </a:ln>
        </p:spPr>
      </p:sp>
      <p:sp>
        <p:nvSpPr>
          <p:cNvPr id="93" name="Shape 91"/>
          <p:cNvSpPr/>
          <p:nvPr/>
        </p:nvSpPr>
        <p:spPr>
          <a:xfrm>
            <a:off x="3632200" y="4229100"/>
            <a:ext cx="3429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  <a:tailEnd type="triangle"/>
          </a:ln>
        </p:spPr>
      </p:sp>
      <p:sp>
        <p:nvSpPr>
          <p:cNvPr id="94" name="Text 92"/>
          <p:cNvSpPr/>
          <p:nvPr/>
        </p:nvSpPr>
        <p:spPr>
          <a:xfrm>
            <a:off x="3683000" y="2679700"/>
            <a:ext cx="330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1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buNone/>
            </a:pPr>
            <a:r>
              <a:rPr lang="en-US" sz="1000" dirty="0">
                <a:solidFill>
                  <a:srgbClr val="8B1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pPr algn="l" indent="0" marL="0">
              <a:buNone/>
            </a:pPr>
            <a:r>
              <a:rPr lang="en-US" sz="1000" dirty="0">
                <a:solidFill>
                  <a:srgbClr val="8B1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endParaRPr lang="en-US" sz="1000" dirty="0"/>
          </a:p>
        </p:txBody>
      </p:sp>
      <p:pic>
        <p:nvPicPr>
          <p:cNvPr id="95" name="Image 0" descr="/home/ahmed/Projects/ai_llm_slides/videos/deep-learning/002_transformers_part2/recreated_pptx/build/assets/eq015_k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5310" y="2673350"/>
            <a:ext cx="195072" cy="106680"/>
          </a:xfrm>
          <a:prstGeom prst="rect">
            <a:avLst/>
          </a:prstGeom>
        </p:spPr>
      </p:pic>
      <p:sp>
        <p:nvSpPr>
          <p:cNvPr id="96" name="Shape 93"/>
          <p:cNvSpPr/>
          <p:nvPr/>
        </p:nvSpPr>
        <p:spPr>
          <a:xfrm>
            <a:off x="4381500" y="2787650"/>
            <a:ext cx="228600" cy="50800"/>
          </a:xfrm>
          <a:prstGeom prst="rect">
            <a:avLst/>
          </a:prstGeom>
          <a:solidFill>
            <a:srgbClr val="D86472"/>
          </a:solidFill>
          <a:ln/>
        </p:spPr>
      </p:sp>
      <p:pic>
        <p:nvPicPr>
          <p:cNvPr id="97" name="Image 1" descr="/home/ahmed/Projects/ai_llm_slides/videos/deep-learning/002_transformers_part2/recreated_pptx/build/assets/eq015_sqrt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0550" y="2838450"/>
            <a:ext cx="168910" cy="140208"/>
          </a:xfrm>
          <a:prstGeom prst="rect">
            <a:avLst/>
          </a:prstGeom>
        </p:spPr>
      </p:pic>
      <p:sp>
        <p:nvSpPr>
          <p:cNvPr id="98" name="Shape 94"/>
          <p:cNvSpPr/>
          <p:nvPr/>
        </p:nvSpPr>
        <p:spPr>
          <a:xfrm>
            <a:off x="3987800" y="2705100"/>
            <a:ext cx="254000" cy="1778000"/>
          </a:xfrm>
          <a:prstGeom prst="roundRect">
            <a:avLst>
              <a:gd name="adj" fmla="val 32400"/>
            </a:avLst>
          </a:prstGeom>
          <a:solidFill>
            <a:srgbClr val="F6C6CC"/>
          </a:solidFill>
          <a:ln w="9525">
            <a:solidFill>
              <a:srgbClr val="E8A8C8"/>
            </a:solidFill>
            <a:prstDash val="solid"/>
          </a:ln>
        </p:spPr>
      </p:sp>
      <p:pic>
        <p:nvPicPr>
          <p:cNvPr id="99" name="Image 2" descr="/home/ahmed/Projects/ai_llm_slides/videos/deep-learning/002_transformers_part2/recreated_pptx/build/assets/eq015_scaling_ro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3962" y="3056636"/>
            <a:ext cx="188976" cy="1062228"/>
          </a:xfrm>
          <a:prstGeom prst="rect">
            <a:avLst/>
          </a:prstGeom>
        </p:spPr>
      </p:pic>
      <p:sp>
        <p:nvSpPr>
          <p:cNvPr id="100" name="Shape 95"/>
          <p:cNvSpPr/>
          <p:nvPr/>
        </p:nvSpPr>
        <p:spPr>
          <a:xfrm>
            <a:off x="4673600" y="2692400"/>
            <a:ext cx="241300" cy="1790700"/>
          </a:xfrm>
          <a:prstGeom prst="roundRect">
            <a:avLst>
              <a:gd name="adj" fmla="val 34105"/>
            </a:avLst>
          </a:prstGeom>
          <a:solidFill>
            <a:srgbClr val="FAD2FA"/>
          </a:solidFill>
          <a:ln w="9525">
            <a:solidFill>
              <a:srgbClr val="C8B8E8"/>
            </a:solidFill>
            <a:prstDash val="solid"/>
          </a:ln>
        </p:spPr>
      </p:sp>
      <p:pic>
        <p:nvPicPr>
          <p:cNvPr id="101" name="Image 3" descr="/home/ahmed/Projects/ai_llm_slides/videos/deep-learning/002_transformers_part2/recreated_pptx/build/assets/eq015_softmax_ro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3036" y="3234690"/>
            <a:ext cx="109728" cy="693420"/>
          </a:xfrm>
          <a:prstGeom prst="rect">
            <a:avLst/>
          </a:prstGeom>
        </p:spPr>
      </p:pic>
      <p:sp>
        <p:nvSpPr>
          <p:cNvPr id="102" name="Shape 96"/>
          <p:cNvSpPr/>
          <p:nvPr/>
        </p:nvSpPr>
        <p:spPr>
          <a:xfrm>
            <a:off x="4267200" y="3086100"/>
            <a:ext cx="3683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  <a:tailEnd type="triangle"/>
          </a:ln>
        </p:spPr>
      </p:sp>
      <p:sp>
        <p:nvSpPr>
          <p:cNvPr id="103" name="Shape 97"/>
          <p:cNvSpPr/>
          <p:nvPr/>
        </p:nvSpPr>
        <p:spPr>
          <a:xfrm>
            <a:off x="4267200" y="3441700"/>
            <a:ext cx="3683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  <a:tailEnd type="triangle"/>
          </a:ln>
        </p:spPr>
      </p:sp>
      <p:sp>
        <p:nvSpPr>
          <p:cNvPr id="104" name="Shape 98"/>
          <p:cNvSpPr/>
          <p:nvPr/>
        </p:nvSpPr>
        <p:spPr>
          <a:xfrm>
            <a:off x="4267200" y="3797300"/>
            <a:ext cx="3683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  <a:tailEnd type="triangle"/>
          </a:ln>
        </p:spPr>
      </p:sp>
      <p:sp>
        <p:nvSpPr>
          <p:cNvPr id="105" name="Shape 99"/>
          <p:cNvSpPr/>
          <p:nvPr/>
        </p:nvSpPr>
        <p:spPr>
          <a:xfrm>
            <a:off x="4267200" y="4191000"/>
            <a:ext cx="3683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  <a:tailEnd type="triangle"/>
          </a:ln>
        </p:spPr>
      </p:sp>
      <p:sp>
        <p:nvSpPr>
          <p:cNvPr id="106" name="Shape 100"/>
          <p:cNvSpPr/>
          <p:nvPr/>
        </p:nvSpPr>
        <p:spPr>
          <a:xfrm>
            <a:off x="4927600" y="2794000"/>
            <a:ext cx="228600" cy="0"/>
          </a:xfrm>
          <a:prstGeom prst="line">
            <a:avLst/>
          </a:prstGeom>
          <a:noFill/>
          <a:ln w="11430">
            <a:solidFill>
              <a:srgbClr val="C00000"/>
            </a:solidFill>
            <a:prstDash val="solid"/>
            <a:tailEnd type="triangle"/>
          </a:ln>
        </p:spPr>
      </p:sp>
      <p:sp>
        <p:nvSpPr>
          <p:cNvPr id="107" name="Shape 101"/>
          <p:cNvSpPr/>
          <p:nvPr/>
        </p:nvSpPr>
        <p:spPr>
          <a:xfrm>
            <a:off x="4927600" y="3149600"/>
            <a:ext cx="241300" cy="0"/>
          </a:xfrm>
          <a:prstGeom prst="line">
            <a:avLst/>
          </a:prstGeom>
          <a:noFill/>
          <a:ln w="11430">
            <a:solidFill>
              <a:srgbClr val="C00000"/>
            </a:solidFill>
            <a:prstDash val="solid"/>
            <a:tailEnd type="triangle"/>
          </a:ln>
        </p:spPr>
      </p:sp>
      <p:sp>
        <p:nvSpPr>
          <p:cNvPr id="108" name="Shape 102"/>
          <p:cNvSpPr/>
          <p:nvPr/>
        </p:nvSpPr>
        <p:spPr>
          <a:xfrm>
            <a:off x="5181600" y="2679700"/>
            <a:ext cx="1155700" cy="215900"/>
          </a:xfrm>
          <a:prstGeom prst="rect">
            <a:avLst/>
          </a:prstGeom>
          <a:solidFill>
            <a:srgbClr val="DCF3F3"/>
          </a:solidFill>
          <a:ln w="15875">
            <a:solidFill>
              <a:srgbClr val="2F55C8"/>
            </a:solidFill>
            <a:prstDash val="solid"/>
          </a:ln>
        </p:spPr>
      </p:sp>
      <p:sp>
        <p:nvSpPr>
          <p:cNvPr id="109" name="Text 103"/>
          <p:cNvSpPr/>
          <p:nvPr/>
        </p:nvSpPr>
        <p:spPr>
          <a:xfrm>
            <a:off x="5181600" y="2679700"/>
            <a:ext cx="11557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55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Σ</a:t>
            </a:r>
            <a:endParaRPr lang="en-US" sz="1300" dirty="0"/>
          </a:p>
        </p:txBody>
      </p:sp>
      <p:sp>
        <p:nvSpPr>
          <p:cNvPr id="110" name="Shape 104"/>
          <p:cNvSpPr/>
          <p:nvPr/>
        </p:nvSpPr>
        <p:spPr>
          <a:xfrm>
            <a:off x="5311775" y="2984500"/>
            <a:ext cx="11430" cy="4699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111" name="Shape 105"/>
          <p:cNvSpPr/>
          <p:nvPr/>
        </p:nvSpPr>
        <p:spPr>
          <a:xfrm>
            <a:off x="5284470" y="2921000"/>
            <a:ext cx="66040" cy="6985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12" name="Shape 106"/>
          <p:cNvSpPr/>
          <p:nvPr/>
        </p:nvSpPr>
        <p:spPr>
          <a:xfrm>
            <a:off x="5588635" y="2984500"/>
            <a:ext cx="11430" cy="4699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113" name="Shape 107"/>
          <p:cNvSpPr/>
          <p:nvPr/>
        </p:nvSpPr>
        <p:spPr>
          <a:xfrm>
            <a:off x="5561330" y="2921000"/>
            <a:ext cx="66040" cy="6985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14" name="Shape 108"/>
          <p:cNvSpPr/>
          <p:nvPr/>
        </p:nvSpPr>
        <p:spPr>
          <a:xfrm>
            <a:off x="5862955" y="2984500"/>
            <a:ext cx="11430" cy="4699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115" name="Shape 109"/>
          <p:cNvSpPr/>
          <p:nvPr/>
        </p:nvSpPr>
        <p:spPr>
          <a:xfrm>
            <a:off x="5835650" y="2921000"/>
            <a:ext cx="66040" cy="6985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16" name="Shape 110"/>
          <p:cNvSpPr/>
          <p:nvPr/>
        </p:nvSpPr>
        <p:spPr>
          <a:xfrm>
            <a:off x="6139815" y="2984500"/>
            <a:ext cx="11430" cy="4699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117" name="Shape 111"/>
          <p:cNvSpPr/>
          <p:nvPr/>
        </p:nvSpPr>
        <p:spPr>
          <a:xfrm>
            <a:off x="6112510" y="2921000"/>
            <a:ext cx="66040" cy="6985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18" name="Shape 112"/>
          <p:cNvSpPr/>
          <p:nvPr/>
        </p:nvSpPr>
        <p:spPr>
          <a:xfrm>
            <a:off x="5246370" y="3092450"/>
            <a:ext cx="114300" cy="1143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C2222"/>
            </a:solidFill>
            <a:prstDash val="solid"/>
          </a:ln>
        </p:spPr>
      </p:sp>
      <p:sp>
        <p:nvSpPr>
          <p:cNvPr id="119" name="Text 113"/>
          <p:cNvSpPr/>
          <p:nvPr/>
        </p:nvSpPr>
        <p:spPr>
          <a:xfrm>
            <a:off x="5246370" y="3092450"/>
            <a:ext cx="1143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CC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700" dirty="0"/>
          </a:p>
        </p:txBody>
      </p:sp>
      <p:sp>
        <p:nvSpPr>
          <p:cNvPr id="120" name="Text 114"/>
          <p:cNvSpPr/>
          <p:nvPr/>
        </p:nvSpPr>
        <p:spPr>
          <a:xfrm>
            <a:off x="6311900" y="3009900"/>
            <a:ext cx="1651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l" indent="0" marL="0">
              <a:buNone/>
            </a:pPr>
            <a:r>
              <a:rPr lang="en-US" sz="4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00" dirty="0"/>
          </a:p>
        </p:txBody>
      </p:sp>
      <p:sp>
        <p:nvSpPr>
          <p:cNvPr id="121" name="Shape 115"/>
          <p:cNvSpPr/>
          <p:nvPr/>
        </p:nvSpPr>
        <p:spPr>
          <a:xfrm>
            <a:off x="6515100" y="3060700"/>
            <a:ext cx="57150" cy="107950"/>
          </a:xfrm>
          <a:prstGeom prst="rect">
            <a:avLst/>
          </a:prstGeom>
          <a:solidFill>
            <a:srgbClr val="F0E0B0"/>
          </a:solidFill>
          <a:ln w="6350">
            <a:solidFill>
              <a:srgbClr val="C9A06A"/>
            </a:solidFill>
            <a:prstDash val="solid"/>
          </a:ln>
        </p:spPr>
      </p:sp>
      <p:sp>
        <p:nvSpPr>
          <p:cNvPr id="122" name="Shape 116"/>
          <p:cNvSpPr/>
          <p:nvPr/>
        </p:nvSpPr>
        <p:spPr>
          <a:xfrm>
            <a:off x="6572250" y="3060700"/>
            <a:ext cx="57150" cy="107950"/>
          </a:xfrm>
          <a:prstGeom prst="rect">
            <a:avLst/>
          </a:prstGeom>
          <a:solidFill>
            <a:srgbClr val="FFFFFF"/>
          </a:solidFill>
          <a:ln w="6350">
            <a:solidFill>
              <a:srgbClr val="C9A06A"/>
            </a:solidFill>
            <a:prstDash val="solid"/>
          </a:ln>
        </p:spPr>
      </p:sp>
      <p:sp>
        <p:nvSpPr>
          <p:cNvPr id="123" name="Shape 117"/>
          <p:cNvSpPr/>
          <p:nvPr/>
        </p:nvSpPr>
        <p:spPr>
          <a:xfrm>
            <a:off x="6629400" y="3060700"/>
            <a:ext cx="57150" cy="107950"/>
          </a:xfrm>
          <a:prstGeom prst="rect">
            <a:avLst/>
          </a:prstGeom>
          <a:solidFill>
            <a:srgbClr val="F0E0B0"/>
          </a:solidFill>
          <a:ln w="6350">
            <a:solidFill>
              <a:srgbClr val="C9A06A"/>
            </a:solidFill>
            <a:prstDash val="solid"/>
          </a:ln>
        </p:spPr>
      </p:sp>
      <p:sp>
        <p:nvSpPr>
          <p:cNvPr id="124" name="Shape 118"/>
          <p:cNvSpPr/>
          <p:nvPr/>
        </p:nvSpPr>
        <p:spPr>
          <a:xfrm>
            <a:off x="6686550" y="3060700"/>
            <a:ext cx="57150" cy="107950"/>
          </a:xfrm>
          <a:prstGeom prst="rect">
            <a:avLst/>
          </a:prstGeom>
          <a:solidFill>
            <a:srgbClr val="FFFFFF"/>
          </a:solidFill>
          <a:ln w="6350">
            <a:solidFill>
              <a:srgbClr val="C9A06A"/>
            </a:solidFill>
            <a:prstDash val="solid"/>
          </a:ln>
        </p:spPr>
      </p:sp>
      <p:sp>
        <p:nvSpPr>
          <p:cNvPr id="125" name="Shape 119"/>
          <p:cNvSpPr/>
          <p:nvPr/>
        </p:nvSpPr>
        <p:spPr>
          <a:xfrm>
            <a:off x="5510530" y="3437890"/>
            <a:ext cx="114300" cy="1143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C2222"/>
            </a:solidFill>
            <a:prstDash val="solid"/>
          </a:ln>
        </p:spPr>
      </p:sp>
      <p:sp>
        <p:nvSpPr>
          <p:cNvPr id="126" name="Text 120"/>
          <p:cNvSpPr/>
          <p:nvPr/>
        </p:nvSpPr>
        <p:spPr>
          <a:xfrm>
            <a:off x="5510530" y="3437890"/>
            <a:ext cx="1143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CC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700" dirty="0"/>
          </a:p>
        </p:txBody>
      </p:sp>
      <p:sp>
        <p:nvSpPr>
          <p:cNvPr id="127" name="Text 121"/>
          <p:cNvSpPr/>
          <p:nvPr/>
        </p:nvSpPr>
        <p:spPr>
          <a:xfrm>
            <a:off x="6311900" y="3355340"/>
            <a:ext cx="1651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l" indent="0" marL="0">
              <a:buNone/>
            </a:pPr>
            <a:r>
              <a:rPr lang="en-US" sz="4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00" dirty="0"/>
          </a:p>
        </p:txBody>
      </p:sp>
      <p:sp>
        <p:nvSpPr>
          <p:cNvPr id="128" name="Shape 122"/>
          <p:cNvSpPr/>
          <p:nvPr/>
        </p:nvSpPr>
        <p:spPr>
          <a:xfrm>
            <a:off x="6515100" y="3406140"/>
            <a:ext cx="57150" cy="107950"/>
          </a:xfrm>
          <a:prstGeom prst="rect">
            <a:avLst/>
          </a:prstGeom>
          <a:solidFill>
            <a:srgbClr val="F0E0B0"/>
          </a:solidFill>
          <a:ln w="6350">
            <a:solidFill>
              <a:srgbClr val="C9A06A"/>
            </a:solidFill>
            <a:prstDash val="solid"/>
          </a:ln>
        </p:spPr>
      </p:sp>
      <p:sp>
        <p:nvSpPr>
          <p:cNvPr id="129" name="Shape 123"/>
          <p:cNvSpPr/>
          <p:nvPr/>
        </p:nvSpPr>
        <p:spPr>
          <a:xfrm>
            <a:off x="6572250" y="3406140"/>
            <a:ext cx="57150" cy="107950"/>
          </a:xfrm>
          <a:prstGeom prst="rect">
            <a:avLst/>
          </a:prstGeom>
          <a:solidFill>
            <a:srgbClr val="FFFFFF"/>
          </a:solidFill>
          <a:ln w="6350">
            <a:solidFill>
              <a:srgbClr val="C9A06A"/>
            </a:solidFill>
            <a:prstDash val="solid"/>
          </a:ln>
        </p:spPr>
      </p:sp>
      <p:sp>
        <p:nvSpPr>
          <p:cNvPr id="130" name="Shape 124"/>
          <p:cNvSpPr/>
          <p:nvPr/>
        </p:nvSpPr>
        <p:spPr>
          <a:xfrm>
            <a:off x="6629400" y="3406140"/>
            <a:ext cx="57150" cy="107950"/>
          </a:xfrm>
          <a:prstGeom prst="rect">
            <a:avLst/>
          </a:prstGeom>
          <a:solidFill>
            <a:srgbClr val="F0E0B0"/>
          </a:solidFill>
          <a:ln w="6350">
            <a:solidFill>
              <a:srgbClr val="C9A06A"/>
            </a:solidFill>
            <a:prstDash val="solid"/>
          </a:ln>
        </p:spPr>
      </p:sp>
      <p:sp>
        <p:nvSpPr>
          <p:cNvPr id="131" name="Shape 125"/>
          <p:cNvSpPr/>
          <p:nvPr/>
        </p:nvSpPr>
        <p:spPr>
          <a:xfrm>
            <a:off x="6686550" y="3406140"/>
            <a:ext cx="57150" cy="107950"/>
          </a:xfrm>
          <a:prstGeom prst="rect">
            <a:avLst/>
          </a:prstGeom>
          <a:solidFill>
            <a:srgbClr val="FFFFFF"/>
          </a:solidFill>
          <a:ln w="6350">
            <a:solidFill>
              <a:srgbClr val="C9A06A"/>
            </a:solidFill>
            <a:prstDash val="solid"/>
          </a:ln>
        </p:spPr>
      </p:sp>
      <p:sp>
        <p:nvSpPr>
          <p:cNvPr id="132" name="Shape 126"/>
          <p:cNvSpPr/>
          <p:nvPr/>
        </p:nvSpPr>
        <p:spPr>
          <a:xfrm>
            <a:off x="5763260" y="3789680"/>
            <a:ext cx="114300" cy="1143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C2222"/>
            </a:solidFill>
            <a:prstDash val="solid"/>
          </a:ln>
        </p:spPr>
      </p:sp>
      <p:sp>
        <p:nvSpPr>
          <p:cNvPr id="133" name="Text 127"/>
          <p:cNvSpPr/>
          <p:nvPr/>
        </p:nvSpPr>
        <p:spPr>
          <a:xfrm>
            <a:off x="5763260" y="3789680"/>
            <a:ext cx="1143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CC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700" dirty="0"/>
          </a:p>
        </p:txBody>
      </p:sp>
      <p:sp>
        <p:nvSpPr>
          <p:cNvPr id="134" name="Text 128"/>
          <p:cNvSpPr/>
          <p:nvPr/>
        </p:nvSpPr>
        <p:spPr>
          <a:xfrm>
            <a:off x="6311900" y="3707130"/>
            <a:ext cx="1651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l" indent="0" marL="0">
              <a:buNone/>
            </a:pPr>
            <a:r>
              <a:rPr lang="en-US" sz="4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00" dirty="0"/>
          </a:p>
        </p:txBody>
      </p:sp>
      <p:sp>
        <p:nvSpPr>
          <p:cNvPr id="135" name="Shape 129"/>
          <p:cNvSpPr/>
          <p:nvPr/>
        </p:nvSpPr>
        <p:spPr>
          <a:xfrm>
            <a:off x="6515100" y="3757930"/>
            <a:ext cx="57150" cy="107950"/>
          </a:xfrm>
          <a:prstGeom prst="rect">
            <a:avLst/>
          </a:prstGeom>
          <a:solidFill>
            <a:srgbClr val="F0E0B0"/>
          </a:solidFill>
          <a:ln w="6350">
            <a:solidFill>
              <a:srgbClr val="C9A06A"/>
            </a:solidFill>
            <a:prstDash val="solid"/>
          </a:ln>
        </p:spPr>
      </p:sp>
      <p:sp>
        <p:nvSpPr>
          <p:cNvPr id="136" name="Shape 130"/>
          <p:cNvSpPr/>
          <p:nvPr/>
        </p:nvSpPr>
        <p:spPr>
          <a:xfrm>
            <a:off x="6572250" y="3757930"/>
            <a:ext cx="57150" cy="107950"/>
          </a:xfrm>
          <a:prstGeom prst="rect">
            <a:avLst/>
          </a:prstGeom>
          <a:solidFill>
            <a:srgbClr val="FFFFFF"/>
          </a:solidFill>
          <a:ln w="6350">
            <a:solidFill>
              <a:srgbClr val="C9A06A"/>
            </a:solidFill>
            <a:prstDash val="solid"/>
          </a:ln>
        </p:spPr>
      </p:sp>
      <p:sp>
        <p:nvSpPr>
          <p:cNvPr id="137" name="Shape 131"/>
          <p:cNvSpPr/>
          <p:nvPr/>
        </p:nvSpPr>
        <p:spPr>
          <a:xfrm>
            <a:off x="6629400" y="3757930"/>
            <a:ext cx="57150" cy="107950"/>
          </a:xfrm>
          <a:prstGeom prst="rect">
            <a:avLst/>
          </a:prstGeom>
          <a:solidFill>
            <a:srgbClr val="F0E0B0"/>
          </a:solidFill>
          <a:ln w="6350">
            <a:solidFill>
              <a:srgbClr val="C9A06A"/>
            </a:solidFill>
            <a:prstDash val="solid"/>
          </a:ln>
        </p:spPr>
      </p:sp>
      <p:sp>
        <p:nvSpPr>
          <p:cNvPr id="138" name="Shape 132"/>
          <p:cNvSpPr/>
          <p:nvPr/>
        </p:nvSpPr>
        <p:spPr>
          <a:xfrm>
            <a:off x="6686550" y="3757930"/>
            <a:ext cx="57150" cy="107950"/>
          </a:xfrm>
          <a:prstGeom prst="rect">
            <a:avLst/>
          </a:prstGeom>
          <a:solidFill>
            <a:srgbClr val="FFFFFF"/>
          </a:solidFill>
          <a:ln w="6350">
            <a:solidFill>
              <a:srgbClr val="C9A06A"/>
            </a:solidFill>
            <a:prstDash val="solid"/>
          </a:ln>
        </p:spPr>
      </p:sp>
      <p:sp>
        <p:nvSpPr>
          <p:cNvPr id="139" name="Shape 133"/>
          <p:cNvSpPr/>
          <p:nvPr/>
        </p:nvSpPr>
        <p:spPr>
          <a:xfrm>
            <a:off x="6035040" y="4182110"/>
            <a:ext cx="114300" cy="1143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C2222"/>
            </a:solidFill>
            <a:prstDash val="solid"/>
          </a:ln>
        </p:spPr>
      </p:sp>
      <p:sp>
        <p:nvSpPr>
          <p:cNvPr id="140" name="Text 134"/>
          <p:cNvSpPr/>
          <p:nvPr/>
        </p:nvSpPr>
        <p:spPr>
          <a:xfrm>
            <a:off x="6035040" y="4182110"/>
            <a:ext cx="1143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CC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700" dirty="0"/>
          </a:p>
        </p:txBody>
      </p:sp>
      <p:sp>
        <p:nvSpPr>
          <p:cNvPr id="141" name="Text 135"/>
          <p:cNvSpPr/>
          <p:nvPr/>
        </p:nvSpPr>
        <p:spPr>
          <a:xfrm>
            <a:off x="6311900" y="4099560"/>
            <a:ext cx="1651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l" indent="0" marL="0">
              <a:buNone/>
            </a:pPr>
            <a:r>
              <a:rPr lang="en-US" sz="4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00" dirty="0"/>
          </a:p>
        </p:txBody>
      </p:sp>
      <p:sp>
        <p:nvSpPr>
          <p:cNvPr id="142" name="Shape 136"/>
          <p:cNvSpPr/>
          <p:nvPr/>
        </p:nvSpPr>
        <p:spPr>
          <a:xfrm>
            <a:off x="6515100" y="4150360"/>
            <a:ext cx="57150" cy="107950"/>
          </a:xfrm>
          <a:prstGeom prst="rect">
            <a:avLst/>
          </a:prstGeom>
          <a:solidFill>
            <a:srgbClr val="F0E0B0"/>
          </a:solidFill>
          <a:ln w="6350">
            <a:solidFill>
              <a:srgbClr val="C9A06A"/>
            </a:solidFill>
            <a:prstDash val="solid"/>
          </a:ln>
        </p:spPr>
      </p:sp>
      <p:sp>
        <p:nvSpPr>
          <p:cNvPr id="143" name="Shape 137"/>
          <p:cNvSpPr/>
          <p:nvPr/>
        </p:nvSpPr>
        <p:spPr>
          <a:xfrm>
            <a:off x="6572250" y="4150360"/>
            <a:ext cx="57150" cy="107950"/>
          </a:xfrm>
          <a:prstGeom prst="rect">
            <a:avLst/>
          </a:prstGeom>
          <a:solidFill>
            <a:srgbClr val="FFFFFF"/>
          </a:solidFill>
          <a:ln w="6350">
            <a:solidFill>
              <a:srgbClr val="C9A06A"/>
            </a:solidFill>
            <a:prstDash val="solid"/>
          </a:ln>
        </p:spPr>
      </p:sp>
      <p:sp>
        <p:nvSpPr>
          <p:cNvPr id="144" name="Shape 138"/>
          <p:cNvSpPr/>
          <p:nvPr/>
        </p:nvSpPr>
        <p:spPr>
          <a:xfrm>
            <a:off x="6629400" y="4150360"/>
            <a:ext cx="57150" cy="107950"/>
          </a:xfrm>
          <a:prstGeom prst="rect">
            <a:avLst/>
          </a:prstGeom>
          <a:solidFill>
            <a:srgbClr val="F0E0B0"/>
          </a:solidFill>
          <a:ln w="6350">
            <a:solidFill>
              <a:srgbClr val="C9A06A"/>
            </a:solidFill>
            <a:prstDash val="solid"/>
          </a:ln>
        </p:spPr>
      </p:sp>
      <p:sp>
        <p:nvSpPr>
          <p:cNvPr id="145" name="Shape 139"/>
          <p:cNvSpPr/>
          <p:nvPr/>
        </p:nvSpPr>
        <p:spPr>
          <a:xfrm>
            <a:off x="6686550" y="4150360"/>
            <a:ext cx="57150" cy="107950"/>
          </a:xfrm>
          <a:prstGeom prst="rect">
            <a:avLst/>
          </a:prstGeom>
          <a:solidFill>
            <a:srgbClr val="FFFFFF"/>
          </a:solidFill>
          <a:ln w="6350">
            <a:solidFill>
              <a:srgbClr val="C9A06A"/>
            </a:solidFill>
            <a:prstDash val="solid"/>
          </a:ln>
        </p:spPr>
      </p:sp>
      <p:sp>
        <p:nvSpPr>
          <p:cNvPr id="146" name="Shape 140"/>
          <p:cNvSpPr/>
          <p:nvPr/>
        </p:nvSpPr>
        <p:spPr>
          <a:xfrm>
            <a:off x="6807200" y="3022600"/>
            <a:ext cx="304800" cy="228600"/>
          </a:xfrm>
          <a:prstGeom prst="rect">
            <a:avLst/>
          </a:prstGeom>
          <a:solidFill>
            <a:srgbClr val="C9EFE6"/>
          </a:solidFill>
          <a:ln w="15875">
            <a:solidFill>
              <a:srgbClr val="1F3A8C"/>
            </a:solidFill>
            <a:prstDash val="solid"/>
          </a:ln>
        </p:spPr>
      </p:sp>
      <p:sp>
        <p:nvSpPr>
          <p:cNvPr id="147" name="Text 141"/>
          <p:cNvSpPr/>
          <p:nvPr/>
        </p:nvSpPr>
        <p:spPr>
          <a:xfrm>
            <a:off x="6807200" y="3022600"/>
            <a:ext cx="30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40" b="1" baseline="-40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ctr" indent="0" marL="0">
              <a:buNone/>
            </a:pPr>
            <a:r>
              <a:rPr lang="en-US" sz="413" b="1" baseline="30000" dirty="0">
                <a:solidFill>
                  <a:srgbClr val="CC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(0)</a:t>
            </a:r>
            <a:endParaRPr lang="en-US" sz="550" dirty="0"/>
          </a:p>
        </p:txBody>
      </p:sp>
      <p:sp>
        <p:nvSpPr>
          <p:cNvPr id="148" name="Shape 142"/>
          <p:cNvSpPr/>
          <p:nvPr/>
        </p:nvSpPr>
        <p:spPr>
          <a:xfrm>
            <a:off x="7264400" y="3136900"/>
            <a:ext cx="152400" cy="0"/>
          </a:xfrm>
          <a:prstGeom prst="line">
            <a:avLst/>
          </a:prstGeom>
          <a:noFill/>
          <a:ln w="11430">
            <a:solidFill>
              <a:srgbClr val="8B2020"/>
            </a:solidFill>
            <a:prstDash val="solid"/>
            <a:headEnd type="triangle"/>
          </a:ln>
        </p:spPr>
      </p:sp>
      <p:sp>
        <p:nvSpPr>
          <p:cNvPr id="149" name="Shape 143"/>
          <p:cNvSpPr/>
          <p:nvPr/>
        </p:nvSpPr>
        <p:spPr>
          <a:xfrm>
            <a:off x="6807200" y="3378200"/>
            <a:ext cx="304800" cy="228600"/>
          </a:xfrm>
          <a:prstGeom prst="rect">
            <a:avLst/>
          </a:prstGeom>
          <a:solidFill>
            <a:srgbClr val="C9EFE6"/>
          </a:solidFill>
          <a:ln w="15875">
            <a:solidFill>
              <a:srgbClr val="1F3A8C"/>
            </a:solidFill>
            <a:prstDash val="solid"/>
          </a:ln>
        </p:spPr>
      </p:sp>
      <p:sp>
        <p:nvSpPr>
          <p:cNvPr id="150" name="Text 144"/>
          <p:cNvSpPr/>
          <p:nvPr/>
        </p:nvSpPr>
        <p:spPr>
          <a:xfrm>
            <a:off x="6807200" y="3378200"/>
            <a:ext cx="30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40" b="1" baseline="-40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ctr" indent="0" marL="0">
              <a:buNone/>
            </a:pPr>
            <a:r>
              <a:rPr lang="en-US" sz="413" b="1" baseline="30000" dirty="0">
                <a:solidFill>
                  <a:srgbClr val="CC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(0)</a:t>
            </a:r>
            <a:endParaRPr lang="en-US" sz="550" dirty="0"/>
          </a:p>
        </p:txBody>
      </p:sp>
      <p:sp>
        <p:nvSpPr>
          <p:cNvPr id="151" name="Shape 145"/>
          <p:cNvSpPr/>
          <p:nvPr/>
        </p:nvSpPr>
        <p:spPr>
          <a:xfrm>
            <a:off x="7264400" y="3492500"/>
            <a:ext cx="152400" cy="0"/>
          </a:xfrm>
          <a:prstGeom prst="line">
            <a:avLst/>
          </a:prstGeom>
          <a:noFill/>
          <a:ln w="11430">
            <a:solidFill>
              <a:srgbClr val="8B2020"/>
            </a:solidFill>
            <a:prstDash val="solid"/>
            <a:headEnd type="triangle"/>
          </a:ln>
        </p:spPr>
      </p:sp>
      <p:sp>
        <p:nvSpPr>
          <p:cNvPr id="152" name="Shape 146"/>
          <p:cNvSpPr/>
          <p:nvPr/>
        </p:nvSpPr>
        <p:spPr>
          <a:xfrm>
            <a:off x="6807200" y="3733800"/>
            <a:ext cx="304800" cy="228600"/>
          </a:xfrm>
          <a:prstGeom prst="rect">
            <a:avLst/>
          </a:prstGeom>
          <a:solidFill>
            <a:srgbClr val="C9EFE6"/>
          </a:solidFill>
          <a:ln w="15875">
            <a:solidFill>
              <a:srgbClr val="1F3A8C"/>
            </a:solidFill>
            <a:prstDash val="solid"/>
          </a:ln>
        </p:spPr>
      </p:sp>
      <p:sp>
        <p:nvSpPr>
          <p:cNvPr id="153" name="Text 147"/>
          <p:cNvSpPr/>
          <p:nvPr/>
        </p:nvSpPr>
        <p:spPr>
          <a:xfrm>
            <a:off x="6807200" y="3733800"/>
            <a:ext cx="30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40" b="1" baseline="-40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ctr" indent="0" marL="0">
              <a:buNone/>
            </a:pPr>
            <a:r>
              <a:rPr lang="en-US" sz="413" b="1" baseline="30000" dirty="0">
                <a:solidFill>
                  <a:srgbClr val="CC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(0)</a:t>
            </a:r>
            <a:endParaRPr lang="en-US" sz="550" dirty="0"/>
          </a:p>
        </p:txBody>
      </p:sp>
      <p:sp>
        <p:nvSpPr>
          <p:cNvPr id="154" name="Shape 148"/>
          <p:cNvSpPr/>
          <p:nvPr/>
        </p:nvSpPr>
        <p:spPr>
          <a:xfrm>
            <a:off x="7264400" y="3848100"/>
            <a:ext cx="152400" cy="0"/>
          </a:xfrm>
          <a:prstGeom prst="line">
            <a:avLst/>
          </a:prstGeom>
          <a:noFill/>
          <a:ln w="11430">
            <a:solidFill>
              <a:srgbClr val="8B2020"/>
            </a:solidFill>
            <a:prstDash val="solid"/>
            <a:headEnd type="triangle"/>
          </a:ln>
        </p:spPr>
      </p:sp>
      <p:sp>
        <p:nvSpPr>
          <p:cNvPr id="155" name="Shape 149"/>
          <p:cNvSpPr/>
          <p:nvPr/>
        </p:nvSpPr>
        <p:spPr>
          <a:xfrm>
            <a:off x="6807200" y="4127500"/>
            <a:ext cx="304800" cy="228600"/>
          </a:xfrm>
          <a:prstGeom prst="rect">
            <a:avLst/>
          </a:prstGeom>
          <a:solidFill>
            <a:srgbClr val="C9EFE6"/>
          </a:solidFill>
          <a:ln w="15875">
            <a:solidFill>
              <a:srgbClr val="1F3A8C"/>
            </a:solidFill>
            <a:prstDash val="solid"/>
          </a:ln>
        </p:spPr>
      </p:sp>
      <p:sp>
        <p:nvSpPr>
          <p:cNvPr id="156" name="Text 150"/>
          <p:cNvSpPr/>
          <p:nvPr/>
        </p:nvSpPr>
        <p:spPr>
          <a:xfrm>
            <a:off x="6807200" y="4127500"/>
            <a:ext cx="30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40" b="1" baseline="-40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ctr" indent="0" marL="0">
              <a:buNone/>
            </a:pPr>
            <a:r>
              <a:rPr lang="en-US" sz="413" b="1" baseline="30000" dirty="0">
                <a:solidFill>
                  <a:srgbClr val="CC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(0)</a:t>
            </a:r>
            <a:endParaRPr lang="en-US" sz="550" dirty="0"/>
          </a:p>
        </p:txBody>
      </p:sp>
      <p:sp>
        <p:nvSpPr>
          <p:cNvPr id="157" name="Shape 151"/>
          <p:cNvSpPr/>
          <p:nvPr/>
        </p:nvSpPr>
        <p:spPr>
          <a:xfrm>
            <a:off x="7264400" y="4241800"/>
            <a:ext cx="152400" cy="0"/>
          </a:xfrm>
          <a:prstGeom prst="line">
            <a:avLst/>
          </a:prstGeom>
          <a:noFill/>
          <a:ln w="11430">
            <a:solidFill>
              <a:srgbClr val="8B2020"/>
            </a:solidFill>
            <a:prstDash val="solid"/>
            <a:headEnd type="triangle"/>
          </a:ln>
        </p:spPr>
      </p:sp>
      <p:sp>
        <p:nvSpPr>
          <p:cNvPr id="158" name="Shape 152"/>
          <p:cNvSpPr/>
          <p:nvPr/>
        </p:nvSpPr>
        <p:spPr>
          <a:xfrm>
            <a:off x="7302500" y="2959100"/>
            <a:ext cx="736600" cy="1549400"/>
          </a:xfrm>
          <a:prstGeom prst="roundRect">
            <a:avLst>
              <a:gd name="adj" fmla="val 6207"/>
            </a:avLst>
          </a:prstGeom>
          <a:solidFill>
            <a:srgbClr val="DFEAD2"/>
          </a:solidFill>
          <a:ln w="9525">
            <a:solidFill>
              <a:srgbClr val="A0A385"/>
            </a:solidFill>
            <a:prstDash val="dash"/>
          </a:ln>
        </p:spPr>
      </p:sp>
      <p:sp>
        <p:nvSpPr>
          <p:cNvPr id="159" name="Shape 153"/>
          <p:cNvSpPr/>
          <p:nvPr/>
        </p:nvSpPr>
        <p:spPr>
          <a:xfrm>
            <a:off x="7366000" y="3073400"/>
            <a:ext cx="152400" cy="152400"/>
          </a:xfrm>
          <a:prstGeom prst="rect">
            <a:avLst/>
          </a:prstGeom>
          <a:solidFill>
            <a:srgbClr val="F6F8C8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60" name="Shape 154"/>
          <p:cNvSpPr/>
          <p:nvPr/>
        </p:nvSpPr>
        <p:spPr>
          <a:xfrm>
            <a:off x="7518400" y="3073400"/>
            <a:ext cx="152400" cy="152400"/>
          </a:xfrm>
          <a:prstGeom prst="rect">
            <a:avLst/>
          </a:prstGeom>
          <a:solidFill>
            <a:srgbClr val="F0E2CE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61" name="Shape 155"/>
          <p:cNvSpPr/>
          <p:nvPr/>
        </p:nvSpPr>
        <p:spPr>
          <a:xfrm>
            <a:off x="7670800" y="3073400"/>
            <a:ext cx="152400" cy="152400"/>
          </a:xfrm>
          <a:prstGeom prst="rect">
            <a:avLst/>
          </a:prstGeom>
          <a:solidFill>
            <a:srgbClr val="E2E0F4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62" name="Shape 156"/>
          <p:cNvSpPr/>
          <p:nvPr/>
        </p:nvSpPr>
        <p:spPr>
          <a:xfrm>
            <a:off x="7823200" y="3073400"/>
            <a:ext cx="152400" cy="152400"/>
          </a:xfrm>
          <a:prstGeom prst="rect">
            <a:avLst/>
          </a:prstGeom>
          <a:solidFill>
            <a:srgbClr val="ECD6DE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63" name="Shape 157"/>
          <p:cNvSpPr/>
          <p:nvPr/>
        </p:nvSpPr>
        <p:spPr>
          <a:xfrm>
            <a:off x="7366000" y="3403600"/>
            <a:ext cx="152400" cy="152400"/>
          </a:xfrm>
          <a:prstGeom prst="rect">
            <a:avLst/>
          </a:prstGeom>
          <a:solidFill>
            <a:srgbClr val="F6F8C8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64" name="Shape 158"/>
          <p:cNvSpPr/>
          <p:nvPr/>
        </p:nvSpPr>
        <p:spPr>
          <a:xfrm>
            <a:off x="7518400" y="3403600"/>
            <a:ext cx="152400" cy="152400"/>
          </a:xfrm>
          <a:prstGeom prst="rect">
            <a:avLst/>
          </a:prstGeom>
          <a:solidFill>
            <a:srgbClr val="F0E2CE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65" name="Shape 159"/>
          <p:cNvSpPr/>
          <p:nvPr/>
        </p:nvSpPr>
        <p:spPr>
          <a:xfrm>
            <a:off x="7670800" y="3403600"/>
            <a:ext cx="152400" cy="152400"/>
          </a:xfrm>
          <a:prstGeom prst="rect">
            <a:avLst/>
          </a:prstGeom>
          <a:solidFill>
            <a:srgbClr val="E2E0F4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66" name="Shape 160"/>
          <p:cNvSpPr/>
          <p:nvPr/>
        </p:nvSpPr>
        <p:spPr>
          <a:xfrm>
            <a:off x="7823200" y="3403600"/>
            <a:ext cx="152400" cy="152400"/>
          </a:xfrm>
          <a:prstGeom prst="rect">
            <a:avLst/>
          </a:prstGeom>
          <a:solidFill>
            <a:srgbClr val="ECD6DE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67" name="Shape 161"/>
          <p:cNvSpPr/>
          <p:nvPr/>
        </p:nvSpPr>
        <p:spPr>
          <a:xfrm>
            <a:off x="7366000" y="3733800"/>
            <a:ext cx="152400" cy="152400"/>
          </a:xfrm>
          <a:prstGeom prst="rect">
            <a:avLst/>
          </a:prstGeom>
          <a:solidFill>
            <a:srgbClr val="F6F8C8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68" name="Shape 162"/>
          <p:cNvSpPr/>
          <p:nvPr/>
        </p:nvSpPr>
        <p:spPr>
          <a:xfrm>
            <a:off x="7518400" y="3733800"/>
            <a:ext cx="152400" cy="152400"/>
          </a:xfrm>
          <a:prstGeom prst="rect">
            <a:avLst/>
          </a:prstGeom>
          <a:solidFill>
            <a:srgbClr val="F0E2CE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69" name="Shape 163"/>
          <p:cNvSpPr/>
          <p:nvPr/>
        </p:nvSpPr>
        <p:spPr>
          <a:xfrm>
            <a:off x="7670800" y="3733800"/>
            <a:ext cx="152400" cy="152400"/>
          </a:xfrm>
          <a:prstGeom prst="rect">
            <a:avLst/>
          </a:prstGeom>
          <a:solidFill>
            <a:srgbClr val="E2E0F4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70" name="Shape 164"/>
          <p:cNvSpPr/>
          <p:nvPr/>
        </p:nvSpPr>
        <p:spPr>
          <a:xfrm>
            <a:off x="7823200" y="3733800"/>
            <a:ext cx="152400" cy="152400"/>
          </a:xfrm>
          <a:prstGeom prst="rect">
            <a:avLst/>
          </a:prstGeom>
          <a:solidFill>
            <a:srgbClr val="ECD6DE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71" name="Shape 165"/>
          <p:cNvSpPr/>
          <p:nvPr/>
        </p:nvSpPr>
        <p:spPr>
          <a:xfrm>
            <a:off x="7366000" y="4089400"/>
            <a:ext cx="152400" cy="152400"/>
          </a:xfrm>
          <a:prstGeom prst="rect">
            <a:avLst/>
          </a:prstGeom>
          <a:solidFill>
            <a:srgbClr val="F6F8C8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72" name="Shape 166"/>
          <p:cNvSpPr/>
          <p:nvPr/>
        </p:nvSpPr>
        <p:spPr>
          <a:xfrm>
            <a:off x="7518400" y="4089400"/>
            <a:ext cx="152400" cy="152400"/>
          </a:xfrm>
          <a:prstGeom prst="rect">
            <a:avLst/>
          </a:prstGeom>
          <a:solidFill>
            <a:srgbClr val="F0E2CE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73" name="Shape 167"/>
          <p:cNvSpPr/>
          <p:nvPr/>
        </p:nvSpPr>
        <p:spPr>
          <a:xfrm>
            <a:off x="7670800" y="4089400"/>
            <a:ext cx="152400" cy="152400"/>
          </a:xfrm>
          <a:prstGeom prst="rect">
            <a:avLst/>
          </a:prstGeom>
          <a:solidFill>
            <a:srgbClr val="E2E0F4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74" name="Shape 168"/>
          <p:cNvSpPr/>
          <p:nvPr/>
        </p:nvSpPr>
        <p:spPr>
          <a:xfrm>
            <a:off x="7823200" y="4089400"/>
            <a:ext cx="152400" cy="152400"/>
          </a:xfrm>
          <a:prstGeom prst="rect">
            <a:avLst/>
          </a:prstGeom>
          <a:solidFill>
            <a:srgbClr val="ECD6DE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75" name="Shape 169"/>
          <p:cNvSpPr/>
          <p:nvPr/>
        </p:nvSpPr>
        <p:spPr>
          <a:xfrm>
            <a:off x="7663180" y="4457700"/>
            <a:ext cx="15875" cy="38100"/>
          </a:xfrm>
          <a:prstGeom prst="rect">
            <a:avLst/>
          </a:prstGeom>
          <a:solidFill>
            <a:srgbClr val="00AA00"/>
          </a:solidFill>
          <a:ln/>
        </p:spPr>
      </p:sp>
      <p:sp>
        <p:nvSpPr>
          <p:cNvPr id="176" name="Shape 170"/>
          <p:cNvSpPr/>
          <p:nvPr/>
        </p:nvSpPr>
        <p:spPr>
          <a:xfrm flipV="1">
            <a:off x="7630160" y="4394200"/>
            <a:ext cx="81280" cy="69850"/>
          </a:xfrm>
          <a:prstGeom prst="triangle">
            <a:avLst/>
          </a:prstGeom>
          <a:solidFill>
            <a:srgbClr val="00AA00"/>
          </a:solidFill>
          <a:ln/>
        </p:spPr>
      </p:sp>
      <p:sp>
        <p:nvSpPr>
          <p:cNvPr id="177" name="Shape 171"/>
          <p:cNvSpPr/>
          <p:nvPr/>
        </p:nvSpPr>
        <p:spPr>
          <a:xfrm>
            <a:off x="8115300" y="2705100"/>
            <a:ext cx="444500" cy="1663700"/>
          </a:xfrm>
          <a:prstGeom prst="roundRect">
            <a:avLst>
              <a:gd name="adj" fmla="val 10286"/>
            </a:avLst>
          </a:prstGeom>
          <a:solidFill>
            <a:srgbClr val="DFEAD2"/>
          </a:solidFill>
          <a:ln w="9525">
            <a:solidFill>
              <a:srgbClr val="2E8B57"/>
            </a:solidFill>
            <a:prstDash val="dash"/>
          </a:ln>
        </p:spPr>
      </p:sp>
      <p:sp>
        <p:nvSpPr>
          <p:cNvPr id="178" name="Shape 172"/>
          <p:cNvSpPr/>
          <p:nvPr/>
        </p:nvSpPr>
        <p:spPr>
          <a:xfrm>
            <a:off x="8178800" y="2781300"/>
            <a:ext cx="79375" cy="152400"/>
          </a:xfrm>
          <a:prstGeom prst="rect">
            <a:avLst/>
          </a:prstGeom>
          <a:solidFill>
            <a:srgbClr val="F6F8C8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79" name="Shape 173"/>
          <p:cNvSpPr/>
          <p:nvPr/>
        </p:nvSpPr>
        <p:spPr>
          <a:xfrm>
            <a:off x="8258175" y="2781300"/>
            <a:ext cx="79375" cy="152400"/>
          </a:xfrm>
          <a:prstGeom prst="rect">
            <a:avLst/>
          </a:prstGeom>
          <a:solidFill>
            <a:srgbClr val="F0E2CE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80" name="Shape 174"/>
          <p:cNvSpPr/>
          <p:nvPr/>
        </p:nvSpPr>
        <p:spPr>
          <a:xfrm>
            <a:off x="8337550" y="2781300"/>
            <a:ext cx="79375" cy="152400"/>
          </a:xfrm>
          <a:prstGeom prst="rect">
            <a:avLst/>
          </a:prstGeom>
          <a:solidFill>
            <a:srgbClr val="E2E0F4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81" name="Shape 175"/>
          <p:cNvSpPr/>
          <p:nvPr/>
        </p:nvSpPr>
        <p:spPr>
          <a:xfrm>
            <a:off x="8416925" y="2781300"/>
            <a:ext cx="79375" cy="152400"/>
          </a:xfrm>
          <a:prstGeom prst="rect">
            <a:avLst/>
          </a:prstGeom>
          <a:solidFill>
            <a:srgbClr val="ECD6DE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82" name="Shape 176"/>
          <p:cNvSpPr/>
          <p:nvPr/>
        </p:nvSpPr>
        <p:spPr>
          <a:xfrm>
            <a:off x="8178800" y="3136900"/>
            <a:ext cx="79375" cy="152400"/>
          </a:xfrm>
          <a:prstGeom prst="rect">
            <a:avLst/>
          </a:prstGeom>
          <a:solidFill>
            <a:srgbClr val="F6F8C8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83" name="Shape 177"/>
          <p:cNvSpPr/>
          <p:nvPr/>
        </p:nvSpPr>
        <p:spPr>
          <a:xfrm>
            <a:off x="8258175" y="3136900"/>
            <a:ext cx="79375" cy="152400"/>
          </a:xfrm>
          <a:prstGeom prst="rect">
            <a:avLst/>
          </a:prstGeom>
          <a:solidFill>
            <a:srgbClr val="F0E2CE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84" name="Shape 178"/>
          <p:cNvSpPr/>
          <p:nvPr/>
        </p:nvSpPr>
        <p:spPr>
          <a:xfrm>
            <a:off x="8337550" y="3136900"/>
            <a:ext cx="79375" cy="152400"/>
          </a:xfrm>
          <a:prstGeom prst="rect">
            <a:avLst/>
          </a:prstGeom>
          <a:solidFill>
            <a:srgbClr val="E2E0F4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85" name="Shape 179"/>
          <p:cNvSpPr/>
          <p:nvPr/>
        </p:nvSpPr>
        <p:spPr>
          <a:xfrm>
            <a:off x="8416925" y="3136900"/>
            <a:ext cx="79375" cy="152400"/>
          </a:xfrm>
          <a:prstGeom prst="rect">
            <a:avLst/>
          </a:prstGeom>
          <a:solidFill>
            <a:srgbClr val="ECD6DE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86" name="Shape 180"/>
          <p:cNvSpPr/>
          <p:nvPr/>
        </p:nvSpPr>
        <p:spPr>
          <a:xfrm>
            <a:off x="8178800" y="3492500"/>
            <a:ext cx="79375" cy="152400"/>
          </a:xfrm>
          <a:prstGeom prst="rect">
            <a:avLst/>
          </a:prstGeom>
          <a:solidFill>
            <a:srgbClr val="F6F8C8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87" name="Shape 181"/>
          <p:cNvSpPr/>
          <p:nvPr/>
        </p:nvSpPr>
        <p:spPr>
          <a:xfrm>
            <a:off x="8258175" y="3492500"/>
            <a:ext cx="79375" cy="152400"/>
          </a:xfrm>
          <a:prstGeom prst="rect">
            <a:avLst/>
          </a:prstGeom>
          <a:solidFill>
            <a:srgbClr val="F0E2CE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88" name="Shape 182"/>
          <p:cNvSpPr/>
          <p:nvPr/>
        </p:nvSpPr>
        <p:spPr>
          <a:xfrm>
            <a:off x="8337550" y="3492500"/>
            <a:ext cx="79375" cy="152400"/>
          </a:xfrm>
          <a:prstGeom prst="rect">
            <a:avLst/>
          </a:prstGeom>
          <a:solidFill>
            <a:srgbClr val="E2E0F4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89" name="Shape 183"/>
          <p:cNvSpPr/>
          <p:nvPr/>
        </p:nvSpPr>
        <p:spPr>
          <a:xfrm>
            <a:off x="8416925" y="3492500"/>
            <a:ext cx="79375" cy="152400"/>
          </a:xfrm>
          <a:prstGeom prst="rect">
            <a:avLst/>
          </a:prstGeom>
          <a:solidFill>
            <a:srgbClr val="ECD6DE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90" name="Shape 184"/>
          <p:cNvSpPr/>
          <p:nvPr/>
        </p:nvSpPr>
        <p:spPr>
          <a:xfrm>
            <a:off x="8178800" y="3835400"/>
            <a:ext cx="79375" cy="152400"/>
          </a:xfrm>
          <a:prstGeom prst="rect">
            <a:avLst/>
          </a:prstGeom>
          <a:solidFill>
            <a:srgbClr val="F6F8C8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91" name="Shape 185"/>
          <p:cNvSpPr/>
          <p:nvPr/>
        </p:nvSpPr>
        <p:spPr>
          <a:xfrm>
            <a:off x="8258175" y="3835400"/>
            <a:ext cx="79375" cy="152400"/>
          </a:xfrm>
          <a:prstGeom prst="rect">
            <a:avLst/>
          </a:prstGeom>
          <a:solidFill>
            <a:srgbClr val="F0E2CE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92" name="Shape 186"/>
          <p:cNvSpPr/>
          <p:nvPr/>
        </p:nvSpPr>
        <p:spPr>
          <a:xfrm>
            <a:off x="8337550" y="3835400"/>
            <a:ext cx="79375" cy="152400"/>
          </a:xfrm>
          <a:prstGeom prst="rect">
            <a:avLst/>
          </a:prstGeom>
          <a:solidFill>
            <a:srgbClr val="E2E0F4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93" name="Shape 187"/>
          <p:cNvSpPr/>
          <p:nvPr/>
        </p:nvSpPr>
        <p:spPr>
          <a:xfrm>
            <a:off x="8416925" y="3835400"/>
            <a:ext cx="79375" cy="152400"/>
          </a:xfrm>
          <a:prstGeom prst="rect">
            <a:avLst/>
          </a:prstGeom>
          <a:solidFill>
            <a:srgbClr val="ECD6DE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94" name="Shape 188"/>
          <p:cNvSpPr/>
          <p:nvPr/>
        </p:nvSpPr>
        <p:spPr>
          <a:xfrm>
            <a:off x="8329930" y="4318000"/>
            <a:ext cx="15875" cy="38100"/>
          </a:xfrm>
          <a:prstGeom prst="rect">
            <a:avLst/>
          </a:prstGeom>
          <a:solidFill>
            <a:srgbClr val="00AA00"/>
          </a:solidFill>
          <a:ln/>
        </p:spPr>
      </p:sp>
      <p:sp>
        <p:nvSpPr>
          <p:cNvPr id="195" name="Shape 189"/>
          <p:cNvSpPr/>
          <p:nvPr/>
        </p:nvSpPr>
        <p:spPr>
          <a:xfrm flipV="1">
            <a:off x="8296910" y="4254500"/>
            <a:ext cx="81280" cy="69850"/>
          </a:xfrm>
          <a:prstGeom prst="triangle">
            <a:avLst/>
          </a:prstGeom>
          <a:solidFill>
            <a:srgbClr val="00AA00"/>
          </a:solidFill>
          <a:ln/>
        </p:spPr>
      </p:sp>
      <p:sp>
        <p:nvSpPr>
          <p:cNvPr id="196" name="Shape 190"/>
          <p:cNvSpPr/>
          <p:nvPr/>
        </p:nvSpPr>
        <p:spPr>
          <a:xfrm>
            <a:off x="8775700" y="2641600"/>
            <a:ext cx="419100" cy="1511300"/>
          </a:xfrm>
          <a:prstGeom prst="roundRect">
            <a:avLst>
              <a:gd name="adj" fmla="val 10909"/>
            </a:avLst>
          </a:prstGeom>
          <a:solidFill>
            <a:srgbClr val="DFEAD2"/>
          </a:solidFill>
          <a:ln w="9525">
            <a:solidFill>
              <a:srgbClr val="2E8B57"/>
            </a:solidFill>
            <a:prstDash val="dash"/>
          </a:ln>
        </p:spPr>
      </p:sp>
      <p:sp>
        <p:nvSpPr>
          <p:cNvPr id="197" name="Shape 191"/>
          <p:cNvSpPr/>
          <p:nvPr/>
        </p:nvSpPr>
        <p:spPr>
          <a:xfrm>
            <a:off x="8839200" y="2705100"/>
            <a:ext cx="73025" cy="152400"/>
          </a:xfrm>
          <a:prstGeom prst="rect">
            <a:avLst/>
          </a:prstGeom>
          <a:solidFill>
            <a:srgbClr val="F6F8C8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98" name="Shape 192"/>
          <p:cNvSpPr/>
          <p:nvPr/>
        </p:nvSpPr>
        <p:spPr>
          <a:xfrm>
            <a:off x="8912225" y="2705100"/>
            <a:ext cx="73025" cy="152400"/>
          </a:xfrm>
          <a:prstGeom prst="rect">
            <a:avLst/>
          </a:prstGeom>
          <a:solidFill>
            <a:srgbClr val="F0E2CE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99" name="Shape 193"/>
          <p:cNvSpPr/>
          <p:nvPr/>
        </p:nvSpPr>
        <p:spPr>
          <a:xfrm>
            <a:off x="8985250" y="2705100"/>
            <a:ext cx="73025" cy="152400"/>
          </a:xfrm>
          <a:prstGeom prst="rect">
            <a:avLst/>
          </a:prstGeom>
          <a:solidFill>
            <a:srgbClr val="E2E0F4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00" name="Shape 194"/>
          <p:cNvSpPr/>
          <p:nvPr/>
        </p:nvSpPr>
        <p:spPr>
          <a:xfrm>
            <a:off x="9058275" y="2705100"/>
            <a:ext cx="73025" cy="152400"/>
          </a:xfrm>
          <a:prstGeom prst="rect">
            <a:avLst/>
          </a:prstGeom>
          <a:solidFill>
            <a:srgbClr val="ECD6DE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01" name="Shape 195"/>
          <p:cNvSpPr/>
          <p:nvPr/>
        </p:nvSpPr>
        <p:spPr>
          <a:xfrm>
            <a:off x="8839200" y="3048000"/>
            <a:ext cx="73025" cy="152400"/>
          </a:xfrm>
          <a:prstGeom prst="rect">
            <a:avLst/>
          </a:prstGeom>
          <a:solidFill>
            <a:srgbClr val="F6F8C8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02" name="Shape 196"/>
          <p:cNvSpPr/>
          <p:nvPr/>
        </p:nvSpPr>
        <p:spPr>
          <a:xfrm>
            <a:off x="8912225" y="3048000"/>
            <a:ext cx="73025" cy="152400"/>
          </a:xfrm>
          <a:prstGeom prst="rect">
            <a:avLst/>
          </a:prstGeom>
          <a:solidFill>
            <a:srgbClr val="F0E2CE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03" name="Shape 197"/>
          <p:cNvSpPr/>
          <p:nvPr/>
        </p:nvSpPr>
        <p:spPr>
          <a:xfrm>
            <a:off x="8985250" y="3048000"/>
            <a:ext cx="73025" cy="152400"/>
          </a:xfrm>
          <a:prstGeom prst="rect">
            <a:avLst/>
          </a:prstGeom>
          <a:solidFill>
            <a:srgbClr val="E2E0F4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04" name="Shape 198"/>
          <p:cNvSpPr/>
          <p:nvPr/>
        </p:nvSpPr>
        <p:spPr>
          <a:xfrm>
            <a:off x="9058275" y="3048000"/>
            <a:ext cx="73025" cy="152400"/>
          </a:xfrm>
          <a:prstGeom prst="rect">
            <a:avLst/>
          </a:prstGeom>
          <a:solidFill>
            <a:srgbClr val="ECD6DE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05" name="Shape 199"/>
          <p:cNvSpPr/>
          <p:nvPr/>
        </p:nvSpPr>
        <p:spPr>
          <a:xfrm>
            <a:off x="8839200" y="3403600"/>
            <a:ext cx="73025" cy="152400"/>
          </a:xfrm>
          <a:prstGeom prst="rect">
            <a:avLst/>
          </a:prstGeom>
          <a:solidFill>
            <a:srgbClr val="F6F8C8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06" name="Shape 200"/>
          <p:cNvSpPr/>
          <p:nvPr/>
        </p:nvSpPr>
        <p:spPr>
          <a:xfrm>
            <a:off x="8912225" y="3403600"/>
            <a:ext cx="73025" cy="152400"/>
          </a:xfrm>
          <a:prstGeom prst="rect">
            <a:avLst/>
          </a:prstGeom>
          <a:solidFill>
            <a:srgbClr val="F0E2CE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07" name="Shape 201"/>
          <p:cNvSpPr/>
          <p:nvPr/>
        </p:nvSpPr>
        <p:spPr>
          <a:xfrm>
            <a:off x="8985250" y="3403600"/>
            <a:ext cx="73025" cy="152400"/>
          </a:xfrm>
          <a:prstGeom prst="rect">
            <a:avLst/>
          </a:prstGeom>
          <a:solidFill>
            <a:srgbClr val="E2E0F4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08" name="Shape 202"/>
          <p:cNvSpPr/>
          <p:nvPr/>
        </p:nvSpPr>
        <p:spPr>
          <a:xfrm>
            <a:off x="9058275" y="3403600"/>
            <a:ext cx="73025" cy="152400"/>
          </a:xfrm>
          <a:prstGeom prst="rect">
            <a:avLst/>
          </a:prstGeom>
          <a:solidFill>
            <a:srgbClr val="ECD6DE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09" name="Shape 203"/>
          <p:cNvSpPr/>
          <p:nvPr/>
        </p:nvSpPr>
        <p:spPr>
          <a:xfrm>
            <a:off x="8839200" y="3759200"/>
            <a:ext cx="73025" cy="152400"/>
          </a:xfrm>
          <a:prstGeom prst="rect">
            <a:avLst/>
          </a:prstGeom>
          <a:solidFill>
            <a:srgbClr val="F6F8C8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10" name="Shape 204"/>
          <p:cNvSpPr/>
          <p:nvPr/>
        </p:nvSpPr>
        <p:spPr>
          <a:xfrm>
            <a:off x="8912225" y="3759200"/>
            <a:ext cx="73025" cy="152400"/>
          </a:xfrm>
          <a:prstGeom prst="rect">
            <a:avLst/>
          </a:prstGeom>
          <a:solidFill>
            <a:srgbClr val="F0E2CE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11" name="Shape 205"/>
          <p:cNvSpPr/>
          <p:nvPr/>
        </p:nvSpPr>
        <p:spPr>
          <a:xfrm>
            <a:off x="8985250" y="3759200"/>
            <a:ext cx="73025" cy="152400"/>
          </a:xfrm>
          <a:prstGeom prst="rect">
            <a:avLst/>
          </a:prstGeom>
          <a:solidFill>
            <a:srgbClr val="E2E0F4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12" name="Shape 206"/>
          <p:cNvSpPr/>
          <p:nvPr/>
        </p:nvSpPr>
        <p:spPr>
          <a:xfrm>
            <a:off x="9058275" y="3759200"/>
            <a:ext cx="73025" cy="152400"/>
          </a:xfrm>
          <a:prstGeom prst="rect">
            <a:avLst/>
          </a:prstGeom>
          <a:solidFill>
            <a:srgbClr val="ECD6DE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13" name="Shape 207"/>
          <p:cNvSpPr/>
          <p:nvPr/>
        </p:nvSpPr>
        <p:spPr>
          <a:xfrm>
            <a:off x="8977630" y="4102100"/>
            <a:ext cx="15875" cy="38100"/>
          </a:xfrm>
          <a:prstGeom prst="rect">
            <a:avLst/>
          </a:prstGeom>
          <a:solidFill>
            <a:srgbClr val="00AA00"/>
          </a:solidFill>
          <a:ln/>
        </p:spPr>
      </p:sp>
      <p:sp>
        <p:nvSpPr>
          <p:cNvPr id="214" name="Shape 208"/>
          <p:cNvSpPr/>
          <p:nvPr/>
        </p:nvSpPr>
        <p:spPr>
          <a:xfrm flipV="1">
            <a:off x="8944610" y="4038600"/>
            <a:ext cx="81280" cy="69850"/>
          </a:xfrm>
          <a:prstGeom prst="triangle">
            <a:avLst/>
          </a:prstGeom>
          <a:solidFill>
            <a:srgbClr val="00AA00"/>
          </a:solidFill>
          <a:ln/>
        </p:spPr>
      </p:sp>
      <p:sp>
        <p:nvSpPr>
          <p:cNvPr id="215" name="Shape 209"/>
          <p:cNvSpPr/>
          <p:nvPr/>
        </p:nvSpPr>
        <p:spPr>
          <a:xfrm>
            <a:off x="9334500" y="2311400"/>
            <a:ext cx="495300" cy="1485900"/>
          </a:xfrm>
          <a:prstGeom prst="roundRect">
            <a:avLst>
              <a:gd name="adj" fmla="val 9231"/>
            </a:avLst>
          </a:prstGeom>
          <a:solidFill>
            <a:srgbClr val="DFEAD2"/>
          </a:solidFill>
          <a:ln w="9525">
            <a:solidFill>
              <a:srgbClr val="2E8B57"/>
            </a:solidFill>
            <a:prstDash val="dash"/>
          </a:ln>
        </p:spPr>
      </p:sp>
      <p:sp>
        <p:nvSpPr>
          <p:cNvPr id="216" name="Shape 210"/>
          <p:cNvSpPr/>
          <p:nvPr/>
        </p:nvSpPr>
        <p:spPr>
          <a:xfrm>
            <a:off x="9398000" y="2374900"/>
            <a:ext cx="92075" cy="152400"/>
          </a:xfrm>
          <a:prstGeom prst="rect">
            <a:avLst/>
          </a:prstGeom>
          <a:solidFill>
            <a:srgbClr val="F6F8C8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17" name="Shape 211"/>
          <p:cNvSpPr/>
          <p:nvPr/>
        </p:nvSpPr>
        <p:spPr>
          <a:xfrm>
            <a:off x="9490075" y="2374900"/>
            <a:ext cx="92075" cy="152400"/>
          </a:xfrm>
          <a:prstGeom prst="rect">
            <a:avLst/>
          </a:prstGeom>
          <a:solidFill>
            <a:srgbClr val="F0E2CE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18" name="Shape 212"/>
          <p:cNvSpPr/>
          <p:nvPr/>
        </p:nvSpPr>
        <p:spPr>
          <a:xfrm>
            <a:off x="9582150" y="2374900"/>
            <a:ext cx="92075" cy="152400"/>
          </a:xfrm>
          <a:prstGeom prst="rect">
            <a:avLst/>
          </a:prstGeom>
          <a:solidFill>
            <a:srgbClr val="E2E0F4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19" name="Shape 213"/>
          <p:cNvSpPr/>
          <p:nvPr/>
        </p:nvSpPr>
        <p:spPr>
          <a:xfrm>
            <a:off x="9674225" y="2374900"/>
            <a:ext cx="92075" cy="152400"/>
          </a:xfrm>
          <a:prstGeom prst="rect">
            <a:avLst/>
          </a:prstGeom>
          <a:solidFill>
            <a:srgbClr val="ECD6DE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20" name="Shape 214"/>
          <p:cNvSpPr/>
          <p:nvPr/>
        </p:nvSpPr>
        <p:spPr>
          <a:xfrm>
            <a:off x="9398000" y="2730500"/>
            <a:ext cx="92075" cy="152400"/>
          </a:xfrm>
          <a:prstGeom prst="rect">
            <a:avLst/>
          </a:prstGeom>
          <a:solidFill>
            <a:srgbClr val="F6F8C8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21" name="Shape 215"/>
          <p:cNvSpPr/>
          <p:nvPr/>
        </p:nvSpPr>
        <p:spPr>
          <a:xfrm>
            <a:off x="9490075" y="2730500"/>
            <a:ext cx="92075" cy="152400"/>
          </a:xfrm>
          <a:prstGeom prst="rect">
            <a:avLst/>
          </a:prstGeom>
          <a:solidFill>
            <a:srgbClr val="F0E2CE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22" name="Shape 216"/>
          <p:cNvSpPr/>
          <p:nvPr/>
        </p:nvSpPr>
        <p:spPr>
          <a:xfrm>
            <a:off x="9582150" y="2730500"/>
            <a:ext cx="92075" cy="152400"/>
          </a:xfrm>
          <a:prstGeom prst="rect">
            <a:avLst/>
          </a:prstGeom>
          <a:solidFill>
            <a:srgbClr val="E2E0F4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23" name="Shape 217"/>
          <p:cNvSpPr/>
          <p:nvPr/>
        </p:nvSpPr>
        <p:spPr>
          <a:xfrm>
            <a:off x="9674225" y="2730500"/>
            <a:ext cx="92075" cy="152400"/>
          </a:xfrm>
          <a:prstGeom prst="rect">
            <a:avLst/>
          </a:prstGeom>
          <a:solidFill>
            <a:srgbClr val="ECD6DE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24" name="Shape 218"/>
          <p:cNvSpPr/>
          <p:nvPr/>
        </p:nvSpPr>
        <p:spPr>
          <a:xfrm>
            <a:off x="9398000" y="3086100"/>
            <a:ext cx="92075" cy="152400"/>
          </a:xfrm>
          <a:prstGeom prst="rect">
            <a:avLst/>
          </a:prstGeom>
          <a:solidFill>
            <a:srgbClr val="F6F8C8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25" name="Shape 219"/>
          <p:cNvSpPr/>
          <p:nvPr/>
        </p:nvSpPr>
        <p:spPr>
          <a:xfrm>
            <a:off x="9490075" y="3086100"/>
            <a:ext cx="92075" cy="152400"/>
          </a:xfrm>
          <a:prstGeom prst="rect">
            <a:avLst/>
          </a:prstGeom>
          <a:solidFill>
            <a:srgbClr val="F0E2CE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26" name="Shape 220"/>
          <p:cNvSpPr/>
          <p:nvPr/>
        </p:nvSpPr>
        <p:spPr>
          <a:xfrm>
            <a:off x="9582150" y="3086100"/>
            <a:ext cx="92075" cy="152400"/>
          </a:xfrm>
          <a:prstGeom prst="rect">
            <a:avLst/>
          </a:prstGeom>
          <a:solidFill>
            <a:srgbClr val="E2E0F4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27" name="Shape 221"/>
          <p:cNvSpPr/>
          <p:nvPr/>
        </p:nvSpPr>
        <p:spPr>
          <a:xfrm>
            <a:off x="9674225" y="3086100"/>
            <a:ext cx="92075" cy="152400"/>
          </a:xfrm>
          <a:prstGeom prst="rect">
            <a:avLst/>
          </a:prstGeom>
          <a:solidFill>
            <a:srgbClr val="ECD6DE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28" name="Shape 222"/>
          <p:cNvSpPr/>
          <p:nvPr/>
        </p:nvSpPr>
        <p:spPr>
          <a:xfrm>
            <a:off x="9398000" y="3441700"/>
            <a:ext cx="92075" cy="152400"/>
          </a:xfrm>
          <a:prstGeom prst="rect">
            <a:avLst/>
          </a:prstGeom>
          <a:solidFill>
            <a:srgbClr val="F6F8C8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29" name="Shape 223"/>
          <p:cNvSpPr/>
          <p:nvPr/>
        </p:nvSpPr>
        <p:spPr>
          <a:xfrm>
            <a:off x="9490075" y="3441700"/>
            <a:ext cx="92075" cy="152400"/>
          </a:xfrm>
          <a:prstGeom prst="rect">
            <a:avLst/>
          </a:prstGeom>
          <a:solidFill>
            <a:srgbClr val="F0E2CE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30" name="Shape 224"/>
          <p:cNvSpPr/>
          <p:nvPr/>
        </p:nvSpPr>
        <p:spPr>
          <a:xfrm>
            <a:off x="9582150" y="3441700"/>
            <a:ext cx="92075" cy="152400"/>
          </a:xfrm>
          <a:prstGeom prst="rect">
            <a:avLst/>
          </a:prstGeom>
          <a:solidFill>
            <a:srgbClr val="E2E0F4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31" name="Shape 225"/>
          <p:cNvSpPr/>
          <p:nvPr/>
        </p:nvSpPr>
        <p:spPr>
          <a:xfrm>
            <a:off x="9674225" y="3441700"/>
            <a:ext cx="92075" cy="152400"/>
          </a:xfrm>
          <a:prstGeom prst="rect">
            <a:avLst/>
          </a:prstGeom>
          <a:solidFill>
            <a:srgbClr val="ECD6DE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32" name="Shape 226"/>
          <p:cNvSpPr/>
          <p:nvPr/>
        </p:nvSpPr>
        <p:spPr>
          <a:xfrm>
            <a:off x="9574530" y="3746500"/>
            <a:ext cx="15875" cy="38100"/>
          </a:xfrm>
          <a:prstGeom prst="rect">
            <a:avLst/>
          </a:prstGeom>
          <a:solidFill>
            <a:srgbClr val="00AA00"/>
          </a:solidFill>
          <a:ln/>
        </p:spPr>
      </p:sp>
      <p:sp>
        <p:nvSpPr>
          <p:cNvPr id="233" name="Shape 227"/>
          <p:cNvSpPr/>
          <p:nvPr/>
        </p:nvSpPr>
        <p:spPr>
          <a:xfrm flipV="1">
            <a:off x="9541510" y="3683000"/>
            <a:ext cx="81280" cy="69850"/>
          </a:xfrm>
          <a:prstGeom prst="triangle">
            <a:avLst/>
          </a:prstGeom>
          <a:solidFill>
            <a:srgbClr val="00AA00"/>
          </a:solidFill>
          <a:ln/>
        </p:spPr>
      </p:sp>
      <p:sp>
        <p:nvSpPr>
          <p:cNvPr id="234" name="Shape 228"/>
          <p:cNvSpPr/>
          <p:nvPr/>
        </p:nvSpPr>
        <p:spPr>
          <a:xfrm>
            <a:off x="9690100" y="1828800"/>
            <a:ext cx="533400" cy="1549400"/>
          </a:xfrm>
          <a:prstGeom prst="roundRect">
            <a:avLst>
              <a:gd name="adj" fmla="val 8571"/>
            </a:avLst>
          </a:prstGeom>
          <a:solidFill>
            <a:srgbClr val="DFEAD2"/>
          </a:solidFill>
          <a:ln w="9525">
            <a:solidFill>
              <a:srgbClr val="2E8B57"/>
            </a:solidFill>
            <a:prstDash val="dash"/>
          </a:ln>
        </p:spPr>
      </p:sp>
      <p:sp>
        <p:nvSpPr>
          <p:cNvPr id="235" name="Shape 229"/>
          <p:cNvSpPr/>
          <p:nvPr/>
        </p:nvSpPr>
        <p:spPr>
          <a:xfrm>
            <a:off x="9753600" y="1943100"/>
            <a:ext cx="101600" cy="152400"/>
          </a:xfrm>
          <a:prstGeom prst="rect">
            <a:avLst/>
          </a:prstGeom>
          <a:solidFill>
            <a:srgbClr val="F6F8C8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36" name="Shape 230"/>
          <p:cNvSpPr/>
          <p:nvPr/>
        </p:nvSpPr>
        <p:spPr>
          <a:xfrm>
            <a:off x="9855200" y="1943100"/>
            <a:ext cx="101600" cy="152400"/>
          </a:xfrm>
          <a:prstGeom prst="rect">
            <a:avLst/>
          </a:prstGeom>
          <a:solidFill>
            <a:srgbClr val="F0E2CE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37" name="Shape 231"/>
          <p:cNvSpPr/>
          <p:nvPr/>
        </p:nvSpPr>
        <p:spPr>
          <a:xfrm>
            <a:off x="9956800" y="1943100"/>
            <a:ext cx="101600" cy="152400"/>
          </a:xfrm>
          <a:prstGeom prst="rect">
            <a:avLst/>
          </a:prstGeom>
          <a:solidFill>
            <a:srgbClr val="E2E0F4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38" name="Shape 232"/>
          <p:cNvSpPr/>
          <p:nvPr/>
        </p:nvSpPr>
        <p:spPr>
          <a:xfrm>
            <a:off x="10058400" y="1943100"/>
            <a:ext cx="101600" cy="152400"/>
          </a:xfrm>
          <a:prstGeom prst="rect">
            <a:avLst/>
          </a:prstGeom>
          <a:solidFill>
            <a:srgbClr val="ECD6DE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39" name="Shape 233"/>
          <p:cNvSpPr/>
          <p:nvPr/>
        </p:nvSpPr>
        <p:spPr>
          <a:xfrm>
            <a:off x="9753600" y="2298700"/>
            <a:ext cx="101600" cy="152400"/>
          </a:xfrm>
          <a:prstGeom prst="rect">
            <a:avLst/>
          </a:prstGeom>
          <a:solidFill>
            <a:srgbClr val="F6F8C8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40" name="Shape 234"/>
          <p:cNvSpPr/>
          <p:nvPr/>
        </p:nvSpPr>
        <p:spPr>
          <a:xfrm>
            <a:off x="9855200" y="2298700"/>
            <a:ext cx="101600" cy="152400"/>
          </a:xfrm>
          <a:prstGeom prst="rect">
            <a:avLst/>
          </a:prstGeom>
          <a:solidFill>
            <a:srgbClr val="F0E2CE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41" name="Shape 235"/>
          <p:cNvSpPr/>
          <p:nvPr/>
        </p:nvSpPr>
        <p:spPr>
          <a:xfrm>
            <a:off x="9956800" y="2298700"/>
            <a:ext cx="101600" cy="152400"/>
          </a:xfrm>
          <a:prstGeom prst="rect">
            <a:avLst/>
          </a:prstGeom>
          <a:solidFill>
            <a:srgbClr val="E2E0F4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42" name="Shape 236"/>
          <p:cNvSpPr/>
          <p:nvPr/>
        </p:nvSpPr>
        <p:spPr>
          <a:xfrm>
            <a:off x="10058400" y="2298700"/>
            <a:ext cx="101600" cy="152400"/>
          </a:xfrm>
          <a:prstGeom prst="rect">
            <a:avLst/>
          </a:prstGeom>
          <a:solidFill>
            <a:srgbClr val="ECD6DE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43" name="Shape 237"/>
          <p:cNvSpPr/>
          <p:nvPr/>
        </p:nvSpPr>
        <p:spPr>
          <a:xfrm>
            <a:off x="9753600" y="2654300"/>
            <a:ext cx="101600" cy="152400"/>
          </a:xfrm>
          <a:prstGeom prst="rect">
            <a:avLst/>
          </a:prstGeom>
          <a:solidFill>
            <a:srgbClr val="F6F8C8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44" name="Shape 238"/>
          <p:cNvSpPr/>
          <p:nvPr/>
        </p:nvSpPr>
        <p:spPr>
          <a:xfrm>
            <a:off x="9855200" y="2654300"/>
            <a:ext cx="101600" cy="152400"/>
          </a:xfrm>
          <a:prstGeom prst="rect">
            <a:avLst/>
          </a:prstGeom>
          <a:solidFill>
            <a:srgbClr val="F0E2CE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45" name="Shape 239"/>
          <p:cNvSpPr/>
          <p:nvPr/>
        </p:nvSpPr>
        <p:spPr>
          <a:xfrm>
            <a:off x="9956800" y="2654300"/>
            <a:ext cx="101600" cy="152400"/>
          </a:xfrm>
          <a:prstGeom prst="rect">
            <a:avLst/>
          </a:prstGeom>
          <a:solidFill>
            <a:srgbClr val="E2E0F4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46" name="Shape 240"/>
          <p:cNvSpPr/>
          <p:nvPr/>
        </p:nvSpPr>
        <p:spPr>
          <a:xfrm>
            <a:off x="10058400" y="2654300"/>
            <a:ext cx="101600" cy="152400"/>
          </a:xfrm>
          <a:prstGeom prst="rect">
            <a:avLst/>
          </a:prstGeom>
          <a:solidFill>
            <a:srgbClr val="ECD6DE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47" name="Shape 241"/>
          <p:cNvSpPr/>
          <p:nvPr/>
        </p:nvSpPr>
        <p:spPr>
          <a:xfrm>
            <a:off x="9753600" y="2997200"/>
            <a:ext cx="101600" cy="152400"/>
          </a:xfrm>
          <a:prstGeom prst="rect">
            <a:avLst/>
          </a:prstGeom>
          <a:solidFill>
            <a:srgbClr val="F6F8C8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48" name="Shape 242"/>
          <p:cNvSpPr/>
          <p:nvPr/>
        </p:nvSpPr>
        <p:spPr>
          <a:xfrm>
            <a:off x="9855200" y="2997200"/>
            <a:ext cx="101600" cy="152400"/>
          </a:xfrm>
          <a:prstGeom prst="rect">
            <a:avLst/>
          </a:prstGeom>
          <a:solidFill>
            <a:srgbClr val="F0E2CE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49" name="Shape 243"/>
          <p:cNvSpPr/>
          <p:nvPr/>
        </p:nvSpPr>
        <p:spPr>
          <a:xfrm>
            <a:off x="9956800" y="2997200"/>
            <a:ext cx="101600" cy="152400"/>
          </a:xfrm>
          <a:prstGeom prst="rect">
            <a:avLst/>
          </a:prstGeom>
          <a:solidFill>
            <a:srgbClr val="E2E0F4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50" name="Shape 244"/>
          <p:cNvSpPr/>
          <p:nvPr/>
        </p:nvSpPr>
        <p:spPr>
          <a:xfrm>
            <a:off x="10058400" y="2997200"/>
            <a:ext cx="101600" cy="152400"/>
          </a:xfrm>
          <a:prstGeom prst="rect">
            <a:avLst/>
          </a:prstGeom>
          <a:solidFill>
            <a:srgbClr val="ECD6DE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51" name="Shape 245"/>
          <p:cNvSpPr/>
          <p:nvPr/>
        </p:nvSpPr>
        <p:spPr>
          <a:xfrm>
            <a:off x="9836150" y="3413760"/>
            <a:ext cx="71120" cy="104140"/>
          </a:xfrm>
          <a:prstGeom prst="triangle">
            <a:avLst/>
          </a:prstGeom>
          <a:solidFill>
            <a:srgbClr val="00AA00"/>
          </a:solidFill>
          <a:ln/>
        </p:spPr>
      </p:sp>
      <p:sp>
        <p:nvSpPr>
          <p:cNvPr id="252" name="Text 246"/>
          <p:cNvSpPr/>
          <p:nvPr/>
        </p:nvSpPr>
        <p:spPr>
          <a:xfrm>
            <a:off x="7518400" y="3073400"/>
            <a:ext cx="1524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75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00" dirty="0"/>
          </a:p>
        </p:txBody>
      </p:sp>
      <p:sp>
        <p:nvSpPr>
          <p:cNvPr id="253" name="Text 247"/>
          <p:cNvSpPr/>
          <p:nvPr/>
        </p:nvSpPr>
        <p:spPr>
          <a:xfrm>
            <a:off x="7518400" y="3403600"/>
            <a:ext cx="1524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75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00" dirty="0"/>
          </a:p>
        </p:txBody>
      </p:sp>
      <p:sp>
        <p:nvSpPr>
          <p:cNvPr id="254" name="Text 248"/>
          <p:cNvSpPr/>
          <p:nvPr/>
        </p:nvSpPr>
        <p:spPr>
          <a:xfrm>
            <a:off x="7518400" y="3733800"/>
            <a:ext cx="1524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75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00" dirty="0"/>
          </a:p>
        </p:txBody>
      </p:sp>
      <p:sp>
        <p:nvSpPr>
          <p:cNvPr id="255" name="Text 249"/>
          <p:cNvSpPr/>
          <p:nvPr/>
        </p:nvSpPr>
        <p:spPr>
          <a:xfrm>
            <a:off x="7518400" y="4089400"/>
            <a:ext cx="1524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75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500" dirty="0"/>
          </a:p>
        </p:txBody>
      </p:sp>
      <p:sp>
        <p:nvSpPr>
          <p:cNvPr id="256" name="Text 250"/>
          <p:cNvSpPr/>
          <p:nvPr/>
        </p:nvSpPr>
        <p:spPr>
          <a:xfrm>
            <a:off x="8258175" y="2781300"/>
            <a:ext cx="793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75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00" dirty="0"/>
          </a:p>
        </p:txBody>
      </p:sp>
      <p:sp>
        <p:nvSpPr>
          <p:cNvPr id="257" name="Text 251"/>
          <p:cNvSpPr/>
          <p:nvPr/>
        </p:nvSpPr>
        <p:spPr>
          <a:xfrm>
            <a:off x="8258175" y="3136900"/>
            <a:ext cx="793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75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00" dirty="0"/>
          </a:p>
        </p:txBody>
      </p:sp>
      <p:sp>
        <p:nvSpPr>
          <p:cNvPr id="258" name="Text 252"/>
          <p:cNvSpPr/>
          <p:nvPr/>
        </p:nvSpPr>
        <p:spPr>
          <a:xfrm>
            <a:off x="8258175" y="3492500"/>
            <a:ext cx="793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75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00" dirty="0"/>
          </a:p>
        </p:txBody>
      </p:sp>
      <p:sp>
        <p:nvSpPr>
          <p:cNvPr id="259" name="Text 253"/>
          <p:cNvSpPr/>
          <p:nvPr/>
        </p:nvSpPr>
        <p:spPr>
          <a:xfrm>
            <a:off x="8258175" y="3835400"/>
            <a:ext cx="793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75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500" dirty="0"/>
          </a:p>
        </p:txBody>
      </p:sp>
      <p:sp>
        <p:nvSpPr>
          <p:cNvPr id="260" name="Text 254"/>
          <p:cNvSpPr/>
          <p:nvPr/>
        </p:nvSpPr>
        <p:spPr>
          <a:xfrm>
            <a:off x="8912225" y="2705100"/>
            <a:ext cx="730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75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00" dirty="0"/>
          </a:p>
        </p:txBody>
      </p:sp>
      <p:sp>
        <p:nvSpPr>
          <p:cNvPr id="261" name="Text 255"/>
          <p:cNvSpPr/>
          <p:nvPr/>
        </p:nvSpPr>
        <p:spPr>
          <a:xfrm>
            <a:off x="8912225" y="3048000"/>
            <a:ext cx="730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75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00" dirty="0"/>
          </a:p>
        </p:txBody>
      </p:sp>
      <p:sp>
        <p:nvSpPr>
          <p:cNvPr id="262" name="Text 256"/>
          <p:cNvSpPr/>
          <p:nvPr/>
        </p:nvSpPr>
        <p:spPr>
          <a:xfrm>
            <a:off x="8912225" y="3403600"/>
            <a:ext cx="730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75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00" dirty="0"/>
          </a:p>
        </p:txBody>
      </p:sp>
      <p:sp>
        <p:nvSpPr>
          <p:cNvPr id="263" name="Text 257"/>
          <p:cNvSpPr/>
          <p:nvPr/>
        </p:nvSpPr>
        <p:spPr>
          <a:xfrm>
            <a:off x="8912225" y="3759200"/>
            <a:ext cx="730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75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500" dirty="0"/>
          </a:p>
        </p:txBody>
      </p:sp>
      <p:sp>
        <p:nvSpPr>
          <p:cNvPr id="264" name="Text 258"/>
          <p:cNvSpPr/>
          <p:nvPr/>
        </p:nvSpPr>
        <p:spPr>
          <a:xfrm>
            <a:off x="9490075" y="2374900"/>
            <a:ext cx="920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75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00" dirty="0"/>
          </a:p>
        </p:txBody>
      </p:sp>
      <p:sp>
        <p:nvSpPr>
          <p:cNvPr id="265" name="Text 259"/>
          <p:cNvSpPr/>
          <p:nvPr/>
        </p:nvSpPr>
        <p:spPr>
          <a:xfrm>
            <a:off x="9490075" y="2730500"/>
            <a:ext cx="920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75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00" dirty="0"/>
          </a:p>
        </p:txBody>
      </p:sp>
      <p:sp>
        <p:nvSpPr>
          <p:cNvPr id="266" name="Text 260"/>
          <p:cNvSpPr/>
          <p:nvPr/>
        </p:nvSpPr>
        <p:spPr>
          <a:xfrm>
            <a:off x="9490075" y="3086100"/>
            <a:ext cx="920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75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00" dirty="0"/>
          </a:p>
        </p:txBody>
      </p:sp>
      <p:sp>
        <p:nvSpPr>
          <p:cNvPr id="267" name="Text 261"/>
          <p:cNvSpPr/>
          <p:nvPr/>
        </p:nvSpPr>
        <p:spPr>
          <a:xfrm>
            <a:off x="9490075" y="3441700"/>
            <a:ext cx="920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75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500" dirty="0"/>
          </a:p>
        </p:txBody>
      </p:sp>
      <p:sp>
        <p:nvSpPr>
          <p:cNvPr id="268" name="Text 262"/>
          <p:cNvSpPr/>
          <p:nvPr/>
        </p:nvSpPr>
        <p:spPr>
          <a:xfrm>
            <a:off x="9855200" y="1943100"/>
            <a:ext cx="101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75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00" dirty="0"/>
          </a:p>
        </p:txBody>
      </p:sp>
      <p:sp>
        <p:nvSpPr>
          <p:cNvPr id="269" name="Text 263"/>
          <p:cNvSpPr/>
          <p:nvPr/>
        </p:nvSpPr>
        <p:spPr>
          <a:xfrm>
            <a:off x="9855200" y="2298700"/>
            <a:ext cx="101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75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00" dirty="0"/>
          </a:p>
        </p:txBody>
      </p:sp>
      <p:sp>
        <p:nvSpPr>
          <p:cNvPr id="270" name="Text 264"/>
          <p:cNvSpPr/>
          <p:nvPr/>
        </p:nvSpPr>
        <p:spPr>
          <a:xfrm>
            <a:off x="9855200" y="2654300"/>
            <a:ext cx="101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75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00" dirty="0"/>
          </a:p>
        </p:txBody>
      </p:sp>
      <p:sp>
        <p:nvSpPr>
          <p:cNvPr id="271" name="Text 265"/>
          <p:cNvSpPr/>
          <p:nvPr/>
        </p:nvSpPr>
        <p:spPr>
          <a:xfrm>
            <a:off x="9855200" y="2997200"/>
            <a:ext cx="101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75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500" dirty="0"/>
          </a:p>
        </p:txBody>
      </p:sp>
      <p:sp>
        <p:nvSpPr>
          <p:cNvPr id="272" name="Shape 266"/>
          <p:cNvSpPr/>
          <p:nvPr/>
        </p:nvSpPr>
        <p:spPr>
          <a:xfrm>
            <a:off x="2997200" y="2362200"/>
            <a:ext cx="584200" cy="228600"/>
          </a:xfrm>
          <a:prstGeom prst="ellipse">
            <a:avLst/>
          </a:prstGeom>
          <a:solidFill>
            <a:srgbClr val="FFFFFF"/>
          </a:solidFill>
          <a:ln w="6350">
            <a:solidFill>
              <a:srgbClr val="9A9A9A"/>
            </a:solidFill>
            <a:prstDash val="solid"/>
          </a:ln>
          <a:effectLst>
            <a:outerShdw sx="100000" sy="100000" kx="0" ky="0" algn="bl" rotWithShape="0" blurRad="38100" dist="12700" dir="5400000">
              <a:srgbClr val="999999">
                <a:alpha val="75000"/>
              </a:srgbClr>
            </a:outerShdw>
          </a:effectLst>
        </p:spPr>
      </p:sp>
      <p:sp>
        <p:nvSpPr>
          <p:cNvPr id="273" name="Text 267"/>
          <p:cNvSpPr/>
          <p:nvPr/>
        </p:nvSpPr>
        <p:spPr>
          <a:xfrm>
            <a:off x="2997200" y="2362200"/>
            <a:ext cx="584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Similarity</a:t>
            </a:r>
            <a:endParaRPr lang="en-US" sz="550" dirty="0"/>
          </a:p>
        </p:txBody>
      </p:sp>
      <p:sp>
        <p:nvSpPr>
          <p:cNvPr id="274" name="Shape 268"/>
          <p:cNvSpPr/>
          <p:nvPr/>
        </p:nvSpPr>
        <p:spPr>
          <a:xfrm>
            <a:off x="3581400" y="2095500"/>
            <a:ext cx="558800" cy="203200"/>
          </a:xfrm>
          <a:prstGeom prst="ellipse">
            <a:avLst/>
          </a:prstGeom>
          <a:solidFill>
            <a:srgbClr val="FFFFFF"/>
          </a:solidFill>
          <a:ln w="6350">
            <a:solidFill>
              <a:srgbClr val="9A9A9A"/>
            </a:solidFill>
            <a:prstDash val="solid"/>
          </a:ln>
          <a:effectLst>
            <a:outerShdw sx="100000" sy="100000" kx="0" ky="0" algn="bl" rotWithShape="0" blurRad="38100" dist="12700" dir="5400000">
              <a:srgbClr val="999999">
                <a:alpha val="75000"/>
              </a:srgbClr>
            </a:outerShdw>
          </a:effectLst>
        </p:spPr>
      </p:sp>
      <p:sp>
        <p:nvSpPr>
          <p:cNvPr id="275" name="Text 269"/>
          <p:cNvSpPr/>
          <p:nvPr/>
        </p:nvSpPr>
        <p:spPr>
          <a:xfrm>
            <a:off x="3581400" y="2095500"/>
            <a:ext cx="558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Similarity</a:t>
            </a:r>
            <a:endParaRPr lang="en-US" sz="550" dirty="0"/>
          </a:p>
        </p:txBody>
      </p:sp>
      <p:sp>
        <p:nvSpPr>
          <p:cNvPr id="276" name="Shape 270"/>
          <p:cNvSpPr/>
          <p:nvPr/>
        </p:nvSpPr>
        <p:spPr>
          <a:xfrm>
            <a:off x="4191000" y="1879600"/>
            <a:ext cx="533400" cy="177800"/>
          </a:xfrm>
          <a:prstGeom prst="ellipse">
            <a:avLst/>
          </a:prstGeom>
          <a:solidFill>
            <a:srgbClr val="FFFFFF"/>
          </a:solidFill>
          <a:ln w="6350">
            <a:solidFill>
              <a:srgbClr val="9A9A9A"/>
            </a:solidFill>
            <a:prstDash val="solid"/>
          </a:ln>
          <a:effectLst>
            <a:outerShdw sx="100000" sy="100000" kx="0" ky="0" algn="bl" rotWithShape="0" blurRad="38100" dist="12700" dir="5400000">
              <a:srgbClr val="999999">
                <a:alpha val="75000"/>
              </a:srgbClr>
            </a:outerShdw>
          </a:effectLst>
        </p:spPr>
      </p:sp>
      <p:sp>
        <p:nvSpPr>
          <p:cNvPr id="277" name="Text 271"/>
          <p:cNvSpPr/>
          <p:nvPr/>
        </p:nvSpPr>
        <p:spPr>
          <a:xfrm>
            <a:off x="4191000" y="1879600"/>
            <a:ext cx="533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Similarity</a:t>
            </a:r>
            <a:endParaRPr lang="en-US" sz="550" dirty="0"/>
          </a:p>
        </p:txBody>
      </p:sp>
      <p:sp>
        <p:nvSpPr>
          <p:cNvPr id="278" name="Shape 272"/>
          <p:cNvSpPr/>
          <p:nvPr/>
        </p:nvSpPr>
        <p:spPr>
          <a:xfrm>
            <a:off x="4737100" y="1625600"/>
            <a:ext cx="520700" cy="177800"/>
          </a:xfrm>
          <a:prstGeom prst="ellipse">
            <a:avLst/>
          </a:prstGeom>
          <a:solidFill>
            <a:srgbClr val="FFFFFF"/>
          </a:solidFill>
          <a:ln w="6350">
            <a:solidFill>
              <a:srgbClr val="9A9A9A"/>
            </a:solidFill>
            <a:prstDash val="solid"/>
          </a:ln>
          <a:effectLst>
            <a:outerShdw sx="100000" sy="100000" kx="0" ky="0" algn="bl" rotWithShape="0" blurRad="38100" dist="12700" dir="5400000">
              <a:srgbClr val="999999">
                <a:alpha val="75000"/>
              </a:srgbClr>
            </a:outerShdw>
          </a:effectLst>
        </p:spPr>
      </p:sp>
      <p:sp>
        <p:nvSpPr>
          <p:cNvPr id="279" name="Text 273"/>
          <p:cNvSpPr/>
          <p:nvPr/>
        </p:nvSpPr>
        <p:spPr>
          <a:xfrm>
            <a:off x="4737100" y="16256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Similarity</a:t>
            </a:r>
            <a:endParaRPr lang="en-US" sz="550" dirty="0"/>
          </a:p>
        </p:txBody>
      </p:sp>
      <p:sp>
        <p:nvSpPr>
          <p:cNvPr id="280" name="Shape 274"/>
          <p:cNvSpPr/>
          <p:nvPr/>
        </p:nvSpPr>
        <p:spPr>
          <a:xfrm>
            <a:off x="5295900" y="1384300"/>
            <a:ext cx="520700" cy="177800"/>
          </a:xfrm>
          <a:prstGeom prst="ellipse">
            <a:avLst/>
          </a:prstGeom>
          <a:solidFill>
            <a:srgbClr val="FFFFFF"/>
          </a:solidFill>
          <a:ln w="6350">
            <a:solidFill>
              <a:srgbClr val="9A9A9A"/>
            </a:solidFill>
            <a:prstDash val="solid"/>
          </a:ln>
          <a:effectLst>
            <a:outerShdw sx="100000" sy="100000" kx="0" ky="0" algn="bl" rotWithShape="0" blurRad="38100" dist="12700" dir="5400000">
              <a:srgbClr val="999999">
                <a:alpha val="75000"/>
              </a:srgbClr>
            </a:outerShdw>
          </a:effectLst>
        </p:spPr>
      </p:sp>
      <p:sp>
        <p:nvSpPr>
          <p:cNvPr id="281" name="Text 275"/>
          <p:cNvSpPr/>
          <p:nvPr/>
        </p:nvSpPr>
        <p:spPr>
          <a:xfrm>
            <a:off x="5295900" y="13843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Similarity</a:t>
            </a:r>
            <a:endParaRPr lang="en-US" sz="550" dirty="0"/>
          </a:p>
        </p:txBody>
      </p:sp>
      <p:sp>
        <p:nvSpPr>
          <p:cNvPr id="282" name="Shape 276"/>
          <p:cNvSpPr/>
          <p:nvPr/>
        </p:nvSpPr>
        <p:spPr>
          <a:xfrm>
            <a:off x="5029200" y="2120900"/>
            <a:ext cx="673100" cy="228600"/>
          </a:xfrm>
          <a:prstGeom prst="ellipse">
            <a:avLst/>
          </a:prstGeom>
          <a:solidFill>
            <a:srgbClr val="FFFFFF"/>
          </a:solidFill>
          <a:ln w="6350">
            <a:solidFill>
              <a:srgbClr val="9A9A9A"/>
            </a:solidFill>
            <a:prstDash val="solid"/>
          </a:ln>
          <a:effectLst>
            <a:outerShdw sx="100000" sy="100000" kx="0" ky="0" algn="bl" rotWithShape="0" blurRad="38100" dist="12700" dir="5400000">
              <a:srgbClr val="999999">
                <a:alpha val="75000"/>
              </a:srgbClr>
            </a:outerShdw>
          </a:effectLst>
        </p:spPr>
      </p:sp>
      <p:sp>
        <p:nvSpPr>
          <p:cNvPr id="283" name="Text 277"/>
          <p:cNvSpPr/>
          <p:nvPr/>
        </p:nvSpPr>
        <p:spPr>
          <a:xfrm>
            <a:off x="5029200" y="2120900"/>
            <a:ext cx="673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4A5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Probabilities</a:t>
            </a:r>
            <a:endParaRPr lang="en-US" sz="550" dirty="0"/>
          </a:p>
        </p:txBody>
      </p:sp>
      <p:sp>
        <p:nvSpPr>
          <p:cNvPr id="284" name="Shape 278"/>
          <p:cNvSpPr/>
          <p:nvPr/>
        </p:nvSpPr>
        <p:spPr>
          <a:xfrm>
            <a:off x="6413500" y="2133600"/>
            <a:ext cx="850900" cy="203200"/>
          </a:xfrm>
          <a:prstGeom prst="ellipse">
            <a:avLst/>
          </a:prstGeom>
          <a:solidFill>
            <a:srgbClr val="FFFFFF"/>
          </a:solidFill>
          <a:ln w="6350">
            <a:solidFill>
              <a:srgbClr val="9A9A9A"/>
            </a:solidFill>
            <a:prstDash val="solid"/>
          </a:ln>
          <a:effectLst>
            <a:outerShdw sx="100000" sy="100000" kx="0" ky="0" algn="bl" rotWithShape="0" blurRad="38100" dist="12700" dir="5400000">
              <a:srgbClr val="999999">
                <a:alpha val="75000"/>
              </a:srgbClr>
            </a:outerShdw>
          </a:effectLst>
        </p:spPr>
      </p:sp>
      <p:sp>
        <p:nvSpPr>
          <p:cNvPr id="285" name="Text 279"/>
          <p:cNvSpPr/>
          <p:nvPr/>
        </p:nvSpPr>
        <p:spPr>
          <a:xfrm>
            <a:off x="6413500" y="2133600"/>
            <a:ext cx="8509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4A5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Weighted SUM</a:t>
            </a:r>
            <a:endParaRPr lang="en-US" sz="550" dirty="0"/>
          </a:p>
        </p:txBody>
      </p:sp>
      <p:sp>
        <p:nvSpPr>
          <p:cNvPr id="286" name="Shape 280"/>
          <p:cNvSpPr/>
          <p:nvPr/>
        </p:nvSpPr>
        <p:spPr>
          <a:xfrm>
            <a:off x="6946900" y="1879600"/>
            <a:ext cx="876300" cy="190500"/>
          </a:xfrm>
          <a:prstGeom prst="ellipse">
            <a:avLst/>
          </a:prstGeom>
          <a:solidFill>
            <a:srgbClr val="FFFFFF"/>
          </a:solidFill>
          <a:ln w="6350">
            <a:solidFill>
              <a:srgbClr val="9A9A9A"/>
            </a:solidFill>
            <a:prstDash val="solid"/>
          </a:ln>
          <a:effectLst>
            <a:outerShdw sx="100000" sy="100000" kx="0" ky="0" algn="bl" rotWithShape="0" blurRad="38100" dist="12700" dir="5400000">
              <a:srgbClr val="999999">
                <a:alpha val="75000"/>
              </a:srgbClr>
            </a:outerShdw>
          </a:effectLst>
        </p:spPr>
      </p:sp>
      <p:sp>
        <p:nvSpPr>
          <p:cNvPr id="287" name="Text 281"/>
          <p:cNvSpPr/>
          <p:nvPr/>
        </p:nvSpPr>
        <p:spPr>
          <a:xfrm>
            <a:off x="6946900" y="1879600"/>
            <a:ext cx="876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4A5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Weighted SUM</a:t>
            </a:r>
            <a:endParaRPr lang="en-US" sz="550" dirty="0"/>
          </a:p>
        </p:txBody>
      </p:sp>
      <p:sp>
        <p:nvSpPr>
          <p:cNvPr id="288" name="Shape 282"/>
          <p:cNvSpPr/>
          <p:nvPr/>
        </p:nvSpPr>
        <p:spPr>
          <a:xfrm>
            <a:off x="7518400" y="1625600"/>
            <a:ext cx="876300" cy="190500"/>
          </a:xfrm>
          <a:prstGeom prst="ellipse">
            <a:avLst/>
          </a:prstGeom>
          <a:solidFill>
            <a:srgbClr val="FFFFFF"/>
          </a:solidFill>
          <a:ln w="6350">
            <a:solidFill>
              <a:srgbClr val="9A9A9A"/>
            </a:solidFill>
            <a:prstDash val="solid"/>
          </a:ln>
          <a:effectLst>
            <a:outerShdw sx="100000" sy="100000" kx="0" ky="0" algn="bl" rotWithShape="0" blurRad="38100" dist="12700" dir="5400000">
              <a:srgbClr val="999999">
                <a:alpha val="75000"/>
              </a:srgbClr>
            </a:outerShdw>
          </a:effectLst>
        </p:spPr>
      </p:sp>
      <p:sp>
        <p:nvSpPr>
          <p:cNvPr id="289" name="Text 283"/>
          <p:cNvSpPr/>
          <p:nvPr/>
        </p:nvSpPr>
        <p:spPr>
          <a:xfrm>
            <a:off x="7518400" y="1625600"/>
            <a:ext cx="876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4A5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Weighted SUM</a:t>
            </a:r>
            <a:endParaRPr lang="en-US" sz="550" dirty="0"/>
          </a:p>
        </p:txBody>
      </p:sp>
      <p:sp>
        <p:nvSpPr>
          <p:cNvPr id="290" name="Shape 284"/>
          <p:cNvSpPr/>
          <p:nvPr/>
        </p:nvSpPr>
        <p:spPr>
          <a:xfrm>
            <a:off x="8102600" y="1371600"/>
            <a:ext cx="787400" cy="190500"/>
          </a:xfrm>
          <a:prstGeom prst="ellipse">
            <a:avLst/>
          </a:prstGeom>
          <a:solidFill>
            <a:srgbClr val="FFFFFF"/>
          </a:solidFill>
          <a:ln w="6350">
            <a:solidFill>
              <a:srgbClr val="9A9A9A"/>
            </a:solidFill>
            <a:prstDash val="solid"/>
          </a:ln>
          <a:effectLst>
            <a:outerShdw sx="100000" sy="100000" kx="0" ky="0" algn="bl" rotWithShape="0" blurRad="38100" dist="12700" dir="5400000">
              <a:srgbClr val="999999">
                <a:alpha val="75000"/>
              </a:srgbClr>
            </a:outerShdw>
          </a:effectLst>
        </p:spPr>
      </p:sp>
      <p:sp>
        <p:nvSpPr>
          <p:cNvPr id="291" name="Text 285"/>
          <p:cNvSpPr/>
          <p:nvPr/>
        </p:nvSpPr>
        <p:spPr>
          <a:xfrm>
            <a:off x="8102600" y="1371600"/>
            <a:ext cx="787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4A5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Weighted SUM</a:t>
            </a:r>
            <a:endParaRPr lang="en-US" sz="550" dirty="0"/>
          </a:p>
        </p:txBody>
      </p:sp>
      <p:pic>
        <p:nvPicPr>
          <p:cNvPr id="292" name="Image 4" descr="/home/ahmed/Projects/ai_llm_slides/videos/deep-learning/002_transformers_part2/recreated_pptx/build/assets/beam01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78400" y="736600"/>
            <a:ext cx="3937000" cy="1587500"/>
          </a:xfrm>
          <a:prstGeom prst="rect">
            <a:avLst/>
          </a:prstGeom>
        </p:spPr>
      </p:pic>
      <p:sp>
        <p:nvSpPr>
          <p:cNvPr id="293" name="Shape 286"/>
          <p:cNvSpPr/>
          <p:nvPr/>
        </p:nvSpPr>
        <p:spPr>
          <a:xfrm>
            <a:off x="4521200" y="1320800"/>
            <a:ext cx="5257800" cy="228600"/>
          </a:xfrm>
          <a:prstGeom prst="rect">
            <a:avLst/>
          </a:prstGeom>
          <a:solidFill>
            <a:srgbClr val="F6DEBE">
              <a:alpha val="75000"/>
            </a:srgbClr>
          </a:solidFill>
          <a:ln/>
        </p:spPr>
      </p:sp>
      <p:sp>
        <p:nvSpPr>
          <p:cNvPr id="294" name="Shape 287"/>
          <p:cNvSpPr/>
          <p:nvPr/>
        </p:nvSpPr>
        <p:spPr>
          <a:xfrm>
            <a:off x="4521200" y="1549400"/>
            <a:ext cx="5257800" cy="254000"/>
          </a:xfrm>
          <a:prstGeom prst="rect">
            <a:avLst/>
          </a:prstGeom>
          <a:solidFill>
            <a:srgbClr val="D1FFE5">
              <a:alpha val="70000"/>
            </a:srgbClr>
          </a:solidFill>
          <a:ln/>
        </p:spPr>
      </p:sp>
      <p:sp>
        <p:nvSpPr>
          <p:cNvPr id="295" name="Shape 288"/>
          <p:cNvSpPr/>
          <p:nvPr/>
        </p:nvSpPr>
        <p:spPr>
          <a:xfrm>
            <a:off x="7493000" y="914400"/>
            <a:ext cx="952500" cy="165100"/>
          </a:xfrm>
          <a:prstGeom prst="roundRect">
            <a:avLst>
              <a:gd name="adj" fmla="val 27692"/>
            </a:avLst>
          </a:prstGeom>
          <a:solidFill>
            <a:srgbClr val="FFE98C">
              <a:alpha val="70000"/>
            </a:srgbClr>
          </a:solidFill>
          <a:ln w="12700">
            <a:solidFill>
              <a:srgbClr val="C8901C"/>
            </a:solidFill>
            <a:prstDash val="dash"/>
          </a:ln>
        </p:spPr>
      </p:sp>
      <p:sp>
        <p:nvSpPr>
          <p:cNvPr id="296" name="Text 289"/>
          <p:cNvSpPr/>
          <p:nvPr/>
        </p:nvSpPr>
        <p:spPr>
          <a:xfrm>
            <a:off x="7493000" y="914400"/>
            <a:ext cx="9525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i="1" dirty="0">
                <a:solidFill>
                  <a:srgbClr val="C89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600" dirty="0"/>
          </a:p>
        </p:txBody>
      </p:sp>
      <p:sp>
        <p:nvSpPr>
          <p:cNvPr id="297" name="Shape 290"/>
          <p:cNvSpPr/>
          <p:nvPr/>
        </p:nvSpPr>
        <p:spPr>
          <a:xfrm>
            <a:off x="7976870" y="1079500"/>
            <a:ext cx="22860" cy="12700"/>
          </a:xfrm>
          <a:prstGeom prst="rect">
            <a:avLst/>
          </a:prstGeom>
          <a:solidFill>
            <a:srgbClr val="E87830"/>
          </a:solidFill>
          <a:ln/>
        </p:spPr>
      </p:sp>
      <p:sp>
        <p:nvSpPr>
          <p:cNvPr id="298" name="Shape 291"/>
          <p:cNvSpPr/>
          <p:nvPr/>
        </p:nvSpPr>
        <p:spPr>
          <a:xfrm>
            <a:off x="7950200" y="1079500"/>
            <a:ext cx="76200" cy="69850"/>
          </a:xfrm>
          <a:prstGeom prst="triangle">
            <a:avLst/>
          </a:prstGeom>
          <a:solidFill>
            <a:srgbClr val="E87830"/>
          </a:solidFill>
          <a:ln/>
        </p:spPr>
      </p:sp>
      <p:sp>
        <p:nvSpPr>
          <p:cNvPr id="299" name="Shape 292"/>
          <p:cNvSpPr/>
          <p:nvPr/>
        </p:nvSpPr>
        <p:spPr>
          <a:xfrm>
            <a:off x="6934200" y="1155700"/>
            <a:ext cx="965200" cy="215900"/>
          </a:xfrm>
          <a:prstGeom prst="roundRect">
            <a:avLst>
              <a:gd name="adj" fmla="val 21176"/>
            </a:avLst>
          </a:prstGeom>
          <a:solidFill>
            <a:srgbClr val="D2FFE0">
              <a:alpha val="70000"/>
            </a:srgbClr>
          </a:solidFill>
          <a:ln w="12700">
            <a:solidFill>
              <a:srgbClr val="2E7D4A"/>
            </a:solidFill>
            <a:prstDash val="dash"/>
          </a:ln>
        </p:spPr>
      </p:sp>
      <p:sp>
        <p:nvSpPr>
          <p:cNvPr id="300" name="Text 293"/>
          <p:cNvSpPr/>
          <p:nvPr/>
        </p:nvSpPr>
        <p:spPr>
          <a:xfrm>
            <a:off x="6934200" y="1155700"/>
            <a:ext cx="965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i="1" dirty="0">
                <a:solidFill>
                  <a:srgbClr val="2E7D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600" dirty="0"/>
          </a:p>
        </p:txBody>
      </p:sp>
      <p:sp>
        <p:nvSpPr>
          <p:cNvPr id="301" name="Shape 294"/>
          <p:cNvSpPr/>
          <p:nvPr/>
        </p:nvSpPr>
        <p:spPr>
          <a:xfrm>
            <a:off x="7418070" y="1371600"/>
            <a:ext cx="22860" cy="127000"/>
          </a:xfrm>
          <a:prstGeom prst="rect">
            <a:avLst/>
          </a:prstGeom>
          <a:solidFill>
            <a:srgbClr val="E87830"/>
          </a:solidFill>
          <a:ln/>
        </p:spPr>
      </p:sp>
      <p:sp>
        <p:nvSpPr>
          <p:cNvPr id="302" name="Shape 295"/>
          <p:cNvSpPr/>
          <p:nvPr/>
        </p:nvSpPr>
        <p:spPr>
          <a:xfrm>
            <a:off x="7391400" y="1485900"/>
            <a:ext cx="76200" cy="69850"/>
          </a:xfrm>
          <a:prstGeom prst="triangle">
            <a:avLst/>
          </a:prstGeom>
          <a:solidFill>
            <a:srgbClr val="E87830"/>
          </a:solidFill>
          <a:ln/>
        </p:spPr>
      </p:sp>
      <p:sp>
        <p:nvSpPr>
          <p:cNvPr id="303" name="Shape 296"/>
          <p:cNvSpPr/>
          <p:nvPr/>
        </p:nvSpPr>
        <p:spPr>
          <a:xfrm>
            <a:off x="6934200" y="1384300"/>
            <a:ext cx="927100" cy="266700"/>
          </a:xfrm>
          <a:prstGeom prst="roundRect">
            <a:avLst>
              <a:gd name="adj" fmla="val 17143"/>
            </a:avLst>
          </a:prstGeom>
          <a:solidFill>
            <a:srgbClr val="FFE98C">
              <a:alpha val="70000"/>
            </a:srgbClr>
          </a:solidFill>
          <a:ln w="12700">
            <a:solidFill>
              <a:srgbClr val="C8901C"/>
            </a:solidFill>
            <a:prstDash val="dash"/>
          </a:ln>
        </p:spPr>
      </p:sp>
      <p:sp>
        <p:nvSpPr>
          <p:cNvPr id="304" name="Text 297"/>
          <p:cNvSpPr/>
          <p:nvPr/>
        </p:nvSpPr>
        <p:spPr>
          <a:xfrm>
            <a:off x="6934200" y="1384300"/>
            <a:ext cx="9271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i="1" dirty="0">
                <a:solidFill>
                  <a:srgbClr val="C89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600" dirty="0"/>
          </a:p>
        </p:txBody>
      </p:sp>
      <p:sp>
        <p:nvSpPr>
          <p:cNvPr id="305" name="Shape 298"/>
          <p:cNvSpPr/>
          <p:nvPr/>
        </p:nvSpPr>
        <p:spPr>
          <a:xfrm>
            <a:off x="5816600" y="1676400"/>
            <a:ext cx="1092200" cy="330200"/>
          </a:xfrm>
          <a:prstGeom prst="roundRect">
            <a:avLst>
              <a:gd name="adj" fmla="val 13846"/>
            </a:avLst>
          </a:prstGeom>
          <a:solidFill>
            <a:srgbClr val="B8BE45"/>
          </a:solidFill>
          <a:ln w="12700">
            <a:solidFill>
              <a:srgbClr val="6B8E23"/>
            </a:solidFill>
            <a:prstDash val="dash"/>
          </a:ln>
        </p:spPr>
      </p:sp>
      <p:sp>
        <p:nvSpPr>
          <p:cNvPr id="306" name="Shape 299"/>
          <p:cNvSpPr/>
          <p:nvPr/>
        </p:nvSpPr>
        <p:spPr>
          <a:xfrm>
            <a:off x="6592570" y="2006600"/>
            <a:ext cx="22860" cy="228600"/>
          </a:xfrm>
          <a:prstGeom prst="rect">
            <a:avLst/>
          </a:prstGeom>
          <a:solidFill>
            <a:srgbClr val="E87830"/>
          </a:solidFill>
          <a:ln/>
        </p:spPr>
      </p:sp>
      <p:sp>
        <p:nvSpPr>
          <p:cNvPr id="307" name="Shape 300"/>
          <p:cNvSpPr/>
          <p:nvPr/>
        </p:nvSpPr>
        <p:spPr>
          <a:xfrm>
            <a:off x="6565900" y="2222500"/>
            <a:ext cx="76200" cy="69850"/>
          </a:xfrm>
          <a:prstGeom prst="triangle">
            <a:avLst/>
          </a:prstGeom>
          <a:solidFill>
            <a:srgbClr val="E87830"/>
          </a:solidFill>
          <a:ln/>
        </p:spPr>
      </p:sp>
      <p:sp>
        <p:nvSpPr>
          <p:cNvPr id="308" name="Shape 301"/>
          <p:cNvSpPr/>
          <p:nvPr/>
        </p:nvSpPr>
        <p:spPr>
          <a:xfrm>
            <a:off x="5080000" y="2336800"/>
            <a:ext cx="2159000" cy="266700"/>
          </a:xfrm>
          <a:prstGeom prst="roundRect">
            <a:avLst>
              <a:gd name="adj" fmla="val 17143"/>
            </a:avLst>
          </a:prstGeom>
          <a:solidFill>
            <a:srgbClr val="F5CF50"/>
          </a:solidFill>
          <a:ln w="12700">
            <a:solidFill>
              <a:srgbClr val="6B8E23"/>
            </a:solidFill>
            <a:prstDash val="dash"/>
          </a:ln>
        </p:spPr>
      </p:sp>
      <p:sp>
        <p:nvSpPr>
          <p:cNvPr id="309" name="Shape 302"/>
          <p:cNvSpPr/>
          <p:nvPr/>
        </p:nvSpPr>
        <p:spPr>
          <a:xfrm>
            <a:off x="4432300" y="2362200"/>
            <a:ext cx="673100" cy="228600"/>
          </a:xfrm>
          <a:prstGeom prst="ellipse">
            <a:avLst/>
          </a:prstGeom>
          <a:solidFill>
            <a:srgbClr val="FFFFFF"/>
          </a:solidFill>
          <a:ln w="6350">
            <a:solidFill>
              <a:srgbClr val="9A9A9A"/>
            </a:solidFill>
            <a:prstDash val="solid"/>
          </a:ln>
          <a:effectLst>
            <a:outerShdw sx="100000" sy="100000" kx="0" ky="0" algn="bl" rotWithShape="0" blurRad="38100" dist="12700" dir="5400000">
              <a:srgbClr val="999999">
                <a:alpha val="75000"/>
              </a:srgbClr>
            </a:outerShdw>
          </a:effectLst>
        </p:spPr>
      </p:sp>
      <p:sp>
        <p:nvSpPr>
          <p:cNvPr id="310" name="Text 303"/>
          <p:cNvSpPr/>
          <p:nvPr/>
        </p:nvSpPr>
        <p:spPr>
          <a:xfrm>
            <a:off x="4432300" y="2362200"/>
            <a:ext cx="673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4A5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Probabilities</a:t>
            </a:r>
            <a:endParaRPr lang="en-US" sz="550" dirty="0"/>
          </a:p>
        </p:txBody>
      </p:sp>
      <p:sp>
        <p:nvSpPr>
          <p:cNvPr id="311" name="Shape 304"/>
          <p:cNvSpPr/>
          <p:nvPr/>
        </p:nvSpPr>
        <p:spPr>
          <a:xfrm>
            <a:off x="5588000" y="2362200"/>
            <a:ext cx="965200" cy="228600"/>
          </a:xfrm>
          <a:prstGeom prst="ellipse">
            <a:avLst/>
          </a:prstGeom>
          <a:solidFill>
            <a:srgbClr val="FFFFFF"/>
          </a:solidFill>
          <a:ln w="6350">
            <a:solidFill>
              <a:srgbClr val="9A9A9A"/>
            </a:solidFill>
            <a:prstDash val="solid"/>
          </a:ln>
          <a:effectLst>
            <a:outerShdw sx="100000" sy="100000" kx="0" ky="0" algn="bl" rotWithShape="0" blurRad="38100" dist="12700" dir="5400000">
              <a:srgbClr val="999999">
                <a:alpha val="75000"/>
              </a:srgbClr>
            </a:outerShdw>
          </a:effectLst>
        </p:spPr>
      </p:sp>
      <p:sp>
        <p:nvSpPr>
          <p:cNvPr id="312" name="Text 305"/>
          <p:cNvSpPr/>
          <p:nvPr/>
        </p:nvSpPr>
        <p:spPr>
          <a:xfrm>
            <a:off x="5588000" y="2362200"/>
            <a:ext cx="96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4A5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Weighted SUM</a:t>
            </a:r>
            <a:endParaRPr lang="en-US" sz="550" dirty="0"/>
          </a:p>
        </p:txBody>
      </p:sp>
      <p:sp>
        <p:nvSpPr>
          <p:cNvPr id="313" name="Shape 306"/>
          <p:cNvSpPr/>
          <p:nvPr/>
        </p:nvSpPr>
        <p:spPr>
          <a:xfrm>
            <a:off x="7569200" y="2425700"/>
            <a:ext cx="393700" cy="190500"/>
          </a:xfrm>
          <a:prstGeom prst="ellipse">
            <a:avLst/>
          </a:prstGeom>
          <a:solidFill>
            <a:srgbClr val="141405"/>
          </a:solidFill>
          <a:ln/>
        </p:spPr>
      </p:sp>
      <p:sp>
        <p:nvSpPr>
          <p:cNvPr id="314" name="Text 307"/>
          <p:cNvSpPr/>
          <p:nvPr/>
        </p:nvSpPr>
        <p:spPr>
          <a:xfrm>
            <a:off x="7569200" y="2425700"/>
            <a:ext cx="393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i="1" dirty="0">
                <a:solidFill>
                  <a:srgbClr val="E8E9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h=1</a:t>
            </a:r>
            <a:endParaRPr lang="en-US" sz="650" dirty="0"/>
          </a:p>
        </p:txBody>
      </p:sp>
      <p:sp>
        <p:nvSpPr>
          <p:cNvPr id="315" name="Shape 308"/>
          <p:cNvSpPr/>
          <p:nvPr/>
        </p:nvSpPr>
        <p:spPr>
          <a:xfrm>
            <a:off x="8255000" y="2146300"/>
            <a:ext cx="381000" cy="190500"/>
          </a:xfrm>
          <a:prstGeom prst="ellipse">
            <a:avLst/>
          </a:prstGeom>
          <a:solidFill>
            <a:srgbClr val="141405"/>
          </a:solidFill>
          <a:ln/>
        </p:spPr>
      </p:sp>
      <p:sp>
        <p:nvSpPr>
          <p:cNvPr id="316" name="Text 309"/>
          <p:cNvSpPr/>
          <p:nvPr/>
        </p:nvSpPr>
        <p:spPr>
          <a:xfrm>
            <a:off x="8255000" y="214630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i="1" dirty="0">
                <a:solidFill>
                  <a:srgbClr val="E8E9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h=2</a:t>
            </a:r>
            <a:endParaRPr lang="en-US" sz="650" dirty="0"/>
          </a:p>
        </p:txBody>
      </p:sp>
      <p:sp>
        <p:nvSpPr>
          <p:cNvPr id="317" name="Shape 310"/>
          <p:cNvSpPr/>
          <p:nvPr/>
        </p:nvSpPr>
        <p:spPr>
          <a:xfrm>
            <a:off x="8763000" y="1854200"/>
            <a:ext cx="393700" cy="190500"/>
          </a:xfrm>
          <a:prstGeom prst="ellipse">
            <a:avLst/>
          </a:prstGeom>
          <a:solidFill>
            <a:srgbClr val="141405"/>
          </a:solidFill>
          <a:ln/>
        </p:spPr>
      </p:sp>
      <p:sp>
        <p:nvSpPr>
          <p:cNvPr id="318" name="Text 311"/>
          <p:cNvSpPr/>
          <p:nvPr/>
        </p:nvSpPr>
        <p:spPr>
          <a:xfrm>
            <a:off x="8763000" y="1854200"/>
            <a:ext cx="393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i="1" dirty="0">
                <a:solidFill>
                  <a:srgbClr val="E8E9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h=3</a:t>
            </a:r>
            <a:endParaRPr lang="en-US" sz="650" dirty="0"/>
          </a:p>
        </p:txBody>
      </p:sp>
      <p:sp>
        <p:nvSpPr>
          <p:cNvPr id="319" name="Shape 312"/>
          <p:cNvSpPr/>
          <p:nvPr/>
        </p:nvSpPr>
        <p:spPr>
          <a:xfrm>
            <a:off x="9321800" y="1625600"/>
            <a:ext cx="393700" cy="177800"/>
          </a:xfrm>
          <a:prstGeom prst="ellipse">
            <a:avLst/>
          </a:prstGeom>
          <a:solidFill>
            <a:srgbClr val="141405"/>
          </a:solidFill>
          <a:ln/>
        </p:spPr>
      </p:sp>
      <p:sp>
        <p:nvSpPr>
          <p:cNvPr id="320" name="Text 313"/>
          <p:cNvSpPr/>
          <p:nvPr/>
        </p:nvSpPr>
        <p:spPr>
          <a:xfrm>
            <a:off x="9321800" y="1625600"/>
            <a:ext cx="393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i="1" dirty="0">
                <a:solidFill>
                  <a:srgbClr val="E8E9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h=4</a:t>
            </a:r>
            <a:endParaRPr lang="en-US" sz="650" dirty="0"/>
          </a:p>
        </p:txBody>
      </p:sp>
      <p:sp>
        <p:nvSpPr>
          <p:cNvPr id="321" name="Shape 314"/>
          <p:cNvSpPr/>
          <p:nvPr/>
        </p:nvSpPr>
        <p:spPr>
          <a:xfrm>
            <a:off x="9880600" y="1384300"/>
            <a:ext cx="381000" cy="190500"/>
          </a:xfrm>
          <a:prstGeom prst="ellipse">
            <a:avLst/>
          </a:prstGeom>
          <a:solidFill>
            <a:srgbClr val="141405"/>
          </a:solidFill>
          <a:ln/>
        </p:spPr>
      </p:sp>
      <p:sp>
        <p:nvSpPr>
          <p:cNvPr id="322" name="Text 315"/>
          <p:cNvSpPr/>
          <p:nvPr/>
        </p:nvSpPr>
        <p:spPr>
          <a:xfrm>
            <a:off x="9880600" y="138430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i="1" dirty="0">
                <a:solidFill>
                  <a:srgbClr val="E8E9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h=5</a:t>
            </a:r>
            <a:endParaRPr lang="en-US" sz="650" dirty="0"/>
          </a:p>
        </p:txBody>
      </p:sp>
      <p:sp>
        <p:nvSpPr>
          <p:cNvPr id="323" name="Shape 316"/>
          <p:cNvSpPr/>
          <p:nvPr/>
        </p:nvSpPr>
        <p:spPr>
          <a:xfrm>
            <a:off x="7721600" y="4787900"/>
            <a:ext cx="304800" cy="190500"/>
          </a:xfrm>
          <a:prstGeom prst="rect">
            <a:avLst/>
          </a:prstGeom>
          <a:solidFill>
            <a:srgbClr val="FDE4E4">
              <a:alpha val="80000"/>
            </a:srgbClr>
          </a:solidFill>
          <a:ln w="15875">
            <a:solidFill>
              <a:srgbClr val="CC2222"/>
            </a:solidFill>
            <a:prstDash val="solid"/>
          </a:ln>
        </p:spPr>
      </p:sp>
      <p:sp>
        <p:nvSpPr>
          <p:cNvPr id="324" name="Text 317"/>
          <p:cNvSpPr/>
          <p:nvPr/>
        </p:nvSpPr>
        <p:spPr>
          <a:xfrm>
            <a:off x="7721600" y="4787900"/>
            <a:ext cx="304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40" b="1" baseline="-40000" dirty="0">
                <a:solidFill>
                  <a:srgbClr val="CC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pPr algn="ctr" indent="0" marL="0">
              <a:buNone/>
            </a:pPr>
            <a:r>
              <a:rPr lang="en-US" sz="413" b="1" baseline="30000" dirty="0">
                <a:solidFill>
                  <a:srgbClr val="CC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550" dirty="0"/>
          </a:p>
        </p:txBody>
      </p:sp>
      <p:sp>
        <p:nvSpPr>
          <p:cNvPr id="325" name="Shape 318"/>
          <p:cNvSpPr/>
          <p:nvPr/>
        </p:nvSpPr>
        <p:spPr>
          <a:xfrm>
            <a:off x="7721600" y="5105400"/>
            <a:ext cx="304800" cy="190500"/>
          </a:xfrm>
          <a:prstGeom prst="rect">
            <a:avLst/>
          </a:prstGeom>
          <a:solidFill>
            <a:srgbClr val="E0F5E0">
              <a:alpha val="80000"/>
            </a:srgbClr>
          </a:solidFill>
          <a:ln w="15875">
            <a:solidFill>
              <a:srgbClr val="2E8B57"/>
            </a:solidFill>
            <a:prstDash val="solid"/>
          </a:ln>
        </p:spPr>
      </p:sp>
      <p:sp>
        <p:nvSpPr>
          <p:cNvPr id="326" name="Text 319"/>
          <p:cNvSpPr/>
          <p:nvPr/>
        </p:nvSpPr>
        <p:spPr>
          <a:xfrm>
            <a:off x="7721600" y="5105400"/>
            <a:ext cx="304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40" b="1" baseline="-40000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ctr" indent="0" marL="0">
              <a:buNone/>
            </a:pPr>
            <a:r>
              <a:rPr lang="en-US" sz="413" b="1" baseline="30000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550" dirty="0"/>
          </a:p>
        </p:txBody>
      </p:sp>
      <p:sp>
        <p:nvSpPr>
          <p:cNvPr id="327" name="Shape 320"/>
          <p:cNvSpPr/>
          <p:nvPr/>
        </p:nvSpPr>
        <p:spPr>
          <a:xfrm>
            <a:off x="7721600" y="5359400"/>
            <a:ext cx="304800" cy="190500"/>
          </a:xfrm>
          <a:prstGeom prst="rect">
            <a:avLst/>
          </a:prstGeom>
          <a:solidFill>
            <a:srgbClr val="E0E8F8">
              <a:alpha val="80000"/>
            </a:srgbClr>
          </a:solidFill>
          <a:ln w="15875">
            <a:solidFill>
              <a:srgbClr val="2F55C8"/>
            </a:solidFill>
            <a:prstDash val="solid"/>
          </a:ln>
        </p:spPr>
      </p:sp>
      <p:sp>
        <p:nvSpPr>
          <p:cNvPr id="328" name="Text 321"/>
          <p:cNvSpPr/>
          <p:nvPr/>
        </p:nvSpPr>
        <p:spPr>
          <a:xfrm>
            <a:off x="7721600" y="5359400"/>
            <a:ext cx="304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40" b="1" baseline="-40000" dirty="0">
                <a:solidFill>
                  <a:srgbClr val="2F55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ctr" indent="0" marL="0">
              <a:buNone/>
            </a:pPr>
            <a:r>
              <a:rPr lang="en-US" sz="413" b="1" baseline="30000" dirty="0">
                <a:solidFill>
                  <a:srgbClr val="2F55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550" dirty="0"/>
          </a:p>
        </p:txBody>
      </p:sp>
      <p:sp>
        <p:nvSpPr>
          <p:cNvPr id="329" name="Shape 322"/>
          <p:cNvSpPr/>
          <p:nvPr/>
        </p:nvSpPr>
        <p:spPr>
          <a:xfrm>
            <a:off x="8331200" y="4508500"/>
            <a:ext cx="304800" cy="190500"/>
          </a:xfrm>
          <a:prstGeom prst="rect">
            <a:avLst/>
          </a:prstGeom>
          <a:solidFill>
            <a:srgbClr val="FDE4E4">
              <a:alpha val="80000"/>
            </a:srgbClr>
          </a:solidFill>
          <a:ln w="15875">
            <a:solidFill>
              <a:srgbClr val="CC2222"/>
            </a:solidFill>
            <a:prstDash val="solid"/>
          </a:ln>
        </p:spPr>
      </p:sp>
      <p:sp>
        <p:nvSpPr>
          <p:cNvPr id="330" name="Text 323"/>
          <p:cNvSpPr/>
          <p:nvPr/>
        </p:nvSpPr>
        <p:spPr>
          <a:xfrm>
            <a:off x="8331200" y="4508500"/>
            <a:ext cx="304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40" b="1" baseline="-40000" dirty="0">
                <a:solidFill>
                  <a:srgbClr val="CC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pPr algn="ctr" indent="0" marL="0">
              <a:buNone/>
            </a:pPr>
            <a:r>
              <a:rPr lang="en-US" sz="413" b="1" baseline="30000" dirty="0">
                <a:solidFill>
                  <a:srgbClr val="CC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</a:t>
            </a:r>
            <a:endParaRPr lang="en-US" sz="550" dirty="0"/>
          </a:p>
        </p:txBody>
      </p:sp>
      <p:sp>
        <p:nvSpPr>
          <p:cNvPr id="331" name="Shape 324"/>
          <p:cNvSpPr/>
          <p:nvPr/>
        </p:nvSpPr>
        <p:spPr>
          <a:xfrm>
            <a:off x="8331200" y="4775200"/>
            <a:ext cx="304800" cy="190500"/>
          </a:xfrm>
          <a:prstGeom prst="rect">
            <a:avLst/>
          </a:prstGeom>
          <a:solidFill>
            <a:srgbClr val="E0F5E0">
              <a:alpha val="80000"/>
            </a:srgbClr>
          </a:solidFill>
          <a:ln w="15875">
            <a:solidFill>
              <a:srgbClr val="2E8B57"/>
            </a:solidFill>
            <a:prstDash val="solid"/>
          </a:ln>
        </p:spPr>
      </p:sp>
      <p:sp>
        <p:nvSpPr>
          <p:cNvPr id="332" name="Text 325"/>
          <p:cNvSpPr/>
          <p:nvPr/>
        </p:nvSpPr>
        <p:spPr>
          <a:xfrm>
            <a:off x="8331200" y="4775200"/>
            <a:ext cx="304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40" b="1" baseline="-40000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ctr" indent="0" marL="0">
              <a:buNone/>
            </a:pPr>
            <a:r>
              <a:rPr lang="en-US" sz="413" b="1" baseline="30000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</a:t>
            </a:r>
            <a:endParaRPr lang="en-US" sz="550" dirty="0"/>
          </a:p>
        </p:txBody>
      </p:sp>
      <p:sp>
        <p:nvSpPr>
          <p:cNvPr id="333" name="Shape 326"/>
          <p:cNvSpPr/>
          <p:nvPr/>
        </p:nvSpPr>
        <p:spPr>
          <a:xfrm>
            <a:off x="8331200" y="5029200"/>
            <a:ext cx="304800" cy="190500"/>
          </a:xfrm>
          <a:prstGeom prst="rect">
            <a:avLst/>
          </a:prstGeom>
          <a:solidFill>
            <a:srgbClr val="E0E8F8">
              <a:alpha val="80000"/>
            </a:srgbClr>
          </a:solidFill>
          <a:ln w="15875">
            <a:solidFill>
              <a:srgbClr val="2F55C8"/>
            </a:solidFill>
            <a:prstDash val="solid"/>
          </a:ln>
        </p:spPr>
      </p:sp>
      <p:sp>
        <p:nvSpPr>
          <p:cNvPr id="334" name="Text 327"/>
          <p:cNvSpPr/>
          <p:nvPr/>
        </p:nvSpPr>
        <p:spPr>
          <a:xfrm>
            <a:off x="8331200" y="5029200"/>
            <a:ext cx="304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40" b="1" baseline="-40000" dirty="0">
                <a:solidFill>
                  <a:srgbClr val="2F55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ctr" indent="0" marL="0">
              <a:buNone/>
            </a:pPr>
            <a:r>
              <a:rPr lang="en-US" sz="413" b="1" baseline="30000" dirty="0">
                <a:solidFill>
                  <a:srgbClr val="2F55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</a:t>
            </a:r>
            <a:endParaRPr lang="en-US" sz="550" dirty="0"/>
          </a:p>
        </p:txBody>
      </p:sp>
      <p:sp>
        <p:nvSpPr>
          <p:cNvPr id="335" name="Shape 328"/>
          <p:cNvSpPr/>
          <p:nvPr/>
        </p:nvSpPr>
        <p:spPr>
          <a:xfrm>
            <a:off x="8877300" y="4229100"/>
            <a:ext cx="304800" cy="190500"/>
          </a:xfrm>
          <a:prstGeom prst="rect">
            <a:avLst/>
          </a:prstGeom>
          <a:solidFill>
            <a:srgbClr val="FDE4E4">
              <a:alpha val="80000"/>
            </a:srgbClr>
          </a:solidFill>
          <a:ln w="15875">
            <a:solidFill>
              <a:srgbClr val="CC2222"/>
            </a:solidFill>
            <a:prstDash val="solid"/>
          </a:ln>
        </p:spPr>
      </p:sp>
      <p:sp>
        <p:nvSpPr>
          <p:cNvPr id="336" name="Text 329"/>
          <p:cNvSpPr/>
          <p:nvPr/>
        </p:nvSpPr>
        <p:spPr>
          <a:xfrm>
            <a:off x="8877300" y="4229100"/>
            <a:ext cx="304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40" b="1" baseline="-40000" dirty="0">
                <a:solidFill>
                  <a:srgbClr val="CC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pPr algn="ctr" indent="0" marL="0">
              <a:buNone/>
            </a:pPr>
            <a:r>
              <a:rPr lang="en-US" sz="413" b="1" baseline="30000" dirty="0">
                <a:solidFill>
                  <a:srgbClr val="CC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</a:t>
            </a:r>
            <a:endParaRPr lang="en-US" sz="550" dirty="0"/>
          </a:p>
        </p:txBody>
      </p:sp>
      <p:sp>
        <p:nvSpPr>
          <p:cNvPr id="337" name="Shape 330"/>
          <p:cNvSpPr/>
          <p:nvPr/>
        </p:nvSpPr>
        <p:spPr>
          <a:xfrm>
            <a:off x="8877300" y="4521200"/>
            <a:ext cx="304800" cy="190500"/>
          </a:xfrm>
          <a:prstGeom prst="rect">
            <a:avLst/>
          </a:prstGeom>
          <a:solidFill>
            <a:srgbClr val="E0F5E0">
              <a:alpha val="80000"/>
            </a:srgbClr>
          </a:solidFill>
          <a:ln w="15875">
            <a:solidFill>
              <a:srgbClr val="2E8B57"/>
            </a:solidFill>
            <a:prstDash val="solid"/>
          </a:ln>
        </p:spPr>
      </p:sp>
      <p:sp>
        <p:nvSpPr>
          <p:cNvPr id="338" name="Text 331"/>
          <p:cNvSpPr/>
          <p:nvPr/>
        </p:nvSpPr>
        <p:spPr>
          <a:xfrm>
            <a:off x="8877300" y="4521200"/>
            <a:ext cx="304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40" b="1" baseline="-40000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ctr" indent="0" marL="0">
              <a:buNone/>
            </a:pPr>
            <a:r>
              <a:rPr lang="en-US" sz="413" b="1" baseline="30000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</a:t>
            </a:r>
            <a:endParaRPr lang="en-US" sz="550" dirty="0"/>
          </a:p>
        </p:txBody>
      </p:sp>
      <p:sp>
        <p:nvSpPr>
          <p:cNvPr id="339" name="Shape 332"/>
          <p:cNvSpPr/>
          <p:nvPr/>
        </p:nvSpPr>
        <p:spPr>
          <a:xfrm>
            <a:off x="8877300" y="4800600"/>
            <a:ext cx="304800" cy="190500"/>
          </a:xfrm>
          <a:prstGeom prst="rect">
            <a:avLst/>
          </a:prstGeom>
          <a:solidFill>
            <a:srgbClr val="E0E8F8">
              <a:alpha val="80000"/>
            </a:srgbClr>
          </a:solidFill>
          <a:ln w="15875">
            <a:solidFill>
              <a:srgbClr val="2F55C8"/>
            </a:solidFill>
            <a:prstDash val="solid"/>
          </a:ln>
        </p:spPr>
      </p:sp>
      <p:sp>
        <p:nvSpPr>
          <p:cNvPr id="340" name="Text 333"/>
          <p:cNvSpPr/>
          <p:nvPr/>
        </p:nvSpPr>
        <p:spPr>
          <a:xfrm>
            <a:off x="8877300" y="4800600"/>
            <a:ext cx="304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40" b="1" baseline="-40000" dirty="0">
                <a:solidFill>
                  <a:srgbClr val="2F55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ctr" indent="0" marL="0">
              <a:buNone/>
            </a:pPr>
            <a:r>
              <a:rPr lang="en-US" sz="413" b="1" baseline="30000" dirty="0">
                <a:solidFill>
                  <a:srgbClr val="2F55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</a:t>
            </a:r>
            <a:endParaRPr lang="en-US" sz="550" dirty="0"/>
          </a:p>
        </p:txBody>
      </p:sp>
      <p:sp>
        <p:nvSpPr>
          <p:cNvPr id="341" name="Shape 334"/>
          <p:cNvSpPr/>
          <p:nvPr/>
        </p:nvSpPr>
        <p:spPr>
          <a:xfrm>
            <a:off x="9448800" y="4064000"/>
            <a:ext cx="304800" cy="190500"/>
          </a:xfrm>
          <a:prstGeom prst="rect">
            <a:avLst/>
          </a:prstGeom>
          <a:solidFill>
            <a:srgbClr val="FDE4E4">
              <a:alpha val="80000"/>
            </a:srgbClr>
          </a:solidFill>
          <a:ln w="15875">
            <a:solidFill>
              <a:srgbClr val="CC2222"/>
            </a:solidFill>
            <a:prstDash val="solid"/>
          </a:ln>
        </p:spPr>
      </p:sp>
      <p:sp>
        <p:nvSpPr>
          <p:cNvPr id="342" name="Text 335"/>
          <p:cNvSpPr/>
          <p:nvPr/>
        </p:nvSpPr>
        <p:spPr>
          <a:xfrm>
            <a:off x="9448800" y="4064000"/>
            <a:ext cx="304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40" b="1" baseline="-40000" dirty="0">
                <a:solidFill>
                  <a:srgbClr val="CC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pPr algn="ctr" indent="0" marL="0">
              <a:buNone/>
            </a:pPr>
            <a:r>
              <a:rPr lang="en-US" sz="413" b="1" baseline="30000" dirty="0">
                <a:solidFill>
                  <a:srgbClr val="CC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</a:t>
            </a:r>
            <a:endParaRPr lang="en-US" sz="550" dirty="0"/>
          </a:p>
        </p:txBody>
      </p:sp>
      <p:sp>
        <p:nvSpPr>
          <p:cNvPr id="343" name="Shape 336"/>
          <p:cNvSpPr/>
          <p:nvPr/>
        </p:nvSpPr>
        <p:spPr>
          <a:xfrm>
            <a:off x="9448800" y="4368800"/>
            <a:ext cx="304800" cy="190500"/>
          </a:xfrm>
          <a:prstGeom prst="rect">
            <a:avLst/>
          </a:prstGeom>
          <a:solidFill>
            <a:srgbClr val="E0F5E0">
              <a:alpha val="80000"/>
            </a:srgbClr>
          </a:solidFill>
          <a:ln w="15875">
            <a:solidFill>
              <a:srgbClr val="2E8B57"/>
            </a:solidFill>
            <a:prstDash val="solid"/>
          </a:ln>
        </p:spPr>
      </p:sp>
      <p:sp>
        <p:nvSpPr>
          <p:cNvPr id="344" name="Text 337"/>
          <p:cNvSpPr/>
          <p:nvPr/>
        </p:nvSpPr>
        <p:spPr>
          <a:xfrm>
            <a:off x="9448800" y="4368800"/>
            <a:ext cx="304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40" b="1" baseline="-40000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ctr" indent="0" marL="0">
              <a:buNone/>
            </a:pPr>
            <a:r>
              <a:rPr lang="en-US" sz="413" b="1" baseline="30000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</a:t>
            </a:r>
            <a:endParaRPr lang="en-US" sz="550" dirty="0"/>
          </a:p>
        </p:txBody>
      </p:sp>
      <p:sp>
        <p:nvSpPr>
          <p:cNvPr id="345" name="Shape 338"/>
          <p:cNvSpPr/>
          <p:nvPr/>
        </p:nvSpPr>
        <p:spPr>
          <a:xfrm>
            <a:off x="9448800" y="4660900"/>
            <a:ext cx="304800" cy="190500"/>
          </a:xfrm>
          <a:prstGeom prst="rect">
            <a:avLst/>
          </a:prstGeom>
          <a:solidFill>
            <a:srgbClr val="E0E8F8">
              <a:alpha val="80000"/>
            </a:srgbClr>
          </a:solidFill>
          <a:ln w="15875">
            <a:solidFill>
              <a:srgbClr val="2F55C8"/>
            </a:solidFill>
            <a:prstDash val="solid"/>
          </a:ln>
        </p:spPr>
      </p:sp>
      <p:sp>
        <p:nvSpPr>
          <p:cNvPr id="346" name="Text 339"/>
          <p:cNvSpPr/>
          <p:nvPr/>
        </p:nvSpPr>
        <p:spPr>
          <a:xfrm>
            <a:off x="9448800" y="4660900"/>
            <a:ext cx="304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40" b="1" baseline="-40000" dirty="0">
                <a:solidFill>
                  <a:srgbClr val="2F55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ctr" indent="0" marL="0">
              <a:buNone/>
            </a:pPr>
            <a:r>
              <a:rPr lang="en-US" sz="413" b="1" baseline="30000" dirty="0">
                <a:solidFill>
                  <a:srgbClr val="2F55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</a:t>
            </a:r>
            <a:endParaRPr lang="en-US" sz="550" dirty="0"/>
          </a:p>
        </p:txBody>
      </p:sp>
      <p:sp>
        <p:nvSpPr>
          <p:cNvPr id="347" name="Shape 340"/>
          <p:cNvSpPr/>
          <p:nvPr/>
        </p:nvSpPr>
        <p:spPr>
          <a:xfrm>
            <a:off x="9969500" y="3771900"/>
            <a:ext cx="304800" cy="190500"/>
          </a:xfrm>
          <a:prstGeom prst="rect">
            <a:avLst/>
          </a:prstGeom>
          <a:solidFill>
            <a:srgbClr val="FDE4E4">
              <a:alpha val="80000"/>
            </a:srgbClr>
          </a:solidFill>
          <a:ln w="15875">
            <a:solidFill>
              <a:srgbClr val="CC2222"/>
            </a:solidFill>
            <a:prstDash val="solid"/>
          </a:ln>
        </p:spPr>
      </p:sp>
      <p:sp>
        <p:nvSpPr>
          <p:cNvPr id="348" name="Text 341"/>
          <p:cNvSpPr/>
          <p:nvPr/>
        </p:nvSpPr>
        <p:spPr>
          <a:xfrm>
            <a:off x="9969500" y="3771900"/>
            <a:ext cx="304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40" b="1" baseline="-40000" dirty="0">
                <a:solidFill>
                  <a:srgbClr val="CC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pPr algn="ctr" indent="0" marL="0">
              <a:buNone/>
            </a:pPr>
            <a:r>
              <a:rPr lang="en-US" sz="413" b="1" baseline="30000" dirty="0">
                <a:solidFill>
                  <a:srgbClr val="CC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</a:t>
            </a:r>
            <a:endParaRPr lang="en-US" sz="550" dirty="0"/>
          </a:p>
        </p:txBody>
      </p:sp>
      <p:sp>
        <p:nvSpPr>
          <p:cNvPr id="349" name="Shape 342"/>
          <p:cNvSpPr/>
          <p:nvPr/>
        </p:nvSpPr>
        <p:spPr>
          <a:xfrm>
            <a:off x="9969500" y="4076700"/>
            <a:ext cx="304800" cy="190500"/>
          </a:xfrm>
          <a:prstGeom prst="rect">
            <a:avLst/>
          </a:prstGeom>
          <a:solidFill>
            <a:srgbClr val="E0F5E0">
              <a:alpha val="80000"/>
            </a:srgbClr>
          </a:solidFill>
          <a:ln w="15875">
            <a:solidFill>
              <a:srgbClr val="2E8B57"/>
            </a:solidFill>
            <a:prstDash val="solid"/>
          </a:ln>
        </p:spPr>
      </p:sp>
      <p:sp>
        <p:nvSpPr>
          <p:cNvPr id="350" name="Text 343"/>
          <p:cNvSpPr/>
          <p:nvPr/>
        </p:nvSpPr>
        <p:spPr>
          <a:xfrm>
            <a:off x="9969500" y="4076700"/>
            <a:ext cx="304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40" b="1" baseline="-40000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ctr" indent="0" marL="0">
              <a:buNone/>
            </a:pPr>
            <a:r>
              <a:rPr lang="en-US" sz="413" b="1" baseline="30000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</a:t>
            </a:r>
            <a:endParaRPr lang="en-US" sz="550" dirty="0"/>
          </a:p>
        </p:txBody>
      </p:sp>
      <p:sp>
        <p:nvSpPr>
          <p:cNvPr id="351" name="Shape 344"/>
          <p:cNvSpPr/>
          <p:nvPr/>
        </p:nvSpPr>
        <p:spPr>
          <a:xfrm>
            <a:off x="9969500" y="4368800"/>
            <a:ext cx="304800" cy="190500"/>
          </a:xfrm>
          <a:prstGeom prst="rect">
            <a:avLst/>
          </a:prstGeom>
          <a:solidFill>
            <a:srgbClr val="E0E8F8">
              <a:alpha val="80000"/>
            </a:srgbClr>
          </a:solidFill>
          <a:ln w="15875">
            <a:solidFill>
              <a:srgbClr val="2F55C8"/>
            </a:solidFill>
            <a:prstDash val="solid"/>
          </a:ln>
        </p:spPr>
      </p:sp>
      <p:sp>
        <p:nvSpPr>
          <p:cNvPr id="352" name="Text 345"/>
          <p:cNvSpPr/>
          <p:nvPr/>
        </p:nvSpPr>
        <p:spPr>
          <a:xfrm>
            <a:off x="9969500" y="4368800"/>
            <a:ext cx="304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40" b="1" baseline="-40000" dirty="0">
                <a:solidFill>
                  <a:srgbClr val="2F55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ctr" indent="0" marL="0">
              <a:buNone/>
            </a:pPr>
            <a:r>
              <a:rPr lang="en-US" sz="413" b="1" baseline="30000" dirty="0">
                <a:solidFill>
                  <a:srgbClr val="2F55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</a:t>
            </a:r>
            <a:endParaRPr lang="en-US" sz="550" dirty="0"/>
          </a:p>
        </p:txBody>
      </p:sp>
      <p:pic>
        <p:nvPicPr>
          <p:cNvPr id="353" name="Image 5" descr="/home/ahmed/Projects/ai_llm_slides/videos/deep-learning/002_transformers_part2/recreated_pptx/build/assets/swoosh01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40600" y="3022600"/>
            <a:ext cx="3200400" cy="1803400"/>
          </a:xfrm>
          <a:prstGeom prst="rect">
            <a:avLst/>
          </a:prstGeom>
        </p:spPr>
      </p:pic>
      <p:sp>
        <p:nvSpPr>
          <p:cNvPr id="354" name="Text 346"/>
          <p:cNvSpPr/>
          <p:nvPr/>
        </p:nvSpPr>
        <p:spPr>
          <a:xfrm rot="20280000">
            <a:off x="9880600" y="3327400"/>
            <a:ext cx="914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i="1" dirty="0">
                <a:solidFill>
                  <a:srgbClr val="222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"H" Heads</a:t>
            </a:r>
            <a:endParaRPr lang="en-US" sz="1000" dirty="0"/>
          </a:p>
        </p:txBody>
      </p:sp>
      <p:sp>
        <p:nvSpPr>
          <p:cNvPr id="355" name="Shape 347"/>
          <p:cNvSpPr/>
          <p:nvPr/>
        </p:nvSpPr>
        <p:spPr>
          <a:xfrm>
            <a:off x="2197100" y="5130800"/>
            <a:ext cx="2781300" cy="482600"/>
          </a:xfrm>
          <a:prstGeom prst="roundRect">
            <a:avLst>
              <a:gd name="adj" fmla="val 9474"/>
            </a:avLst>
          </a:prstGeom>
          <a:solidFill>
            <a:srgbClr val="EEFDDC"/>
          </a:solidFill>
          <a:ln w="15875">
            <a:solidFill>
              <a:srgbClr val="2E7D4A"/>
            </a:solidFill>
            <a:prstDash val="dash"/>
          </a:ln>
        </p:spPr>
      </p:sp>
      <p:sp>
        <p:nvSpPr>
          <p:cNvPr id="356" name="Shape 348"/>
          <p:cNvSpPr/>
          <p:nvPr/>
        </p:nvSpPr>
        <p:spPr>
          <a:xfrm>
            <a:off x="2870200" y="4470400"/>
            <a:ext cx="762000" cy="1219200"/>
          </a:xfrm>
          <a:prstGeom prst="ellipse">
            <a:avLst/>
          </a:prstGeom>
          <a:solidFill>
            <a:srgbClr val="7B9FE8">
              <a:alpha val="48000"/>
            </a:srgbClr>
          </a:solidFill>
          <a:ln/>
        </p:spPr>
      </p:sp>
      <p:sp>
        <p:nvSpPr>
          <p:cNvPr id="357" name="Shape 349"/>
          <p:cNvSpPr/>
          <p:nvPr/>
        </p:nvSpPr>
        <p:spPr>
          <a:xfrm>
            <a:off x="3098800" y="4572000"/>
            <a:ext cx="635000" cy="1016000"/>
          </a:xfrm>
          <a:prstGeom prst="ellipse">
            <a:avLst/>
          </a:prstGeom>
          <a:solidFill>
            <a:srgbClr val="9B7FE0">
              <a:alpha val="48000"/>
            </a:srgbClr>
          </a:solidFill>
          <a:ln/>
        </p:spPr>
      </p:sp>
      <p:sp>
        <p:nvSpPr>
          <p:cNvPr id="358" name="Shape 350"/>
          <p:cNvSpPr/>
          <p:nvPr/>
        </p:nvSpPr>
        <p:spPr>
          <a:xfrm>
            <a:off x="3302000" y="4673600"/>
            <a:ext cx="558800" cy="863600"/>
          </a:xfrm>
          <a:prstGeom prst="ellipse">
            <a:avLst/>
          </a:prstGeom>
          <a:solidFill>
            <a:srgbClr val="B08FE8">
              <a:alpha val="48000"/>
            </a:srgbClr>
          </a:solidFill>
          <a:ln/>
        </p:spPr>
      </p:sp>
      <p:sp>
        <p:nvSpPr>
          <p:cNvPr id="359" name="Shape 351"/>
          <p:cNvSpPr/>
          <p:nvPr/>
        </p:nvSpPr>
        <p:spPr>
          <a:xfrm>
            <a:off x="3479800" y="4775200"/>
            <a:ext cx="482600" cy="711200"/>
          </a:xfrm>
          <a:prstGeom prst="ellipse">
            <a:avLst/>
          </a:prstGeom>
          <a:solidFill>
            <a:srgbClr val="E8D87B">
              <a:alpha val="48000"/>
            </a:srgbClr>
          </a:solidFill>
          <a:ln/>
        </p:spPr>
      </p:sp>
      <p:sp>
        <p:nvSpPr>
          <p:cNvPr id="360" name="Shape 352"/>
          <p:cNvSpPr/>
          <p:nvPr/>
        </p:nvSpPr>
        <p:spPr>
          <a:xfrm>
            <a:off x="3632200" y="4876800"/>
            <a:ext cx="406400" cy="558800"/>
          </a:xfrm>
          <a:prstGeom prst="ellipse">
            <a:avLst/>
          </a:prstGeom>
          <a:solidFill>
            <a:srgbClr val="8FD98F">
              <a:alpha val="48000"/>
            </a:srgbClr>
          </a:solidFill>
          <a:ln/>
        </p:spPr>
      </p:sp>
      <p:sp>
        <p:nvSpPr>
          <p:cNvPr id="361" name="Shape 353"/>
          <p:cNvSpPr/>
          <p:nvPr/>
        </p:nvSpPr>
        <p:spPr>
          <a:xfrm>
            <a:off x="2336800" y="5181600"/>
            <a:ext cx="72571" cy="241300"/>
          </a:xfrm>
          <a:prstGeom prst="rect">
            <a:avLst/>
          </a:prstGeom>
          <a:solidFill>
            <a:srgbClr val="F7F3D8"/>
          </a:solidFill>
          <a:ln w="5080">
            <a:solidFill>
              <a:srgbClr val="C9A06A"/>
            </a:solidFill>
            <a:prstDash val="solid"/>
          </a:ln>
        </p:spPr>
      </p:sp>
      <p:sp>
        <p:nvSpPr>
          <p:cNvPr id="362" name="Shape 354"/>
          <p:cNvSpPr/>
          <p:nvPr/>
        </p:nvSpPr>
        <p:spPr>
          <a:xfrm>
            <a:off x="2409371" y="5181600"/>
            <a:ext cx="72571" cy="241300"/>
          </a:xfrm>
          <a:prstGeom prst="rect">
            <a:avLst/>
          </a:prstGeom>
          <a:solidFill>
            <a:srgbClr val="EAE4F0"/>
          </a:solidFill>
          <a:ln w="5080">
            <a:solidFill>
              <a:srgbClr val="C9A06A"/>
            </a:solidFill>
            <a:prstDash val="solid"/>
          </a:ln>
        </p:spPr>
      </p:sp>
      <p:sp>
        <p:nvSpPr>
          <p:cNvPr id="363" name="Shape 355"/>
          <p:cNvSpPr/>
          <p:nvPr/>
        </p:nvSpPr>
        <p:spPr>
          <a:xfrm>
            <a:off x="2481943" y="5181600"/>
            <a:ext cx="72571" cy="241300"/>
          </a:xfrm>
          <a:prstGeom prst="rect">
            <a:avLst/>
          </a:prstGeom>
          <a:solidFill>
            <a:srgbClr val="F7F3D8"/>
          </a:solidFill>
          <a:ln w="5080">
            <a:solidFill>
              <a:srgbClr val="C9A06A"/>
            </a:solidFill>
            <a:prstDash val="solid"/>
          </a:ln>
        </p:spPr>
      </p:sp>
      <p:sp>
        <p:nvSpPr>
          <p:cNvPr id="364" name="Shape 356"/>
          <p:cNvSpPr/>
          <p:nvPr/>
        </p:nvSpPr>
        <p:spPr>
          <a:xfrm>
            <a:off x="2554514" y="5181600"/>
            <a:ext cx="72571" cy="241300"/>
          </a:xfrm>
          <a:prstGeom prst="rect">
            <a:avLst/>
          </a:prstGeom>
          <a:solidFill>
            <a:srgbClr val="EAE4F0"/>
          </a:solidFill>
          <a:ln w="5080">
            <a:solidFill>
              <a:srgbClr val="C9A06A"/>
            </a:solidFill>
            <a:prstDash val="solid"/>
          </a:ln>
        </p:spPr>
      </p:sp>
      <p:sp>
        <p:nvSpPr>
          <p:cNvPr id="365" name="Shape 357"/>
          <p:cNvSpPr/>
          <p:nvPr/>
        </p:nvSpPr>
        <p:spPr>
          <a:xfrm>
            <a:off x="2627086" y="5181600"/>
            <a:ext cx="72571" cy="241300"/>
          </a:xfrm>
          <a:prstGeom prst="rect">
            <a:avLst/>
          </a:prstGeom>
          <a:solidFill>
            <a:srgbClr val="F7F3D8"/>
          </a:solidFill>
          <a:ln w="5080">
            <a:solidFill>
              <a:srgbClr val="C9A06A"/>
            </a:solidFill>
            <a:prstDash val="solid"/>
          </a:ln>
        </p:spPr>
      </p:sp>
      <p:sp>
        <p:nvSpPr>
          <p:cNvPr id="366" name="Shape 358"/>
          <p:cNvSpPr/>
          <p:nvPr/>
        </p:nvSpPr>
        <p:spPr>
          <a:xfrm>
            <a:off x="2699657" y="5181600"/>
            <a:ext cx="72571" cy="241300"/>
          </a:xfrm>
          <a:prstGeom prst="rect">
            <a:avLst/>
          </a:prstGeom>
          <a:solidFill>
            <a:srgbClr val="EAE4F0"/>
          </a:solidFill>
          <a:ln w="5080">
            <a:solidFill>
              <a:srgbClr val="C9A06A"/>
            </a:solidFill>
            <a:prstDash val="solid"/>
          </a:ln>
        </p:spPr>
      </p:sp>
      <p:sp>
        <p:nvSpPr>
          <p:cNvPr id="367" name="Shape 359"/>
          <p:cNvSpPr/>
          <p:nvPr/>
        </p:nvSpPr>
        <p:spPr>
          <a:xfrm>
            <a:off x="2772229" y="5181600"/>
            <a:ext cx="72571" cy="241300"/>
          </a:xfrm>
          <a:prstGeom prst="rect">
            <a:avLst/>
          </a:prstGeom>
          <a:solidFill>
            <a:srgbClr val="F7F3D8"/>
          </a:solidFill>
          <a:ln w="5080">
            <a:solidFill>
              <a:srgbClr val="C9A06A"/>
            </a:solidFill>
            <a:prstDash val="solid"/>
          </a:ln>
        </p:spPr>
      </p:sp>
      <p:sp>
        <p:nvSpPr>
          <p:cNvPr id="368" name="Shape 360"/>
          <p:cNvSpPr/>
          <p:nvPr/>
        </p:nvSpPr>
        <p:spPr>
          <a:xfrm>
            <a:off x="2541814" y="5175250"/>
            <a:ext cx="170543" cy="254000"/>
          </a:xfrm>
          <a:prstGeom prst="rect">
            <a:avLst/>
          </a:prstGeom>
          <a:ln w="12700">
            <a:solidFill>
              <a:srgbClr val="B03030"/>
            </a:solidFill>
            <a:prstDash val="solid"/>
          </a:ln>
        </p:spPr>
      </p:sp>
      <p:sp>
        <p:nvSpPr>
          <p:cNvPr id="369" name="Text 361"/>
          <p:cNvSpPr/>
          <p:nvPr/>
        </p:nvSpPr>
        <p:spPr>
          <a:xfrm>
            <a:off x="2541814" y="5181600"/>
            <a:ext cx="170543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75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00" dirty="0"/>
          </a:p>
        </p:txBody>
      </p:sp>
      <p:sp>
        <p:nvSpPr>
          <p:cNvPr id="370" name="Shape 362"/>
          <p:cNvSpPr/>
          <p:nvPr/>
        </p:nvSpPr>
        <p:spPr>
          <a:xfrm>
            <a:off x="2882900" y="5143500"/>
            <a:ext cx="711200" cy="304800"/>
          </a:xfrm>
          <a:prstGeom prst="roundRect">
            <a:avLst>
              <a:gd name="adj" fmla="val 12000"/>
            </a:avLst>
          </a:prstGeom>
          <a:ln w="12700">
            <a:solidFill>
              <a:srgbClr val="7B2FBF"/>
            </a:solidFill>
            <a:prstDash val="dash"/>
          </a:ln>
        </p:spPr>
      </p:sp>
      <p:sp>
        <p:nvSpPr>
          <p:cNvPr id="371" name="Shape 363"/>
          <p:cNvSpPr/>
          <p:nvPr/>
        </p:nvSpPr>
        <p:spPr>
          <a:xfrm>
            <a:off x="2895600" y="5156200"/>
            <a:ext cx="97971" cy="279400"/>
          </a:xfrm>
          <a:prstGeom prst="rect">
            <a:avLst/>
          </a:prstGeom>
          <a:solidFill>
            <a:srgbClr val="D8CCEC"/>
          </a:solidFill>
          <a:ln w="5080">
            <a:solidFill>
              <a:srgbClr val="C9A06A"/>
            </a:solidFill>
            <a:prstDash val="solid"/>
          </a:ln>
        </p:spPr>
      </p:sp>
      <p:sp>
        <p:nvSpPr>
          <p:cNvPr id="372" name="Shape 364"/>
          <p:cNvSpPr/>
          <p:nvPr/>
        </p:nvSpPr>
        <p:spPr>
          <a:xfrm>
            <a:off x="2993571" y="5156200"/>
            <a:ext cx="97971" cy="279400"/>
          </a:xfrm>
          <a:prstGeom prst="rect">
            <a:avLst/>
          </a:prstGeom>
          <a:solidFill>
            <a:srgbClr val="C8C4E8"/>
          </a:solidFill>
          <a:ln w="5080">
            <a:solidFill>
              <a:srgbClr val="C9A06A"/>
            </a:solidFill>
            <a:prstDash val="solid"/>
          </a:ln>
        </p:spPr>
      </p:sp>
      <p:sp>
        <p:nvSpPr>
          <p:cNvPr id="373" name="Shape 365"/>
          <p:cNvSpPr/>
          <p:nvPr/>
        </p:nvSpPr>
        <p:spPr>
          <a:xfrm>
            <a:off x="3091543" y="5156200"/>
            <a:ext cx="97971" cy="279400"/>
          </a:xfrm>
          <a:prstGeom prst="rect">
            <a:avLst/>
          </a:prstGeom>
          <a:solidFill>
            <a:srgbClr val="D8CCEC"/>
          </a:solidFill>
          <a:ln w="5080">
            <a:solidFill>
              <a:srgbClr val="C9A06A"/>
            </a:solidFill>
            <a:prstDash val="solid"/>
          </a:ln>
        </p:spPr>
      </p:sp>
      <p:sp>
        <p:nvSpPr>
          <p:cNvPr id="374" name="Shape 366"/>
          <p:cNvSpPr/>
          <p:nvPr/>
        </p:nvSpPr>
        <p:spPr>
          <a:xfrm>
            <a:off x="3189514" y="5156200"/>
            <a:ext cx="97971" cy="279400"/>
          </a:xfrm>
          <a:prstGeom prst="rect">
            <a:avLst/>
          </a:prstGeom>
          <a:solidFill>
            <a:srgbClr val="C8C4E8"/>
          </a:solidFill>
          <a:ln w="5080">
            <a:solidFill>
              <a:srgbClr val="C9A06A"/>
            </a:solidFill>
            <a:prstDash val="solid"/>
          </a:ln>
        </p:spPr>
      </p:sp>
      <p:sp>
        <p:nvSpPr>
          <p:cNvPr id="375" name="Shape 367"/>
          <p:cNvSpPr/>
          <p:nvPr/>
        </p:nvSpPr>
        <p:spPr>
          <a:xfrm>
            <a:off x="3287486" y="5156200"/>
            <a:ext cx="97971" cy="279400"/>
          </a:xfrm>
          <a:prstGeom prst="rect">
            <a:avLst/>
          </a:prstGeom>
          <a:solidFill>
            <a:srgbClr val="D8CCEC"/>
          </a:solidFill>
          <a:ln w="5080">
            <a:solidFill>
              <a:srgbClr val="C9A06A"/>
            </a:solidFill>
            <a:prstDash val="solid"/>
          </a:ln>
        </p:spPr>
      </p:sp>
      <p:sp>
        <p:nvSpPr>
          <p:cNvPr id="376" name="Shape 368"/>
          <p:cNvSpPr/>
          <p:nvPr/>
        </p:nvSpPr>
        <p:spPr>
          <a:xfrm>
            <a:off x="3385457" y="5156200"/>
            <a:ext cx="97971" cy="279400"/>
          </a:xfrm>
          <a:prstGeom prst="rect">
            <a:avLst/>
          </a:prstGeom>
          <a:solidFill>
            <a:srgbClr val="C8C4E8"/>
          </a:solidFill>
          <a:ln w="5080">
            <a:solidFill>
              <a:srgbClr val="C9A06A"/>
            </a:solidFill>
            <a:prstDash val="solid"/>
          </a:ln>
        </p:spPr>
      </p:sp>
      <p:sp>
        <p:nvSpPr>
          <p:cNvPr id="377" name="Shape 369"/>
          <p:cNvSpPr/>
          <p:nvPr/>
        </p:nvSpPr>
        <p:spPr>
          <a:xfrm>
            <a:off x="3483429" y="5156200"/>
            <a:ext cx="97971" cy="279400"/>
          </a:xfrm>
          <a:prstGeom prst="rect">
            <a:avLst/>
          </a:prstGeom>
          <a:solidFill>
            <a:srgbClr val="D8CCEC"/>
          </a:solidFill>
          <a:ln w="5080">
            <a:solidFill>
              <a:srgbClr val="C9A06A"/>
            </a:solidFill>
            <a:prstDash val="solid"/>
          </a:ln>
        </p:spPr>
      </p:sp>
      <p:sp>
        <p:nvSpPr>
          <p:cNvPr id="378" name="Shape 370"/>
          <p:cNvSpPr/>
          <p:nvPr/>
        </p:nvSpPr>
        <p:spPr>
          <a:xfrm>
            <a:off x="3176814" y="5149850"/>
            <a:ext cx="221343" cy="292100"/>
          </a:xfrm>
          <a:prstGeom prst="rect">
            <a:avLst/>
          </a:prstGeom>
          <a:ln w="12700">
            <a:solidFill>
              <a:srgbClr val="B03030"/>
            </a:solidFill>
            <a:prstDash val="solid"/>
          </a:ln>
        </p:spPr>
      </p:sp>
      <p:sp>
        <p:nvSpPr>
          <p:cNvPr id="379" name="Text 371"/>
          <p:cNvSpPr/>
          <p:nvPr/>
        </p:nvSpPr>
        <p:spPr>
          <a:xfrm>
            <a:off x="3176814" y="5156200"/>
            <a:ext cx="221343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75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00" dirty="0"/>
          </a:p>
        </p:txBody>
      </p:sp>
      <p:sp>
        <p:nvSpPr>
          <p:cNvPr id="380" name="Shape 372"/>
          <p:cNvSpPr/>
          <p:nvPr/>
        </p:nvSpPr>
        <p:spPr>
          <a:xfrm>
            <a:off x="3644900" y="5181600"/>
            <a:ext cx="79829" cy="241300"/>
          </a:xfrm>
          <a:prstGeom prst="rect">
            <a:avLst/>
          </a:prstGeom>
          <a:solidFill>
            <a:srgbClr val="F7F3D8"/>
          </a:solidFill>
          <a:ln w="5080">
            <a:solidFill>
              <a:srgbClr val="C9A06A"/>
            </a:solidFill>
            <a:prstDash val="solid"/>
          </a:ln>
        </p:spPr>
      </p:sp>
      <p:sp>
        <p:nvSpPr>
          <p:cNvPr id="381" name="Shape 373"/>
          <p:cNvSpPr/>
          <p:nvPr/>
        </p:nvSpPr>
        <p:spPr>
          <a:xfrm>
            <a:off x="3724729" y="5181600"/>
            <a:ext cx="79829" cy="241300"/>
          </a:xfrm>
          <a:prstGeom prst="rect">
            <a:avLst/>
          </a:prstGeom>
          <a:solidFill>
            <a:srgbClr val="EAE4F0"/>
          </a:solidFill>
          <a:ln w="5080">
            <a:solidFill>
              <a:srgbClr val="C9A06A"/>
            </a:solidFill>
            <a:prstDash val="solid"/>
          </a:ln>
        </p:spPr>
      </p:sp>
      <p:sp>
        <p:nvSpPr>
          <p:cNvPr id="382" name="Shape 374"/>
          <p:cNvSpPr/>
          <p:nvPr/>
        </p:nvSpPr>
        <p:spPr>
          <a:xfrm>
            <a:off x="3804557" y="5181600"/>
            <a:ext cx="79829" cy="241300"/>
          </a:xfrm>
          <a:prstGeom prst="rect">
            <a:avLst/>
          </a:prstGeom>
          <a:solidFill>
            <a:srgbClr val="F7F3D8"/>
          </a:solidFill>
          <a:ln w="5080">
            <a:solidFill>
              <a:srgbClr val="C9A06A"/>
            </a:solidFill>
            <a:prstDash val="solid"/>
          </a:ln>
        </p:spPr>
      </p:sp>
      <p:sp>
        <p:nvSpPr>
          <p:cNvPr id="383" name="Shape 375"/>
          <p:cNvSpPr/>
          <p:nvPr/>
        </p:nvSpPr>
        <p:spPr>
          <a:xfrm>
            <a:off x="3884386" y="5181600"/>
            <a:ext cx="79829" cy="241300"/>
          </a:xfrm>
          <a:prstGeom prst="rect">
            <a:avLst/>
          </a:prstGeom>
          <a:solidFill>
            <a:srgbClr val="EAE4F0"/>
          </a:solidFill>
          <a:ln w="5080">
            <a:solidFill>
              <a:srgbClr val="C9A06A"/>
            </a:solidFill>
            <a:prstDash val="solid"/>
          </a:ln>
        </p:spPr>
      </p:sp>
      <p:sp>
        <p:nvSpPr>
          <p:cNvPr id="384" name="Shape 376"/>
          <p:cNvSpPr/>
          <p:nvPr/>
        </p:nvSpPr>
        <p:spPr>
          <a:xfrm>
            <a:off x="3964214" y="5181600"/>
            <a:ext cx="79829" cy="241300"/>
          </a:xfrm>
          <a:prstGeom prst="rect">
            <a:avLst/>
          </a:prstGeom>
          <a:solidFill>
            <a:srgbClr val="F7F3D8"/>
          </a:solidFill>
          <a:ln w="5080">
            <a:solidFill>
              <a:srgbClr val="C9A06A"/>
            </a:solidFill>
            <a:prstDash val="solid"/>
          </a:ln>
        </p:spPr>
      </p:sp>
      <p:sp>
        <p:nvSpPr>
          <p:cNvPr id="385" name="Shape 377"/>
          <p:cNvSpPr/>
          <p:nvPr/>
        </p:nvSpPr>
        <p:spPr>
          <a:xfrm>
            <a:off x="4044043" y="5181600"/>
            <a:ext cx="79829" cy="241300"/>
          </a:xfrm>
          <a:prstGeom prst="rect">
            <a:avLst/>
          </a:prstGeom>
          <a:solidFill>
            <a:srgbClr val="EAE4F0"/>
          </a:solidFill>
          <a:ln w="5080">
            <a:solidFill>
              <a:srgbClr val="C9A06A"/>
            </a:solidFill>
            <a:prstDash val="solid"/>
          </a:ln>
        </p:spPr>
      </p:sp>
      <p:sp>
        <p:nvSpPr>
          <p:cNvPr id="386" name="Shape 378"/>
          <p:cNvSpPr/>
          <p:nvPr/>
        </p:nvSpPr>
        <p:spPr>
          <a:xfrm>
            <a:off x="4123871" y="5181600"/>
            <a:ext cx="79829" cy="241300"/>
          </a:xfrm>
          <a:prstGeom prst="rect">
            <a:avLst/>
          </a:prstGeom>
          <a:solidFill>
            <a:srgbClr val="F7F3D8"/>
          </a:solidFill>
          <a:ln w="5080">
            <a:solidFill>
              <a:srgbClr val="C9A06A"/>
            </a:solidFill>
            <a:prstDash val="solid"/>
          </a:ln>
        </p:spPr>
      </p:sp>
      <p:sp>
        <p:nvSpPr>
          <p:cNvPr id="387" name="Shape 379"/>
          <p:cNvSpPr/>
          <p:nvPr/>
        </p:nvSpPr>
        <p:spPr>
          <a:xfrm>
            <a:off x="3871686" y="5175250"/>
            <a:ext cx="185057" cy="254000"/>
          </a:xfrm>
          <a:prstGeom prst="rect">
            <a:avLst/>
          </a:prstGeom>
          <a:ln w="12700">
            <a:solidFill>
              <a:srgbClr val="B03030"/>
            </a:solidFill>
            <a:prstDash val="solid"/>
          </a:ln>
        </p:spPr>
      </p:sp>
      <p:sp>
        <p:nvSpPr>
          <p:cNvPr id="388" name="Text 380"/>
          <p:cNvSpPr/>
          <p:nvPr/>
        </p:nvSpPr>
        <p:spPr>
          <a:xfrm>
            <a:off x="3871686" y="5181600"/>
            <a:ext cx="185057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75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00" dirty="0"/>
          </a:p>
        </p:txBody>
      </p:sp>
      <p:sp>
        <p:nvSpPr>
          <p:cNvPr id="389" name="Shape 381"/>
          <p:cNvSpPr/>
          <p:nvPr/>
        </p:nvSpPr>
        <p:spPr>
          <a:xfrm>
            <a:off x="4267200" y="5181600"/>
            <a:ext cx="87086" cy="241300"/>
          </a:xfrm>
          <a:prstGeom prst="rect">
            <a:avLst/>
          </a:prstGeom>
          <a:solidFill>
            <a:srgbClr val="F7F3D8"/>
          </a:solidFill>
          <a:ln w="5080">
            <a:solidFill>
              <a:srgbClr val="C9A06A"/>
            </a:solidFill>
            <a:prstDash val="solid"/>
          </a:ln>
        </p:spPr>
      </p:sp>
      <p:sp>
        <p:nvSpPr>
          <p:cNvPr id="390" name="Shape 382"/>
          <p:cNvSpPr/>
          <p:nvPr/>
        </p:nvSpPr>
        <p:spPr>
          <a:xfrm>
            <a:off x="4354286" y="5181600"/>
            <a:ext cx="87086" cy="241300"/>
          </a:xfrm>
          <a:prstGeom prst="rect">
            <a:avLst/>
          </a:prstGeom>
          <a:solidFill>
            <a:srgbClr val="EAE4F0"/>
          </a:solidFill>
          <a:ln w="5080">
            <a:solidFill>
              <a:srgbClr val="C9A06A"/>
            </a:solidFill>
            <a:prstDash val="solid"/>
          </a:ln>
        </p:spPr>
      </p:sp>
      <p:sp>
        <p:nvSpPr>
          <p:cNvPr id="391" name="Shape 383"/>
          <p:cNvSpPr/>
          <p:nvPr/>
        </p:nvSpPr>
        <p:spPr>
          <a:xfrm>
            <a:off x="4441371" y="5181600"/>
            <a:ext cx="87086" cy="241300"/>
          </a:xfrm>
          <a:prstGeom prst="rect">
            <a:avLst/>
          </a:prstGeom>
          <a:solidFill>
            <a:srgbClr val="F7F3D8"/>
          </a:solidFill>
          <a:ln w="5080">
            <a:solidFill>
              <a:srgbClr val="C9A06A"/>
            </a:solidFill>
            <a:prstDash val="solid"/>
          </a:ln>
        </p:spPr>
      </p:sp>
      <p:sp>
        <p:nvSpPr>
          <p:cNvPr id="392" name="Shape 384"/>
          <p:cNvSpPr/>
          <p:nvPr/>
        </p:nvSpPr>
        <p:spPr>
          <a:xfrm>
            <a:off x="4528457" y="5181600"/>
            <a:ext cx="87086" cy="241300"/>
          </a:xfrm>
          <a:prstGeom prst="rect">
            <a:avLst/>
          </a:prstGeom>
          <a:solidFill>
            <a:srgbClr val="EAE4F0"/>
          </a:solidFill>
          <a:ln w="5080">
            <a:solidFill>
              <a:srgbClr val="C9A06A"/>
            </a:solidFill>
            <a:prstDash val="solid"/>
          </a:ln>
        </p:spPr>
      </p:sp>
      <p:sp>
        <p:nvSpPr>
          <p:cNvPr id="393" name="Shape 385"/>
          <p:cNvSpPr/>
          <p:nvPr/>
        </p:nvSpPr>
        <p:spPr>
          <a:xfrm>
            <a:off x="4615543" y="5181600"/>
            <a:ext cx="87086" cy="241300"/>
          </a:xfrm>
          <a:prstGeom prst="rect">
            <a:avLst/>
          </a:prstGeom>
          <a:solidFill>
            <a:srgbClr val="F7F3D8"/>
          </a:solidFill>
          <a:ln w="5080">
            <a:solidFill>
              <a:srgbClr val="C9A06A"/>
            </a:solidFill>
            <a:prstDash val="solid"/>
          </a:ln>
        </p:spPr>
      </p:sp>
      <p:sp>
        <p:nvSpPr>
          <p:cNvPr id="394" name="Shape 386"/>
          <p:cNvSpPr/>
          <p:nvPr/>
        </p:nvSpPr>
        <p:spPr>
          <a:xfrm>
            <a:off x="4702629" y="5181600"/>
            <a:ext cx="87086" cy="241300"/>
          </a:xfrm>
          <a:prstGeom prst="rect">
            <a:avLst/>
          </a:prstGeom>
          <a:solidFill>
            <a:srgbClr val="EAE4F0"/>
          </a:solidFill>
          <a:ln w="5080">
            <a:solidFill>
              <a:srgbClr val="C9A06A"/>
            </a:solidFill>
            <a:prstDash val="solid"/>
          </a:ln>
        </p:spPr>
      </p:sp>
      <p:sp>
        <p:nvSpPr>
          <p:cNvPr id="395" name="Shape 387"/>
          <p:cNvSpPr/>
          <p:nvPr/>
        </p:nvSpPr>
        <p:spPr>
          <a:xfrm>
            <a:off x="4789714" y="5181600"/>
            <a:ext cx="87086" cy="241300"/>
          </a:xfrm>
          <a:prstGeom prst="rect">
            <a:avLst/>
          </a:prstGeom>
          <a:solidFill>
            <a:srgbClr val="F7F3D8"/>
          </a:solidFill>
          <a:ln w="5080">
            <a:solidFill>
              <a:srgbClr val="C9A06A"/>
            </a:solidFill>
            <a:prstDash val="solid"/>
          </a:ln>
        </p:spPr>
      </p:sp>
      <p:sp>
        <p:nvSpPr>
          <p:cNvPr id="396" name="Shape 388"/>
          <p:cNvSpPr/>
          <p:nvPr/>
        </p:nvSpPr>
        <p:spPr>
          <a:xfrm>
            <a:off x="4515757" y="5175250"/>
            <a:ext cx="199571" cy="254000"/>
          </a:xfrm>
          <a:prstGeom prst="rect">
            <a:avLst/>
          </a:prstGeom>
          <a:ln w="12700">
            <a:solidFill>
              <a:srgbClr val="B03030"/>
            </a:solidFill>
            <a:prstDash val="solid"/>
          </a:ln>
        </p:spPr>
      </p:sp>
      <p:sp>
        <p:nvSpPr>
          <p:cNvPr id="397" name="Text 389"/>
          <p:cNvSpPr/>
          <p:nvPr/>
        </p:nvSpPr>
        <p:spPr>
          <a:xfrm>
            <a:off x="4515757" y="5181600"/>
            <a:ext cx="199571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75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500" dirty="0"/>
          </a:p>
        </p:txBody>
      </p:sp>
      <p:sp>
        <p:nvSpPr>
          <p:cNvPr id="398" name="Shape 390"/>
          <p:cNvSpPr/>
          <p:nvPr/>
        </p:nvSpPr>
        <p:spPr>
          <a:xfrm>
            <a:off x="3149600" y="5410200"/>
            <a:ext cx="50800" cy="1397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399" name="Shape 391"/>
          <p:cNvSpPr/>
          <p:nvPr/>
        </p:nvSpPr>
        <p:spPr>
          <a:xfrm flipV="1">
            <a:off x="3124200" y="5537200"/>
            <a:ext cx="101600" cy="762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400" name="Shape 392"/>
          <p:cNvSpPr/>
          <p:nvPr/>
        </p:nvSpPr>
        <p:spPr>
          <a:xfrm>
            <a:off x="3327400" y="4610100"/>
            <a:ext cx="68580" cy="127000"/>
          </a:xfrm>
          <a:prstGeom prst="rect">
            <a:avLst/>
          </a:prstGeom>
          <a:solidFill>
            <a:srgbClr val="F9E48C"/>
          </a:solidFill>
          <a:ln w="6350">
            <a:solidFill>
              <a:srgbClr val="C9A06A"/>
            </a:solidFill>
            <a:prstDash val="solid"/>
          </a:ln>
        </p:spPr>
      </p:sp>
      <p:sp>
        <p:nvSpPr>
          <p:cNvPr id="401" name="Shape 393"/>
          <p:cNvSpPr/>
          <p:nvPr/>
        </p:nvSpPr>
        <p:spPr>
          <a:xfrm>
            <a:off x="3395980" y="4610100"/>
            <a:ext cx="68580" cy="127000"/>
          </a:xfrm>
          <a:prstGeom prst="rect">
            <a:avLst/>
          </a:prstGeom>
          <a:solidFill>
            <a:srgbClr val="F0E0B0"/>
          </a:solidFill>
          <a:ln w="6350">
            <a:solidFill>
              <a:srgbClr val="C9A06A"/>
            </a:solidFill>
            <a:prstDash val="solid"/>
          </a:ln>
        </p:spPr>
      </p:sp>
      <p:sp>
        <p:nvSpPr>
          <p:cNvPr id="402" name="Shape 394"/>
          <p:cNvSpPr/>
          <p:nvPr/>
        </p:nvSpPr>
        <p:spPr>
          <a:xfrm>
            <a:off x="3464560" y="4610100"/>
            <a:ext cx="68580" cy="127000"/>
          </a:xfrm>
          <a:prstGeom prst="rect">
            <a:avLst/>
          </a:prstGeom>
          <a:solidFill>
            <a:srgbClr val="F9E48C"/>
          </a:solidFill>
          <a:ln w="6350">
            <a:solidFill>
              <a:srgbClr val="C9A06A"/>
            </a:solidFill>
            <a:prstDash val="solid"/>
          </a:ln>
        </p:spPr>
      </p:sp>
      <p:sp>
        <p:nvSpPr>
          <p:cNvPr id="403" name="Shape 395"/>
          <p:cNvSpPr/>
          <p:nvPr/>
        </p:nvSpPr>
        <p:spPr>
          <a:xfrm>
            <a:off x="3533140" y="4610100"/>
            <a:ext cx="68580" cy="127000"/>
          </a:xfrm>
          <a:prstGeom prst="rect">
            <a:avLst/>
          </a:prstGeom>
          <a:solidFill>
            <a:srgbClr val="F0E0B0"/>
          </a:solidFill>
          <a:ln w="6350">
            <a:solidFill>
              <a:srgbClr val="C9A06A"/>
            </a:solidFill>
            <a:prstDash val="solid"/>
          </a:ln>
        </p:spPr>
      </p:sp>
      <p:sp>
        <p:nvSpPr>
          <p:cNvPr id="404" name="Shape 396"/>
          <p:cNvSpPr/>
          <p:nvPr/>
        </p:nvSpPr>
        <p:spPr>
          <a:xfrm>
            <a:off x="3601720" y="4610100"/>
            <a:ext cx="68580" cy="127000"/>
          </a:xfrm>
          <a:prstGeom prst="rect">
            <a:avLst/>
          </a:prstGeom>
          <a:solidFill>
            <a:srgbClr val="F9E48C"/>
          </a:solidFill>
          <a:ln w="6350">
            <a:solidFill>
              <a:srgbClr val="C9A06A"/>
            </a:solidFill>
            <a:prstDash val="solid"/>
          </a:ln>
        </p:spPr>
      </p:sp>
      <p:sp>
        <p:nvSpPr>
          <p:cNvPr id="405" name="Shape 397"/>
          <p:cNvSpPr/>
          <p:nvPr/>
        </p:nvSpPr>
        <p:spPr>
          <a:xfrm>
            <a:off x="3289300" y="4584700"/>
            <a:ext cx="381000" cy="177800"/>
          </a:xfrm>
          <a:prstGeom prst="rect">
            <a:avLst/>
          </a:prstGeom>
          <a:ln w="6350">
            <a:solidFill>
              <a:srgbClr val="B8A888"/>
            </a:solidFill>
            <a:prstDash val="solid"/>
          </a:ln>
        </p:spPr>
      </p:sp>
      <p:sp>
        <p:nvSpPr>
          <p:cNvPr id="406" name="Shape 398"/>
          <p:cNvSpPr/>
          <p:nvPr/>
        </p:nvSpPr>
        <p:spPr>
          <a:xfrm>
            <a:off x="3695700" y="4584700"/>
            <a:ext cx="0" cy="177800"/>
          </a:xfrm>
          <a:prstGeom prst="line">
            <a:avLst/>
          </a:prstGeom>
          <a:noFill/>
          <a:ln w="9525">
            <a:solidFill>
              <a:srgbClr val="C00000"/>
            </a:solidFill>
            <a:prstDash val="solid"/>
          </a:ln>
        </p:spPr>
      </p:sp>
      <p:sp>
        <p:nvSpPr>
          <p:cNvPr id="407" name="Text 399"/>
          <p:cNvSpPr/>
          <p:nvPr/>
        </p:nvSpPr>
        <p:spPr>
          <a:xfrm>
            <a:off x="3124200" y="4597400"/>
            <a:ext cx="1524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pPr algn="l" indent="0" marL="0">
              <a:buNone/>
            </a:pPr>
            <a:r>
              <a:rPr lang="en-US" sz="42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50" dirty="0"/>
          </a:p>
        </p:txBody>
      </p:sp>
      <p:sp>
        <p:nvSpPr>
          <p:cNvPr id="408" name="Shape 400"/>
          <p:cNvSpPr/>
          <p:nvPr/>
        </p:nvSpPr>
        <p:spPr>
          <a:xfrm>
            <a:off x="3098800" y="4762500"/>
            <a:ext cx="266700" cy="317500"/>
          </a:xfrm>
          <a:prstGeom prst="rect">
            <a:avLst/>
          </a:prstGeom>
          <a:solidFill>
            <a:srgbClr val="FFFFFF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409" name="Text 401"/>
          <p:cNvSpPr/>
          <p:nvPr/>
        </p:nvSpPr>
        <p:spPr>
          <a:xfrm>
            <a:off x="3098800" y="4762500"/>
            <a:ext cx="2667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40" b="1" baseline="-40000" dirty="0">
                <a:solidFill>
                  <a:srgbClr val="2F4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pPr algn="ctr" indent="0" marL="0">
              <a:buNone/>
            </a:pPr>
            <a:r>
              <a:rPr lang="en-US" sz="413" b="1" baseline="30000" dirty="0">
                <a:solidFill>
                  <a:srgbClr val="CC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(0)</a:t>
            </a:r>
            <a:endParaRPr lang="en-US" sz="550" dirty="0"/>
          </a:p>
        </p:txBody>
      </p:sp>
      <p:sp>
        <p:nvSpPr>
          <p:cNvPr id="410" name="Shape 402"/>
          <p:cNvSpPr/>
          <p:nvPr/>
        </p:nvSpPr>
        <p:spPr>
          <a:xfrm>
            <a:off x="3284220" y="4495800"/>
            <a:ext cx="11430" cy="6350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411" name="Shape 403"/>
          <p:cNvSpPr/>
          <p:nvPr/>
        </p:nvSpPr>
        <p:spPr>
          <a:xfrm>
            <a:off x="3251200" y="4432300"/>
            <a:ext cx="66040" cy="6985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412" name="Shape 404"/>
          <p:cNvSpPr/>
          <p:nvPr/>
        </p:nvSpPr>
        <p:spPr>
          <a:xfrm flipV="1">
            <a:off x="3251200" y="5105400"/>
            <a:ext cx="66040" cy="6985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413" name="Shape 405"/>
          <p:cNvSpPr/>
          <p:nvPr/>
        </p:nvSpPr>
        <p:spPr>
          <a:xfrm>
            <a:off x="1638300" y="4457700"/>
            <a:ext cx="15875" cy="127000"/>
          </a:xfrm>
          <a:prstGeom prst="rect">
            <a:avLst/>
          </a:prstGeom>
          <a:solidFill>
            <a:srgbClr val="00AA00"/>
          </a:solidFill>
          <a:ln/>
        </p:spPr>
      </p:sp>
      <p:sp>
        <p:nvSpPr>
          <p:cNvPr id="414" name="Shape 406"/>
          <p:cNvSpPr/>
          <p:nvPr/>
        </p:nvSpPr>
        <p:spPr>
          <a:xfrm>
            <a:off x="1593850" y="4381500"/>
            <a:ext cx="101600" cy="82550"/>
          </a:xfrm>
          <a:prstGeom prst="triangle">
            <a:avLst/>
          </a:prstGeom>
          <a:solidFill>
            <a:srgbClr val="00AA00"/>
          </a:solidFill>
          <a:ln/>
        </p:spPr>
      </p:sp>
      <p:sp>
        <p:nvSpPr>
          <p:cNvPr id="415" name="Shape 407"/>
          <p:cNvSpPr/>
          <p:nvPr/>
        </p:nvSpPr>
        <p:spPr>
          <a:xfrm>
            <a:off x="1689100" y="4546600"/>
            <a:ext cx="127000" cy="584200"/>
          </a:xfrm>
          <a:prstGeom prst="line">
            <a:avLst/>
          </a:prstGeom>
          <a:noFill/>
          <a:ln w="9525">
            <a:solidFill>
              <a:srgbClr val="3FAE5C"/>
            </a:solidFill>
            <a:prstDash val="dash"/>
          </a:ln>
        </p:spPr>
      </p:sp>
      <p:sp>
        <p:nvSpPr>
          <p:cNvPr id="416" name="Text 408"/>
          <p:cNvSpPr/>
          <p:nvPr/>
        </p:nvSpPr>
        <p:spPr>
          <a:xfrm>
            <a:off x="3771900" y="6057900"/>
            <a:ext cx="4851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 Head </a:t>
            </a:r>
            <a:pPr algn="ctr" indent="0" marL="0">
              <a:buNone/>
            </a:pPr>
            <a:r>
              <a:rPr lang="en-US" sz="1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 Attention of Word </a:t>
            </a:r>
            <a:pPr algn="ctr" indent="0" marL="0">
              <a:buNone/>
            </a:pPr>
            <a:r>
              <a:rPr lang="en-US" sz="19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0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71500"/>
            <a:ext cx="11137900" cy="6286500"/>
          </a:xfrm>
          <a:prstGeom prst="rect">
            <a:avLst/>
          </a:prstGeom>
          <a:solidFill>
            <a:srgbClr val="E9E9E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384044" y="679420"/>
            <a:ext cx="9423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1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 FF NN  for Multiplication of Vector by a </a:t>
            </a:r>
            <a:pPr algn="ctr" indent="0" marL="0">
              <a:buNone/>
            </a:pPr>
            <a:r>
              <a:rPr lang="en-US" sz="2210" b="1" u="sng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 Matrices</a:t>
            </a:r>
            <a:endParaRPr lang="en-US" sz="2210" dirty="0"/>
          </a:p>
        </p:txBody>
      </p:sp>
      <p:sp>
        <p:nvSpPr>
          <p:cNvPr id="6" name="Text 4"/>
          <p:cNvSpPr/>
          <p:nvPr/>
        </p:nvSpPr>
        <p:spPr>
          <a:xfrm>
            <a:off x="515834" y="985106"/>
            <a:ext cx="10922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i="1" dirty="0">
                <a:solidFill>
                  <a:srgbClr val="1F3E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Multiply Vector of Current Word by Multiple  (different) W</a:t>
            </a:r>
            <a:pPr algn="ctr" indent="0" marL="0">
              <a:buNone/>
            </a:pPr>
            <a:r>
              <a:rPr lang="en-US" sz="1200" b="1" i="1" baseline="-40000" dirty="0">
                <a:solidFill>
                  <a:srgbClr val="1F3E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pPr algn="ctr" indent="0" marL="0">
              <a:buNone/>
            </a:pPr>
            <a:r>
              <a:rPr lang="en-US" sz="1850" b="1" i="1" dirty="0">
                <a:solidFill>
                  <a:srgbClr val="1F3E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(</a:t>
            </a:r>
            <a:pPr algn="ctr" indent="0" marL="0">
              <a:buNone/>
            </a:pPr>
            <a:r>
              <a:rPr lang="en-US" sz="1850" b="1" i="1" u="sng" dirty="0">
                <a:solidFill>
                  <a:srgbClr val="1F3E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Queries of Multiple Heads</a:t>
            </a:r>
            <a:pPr algn="ctr" indent="0" marL="0">
              <a:buNone/>
            </a:pPr>
            <a:r>
              <a:rPr lang="en-US" sz="1850" b="1" i="1" dirty="0">
                <a:solidFill>
                  <a:srgbClr val="1F3E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850" dirty="0"/>
          </a:p>
        </p:txBody>
      </p:sp>
      <p:sp>
        <p:nvSpPr>
          <p:cNvPr id="7" name="Shape 5"/>
          <p:cNvSpPr/>
          <p:nvPr/>
        </p:nvSpPr>
        <p:spPr>
          <a:xfrm>
            <a:off x="995831" y="1608174"/>
            <a:ext cx="8685338" cy="4432300"/>
          </a:xfrm>
          <a:prstGeom prst="roundRect">
            <a:avLst>
              <a:gd name="adj" fmla="val 1650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191716" y="1682749"/>
            <a:ext cx="1524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 Vector of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211534" y="1823188"/>
            <a:ext cx="1524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Word </a:t>
            </a:r>
            <a:pPr algn="ctr" indent="0" marL="0">
              <a:buNone/>
            </a:pPr>
            <a:r>
              <a:rPr lang="en-US" sz="2000" b="1" i="1" dirty="0">
                <a:solidFill>
                  <a:srgbClr val="1F3E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100" b="1" i="1" baseline="-40000" dirty="0">
                <a:solidFill>
                  <a:srgbClr val="1F3E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114741" y="2113220"/>
            <a:ext cx="1464864" cy="412750"/>
          </a:xfrm>
          <a:prstGeom prst="roundRect">
            <a:avLst>
              <a:gd name="adj" fmla="val 17723"/>
            </a:avLst>
          </a:prstGeom>
          <a:solidFill>
            <a:srgbClr val="FEE4F7"/>
          </a:solidFill>
          <a:ln/>
        </p:spPr>
      </p:sp>
      <p:sp>
        <p:nvSpPr>
          <p:cNvPr id="11" name="Shape 9"/>
          <p:cNvSpPr/>
          <p:nvPr/>
        </p:nvSpPr>
        <p:spPr>
          <a:xfrm>
            <a:off x="1227044" y="2139801"/>
            <a:ext cx="330200" cy="3302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27044" y="2139801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610199" y="2139801"/>
            <a:ext cx="330200" cy="3302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610199" y="2139801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927292" y="2139801"/>
            <a:ext cx="330200" cy="3302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927292" y="2139801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284021" y="2139801"/>
            <a:ext cx="330200" cy="3302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284021" y="2139801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030511" y="2086639"/>
            <a:ext cx="1682866" cy="2222500"/>
          </a:xfrm>
          <a:prstGeom prst="roundRect">
            <a:avLst>
              <a:gd name="adj" fmla="val 4347"/>
            </a:avLst>
          </a:prstGeom>
          <a:solidFill>
            <a:srgbClr val="D4FCE6"/>
          </a:solidFill>
          <a:ln/>
        </p:spPr>
      </p:sp>
      <p:sp>
        <p:nvSpPr>
          <p:cNvPr id="20" name="Text 18"/>
          <p:cNvSpPr/>
          <p:nvPr/>
        </p:nvSpPr>
        <p:spPr>
          <a:xfrm>
            <a:off x="3285852" y="1809306"/>
            <a:ext cx="1524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8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pPr algn="ctr" indent="0" marL="0">
              <a:buNone/>
            </a:pPr>
            <a:r>
              <a:rPr lang="en-US" sz="1150" b="1" dirty="0">
                <a:solidFill>
                  <a:srgbClr val="8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Head 1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136209" y="2345807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136209" y="2345807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11849" y="2345807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11849" y="2345807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113913" y="2345807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113913" y="2345807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49916" y="2345807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49916" y="2345807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136209" y="2844208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136209" y="2844208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611849" y="2844208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11849" y="2844208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113913" y="2844208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113913" y="2844208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49916" y="2844208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49916" y="2844208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136209" y="3402417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136209" y="3402417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611849" y="3402417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11849" y="3402417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113913" y="3402417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13913" y="3402417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549916" y="3402417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549916" y="3402417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136209" y="3907463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136209" y="3907463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611849" y="3907463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11849" y="3907463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113913" y="3907463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113913" y="3907463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549916" y="3907463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49916" y="3907463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223738" y="2086639"/>
            <a:ext cx="1682866" cy="2222500"/>
          </a:xfrm>
          <a:prstGeom prst="roundRect">
            <a:avLst>
              <a:gd name="adj" fmla="val 4347"/>
            </a:avLst>
          </a:prstGeom>
          <a:solidFill>
            <a:srgbClr val="F8E6D0"/>
          </a:solidFill>
          <a:ln/>
        </p:spPr>
      </p:sp>
      <p:sp>
        <p:nvSpPr>
          <p:cNvPr id="54" name="Text 52"/>
          <p:cNvSpPr/>
          <p:nvPr/>
        </p:nvSpPr>
        <p:spPr>
          <a:xfrm>
            <a:off x="5393199" y="1809306"/>
            <a:ext cx="1524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8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pPr algn="ctr" indent="0" marL="0">
              <a:buNone/>
            </a:pPr>
            <a:r>
              <a:rPr lang="en-US" sz="1150" b="1" dirty="0">
                <a:solidFill>
                  <a:srgbClr val="8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Head 2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329436" y="2345807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329436" y="2345807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805076" y="2345807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805076" y="2345807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307140" y="2345807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307140" y="2345807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743143" y="2345807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743143" y="2345807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5329436" y="2844208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329436" y="2844208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5805076" y="2844208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805076" y="2844208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6307140" y="2844208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307140" y="2844208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6743143" y="2844208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743143" y="2844208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5329436" y="3402417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329436" y="3402417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5805076" y="3402417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805076" y="3402417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6307140" y="3402417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307140" y="3402417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>
            <a:off x="6743143" y="3402417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743143" y="3402417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900" dirty="0"/>
          </a:p>
        </p:txBody>
      </p:sp>
      <p:sp>
        <p:nvSpPr>
          <p:cNvPr id="79" name="Shape 77"/>
          <p:cNvSpPr/>
          <p:nvPr/>
        </p:nvSpPr>
        <p:spPr>
          <a:xfrm>
            <a:off x="5329436" y="3907463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329436" y="3907463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5805076" y="3907463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805076" y="3907463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6307140" y="3907463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307140" y="3907463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6743143" y="3907463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743143" y="3907463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7324480" y="2086639"/>
            <a:ext cx="1709290" cy="2222500"/>
          </a:xfrm>
          <a:prstGeom prst="roundRect">
            <a:avLst>
              <a:gd name="adj" fmla="val 4280"/>
            </a:avLst>
          </a:prstGeom>
          <a:solidFill>
            <a:srgbClr val="D5D5FB"/>
          </a:solidFill>
          <a:ln/>
        </p:spPr>
      </p:sp>
      <p:sp>
        <p:nvSpPr>
          <p:cNvPr id="88" name="Text 86"/>
          <p:cNvSpPr/>
          <p:nvPr/>
        </p:nvSpPr>
        <p:spPr>
          <a:xfrm>
            <a:off x="7546790" y="1809306"/>
            <a:ext cx="1524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8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pPr algn="ctr" indent="0" marL="0">
              <a:buNone/>
            </a:pPr>
            <a:r>
              <a:rPr lang="en-US" sz="1150" b="1" dirty="0">
                <a:solidFill>
                  <a:srgbClr val="8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Head 3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7430178" y="2345807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430178" y="2345807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sp>
        <p:nvSpPr>
          <p:cNvPr id="91" name="Shape 89"/>
          <p:cNvSpPr/>
          <p:nvPr/>
        </p:nvSpPr>
        <p:spPr>
          <a:xfrm>
            <a:off x="7905817" y="2345807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905817" y="2345807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  <p:sp>
        <p:nvSpPr>
          <p:cNvPr id="93" name="Shape 91"/>
          <p:cNvSpPr/>
          <p:nvPr/>
        </p:nvSpPr>
        <p:spPr>
          <a:xfrm>
            <a:off x="8407881" y="2345807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407881" y="2345807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  <p:sp>
        <p:nvSpPr>
          <p:cNvPr id="95" name="Shape 93"/>
          <p:cNvSpPr/>
          <p:nvPr/>
        </p:nvSpPr>
        <p:spPr>
          <a:xfrm>
            <a:off x="8843884" y="2345807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843884" y="2345807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900" dirty="0"/>
          </a:p>
        </p:txBody>
      </p:sp>
      <p:sp>
        <p:nvSpPr>
          <p:cNvPr id="97" name="Shape 95"/>
          <p:cNvSpPr/>
          <p:nvPr/>
        </p:nvSpPr>
        <p:spPr>
          <a:xfrm>
            <a:off x="7430178" y="2844208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430178" y="2844208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sp>
        <p:nvSpPr>
          <p:cNvPr id="99" name="Shape 97"/>
          <p:cNvSpPr/>
          <p:nvPr/>
        </p:nvSpPr>
        <p:spPr>
          <a:xfrm>
            <a:off x="7905817" y="2844208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905817" y="2844208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  <p:sp>
        <p:nvSpPr>
          <p:cNvPr id="101" name="Shape 99"/>
          <p:cNvSpPr/>
          <p:nvPr/>
        </p:nvSpPr>
        <p:spPr>
          <a:xfrm>
            <a:off x="8407881" y="2844208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407881" y="2844208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900" dirty="0"/>
          </a:p>
        </p:txBody>
      </p:sp>
      <p:sp>
        <p:nvSpPr>
          <p:cNvPr id="103" name="Shape 101"/>
          <p:cNvSpPr/>
          <p:nvPr/>
        </p:nvSpPr>
        <p:spPr>
          <a:xfrm>
            <a:off x="8843884" y="2844208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843884" y="2844208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900" dirty="0"/>
          </a:p>
        </p:txBody>
      </p:sp>
      <p:sp>
        <p:nvSpPr>
          <p:cNvPr id="105" name="Shape 103"/>
          <p:cNvSpPr/>
          <p:nvPr/>
        </p:nvSpPr>
        <p:spPr>
          <a:xfrm>
            <a:off x="7430178" y="3402417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7430178" y="3402417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  <p:sp>
        <p:nvSpPr>
          <p:cNvPr id="107" name="Shape 105"/>
          <p:cNvSpPr/>
          <p:nvPr/>
        </p:nvSpPr>
        <p:spPr>
          <a:xfrm>
            <a:off x="7905817" y="3402417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7905817" y="3402417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  <p:sp>
        <p:nvSpPr>
          <p:cNvPr id="109" name="Shape 107"/>
          <p:cNvSpPr/>
          <p:nvPr/>
        </p:nvSpPr>
        <p:spPr>
          <a:xfrm>
            <a:off x="8407881" y="3402417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407881" y="3402417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  <p:sp>
        <p:nvSpPr>
          <p:cNvPr id="111" name="Shape 109"/>
          <p:cNvSpPr/>
          <p:nvPr/>
        </p:nvSpPr>
        <p:spPr>
          <a:xfrm>
            <a:off x="8843884" y="3402417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843884" y="3402417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900" dirty="0"/>
          </a:p>
        </p:txBody>
      </p:sp>
      <p:sp>
        <p:nvSpPr>
          <p:cNvPr id="113" name="Shape 111"/>
          <p:cNvSpPr/>
          <p:nvPr/>
        </p:nvSpPr>
        <p:spPr>
          <a:xfrm>
            <a:off x="7430178" y="3907463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7430178" y="3907463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  <p:sp>
        <p:nvSpPr>
          <p:cNvPr id="115" name="Shape 113"/>
          <p:cNvSpPr/>
          <p:nvPr/>
        </p:nvSpPr>
        <p:spPr>
          <a:xfrm>
            <a:off x="7905817" y="3907463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7905817" y="3907463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  <p:sp>
        <p:nvSpPr>
          <p:cNvPr id="117" name="Shape 115"/>
          <p:cNvSpPr/>
          <p:nvPr/>
        </p:nvSpPr>
        <p:spPr>
          <a:xfrm>
            <a:off x="8407881" y="3907463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8407881" y="3907463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900" dirty="0"/>
          </a:p>
        </p:txBody>
      </p:sp>
      <p:sp>
        <p:nvSpPr>
          <p:cNvPr id="119" name="Shape 117"/>
          <p:cNvSpPr/>
          <p:nvPr/>
        </p:nvSpPr>
        <p:spPr>
          <a:xfrm>
            <a:off x="8843884" y="3907463"/>
            <a:ext cx="247650" cy="228600"/>
          </a:xfrm>
          <a:prstGeom prst="roundRect">
            <a:avLst>
              <a:gd name="adj" fmla="val 16000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8843884" y="3907463"/>
            <a:ext cx="24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900" dirty="0"/>
          </a:p>
        </p:txBody>
      </p:sp>
      <p:sp>
        <p:nvSpPr>
          <p:cNvPr id="121" name="Text 119"/>
          <p:cNvSpPr/>
          <p:nvPr/>
        </p:nvSpPr>
        <p:spPr>
          <a:xfrm>
            <a:off x="2416708" y="4772983"/>
            <a:ext cx="3556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2800" dirty="0"/>
          </a:p>
        </p:txBody>
      </p:sp>
      <p:sp>
        <p:nvSpPr>
          <p:cNvPr id="122" name="Shape 120"/>
          <p:cNvSpPr/>
          <p:nvPr/>
        </p:nvSpPr>
        <p:spPr>
          <a:xfrm>
            <a:off x="3109785" y="4744777"/>
            <a:ext cx="1603592" cy="342900"/>
          </a:xfrm>
          <a:prstGeom prst="roundRect">
            <a:avLst>
              <a:gd name="adj" fmla="val 16000"/>
            </a:avLst>
          </a:prstGeom>
          <a:solidFill>
            <a:srgbClr val="D4FCE6"/>
          </a:solidFill>
          <a:ln/>
        </p:spPr>
      </p:sp>
      <p:sp>
        <p:nvSpPr>
          <p:cNvPr id="123" name="Shape 121"/>
          <p:cNvSpPr/>
          <p:nvPr/>
        </p:nvSpPr>
        <p:spPr>
          <a:xfrm>
            <a:off x="3162633" y="4797940"/>
            <a:ext cx="292100" cy="254000"/>
          </a:xfrm>
          <a:prstGeom prst="roundRect">
            <a:avLst>
              <a:gd name="adj" fmla="val 18000"/>
            </a:avLst>
          </a:prstGeom>
          <a:solidFill>
            <a:srgbClr val="FFF7EC"/>
          </a:solidFill>
          <a:ln w="15875">
            <a:solidFill>
              <a:srgbClr val="9C3444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3162633" y="4797940"/>
            <a:ext cx="2921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25" name="Shape 123"/>
          <p:cNvSpPr/>
          <p:nvPr/>
        </p:nvSpPr>
        <p:spPr>
          <a:xfrm>
            <a:off x="3638273" y="4797940"/>
            <a:ext cx="292100" cy="254000"/>
          </a:xfrm>
          <a:prstGeom prst="roundRect">
            <a:avLst>
              <a:gd name="adj" fmla="val 18000"/>
            </a:avLst>
          </a:prstGeom>
          <a:solidFill>
            <a:srgbClr val="FFF7EC"/>
          </a:solidFill>
          <a:ln w="15875">
            <a:solidFill>
              <a:srgbClr val="9C3444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3638273" y="4797940"/>
            <a:ext cx="2921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27" name="Shape 125"/>
          <p:cNvSpPr/>
          <p:nvPr/>
        </p:nvSpPr>
        <p:spPr>
          <a:xfrm>
            <a:off x="4113913" y="4797940"/>
            <a:ext cx="292100" cy="254000"/>
          </a:xfrm>
          <a:prstGeom prst="roundRect">
            <a:avLst>
              <a:gd name="adj" fmla="val 18000"/>
            </a:avLst>
          </a:prstGeom>
          <a:solidFill>
            <a:srgbClr val="FFF7EC"/>
          </a:solidFill>
          <a:ln w="15875">
            <a:solidFill>
              <a:srgbClr val="9C3444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4113913" y="4797940"/>
            <a:ext cx="2921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29" name="Shape 127"/>
          <p:cNvSpPr/>
          <p:nvPr/>
        </p:nvSpPr>
        <p:spPr>
          <a:xfrm>
            <a:off x="4589552" y="4797940"/>
            <a:ext cx="292100" cy="254000"/>
          </a:xfrm>
          <a:prstGeom prst="roundRect">
            <a:avLst>
              <a:gd name="adj" fmla="val 18000"/>
            </a:avLst>
          </a:prstGeom>
          <a:solidFill>
            <a:srgbClr val="FFF7EC"/>
          </a:solidFill>
          <a:ln w="15875">
            <a:solidFill>
              <a:srgbClr val="9C3444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4589552" y="4797940"/>
            <a:ext cx="2921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31" name="Shape 129"/>
          <p:cNvSpPr/>
          <p:nvPr/>
        </p:nvSpPr>
        <p:spPr>
          <a:xfrm>
            <a:off x="5250163" y="4744777"/>
            <a:ext cx="1643229" cy="342900"/>
          </a:xfrm>
          <a:prstGeom prst="roundRect">
            <a:avLst>
              <a:gd name="adj" fmla="val 16000"/>
            </a:avLst>
          </a:prstGeom>
          <a:solidFill>
            <a:srgbClr val="F8E6D0"/>
          </a:solidFill>
          <a:ln/>
        </p:spPr>
      </p:sp>
      <p:sp>
        <p:nvSpPr>
          <p:cNvPr id="132" name="Shape 130"/>
          <p:cNvSpPr/>
          <p:nvPr/>
        </p:nvSpPr>
        <p:spPr>
          <a:xfrm>
            <a:off x="5316224" y="4797940"/>
            <a:ext cx="292100" cy="254000"/>
          </a:xfrm>
          <a:prstGeom prst="roundRect">
            <a:avLst>
              <a:gd name="adj" fmla="val 18000"/>
            </a:avLst>
          </a:prstGeom>
          <a:solidFill>
            <a:srgbClr val="FFF7EC"/>
          </a:solidFill>
          <a:ln w="15875">
            <a:solidFill>
              <a:srgbClr val="9C3444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5316224" y="4797940"/>
            <a:ext cx="2921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34" name="Shape 132"/>
          <p:cNvSpPr/>
          <p:nvPr/>
        </p:nvSpPr>
        <p:spPr>
          <a:xfrm>
            <a:off x="5791863" y="4797940"/>
            <a:ext cx="292100" cy="254000"/>
          </a:xfrm>
          <a:prstGeom prst="roundRect">
            <a:avLst>
              <a:gd name="adj" fmla="val 18000"/>
            </a:avLst>
          </a:prstGeom>
          <a:solidFill>
            <a:srgbClr val="FFF7EC"/>
          </a:solidFill>
          <a:ln w="15875">
            <a:solidFill>
              <a:srgbClr val="9C3444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5791863" y="4797940"/>
            <a:ext cx="2921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6" name="Shape 134"/>
          <p:cNvSpPr/>
          <p:nvPr/>
        </p:nvSpPr>
        <p:spPr>
          <a:xfrm>
            <a:off x="6254291" y="4797940"/>
            <a:ext cx="292100" cy="254000"/>
          </a:xfrm>
          <a:prstGeom prst="roundRect">
            <a:avLst>
              <a:gd name="adj" fmla="val 18000"/>
            </a:avLst>
          </a:prstGeom>
          <a:solidFill>
            <a:srgbClr val="FFF7EC"/>
          </a:solidFill>
          <a:ln w="15875">
            <a:solidFill>
              <a:srgbClr val="9C3444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6254291" y="4797940"/>
            <a:ext cx="2921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38" name="Shape 136"/>
          <p:cNvSpPr/>
          <p:nvPr/>
        </p:nvSpPr>
        <p:spPr>
          <a:xfrm>
            <a:off x="6743143" y="4797940"/>
            <a:ext cx="292100" cy="254000"/>
          </a:xfrm>
          <a:prstGeom prst="roundRect">
            <a:avLst>
              <a:gd name="adj" fmla="val 18000"/>
            </a:avLst>
          </a:prstGeom>
          <a:solidFill>
            <a:srgbClr val="FFF7EC"/>
          </a:solidFill>
          <a:ln w="15875">
            <a:solidFill>
              <a:srgbClr val="9C3444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6743143" y="4797940"/>
            <a:ext cx="2921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40" name="Shape 138"/>
          <p:cNvSpPr/>
          <p:nvPr/>
        </p:nvSpPr>
        <p:spPr>
          <a:xfrm>
            <a:off x="7364116" y="4744777"/>
            <a:ext cx="1735715" cy="342900"/>
          </a:xfrm>
          <a:prstGeom prst="roundRect">
            <a:avLst>
              <a:gd name="adj" fmla="val 16000"/>
            </a:avLst>
          </a:prstGeom>
          <a:solidFill>
            <a:srgbClr val="D5D5FB"/>
          </a:solidFill>
          <a:ln/>
        </p:spPr>
      </p:sp>
      <p:sp>
        <p:nvSpPr>
          <p:cNvPr id="141" name="Shape 139"/>
          <p:cNvSpPr/>
          <p:nvPr/>
        </p:nvSpPr>
        <p:spPr>
          <a:xfrm>
            <a:off x="7456602" y="4797940"/>
            <a:ext cx="292100" cy="254000"/>
          </a:xfrm>
          <a:prstGeom prst="roundRect">
            <a:avLst>
              <a:gd name="adj" fmla="val 18000"/>
            </a:avLst>
          </a:prstGeom>
          <a:solidFill>
            <a:srgbClr val="FFF7EC"/>
          </a:solidFill>
          <a:ln w="15875">
            <a:solidFill>
              <a:srgbClr val="9C3444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7456602" y="4797940"/>
            <a:ext cx="2921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43" name="Shape 141"/>
          <p:cNvSpPr/>
          <p:nvPr/>
        </p:nvSpPr>
        <p:spPr>
          <a:xfrm>
            <a:off x="7945454" y="4797940"/>
            <a:ext cx="292100" cy="254000"/>
          </a:xfrm>
          <a:prstGeom prst="roundRect">
            <a:avLst>
              <a:gd name="adj" fmla="val 18000"/>
            </a:avLst>
          </a:prstGeom>
          <a:solidFill>
            <a:srgbClr val="FFF7EC"/>
          </a:solidFill>
          <a:ln w="15875">
            <a:solidFill>
              <a:srgbClr val="9C3444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7945454" y="4797940"/>
            <a:ext cx="2921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45" name="Shape 143"/>
          <p:cNvSpPr/>
          <p:nvPr/>
        </p:nvSpPr>
        <p:spPr>
          <a:xfrm>
            <a:off x="8421093" y="4797940"/>
            <a:ext cx="292100" cy="254000"/>
          </a:xfrm>
          <a:prstGeom prst="roundRect">
            <a:avLst>
              <a:gd name="adj" fmla="val 18000"/>
            </a:avLst>
          </a:prstGeom>
          <a:solidFill>
            <a:srgbClr val="FFF7EC"/>
          </a:solidFill>
          <a:ln w="15875">
            <a:solidFill>
              <a:srgbClr val="9C3444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8421093" y="4797940"/>
            <a:ext cx="2921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7" name="Shape 145"/>
          <p:cNvSpPr/>
          <p:nvPr/>
        </p:nvSpPr>
        <p:spPr>
          <a:xfrm>
            <a:off x="8896733" y="4797940"/>
            <a:ext cx="292100" cy="254000"/>
          </a:xfrm>
          <a:prstGeom prst="roundRect">
            <a:avLst>
              <a:gd name="adj" fmla="val 18000"/>
            </a:avLst>
          </a:prstGeom>
          <a:solidFill>
            <a:srgbClr val="FFF7EC"/>
          </a:solidFill>
          <a:ln w="15875">
            <a:solidFill>
              <a:srgbClr val="9C3444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8896733" y="4797940"/>
            <a:ext cx="2921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49" name="Text 147"/>
          <p:cNvSpPr/>
          <p:nvPr/>
        </p:nvSpPr>
        <p:spPr>
          <a:xfrm>
            <a:off x="3133911" y="5166092"/>
            <a:ext cx="1524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13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Corresponding</a:t>
            </a:r>
            <a:endParaRPr lang="en-US" sz="1130" dirty="0"/>
          </a:p>
          <a:p>
            <a:pPr algn="ctr" indent="0" marL="0">
              <a:lnSpc>
                <a:spcPts val="1250"/>
              </a:lnSpc>
              <a:buNone/>
            </a:pPr>
            <a:r>
              <a:rPr lang="en-US" sz="113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Projection at Head 1</a:t>
            </a:r>
            <a:endParaRPr lang="en-US" sz="1130" dirty="0"/>
          </a:p>
        </p:txBody>
      </p:sp>
      <p:sp>
        <p:nvSpPr>
          <p:cNvPr id="150" name="Text 148"/>
          <p:cNvSpPr/>
          <p:nvPr/>
        </p:nvSpPr>
        <p:spPr>
          <a:xfrm>
            <a:off x="5449351" y="5166092"/>
            <a:ext cx="1524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13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Corresponding</a:t>
            </a:r>
            <a:endParaRPr lang="en-US" sz="1130" dirty="0"/>
          </a:p>
          <a:p>
            <a:pPr algn="ctr" indent="0" marL="0">
              <a:lnSpc>
                <a:spcPts val="1250"/>
              </a:lnSpc>
              <a:buNone/>
            </a:pPr>
            <a:r>
              <a:rPr lang="en-US" sz="113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Projection at Head 2</a:t>
            </a:r>
            <a:endParaRPr lang="en-US" sz="1130" dirty="0"/>
          </a:p>
        </p:txBody>
      </p:sp>
      <p:sp>
        <p:nvSpPr>
          <p:cNvPr id="151" name="Text 149"/>
          <p:cNvSpPr/>
          <p:nvPr/>
        </p:nvSpPr>
        <p:spPr>
          <a:xfrm>
            <a:off x="7678912" y="5166092"/>
            <a:ext cx="1524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13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Corresponding</a:t>
            </a:r>
            <a:endParaRPr lang="en-US" sz="1130" dirty="0"/>
          </a:p>
          <a:p>
            <a:pPr algn="ctr" indent="0" marL="0">
              <a:lnSpc>
                <a:spcPts val="1250"/>
              </a:lnSpc>
              <a:buNone/>
            </a:pPr>
            <a:r>
              <a:rPr lang="en-US" sz="113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Projection at Head 3</a:t>
            </a:r>
            <a:endParaRPr lang="en-US" sz="1130" dirty="0"/>
          </a:p>
        </p:txBody>
      </p:sp>
      <p:sp>
        <p:nvSpPr>
          <p:cNvPr id="152" name="Text 150"/>
          <p:cNvSpPr/>
          <p:nvPr/>
        </p:nvSpPr>
        <p:spPr>
          <a:xfrm>
            <a:off x="3683032" y="5581943"/>
            <a:ext cx="254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2000" dirty="0"/>
          </a:p>
        </p:txBody>
      </p:sp>
      <p:sp>
        <p:nvSpPr>
          <p:cNvPr id="153" name="Text 151"/>
          <p:cNvSpPr/>
          <p:nvPr/>
        </p:nvSpPr>
        <p:spPr>
          <a:xfrm>
            <a:off x="3853254" y="5699787"/>
            <a:ext cx="177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50" dirty="0"/>
          </a:p>
        </p:txBody>
      </p:sp>
      <p:sp>
        <p:nvSpPr>
          <p:cNvPr id="154" name="Text 152"/>
          <p:cNvSpPr/>
          <p:nvPr/>
        </p:nvSpPr>
        <p:spPr>
          <a:xfrm>
            <a:off x="3934576" y="5620043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3E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100" dirty="0"/>
          </a:p>
        </p:txBody>
      </p:sp>
      <p:sp>
        <p:nvSpPr>
          <p:cNvPr id="155" name="Text 153"/>
          <p:cNvSpPr/>
          <p:nvPr/>
        </p:nvSpPr>
        <p:spPr>
          <a:xfrm>
            <a:off x="6008381" y="5581943"/>
            <a:ext cx="254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2000" dirty="0"/>
          </a:p>
        </p:txBody>
      </p:sp>
      <p:sp>
        <p:nvSpPr>
          <p:cNvPr id="156" name="Text 154"/>
          <p:cNvSpPr/>
          <p:nvPr/>
        </p:nvSpPr>
        <p:spPr>
          <a:xfrm>
            <a:off x="6165391" y="5699787"/>
            <a:ext cx="177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50" dirty="0"/>
          </a:p>
        </p:txBody>
      </p:sp>
      <p:sp>
        <p:nvSpPr>
          <p:cNvPr id="157" name="Text 155"/>
          <p:cNvSpPr/>
          <p:nvPr/>
        </p:nvSpPr>
        <p:spPr>
          <a:xfrm>
            <a:off x="6240107" y="5620043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3E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</a:t>
            </a:r>
            <a:endParaRPr lang="en-US" sz="1100" dirty="0"/>
          </a:p>
        </p:txBody>
      </p:sp>
      <p:sp>
        <p:nvSpPr>
          <p:cNvPr id="158" name="Text 156"/>
          <p:cNvSpPr/>
          <p:nvPr/>
        </p:nvSpPr>
        <p:spPr>
          <a:xfrm>
            <a:off x="8228032" y="5581943"/>
            <a:ext cx="254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2000" dirty="0"/>
          </a:p>
        </p:txBody>
      </p:sp>
      <p:sp>
        <p:nvSpPr>
          <p:cNvPr id="159" name="Text 157"/>
          <p:cNvSpPr/>
          <p:nvPr/>
        </p:nvSpPr>
        <p:spPr>
          <a:xfrm>
            <a:off x="8391648" y="5699787"/>
            <a:ext cx="177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50" dirty="0"/>
          </a:p>
        </p:txBody>
      </p:sp>
      <p:sp>
        <p:nvSpPr>
          <p:cNvPr id="160" name="Text 158"/>
          <p:cNvSpPr/>
          <p:nvPr/>
        </p:nvSpPr>
        <p:spPr>
          <a:xfrm>
            <a:off x="8479577" y="5620043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3E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</a:t>
            </a:r>
            <a:endParaRPr lang="en-US" sz="1100" dirty="0"/>
          </a:p>
        </p:txBody>
      </p:sp>
      <p:sp>
        <p:nvSpPr>
          <p:cNvPr id="161" name="Shape 159"/>
          <p:cNvSpPr/>
          <p:nvPr/>
        </p:nvSpPr>
        <p:spPr>
          <a:xfrm>
            <a:off x="6710112" y="3615068"/>
            <a:ext cx="0" cy="86389"/>
          </a:xfrm>
          <a:prstGeom prst="line">
            <a:avLst/>
          </a:prstGeom>
          <a:noFill/>
          <a:ln w="9525">
            <a:solidFill>
              <a:srgbClr val="CC00CC"/>
            </a:solidFill>
            <a:prstDash val="solid"/>
            <a:headEnd type="triangle"/>
          </a:ln>
        </p:spPr>
      </p:sp>
      <p:sp>
        <p:nvSpPr>
          <p:cNvPr id="162" name="Text 160"/>
          <p:cNvSpPr/>
          <p:nvPr/>
        </p:nvSpPr>
        <p:spPr>
          <a:xfrm>
            <a:off x="6582088" y="3691120"/>
            <a:ext cx="2032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CC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500" b="1" baseline="-40000" dirty="0">
                <a:solidFill>
                  <a:srgbClr val="CC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50" dirty="0"/>
          </a:p>
        </p:txBody>
      </p:sp>
      <p:pic>
        <p:nvPicPr>
          <p:cNvPr id="163" name="Image 0" descr="/home/ahmed/Projects/ai_llm_slides/videos/deep-learning/002_transformers_part2/recreated_pptx/build/assets/s012_brace_tall_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51238" y="2020185"/>
            <a:ext cx="152430" cy="2360706"/>
          </a:xfrm>
          <a:prstGeom prst="rect">
            <a:avLst/>
          </a:prstGeom>
        </p:spPr>
      </p:pic>
      <p:pic>
        <p:nvPicPr>
          <p:cNvPr id="164" name="Image 1" descr="/home/ahmed/Projects/ai_llm_slides/videos/deep-learning/002_transformers_part2/recreated_pptx/build/assets/s012_brace_tall_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00614" y="2020185"/>
            <a:ext cx="176754" cy="2354580"/>
          </a:xfrm>
          <a:prstGeom prst="rect">
            <a:avLst/>
          </a:prstGeom>
        </p:spPr>
      </p:pic>
      <p:pic>
        <p:nvPicPr>
          <p:cNvPr id="165" name="Image 2" descr="/home/ahmed/Projects/ai_llm_slides/videos/deep-learning/002_transformers_part2/recreated_pptx/build/assets/s012_brace_short_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4450" y="4665033"/>
            <a:ext cx="99670" cy="485821"/>
          </a:xfrm>
          <a:prstGeom prst="rect">
            <a:avLst/>
          </a:prstGeom>
        </p:spPr>
      </p:pic>
      <p:pic>
        <p:nvPicPr>
          <p:cNvPr id="166" name="Image 3" descr="/home/ahmed/Projects/ai_llm_slides/videos/deep-learning/002_transformers_part2/recreated_pptx/build/assets/s012_brace_short_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6311" y="4665033"/>
            <a:ext cx="87417" cy="48582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71500"/>
            <a:ext cx="11137900" cy="6286500"/>
          </a:xfrm>
          <a:prstGeom prst="rect">
            <a:avLst/>
          </a:prstGeom>
          <a:solidFill>
            <a:srgbClr val="E9E9E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8374" y="1422104"/>
            <a:ext cx="10265888" cy="5223242"/>
          </a:xfrm>
          <a:prstGeom prst="rect">
            <a:avLst/>
          </a:prstGeom>
          <a:solidFill>
            <a:srgbClr val="F7E2CD"/>
          </a:solidFill>
          <a:ln w="12700">
            <a:solidFill>
              <a:srgbClr val="C9C5C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14741" y="699888"/>
            <a:ext cx="10569769" cy="3987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 Attention Mechanism </a:t>
            </a:r>
            <a:pPr algn="ctr" indent="0" marL="0">
              <a:buNone/>
            </a:pPr>
            <a:r>
              <a:rPr lang="en-US" sz="2000" b="1" dirty="0">
                <a:solidFill>
                  <a:srgbClr val="0000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(Linear Transformation of Inputs)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154377" y="979524"/>
            <a:ext cx="10569769" cy="3987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(Self Attention of word </a:t>
            </a:r>
            <a:pPr algn="ctr" indent="0" marL="0">
              <a:buNone/>
            </a:pPr>
            <a:r>
              <a:rPr lang="en-US" sz="2000" b="1" dirty="0">
                <a:solidFill>
                  <a:srgbClr val="900F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2000" b="1" baseline="-40000" dirty="0">
                <a:solidFill>
                  <a:srgbClr val="900F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ctr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w.r.t All words in Sentence ( </a:t>
            </a:r>
            <a:pPr algn="ctr" indent="0" marL="0">
              <a:buNone/>
            </a:pPr>
            <a:r>
              <a:rPr lang="en-US" sz="2000" b="1" dirty="0">
                <a:solidFill>
                  <a:srgbClr val="900F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2000" b="1" baseline="-40000" dirty="0">
                <a:solidFill>
                  <a:srgbClr val="900F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ctr" indent="0" marL="0">
              <a:buNone/>
            </a:pPr>
            <a:r>
              <a:rPr lang="en-US" sz="2000" b="1" dirty="0">
                <a:solidFill>
                  <a:srgbClr val="900F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ctr" indent="0" marL="0">
              <a:buNone/>
            </a:pPr>
            <a:r>
              <a:rPr lang="en-US" sz="2000" b="1" dirty="0">
                <a:solidFill>
                  <a:srgbClr val="900F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2000" b="1" baseline="-40000" dirty="0">
                <a:solidFill>
                  <a:srgbClr val="900F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ctr" indent="0" marL="0">
              <a:buNone/>
            </a:pPr>
            <a:r>
              <a:rPr lang="en-US" sz="2000" b="1" dirty="0">
                <a:solidFill>
                  <a:srgbClr val="900F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ctr" indent="0" marL="0">
              <a:buNone/>
            </a:pPr>
            <a:r>
              <a:rPr lang="en-US" sz="2000" b="1" dirty="0">
                <a:solidFill>
                  <a:srgbClr val="900F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2000" b="1" baseline="-40000" dirty="0">
                <a:solidFill>
                  <a:srgbClr val="900F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pPr algn="ctr" indent="0" marL="0">
              <a:buNone/>
            </a:pPr>
            <a:r>
              <a:rPr lang="en-US" sz="2000" b="1" dirty="0">
                <a:solidFill>
                  <a:srgbClr val="900F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ctr" indent="0" marL="0">
              <a:buNone/>
            </a:pPr>
            <a:r>
              <a:rPr lang="en-US" sz="2000" b="1" dirty="0">
                <a:solidFill>
                  <a:srgbClr val="900F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2000" b="1" baseline="-40000" dirty="0">
                <a:solidFill>
                  <a:srgbClr val="900F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pPr algn="ctr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)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39101" y="2246127"/>
            <a:ext cx="1928983" cy="3375836"/>
          </a:xfrm>
          <a:prstGeom prst="ellipse">
            <a:avLst/>
          </a:prstGeom>
          <a:solidFill>
            <a:srgbClr val="B7C1CB"/>
          </a:solidFill>
          <a:ln/>
        </p:spPr>
      </p:sp>
      <p:sp>
        <p:nvSpPr>
          <p:cNvPr id="9" name="Shape 7"/>
          <p:cNvSpPr/>
          <p:nvPr/>
        </p:nvSpPr>
        <p:spPr>
          <a:xfrm>
            <a:off x="876921" y="2977115"/>
            <a:ext cx="237820" cy="186070"/>
          </a:xfrm>
          <a:prstGeom prst="rect">
            <a:avLst/>
          </a:prstGeom>
          <a:solidFill>
            <a:srgbClr val="FFF3C4"/>
          </a:solidFill>
          <a:ln w="6350">
            <a:solidFill>
              <a:srgbClr val="9FB0B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14741" y="2977115"/>
            <a:ext cx="237820" cy="186070"/>
          </a:xfrm>
          <a:prstGeom prst="rect">
            <a:avLst/>
          </a:prstGeom>
          <a:solidFill>
            <a:srgbClr val="FFD9D2"/>
          </a:solidFill>
          <a:ln w="6350">
            <a:solidFill>
              <a:srgbClr val="9FB0B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52560" y="2977115"/>
            <a:ext cx="237820" cy="186070"/>
          </a:xfrm>
          <a:prstGeom prst="rect">
            <a:avLst/>
          </a:prstGeom>
          <a:solidFill>
            <a:srgbClr val="EADDF6"/>
          </a:solidFill>
          <a:ln w="6350">
            <a:solidFill>
              <a:srgbClr val="9FB0B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88316" y="3256219"/>
            <a:ext cx="475640" cy="1860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E7F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6E7F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696078" y="3070150"/>
            <a:ext cx="858794" cy="0"/>
          </a:xfrm>
          <a:prstGeom prst="line">
            <a:avLst/>
          </a:prstGeom>
          <a:noFill/>
          <a:ln w="12700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876921" y="3548615"/>
            <a:ext cx="237820" cy="186070"/>
          </a:xfrm>
          <a:prstGeom prst="rect">
            <a:avLst/>
          </a:prstGeom>
          <a:solidFill>
            <a:srgbClr val="FFF3C4"/>
          </a:solidFill>
          <a:ln w="6350">
            <a:solidFill>
              <a:srgbClr val="9FB0B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14741" y="3548615"/>
            <a:ext cx="237820" cy="186070"/>
          </a:xfrm>
          <a:prstGeom prst="rect">
            <a:avLst/>
          </a:prstGeom>
          <a:solidFill>
            <a:srgbClr val="FFD9D2"/>
          </a:solidFill>
          <a:ln w="6350">
            <a:solidFill>
              <a:srgbClr val="9FB0B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52560" y="3548615"/>
            <a:ext cx="237820" cy="186070"/>
          </a:xfrm>
          <a:prstGeom prst="rect">
            <a:avLst/>
          </a:prstGeom>
          <a:solidFill>
            <a:srgbClr val="EADDF6"/>
          </a:solidFill>
          <a:ln w="6350">
            <a:solidFill>
              <a:srgbClr val="9FB0B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88316" y="3841010"/>
            <a:ext cx="475640" cy="1860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E7F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6E7F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696078" y="3641649"/>
            <a:ext cx="858794" cy="0"/>
          </a:xfrm>
          <a:prstGeom prst="line">
            <a:avLst/>
          </a:prstGeom>
          <a:noFill/>
          <a:ln w="12700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876921" y="4146696"/>
            <a:ext cx="237820" cy="186070"/>
          </a:xfrm>
          <a:prstGeom prst="rect">
            <a:avLst/>
          </a:prstGeom>
          <a:solidFill>
            <a:srgbClr val="FFF3C4"/>
          </a:solidFill>
          <a:ln w="6350">
            <a:solidFill>
              <a:srgbClr val="9FB0B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14741" y="4146696"/>
            <a:ext cx="237820" cy="186070"/>
          </a:xfrm>
          <a:prstGeom prst="rect">
            <a:avLst/>
          </a:prstGeom>
          <a:solidFill>
            <a:srgbClr val="FFD9D2"/>
          </a:solidFill>
          <a:ln w="6350">
            <a:solidFill>
              <a:srgbClr val="9FB0B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52560" y="4146696"/>
            <a:ext cx="237820" cy="186070"/>
          </a:xfrm>
          <a:prstGeom prst="rect">
            <a:avLst/>
          </a:prstGeom>
          <a:solidFill>
            <a:srgbClr val="EADDF6"/>
          </a:solidFill>
          <a:ln w="6350">
            <a:solidFill>
              <a:srgbClr val="9FB0B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88316" y="4439091"/>
            <a:ext cx="475640" cy="1860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E7F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6E7F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1696078" y="4239731"/>
            <a:ext cx="858794" cy="0"/>
          </a:xfrm>
          <a:prstGeom prst="line">
            <a:avLst/>
          </a:prstGeom>
          <a:noFill/>
          <a:ln w="12700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876921" y="4744777"/>
            <a:ext cx="237820" cy="186070"/>
          </a:xfrm>
          <a:prstGeom prst="rect">
            <a:avLst/>
          </a:prstGeom>
          <a:solidFill>
            <a:srgbClr val="FFF3C4"/>
          </a:solidFill>
          <a:ln w="6350">
            <a:solidFill>
              <a:srgbClr val="9FB0B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14741" y="4744777"/>
            <a:ext cx="237820" cy="186070"/>
          </a:xfrm>
          <a:prstGeom prst="rect">
            <a:avLst/>
          </a:prstGeom>
          <a:solidFill>
            <a:srgbClr val="FFD9D2"/>
          </a:solidFill>
          <a:ln w="6350">
            <a:solidFill>
              <a:srgbClr val="9FB0B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52560" y="4744777"/>
            <a:ext cx="237820" cy="186070"/>
          </a:xfrm>
          <a:prstGeom prst="rect">
            <a:avLst/>
          </a:prstGeom>
          <a:solidFill>
            <a:srgbClr val="EADDF6"/>
          </a:solidFill>
          <a:ln w="6350">
            <a:solidFill>
              <a:srgbClr val="9FB0B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88316" y="5023881"/>
            <a:ext cx="475640" cy="1860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E7F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6E7F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696078" y="4837812"/>
            <a:ext cx="858794" cy="0"/>
          </a:xfrm>
          <a:prstGeom prst="line">
            <a:avLst/>
          </a:prstGeom>
          <a:noFill/>
          <a:ln w="12700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2581296" y="2285999"/>
            <a:ext cx="647398" cy="3309382"/>
          </a:xfrm>
          <a:prstGeom prst="ellipse">
            <a:avLst/>
          </a:prstGeom>
          <a:solidFill>
            <a:srgbClr val="85FFA7"/>
          </a:solidFill>
          <a:ln w="12700">
            <a:solidFill>
              <a:srgbClr val="5FBF8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60569" y="2950534"/>
            <a:ext cx="396366" cy="2392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D9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3D9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ctr" indent="0" marL="0">
              <a:buNone/>
            </a:pPr>
            <a:r>
              <a:rPr lang="en-US" sz="600" b="1" baseline="30000" dirty="0">
                <a:solidFill>
                  <a:srgbClr val="3D9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030511" y="2950534"/>
            <a:ext cx="264244" cy="2392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9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ctr" indent="0" marL="0">
              <a:buNone/>
            </a:pPr>
            <a:r>
              <a:rPr lang="en-US" sz="1000" b="1" baseline="-40000" dirty="0">
                <a:solidFill>
                  <a:srgbClr val="3D9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660569" y="3468870"/>
            <a:ext cx="396366" cy="2392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D9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3D9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ctr" indent="0" marL="0">
              <a:buNone/>
            </a:pPr>
            <a:r>
              <a:rPr lang="en-US" sz="600" b="1" baseline="30000" dirty="0">
                <a:solidFill>
                  <a:srgbClr val="3D9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(r)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030511" y="3468870"/>
            <a:ext cx="264244" cy="2392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9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ctr" indent="0" marL="0">
              <a:buNone/>
            </a:pPr>
            <a:r>
              <a:rPr lang="en-US" sz="1000" b="1" baseline="-40000" dirty="0">
                <a:solidFill>
                  <a:srgbClr val="3D9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2660569" y="3987207"/>
            <a:ext cx="396366" cy="2392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D9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3D9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ctr" indent="0" marL="0">
              <a:buNone/>
            </a:pPr>
            <a:r>
              <a:rPr lang="en-US" sz="600" b="1" baseline="30000" dirty="0">
                <a:solidFill>
                  <a:srgbClr val="3D9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(r)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030511" y="3987207"/>
            <a:ext cx="264244" cy="2392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9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ctr" indent="0" marL="0">
              <a:buNone/>
            </a:pPr>
            <a:r>
              <a:rPr lang="en-US" sz="1000" b="1" baseline="-40000" dirty="0">
                <a:solidFill>
                  <a:srgbClr val="3D9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2660569" y="4545416"/>
            <a:ext cx="396366" cy="2392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D9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3D9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ctr" indent="0" marL="0">
              <a:buNone/>
            </a:pPr>
            <a:r>
              <a:rPr lang="en-US" sz="600" b="1" baseline="30000" dirty="0">
                <a:solidFill>
                  <a:srgbClr val="3D9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(r)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030511" y="4545416"/>
            <a:ext cx="264244" cy="2392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9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ctr" indent="0" marL="0">
              <a:buNone/>
            </a:pPr>
            <a:r>
              <a:rPr lang="en-US" sz="1000" b="1" baseline="-40000" dirty="0">
                <a:solidFill>
                  <a:srgbClr val="3D9C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409537" y="2897371"/>
            <a:ext cx="171759" cy="159488"/>
          </a:xfrm>
          <a:prstGeom prst="rect">
            <a:avLst/>
          </a:prstGeom>
          <a:solidFill>
            <a:srgbClr val="FFF3C4"/>
          </a:solidFill>
          <a:ln w="6350">
            <a:solidFill>
              <a:srgbClr val="B5B98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409537" y="3056859"/>
            <a:ext cx="171759" cy="159488"/>
          </a:xfrm>
          <a:prstGeom prst="rect">
            <a:avLst/>
          </a:prstGeom>
          <a:solidFill>
            <a:srgbClr val="FFD9D2"/>
          </a:solidFill>
          <a:ln w="6350">
            <a:solidFill>
              <a:srgbClr val="B5B98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409537" y="3216347"/>
            <a:ext cx="171759" cy="159488"/>
          </a:xfrm>
          <a:prstGeom prst="rect">
            <a:avLst/>
          </a:prstGeom>
          <a:solidFill>
            <a:srgbClr val="EADDF6"/>
          </a:solidFill>
          <a:ln w="6350">
            <a:solidFill>
              <a:srgbClr val="B5B98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409537" y="4558707"/>
            <a:ext cx="171759" cy="159488"/>
          </a:xfrm>
          <a:prstGeom prst="rect">
            <a:avLst/>
          </a:prstGeom>
          <a:solidFill>
            <a:srgbClr val="FFF3C4"/>
          </a:solidFill>
          <a:ln w="6350">
            <a:solidFill>
              <a:srgbClr val="B5B98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409537" y="4718195"/>
            <a:ext cx="171759" cy="159488"/>
          </a:xfrm>
          <a:prstGeom prst="rect">
            <a:avLst/>
          </a:prstGeom>
          <a:solidFill>
            <a:srgbClr val="FFD9D2"/>
          </a:solidFill>
          <a:ln w="6350">
            <a:solidFill>
              <a:srgbClr val="B5B98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409537" y="4877684"/>
            <a:ext cx="171759" cy="159488"/>
          </a:xfrm>
          <a:prstGeom prst="rect">
            <a:avLst/>
          </a:prstGeom>
          <a:solidFill>
            <a:srgbClr val="EADDF6"/>
          </a:solidFill>
          <a:ln w="6350">
            <a:solidFill>
              <a:srgbClr val="B5B98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255119" y="2485359"/>
            <a:ext cx="1123038" cy="2658138"/>
          </a:xfrm>
          <a:prstGeom prst="rect">
            <a:avLst/>
          </a:prstGeom>
          <a:solidFill>
            <a:srgbClr val="DBCBBB"/>
          </a:solidFill>
          <a:ln w="12700">
            <a:solidFill>
              <a:srgbClr val="A69B9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307968" y="2565103"/>
            <a:ext cx="951279" cy="345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6E51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Dot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6E51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4404581" y="2538522"/>
            <a:ext cx="343517" cy="159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7A23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K.q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4160155" y="3083440"/>
            <a:ext cx="171759" cy="172779"/>
          </a:xfrm>
          <a:prstGeom prst="ellipse">
            <a:avLst/>
          </a:prstGeom>
          <a:solidFill>
            <a:srgbClr val="D9E6FF"/>
          </a:solidFill>
          <a:ln w="6350">
            <a:solidFill>
              <a:srgbClr val="8FA8D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199792" y="3123313"/>
            <a:ext cx="92485" cy="93035"/>
          </a:xfrm>
          <a:prstGeom prst="ellipse">
            <a:avLst/>
          </a:prstGeom>
          <a:solidFill>
            <a:srgbClr val="0707A8"/>
          </a:solidFill>
          <a:ln/>
        </p:spPr>
      </p:sp>
      <p:sp>
        <p:nvSpPr>
          <p:cNvPr id="49" name="Shape 47"/>
          <p:cNvSpPr/>
          <p:nvPr/>
        </p:nvSpPr>
        <p:spPr>
          <a:xfrm>
            <a:off x="3961972" y="3601777"/>
            <a:ext cx="171759" cy="172779"/>
          </a:xfrm>
          <a:prstGeom prst="ellipse">
            <a:avLst/>
          </a:prstGeom>
          <a:solidFill>
            <a:srgbClr val="D9E6FF"/>
          </a:solidFill>
          <a:ln w="6350">
            <a:solidFill>
              <a:srgbClr val="8FA8D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001609" y="3641649"/>
            <a:ext cx="92485" cy="93035"/>
          </a:xfrm>
          <a:prstGeom prst="ellipse">
            <a:avLst/>
          </a:prstGeom>
          <a:solidFill>
            <a:srgbClr val="0707A8"/>
          </a:solidFill>
          <a:ln/>
        </p:spPr>
      </p:sp>
      <p:sp>
        <p:nvSpPr>
          <p:cNvPr id="51" name="Shape 49"/>
          <p:cNvSpPr/>
          <p:nvPr/>
        </p:nvSpPr>
        <p:spPr>
          <a:xfrm>
            <a:off x="3763789" y="4106824"/>
            <a:ext cx="171759" cy="172779"/>
          </a:xfrm>
          <a:prstGeom prst="ellipse">
            <a:avLst/>
          </a:prstGeom>
          <a:solidFill>
            <a:srgbClr val="D9E6FF"/>
          </a:solidFill>
          <a:ln w="6350">
            <a:solidFill>
              <a:srgbClr val="8FA8D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803426" y="4146696"/>
            <a:ext cx="92485" cy="93035"/>
          </a:xfrm>
          <a:prstGeom prst="ellipse">
            <a:avLst/>
          </a:prstGeom>
          <a:solidFill>
            <a:srgbClr val="0707A8"/>
          </a:solidFill>
          <a:ln/>
        </p:spPr>
      </p:sp>
      <p:sp>
        <p:nvSpPr>
          <p:cNvPr id="53" name="Shape 51"/>
          <p:cNvSpPr/>
          <p:nvPr/>
        </p:nvSpPr>
        <p:spPr>
          <a:xfrm>
            <a:off x="3466514" y="4665033"/>
            <a:ext cx="171759" cy="172779"/>
          </a:xfrm>
          <a:prstGeom prst="ellipse">
            <a:avLst/>
          </a:prstGeom>
          <a:solidFill>
            <a:srgbClr val="D9E6FF"/>
          </a:solidFill>
          <a:ln w="6350">
            <a:solidFill>
              <a:srgbClr val="8FA8D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506151" y="4704905"/>
            <a:ext cx="92485" cy="93035"/>
          </a:xfrm>
          <a:prstGeom prst="ellipse">
            <a:avLst/>
          </a:prstGeom>
          <a:solidFill>
            <a:srgbClr val="0707A8"/>
          </a:solidFill>
          <a:ln/>
        </p:spPr>
      </p:sp>
      <p:sp>
        <p:nvSpPr>
          <p:cNvPr id="55" name="Shape 53"/>
          <p:cNvSpPr/>
          <p:nvPr/>
        </p:nvSpPr>
        <p:spPr>
          <a:xfrm>
            <a:off x="2620933" y="3169830"/>
            <a:ext cx="1519404" cy="0"/>
          </a:xfrm>
          <a:prstGeom prst="line">
            <a:avLst/>
          </a:prstGeom>
          <a:noFill/>
          <a:ln w="15875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4351732" y="3169830"/>
            <a:ext cx="1347646" cy="0"/>
          </a:xfrm>
          <a:prstGeom prst="line">
            <a:avLst/>
          </a:prstGeom>
          <a:noFill/>
          <a:ln w="9525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57" name="Shape 55"/>
          <p:cNvSpPr/>
          <p:nvPr/>
        </p:nvSpPr>
        <p:spPr>
          <a:xfrm>
            <a:off x="2620933" y="3688167"/>
            <a:ext cx="1321221" cy="0"/>
          </a:xfrm>
          <a:prstGeom prst="line">
            <a:avLst/>
          </a:prstGeom>
          <a:noFill/>
          <a:ln w="15875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58" name="Shape 56"/>
          <p:cNvSpPr/>
          <p:nvPr/>
        </p:nvSpPr>
        <p:spPr>
          <a:xfrm>
            <a:off x="4153549" y="3688167"/>
            <a:ext cx="1545829" cy="0"/>
          </a:xfrm>
          <a:prstGeom prst="line">
            <a:avLst/>
          </a:prstGeom>
          <a:noFill/>
          <a:ln w="9525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59" name="Shape 57"/>
          <p:cNvSpPr/>
          <p:nvPr/>
        </p:nvSpPr>
        <p:spPr>
          <a:xfrm>
            <a:off x="2620933" y="4193213"/>
            <a:ext cx="1123038" cy="0"/>
          </a:xfrm>
          <a:prstGeom prst="line">
            <a:avLst/>
          </a:prstGeom>
          <a:noFill/>
          <a:ln w="15875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3955366" y="4193213"/>
            <a:ext cx="1744012" cy="0"/>
          </a:xfrm>
          <a:prstGeom prst="line">
            <a:avLst/>
          </a:prstGeom>
          <a:noFill/>
          <a:ln w="9525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61" name="Shape 59"/>
          <p:cNvSpPr/>
          <p:nvPr/>
        </p:nvSpPr>
        <p:spPr>
          <a:xfrm>
            <a:off x="2620933" y="4751422"/>
            <a:ext cx="825763" cy="0"/>
          </a:xfrm>
          <a:prstGeom prst="line">
            <a:avLst/>
          </a:prstGeom>
          <a:noFill/>
          <a:ln w="15875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62" name="Shape 60"/>
          <p:cNvSpPr/>
          <p:nvPr/>
        </p:nvSpPr>
        <p:spPr>
          <a:xfrm>
            <a:off x="3658091" y="4751422"/>
            <a:ext cx="2041287" cy="0"/>
          </a:xfrm>
          <a:prstGeom prst="line">
            <a:avLst/>
          </a:prstGeom>
          <a:noFill/>
          <a:ln w="9525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63" name="Shape 61"/>
          <p:cNvSpPr/>
          <p:nvPr/>
        </p:nvSpPr>
        <p:spPr>
          <a:xfrm flipH="1">
            <a:off x="4113913" y="3236283"/>
            <a:ext cx="66061" cy="385430"/>
          </a:xfrm>
          <a:prstGeom prst="line">
            <a:avLst/>
          </a:prstGeom>
          <a:noFill/>
          <a:ln w="12700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64" name="Shape 62"/>
          <p:cNvSpPr/>
          <p:nvPr/>
        </p:nvSpPr>
        <p:spPr>
          <a:xfrm flipH="1">
            <a:off x="3915729" y="3754620"/>
            <a:ext cx="66061" cy="372139"/>
          </a:xfrm>
          <a:prstGeom prst="line">
            <a:avLst/>
          </a:prstGeom>
          <a:noFill/>
          <a:ln w="12700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65" name="Shape 63"/>
          <p:cNvSpPr/>
          <p:nvPr/>
        </p:nvSpPr>
        <p:spPr>
          <a:xfrm flipH="1">
            <a:off x="3618455" y="4259667"/>
            <a:ext cx="165153" cy="425302"/>
          </a:xfrm>
          <a:prstGeom prst="line">
            <a:avLst/>
          </a:prstGeom>
          <a:noFill/>
          <a:ln w="12700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66" name="Shape 64"/>
          <p:cNvSpPr/>
          <p:nvPr/>
        </p:nvSpPr>
        <p:spPr>
          <a:xfrm>
            <a:off x="3466514" y="2113220"/>
            <a:ext cx="832369" cy="252523"/>
          </a:xfrm>
          <a:prstGeom prst="roundRect">
            <a:avLst>
              <a:gd name="adj" fmla="val 32590"/>
            </a:avLst>
          </a:prstGeom>
          <a:solidFill>
            <a:srgbClr val="FFFFE3"/>
          </a:solidFill>
          <a:ln w="12700">
            <a:solidFill>
              <a:srgbClr val="A8A08C"/>
            </a:solidFill>
            <a:prstDash val="sysDot"/>
          </a:ln>
        </p:spPr>
      </p:sp>
      <p:sp>
        <p:nvSpPr>
          <p:cNvPr id="67" name="Text 65"/>
          <p:cNvSpPr/>
          <p:nvPr/>
        </p:nvSpPr>
        <p:spPr>
          <a:xfrm>
            <a:off x="3466514" y="2113220"/>
            <a:ext cx="832369" cy="2525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540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Similarity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5474770" y="2086639"/>
            <a:ext cx="1056977" cy="265814"/>
          </a:xfrm>
          <a:prstGeom prst="roundRect">
            <a:avLst>
              <a:gd name="adj" fmla="val 30960"/>
            </a:avLst>
          </a:prstGeom>
          <a:solidFill>
            <a:srgbClr val="FFFFE3"/>
          </a:solidFill>
          <a:ln w="12700">
            <a:solidFill>
              <a:srgbClr val="A8A08C"/>
            </a:solidFill>
            <a:prstDash val="sysDot"/>
          </a:ln>
        </p:spPr>
      </p:sp>
      <p:sp>
        <p:nvSpPr>
          <p:cNvPr id="69" name="Text 67"/>
          <p:cNvSpPr/>
          <p:nvPr/>
        </p:nvSpPr>
        <p:spPr>
          <a:xfrm>
            <a:off x="5474770" y="2086639"/>
            <a:ext cx="1056977" cy="265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540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Probabilities</a:t>
            </a:r>
            <a:endParaRPr lang="en-US" sz="950" dirty="0"/>
          </a:p>
        </p:txBody>
      </p:sp>
      <p:sp>
        <p:nvSpPr>
          <p:cNvPr id="70" name="Shape 68"/>
          <p:cNvSpPr/>
          <p:nvPr/>
        </p:nvSpPr>
        <p:spPr>
          <a:xfrm>
            <a:off x="7575512" y="2086639"/>
            <a:ext cx="1175887" cy="279105"/>
          </a:xfrm>
          <a:prstGeom prst="roundRect">
            <a:avLst>
              <a:gd name="adj" fmla="val 29486"/>
            </a:avLst>
          </a:prstGeom>
          <a:solidFill>
            <a:srgbClr val="FFFFE3"/>
          </a:solidFill>
          <a:ln w="12700">
            <a:solidFill>
              <a:srgbClr val="A8A08C"/>
            </a:solidFill>
            <a:prstDash val="sysDot"/>
          </a:ln>
        </p:spPr>
      </p:sp>
      <p:sp>
        <p:nvSpPr>
          <p:cNvPr id="71" name="Text 69"/>
          <p:cNvSpPr/>
          <p:nvPr/>
        </p:nvSpPr>
        <p:spPr>
          <a:xfrm>
            <a:off x="7575512" y="2086639"/>
            <a:ext cx="1175887" cy="2791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540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Weighted SUM</a:t>
            </a:r>
            <a:endParaRPr lang="en-US" sz="950" dirty="0"/>
          </a:p>
        </p:txBody>
      </p:sp>
      <p:sp>
        <p:nvSpPr>
          <p:cNvPr id="72" name="Shape 70"/>
          <p:cNvSpPr/>
          <p:nvPr/>
        </p:nvSpPr>
        <p:spPr>
          <a:xfrm>
            <a:off x="5818288" y="2525231"/>
            <a:ext cx="409579" cy="2604976"/>
          </a:xfrm>
          <a:prstGeom prst="roundRect">
            <a:avLst>
              <a:gd name="adj" fmla="val 17860"/>
            </a:avLst>
          </a:prstGeom>
          <a:solidFill>
            <a:srgbClr val="F8DEFB"/>
          </a:solidFill>
          <a:ln w="12700">
            <a:solidFill>
              <a:srgbClr val="CABAC7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 rot="5400000">
            <a:off x="5653135" y="3628359"/>
            <a:ext cx="739884" cy="3987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B21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 max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6571384" y="2498650"/>
            <a:ext cx="1677951" cy="292395"/>
          </a:xfrm>
          <a:prstGeom prst="rect">
            <a:avLst/>
          </a:prstGeom>
          <a:solidFill>
            <a:srgbClr val="EAFEFC"/>
          </a:solidFill>
          <a:ln w="12700">
            <a:solidFill>
              <a:srgbClr val="C3C7C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571384" y="2498650"/>
            <a:ext cx="1677951" cy="292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Σ</a:t>
            </a:r>
            <a:endParaRPr lang="en-US" sz="1600" dirty="0"/>
          </a:p>
        </p:txBody>
      </p:sp>
      <p:sp>
        <p:nvSpPr>
          <p:cNvPr id="76" name="Shape 74"/>
          <p:cNvSpPr/>
          <p:nvPr/>
        </p:nvSpPr>
        <p:spPr>
          <a:xfrm>
            <a:off x="6762961" y="3076795"/>
            <a:ext cx="171759" cy="172779"/>
          </a:xfrm>
          <a:prstGeom prst="ellipse">
            <a:avLst/>
          </a:prstGeom>
          <a:solidFill>
            <a:srgbClr val="F7E2CD"/>
          </a:solidFill>
          <a:ln w="15875">
            <a:solidFill>
              <a:srgbClr val="C0303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795991" y="3110022"/>
            <a:ext cx="105698" cy="106326"/>
          </a:xfrm>
          <a:prstGeom prst="line">
            <a:avLst/>
          </a:prstGeom>
          <a:noFill/>
          <a:ln w="15875">
            <a:solidFill>
              <a:srgbClr val="C03030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 flipV="1">
            <a:off x="6795991" y="3110022"/>
            <a:ext cx="105698" cy="106326"/>
          </a:xfrm>
          <a:prstGeom prst="line">
            <a:avLst/>
          </a:prstGeom>
          <a:noFill/>
          <a:ln w="15875">
            <a:solidFill>
              <a:srgbClr val="C03030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7132903" y="3595132"/>
            <a:ext cx="171759" cy="172779"/>
          </a:xfrm>
          <a:prstGeom prst="ellipse">
            <a:avLst/>
          </a:prstGeom>
          <a:solidFill>
            <a:srgbClr val="F7E2CD"/>
          </a:solidFill>
          <a:ln w="15875">
            <a:solidFill>
              <a:srgbClr val="C0303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7165933" y="3628359"/>
            <a:ext cx="105698" cy="106326"/>
          </a:xfrm>
          <a:prstGeom prst="line">
            <a:avLst/>
          </a:prstGeom>
          <a:noFill/>
          <a:ln w="15875">
            <a:solidFill>
              <a:srgbClr val="C03030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 flipV="1">
            <a:off x="7165933" y="3628359"/>
            <a:ext cx="105698" cy="106326"/>
          </a:xfrm>
          <a:prstGeom prst="line">
            <a:avLst/>
          </a:prstGeom>
          <a:noFill/>
          <a:ln w="15875">
            <a:solidFill>
              <a:srgbClr val="C03030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7357510" y="4113469"/>
            <a:ext cx="171759" cy="172779"/>
          </a:xfrm>
          <a:prstGeom prst="ellipse">
            <a:avLst/>
          </a:prstGeom>
          <a:solidFill>
            <a:srgbClr val="F7E2CD"/>
          </a:solidFill>
          <a:ln w="15875">
            <a:solidFill>
              <a:srgbClr val="C03030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390541" y="4146696"/>
            <a:ext cx="105698" cy="106326"/>
          </a:xfrm>
          <a:prstGeom prst="line">
            <a:avLst/>
          </a:prstGeom>
          <a:noFill/>
          <a:ln w="15875">
            <a:solidFill>
              <a:srgbClr val="C03030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V="1">
            <a:off x="7390541" y="4146696"/>
            <a:ext cx="105698" cy="106326"/>
          </a:xfrm>
          <a:prstGeom prst="line">
            <a:avLst/>
          </a:prstGeom>
          <a:noFill/>
          <a:ln w="15875">
            <a:solidFill>
              <a:srgbClr val="C0303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7714240" y="4671678"/>
            <a:ext cx="171759" cy="172779"/>
          </a:xfrm>
          <a:prstGeom prst="ellipse">
            <a:avLst/>
          </a:prstGeom>
          <a:solidFill>
            <a:srgbClr val="F7E2CD"/>
          </a:solidFill>
          <a:ln w="15875">
            <a:solidFill>
              <a:srgbClr val="C0303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7747271" y="4704905"/>
            <a:ext cx="105698" cy="106326"/>
          </a:xfrm>
          <a:prstGeom prst="line">
            <a:avLst/>
          </a:prstGeom>
          <a:noFill/>
          <a:ln w="15875">
            <a:solidFill>
              <a:srgbClr val="C0303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V="1">
            <a:off x="7747271" y="4704905"/>
            <a:ext cx="105698" cy="106326"/>
          </a:xfrm>
          <a:prstGeom prst="line">
            <a:avLst/>
          </a:prstGeom>
          <a:noFill/>
          <a:ln w="15875">
            <a:solidFill>
              <a:srgbClr val="C0303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H="1" flipV="1">
            <a:off x="6835628" y="2817627"/>
            <a:ext cx="13212" cy="239232"/>
          </a:xfrm>
          <a:prstGeom prst="line">
            <a:avLst/>
          </a:prstGeom>
          <a:noFill/>
          <a:ln w="12700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89" name="Shape 87"/>
          <p:cNvSpPr/>
          <p:nvPr/>
        </p:nvSpPr>
        <p:spPr>
          <a:xfrm flipV="1">
            <a:off x="7218782" y="2817627"/>
            <a:ext cx="0" cy="757569"/>
          </a:xfrm>
          <a:prstGeom prst="line">
            <a:avLst/>
          </a:prstGeom>
          <a:noFill/>
          <a:ln w="12700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90" name="Shape 88"/>
          <p:cNvSpPr/>
          <p:nvPr/>
        </p:nvSpPr>
        <p:spPr>
          <a:xfrm flipH="1" flipV="1">
            <a:off x="7430178" y="2817627"/>
            <a:ext cx="13212" cy="1275906"/>
          </a:xfrm>
          <a:prstGeom prst="line">
            <a:avLst/>
          </a:prstGeom>
          <a:noFill/>
          <a:ln w="12700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91" name="Shape 89"/>
          <p:cNvSpPr/>
          <p:nvPr/>
        </p:nvSpPr>
        <p:spPr>
          <a:xfrm flipH="1" flipV="1">
            <a:off x="7786907" y="2817627"/>
            <a:ext cx="13212" cy="1834115"/>
          </a:xfrm>
          <a:prstGeom prst="line">
            <a:avLst/>
          </a:prstGeom>
          <a:noFill/>
          <a:ln w="12700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92" name="Shape 90"/>
          <p:cNvSpPr/>
          <p:nvPr/>
        </p:nvSpPr>
        <p:spPr>
          <a:xfrm>
            <a:off x="6254291" y="3163185"/>
            <a:ext cx="475640" cy="0"/>
          </a:xfrm>
          <a:prstGeom prst="line">
            <a:avLst/>
          </a:prstGeom>
          <a:noFill/>
          <a:ln w="9525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93" name="Shape 91"/>
          <p:cNvSpPr/>
          <p:nvPr/>
        </p:nvSpPr>
        <p:spPr>
          <a:xfrm>
            <a:off x="6254291" y="3681522"/>
            <a:ext cx="845582" cy="0"/>
          </a:xfrm>
          <a:prstGeom prst="line">
            <a:avLst/>
          </a:prstGeom>
          <a:noFill/>
          <a:ln w="9525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94" name="Shape 92"/>
          <p:cNvSpPr/>
          <p:nvPr/>
        </p:nvSpPr>
        <p:spPr>
          <a:xfrm>
            <a:off x="6254291" y="4199859"/>
            <a:ext cx="1070189" cy="0"/>
          </a:xfrm>
          <a:prstGeom prst="line">
            <a:avLst/>
          </a:prstGeom>
          <a:noFill/>
          <a:ln w="9525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95" name="Shape 93"/>
          <p:cNvSpPr/>
          <p:nvPr/>
        </p:nvSpPr>
        <p:spPr>
          <a:xfrm>
            <a:off x="6254291" y="4758068"/>
            <a:ext cx="1426919" cy="0"/>
          </a:xfrm>
          <a:prstGeom prst="line">
            <a:avLst/>
          </a:prstGeom>
          <a:noFill/>
          <a:ln w="9525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96" name="Shape 94"/>
          <p:cNvSpPr/>
          <p:nvPr/>
        </p:nvSpPr>
        <p:spPr>
          <a:xfrm flipH="1">
            <a:off x="6941326" y="3163185"/>
            <a:ext cx="66061" cy="0"/>
          </a:xfrm>
          <a:prstGeom prst="line">
            <a:avLst/>
          </a:prstGeom>
          <a:noFill/>
          <a:ln w="12700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97" name="Shape 95"/>
          <p:cNvSpPr/>
          <p:nvPr/>
        </p:nvSpPr>
        <p:spPr>
          <a:xfrm flipH="1">
            <a:off x="7311268" y="3681522"/>
            <a:ext cx="66061" cy="0"/>
          </a:xfrm>
          <a:prstGeom prst="line">
            <a:avLst/>
          </a:prstGeom>
          <a:noFill/>
          <a:ln w="12700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98" name="Shape 96"/>
          <p:cNvSpPr/>
          <p:nvPr/>
        </p:nvSpPr>
        <p:spPr>
          <a:xfrm flipH="1">
            <a:off x="7535875" y="4199859"/>
            <a:ext cx="66061" cy="0"/>
          </a:xfrm>
          <a:prstGeom prst="line">
            <a:avLst/>
          </a:prstGeom>
          <a:noFill/>
          <a:ln w="12700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99" name="Shape 97"/>
          <p:cNvSpPr/>
          <p:nvPr/>
        </p:nvSpPr>
        <p:spPr>
          <a:xfrm flipH="1">
            <a:off x="7892605" y="4758068"/>
            <a:ext cx="66061" cy="0"/>
          </a:xfrm>
          <a:prstGeom prst="line">
            <a:avLst/>
          </a:prstGeom>
          <a:noFill/>
          <a:ln w="12700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100" name="Shape 98"/>
          <p:cNvSpPr/>
          <p:nvPr/>
        </p:nvSpPr>
        <p:spPr>
          <a:xfrm>
            <a:off x="8870309" y="2950534"/>
            <a:ext cx="634186" cy="2086639"/>
          </a:xfrm>
          <a:prstGeom prst="rect">
            <a:avLst/>
          </a:prstGeom>
          <a:solidFill>
            <a:srgbClr val="F8FA68"/>
          </a:solidFill>
          <a:ln/>
        </p:spPr>
      </p:sp>
      <p:sp>
        <p:nvSpPr>
          <p:cNvPr id="101" name="Shape 99"/>
          <p:cNvSpPr/>
          <p:nvPr/>
        </p:nvSpPr>
        <p:spPr>
          <a:xfrm>
            <a:off x="8909945" y="2990406"/>
            <a:ext cx="554913" cy="372139"/>
          </a:xfrm>
          <a:prstGeom prst="rect">
            <a:avLst/>
          </a:prstGeom>
          <a:solidFill>
            <a:srgbClr val="E4FF7D"/>
          </a:solidFill>
          <a:ln w="12700">
            <a:solidFill>
              <a:srgbClr val="A2AC3C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909945" y="2990406"/>
            <a:ext cx="554913" cy="3721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B9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7B9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ctr" indent="0" marL="0">
              <a:buNone/>
            </a:pPr>
            <a:r>
              <a:rPr lang="en-US" sz="600" b="1" baseline="30000" dirty="0">
                <a:solidFill>
                  <a:srgbClr val="7B9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(r)</a:t>
            </a:r>
            <a:endParaRPr lang="en-US" sz="900" dirty="0"/>
          </a:p>
        </p:txBody>
      </p:sp>
      <p:sp>
        <p:nvSpPr>
          <p:cNvPr id="103" name="Shape 101"/>
          <p:cNvSpPr/>
          <p:nvPr/>
        </p:nvSpPr>
        <p:spPr>
          <a:xfrm>
            <a:off x="8909945" y="3468870"/>
            <a:ext cx="554913" cy="412011"/>
          </a:xfrm>
          <a:prstGeom prst="rect">
            <a:avLst/>
          </a:prstGeom>
          <a:solidFill>
            <a:srgbClr val="E4FF7D"/>
          </a:solidFill>
          <a:ln w="12700">
            <a:solidFill>
              <a:srgbClr val="A2AC3C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909945" y="3468870"/>
            <a:ext cx="554913" cy="412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B9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7B9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ctr" indent="0" marL="0">
              <a:buNone/>
            </a:pPr>
            <a:r>
              <a:rPr lang="en-US" sz="600" b="1" baseline="30000" dirty="0">
                <a:solidFill>
                  <a:srgbClr val="7B9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(r)</a:t>
            </a:r>
            <a:endParaRPr lang="en-US" sz="900" dirty="0"/>
          </a:p>
        </p:txBody>
      </p:sp>
      <p:sp>
        <p:nvSpPr>
          <p:cNvPr id="105" name="Shape 103"/>
          <p:cNvSpPr/>
          <p:nvPr/>
        </p:nvSpPr>
        <p:spPr>
          <a:xfrm>
            <a:off x="8909945" y="4013789"/>
            <a:ext cx="554913" cy="398721"/>
          </a:xfrm>
          <a:prstGeom prst="rect">
            <a:avLst/>
          </a:prstGeom>
          <a:solidFill>
            <a:srgbClr val="E4FF7D"/>
          </a:solidFill>
          <a:ln w="12700">
            <a:solidFill>
              <a:srgbClr val="A2AC3C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909945" y="4013789"/>
            <a:ext cx="554913" cy="3987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B9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7B9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ctr" indent="0" marL="0">
              <a:buNone/>
            </a:pPr>
            <a:r>
              <a:rPr lang="en-US" sz="600" b="1" baseline="30000" dirty="0">
                <a:solidFill>
                  <a:srgbClr val="7B9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(r)</a:t>
            </a:r>
            <a:endParaRPr lang="en-US" sz="900" dirty="0"/>
          </a:p>
        </p:txBody>
      </p:sp>
      <p:sp>
        <p:nvSpPr>
          <p:cNvPr id="107" name="Shape 105"/>
          <p:cNvSpPr/>
          <p:nvPr/>
        </p:nvSpPr>
        <p:spPr>
          <a:xfrm>
            <a:off x="8909945" y="4545416"/>
            <a:ext cx="554913" cy="412011"/>
          </a:xfrm>
          <a:prstGeom prst="rect">
            <a:avLst/>
          </a:prstGeom>
          <a:solidFill>
            <a:srgbClr val="E4FF7D"/>
          </a:solidFill>
          <a:ln w="12700">
            <a:solidFill>
              <a:srgbClr val="A2AC3C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909945" y="4545416"/>
            <a:ext cx="554913" cy="412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B9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7B9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ctr" indent="0" marL="0">
              <a:buNone/>
            </a:pPr>
            <a:r>
              <a:rPr lang="en-US" sz="600" b="1" baseline="30000" dirty="0">
                <a:solidFill>
                  <a:srgbClr val="7B9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(r)</a:t>
            </a:r>
            <a:endParaRPr lang="en-US" sz="900" dirty="0"/>
          </a:p>
        </p:txBody>
      </p:sp>
      <p:sp>
        <p:nvSpPr>
          <p:cNvPr id="109" name="Text 107"/>
          <p:cNvSpPr/>
          <p:nvPr/>
        </p:nvSpPr>
        <p:spPr>
          <a:xfrm>
            <a:off x="8143637" y="2910661"/>
            <a:ext cx="237820" cy="2126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ctr" indent="0" marL="0">
              <a:buNone/>
            </a:pPr>
            <a:r>
              <a:rPr lang="en-US" sz="1000" b="1" baseline="-40000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8407881" y="2950534"/>
            <a:ext cx="145334" cy="132907"/>
          </a:xfrm>
          <a:prstGeom prst="rect">
            <a:avLst/>
          </a:prstGeom>
          <a:solidFill>
            <a:srgbClr val="FFF3C4"/>
          </a:solidFill>
          <a:ln w="6350">
            <a:solidFill>
              <a:srgbClr val="C9C4B8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553215" y="2950534"/>
            <a:ext cx="145334" cy="132907"/>
          </a:xfrm>
          <a:prstGeom prst="rect">
            <a:avLst/>
          </a:prstGeom>
          <a:solidFill>
            <a:srgbClr val="EADDF6"/>
          </a:solidFill>
          <a:ln w="6350">
            <a:solidFill>
              <a:srgbClr val="C9C4B8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 flipH="1">
            <a:off x="6967750" y="3016987"/>
            <a:ext cx="1413707" cy="0"/>
          </a:xfrm>
          <a:prstGeom prst="line">
            <a:avLst/>
          </a:prstGeom>
          <a:noFill/>
          <a:ln w="12700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113" name="Text 111"/>
          <p:cNvSpPr/>
          <p:nvPr/>
        </p:nvSpPr>
        <p:spPr>
          <a:xfrm>
            <a:off x="8143637" y="3442289"/>
            <a:ext cx="237820" cy="2126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ctr" indent="0" marL="0">
              <a:buNone/>
            </a:pPr>
            <a:r>
              <a:rPr lang="en-US" sz="1000" b="1" baseline="-40000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14" name="Shape 112"/>
          <p:cNvSpPr/>
          <p:nvPr/>
        </p:nvSpPr>
        <p:spPr>
          <a:xfrm>
            <a:off x="8407881" y="3482161"/>
            <a:ext cx="145334" cy="132907"/>
          </a:xfrm>
          <a:prstGeom prst="rect">
            <a:avLst/>
          </a:prstGeom>
          <a:solidFill>
            <a:srgbClr val="FFF3C4"/>
          </a:solidFill>
          <a:ln w="6350">
            <a:solidFill>
              <a:srgbClr val="C9C4B8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8553215" y="3482161"/>
            <a:ext cx="145334" cy="132907"/>
          </a:xfrm>
          <a:prstGeom prst="rect">
            <a:avLst/>
          </a:prstGeom>
          <a:solidFill>
            <a:srgbClr val="EADDF6"/>
          </a:solidFill>
          <a:ln w="6350">
            <a:solidFill>
              <a:srgbClr val="C9C4B8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 flipH="1">
            <a:off x="7337692" y="3548615"/>
            <a:ext cx="1043765" cy="0"/>
          </a:xfrm>
          <a:prstGeom prst="line">
            <a:avLst/>
          </a:prstGeom>
          <a:noFill/>
          <a:ln w="12700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117" name="Text 115"/>
          <p:cNvSpPr/>
          <p:nvPr/>
        </p:nvSpPr>
        <p:spPr>
          <a:xfrm>
            <a:off x="8143637" y="3953981"/>
            <a:ext cx="237820" cy="2126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ctr" indent="0" marL="0">
              <a:buNone/>
            </a:pPr>
            <a:r>
              <a:rPr lang="en-US" sz="1000" b="1" baseline="-40000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8407881" y="3993853"/>
            <a:ext cx="145334" cy="132907"/>
          </a:xfrm>
          <a:prstGeom prst="rect">
            <a:avLst/>
          </a:prstGeom>
          <a:solidFill>
            <a:srgbClr val="FFF3C4"/>
          </a:solidFill>
          <a:ln w="6350">
            <a:solidFill>
              <a:srgbClr val="C9C4B8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8553215" y="3993853"/>
            <a:ext cx="145334" cy="132907"/>
          </a:xfrm>
          <a:prstGeom prst="rect">
            <a:avLst/>
          </a:prstGeom>
          <a:solidFill>
            <a:srgbClr val="EADDF6"/>
          </a:solidFill>
          <a:ln w="6350">
            <a:solidFill>
              <a:srgbClr val="C9C4B8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 flipH="1">
            <a:off x="7562300" y="4060306"/>
            <a:ext cx="819157" cy="0"/>
          </a:xfrm>
          <a:prstGeom prst="line">
            <a:avLst/>
          </a:prstGeom>
          <a:noFill/>
          <a:ln w="12700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121" name="Text 119"/>
          <p:cNvSpPr/>
          <p:nvPr/>
        </p:nvSpPr>
        <p:spPr>
          <a:xfrm>
            <a:off x="8143637" y="4518835"/>
            <a:ext cx="237820" cy="2126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ctr" indent="0" marL="0">
              <a:buNone/>
            </a:pPr>
            <a:r>
              <a:rPr lang="en-US" sz="1000" b="1" baseline="-40000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22" name="Shape 120"/>
          <p:cNvSpPr/>
          <p:nvPr/>
        </p:nvSpPr>
        <p:spPr>
          <a:xfrm>
            <a:off x="8407881" y="4558707"/>
            <a:ext cx="145334" cy="132907"/>
          </a:xfrm>
          <a:prstGeom prst="rect">
            <a:avLst/>
          </a:prstGeom>
          <a:solidFill>
            <a:srgbClr val="FFF3C4"/>
          </a:solidFill>
          <a:ln w="6350">
            <a:solidFill>
              <a:srgbClr val="C9C4B8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8553215" y="4558707"/>
            <a:ext cx="145334" cy="132907"/>
          </a:xfrm>
          <a:prstGeom prst="rect">
            <a:avLst/>
          </a:prstGeom>
          <a:solidFill>
            <a:srgbClr val="EADDF6"/>
          </a:solidFill>
          <a:ln w="6350">
            <a:solidFill>
              <a:srgbClr val="C9C4B8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 flipH="1">
            <a:off x="7919029" y="4625161"/>
            <a:ext cx="462427" cy="0"/>
          </a:xfrm>
          <a:prstGeom prst="line">
            <a:avLst/>
          </a:prstGeom>
          <a:noFill/>
          <a:ln w="12700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125" name="Shape 123"/>
          <p:cNvSpPr/>
          <p:nvPr/>
        </p:nvSpPr>
        <p:spPr>
          <a:xfrm>
            <a:off x="9676253" y="2884080"/>
            <a:ext cx="1017340" cy="2179673"/>
          </a:xfrm>
          <a:prstGeom prst="roundRect">
            <a:avLst>
              <a:gd name="adj" fmla="val 7191"/>
            </a:avLst>
          </a:prstGeom>
          <a:solidFill>
            <a:srgbClr val="E8F5E7"/>
          </a:solidFill>
          <a:ln w="15875">
            <a:solidFill>
              <a:srgbClr val="2E8B57"/>
            </a:solidFill>
            <a:prstDash val="dash"/>
          </a:ln>
        </p:spPr>
      </p:sp>
      <p:sp>
        <p:nvSpPr>
          <p:cNvPr id="126" name="Shape 124"/>
          <p:cNvSpPr/>
          <p:nvPr/>
        </p:nvSpPr>
        <p:spPr>
          <a:xfrm>
            <a:off x="9742314" y="3036923"/>
            <a:ext cx="171759" cy="199360"/>
          </a:xfrm>
          <a:prstGeom prst="rect">
            <a:avLst/>
          </a:prstGeom>
          <a:solidFill>
            <a:srgbClr val="FFFFCC"/>
          </a:solidFill>
          <a:ln w="6350">
            <a:solidFill>
              <a:srgbClr val="B9C4B9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9914073" y="3036923"/>
            <a:ext cx="171759" cy="199360"/>
          </a:xfrm>
          <a:prstGeom prst="rect">
            <a:avLst/>
          </a:prstGeom>
          <a:solidFill>
            <a:srgbClr val="FFFFFF"/>
          </a:solidFill>
          <a:ln w="6350">
            <a:solidFill>
              <a:srgbClr val="B9C4B9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10085832" y="3036923"/>
            <a:ext cx="171759" cy="199360"/>
          </a:xfrm>
          <a:prstGeom prst="rect">
            <a:avLst/>
          </a:prstGeom>
          <a:solidFill>
            <a:srgbClr val="FFFFFF"/>
          </a:solidFill>
          <a:ln w="6350">
            <a:solidFill>
              <a:srgbClr val="B9C4B9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10257591" y="3036923"/>
            <a:ext cx="171759" cy="199360"/>
          </a:xfrm>
          <a:prstGeom prst="rect">
            <a:avLst/>
          </a:prstGeom>
          <a:solidFill>
            <a:srgbClr val="CCCCFF"/>
          </a:solidFill>
          <a:ln w="6350">
            <a:solidFill>
              <a:srgbClr val="B9C4B9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10429349" y="3036923"/>
            <a:ext cx="171759" cy="199360"/>
          </a:xfrm>
          <a:prstGeom prst="rect">
            <a:avLst/>
          </a:prstGeom>
          <a:solidFill>
            <a:srgbClr val="F49AC9"/>
          </a:solidFill>
          <a:ln w="6350">
            <a:solidFill>
              <a:srgbClr val="B9C4B9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9999953" y="3010342"/>
            <a:ext cx="343517" cy="2525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000" b="1" baseline="-40000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32" name="Shape 130"/>
          <p:cNvSpPr/>
          <p:nvPr/>
        </p:nvSpPr>
        <p:spPr>
          <a:xfrm flipH="1">
            <a:off x="9530919" y="3136603"/>
            <a:ext cx="132122" cy="0"/>
          </a:xfrm>
          <a:prstGeom prst="line">
            <a:avLst/>
          </a:prstGeom>
          <a:noFill/>
          <a:ln w="19050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133" name="Shape 131"/>
          <p:cNvSpPr/>
          <p:nvPr/>
        </p:nvSpPr>
        <p:spPr>
          <a:xfrm>
            <a:off x="9742314" y="3555260"/>
            <a:ext cx="171759" cy="199360"/>
          </a:xfrm>
          <a:prstGeom prst="rect">
            <a:avLst/>
          </a:prstGeom>
          <a:solidFill>
            <a:srgbClr val="FFFFCC"/>
          </a:solidFill>
          <a:ln w="6350">
            <a:solidFill>
              <a:srgbClr val="B9C4B9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9914073" y="3555260"/>
            <a:ext cx="171759" cy="199360"/>
          </a:xfrm>
          <a:prstGeom prst="rect">
            <a:avLst/>
          </a:prstGeom>
          <a:solidFill>
            <a:srgbClr val="FFFFFF"/>
          </a:solidFill>
          <a:ln w="6350">
            <a:solidFill>
              <a:srgbClr val="B9C4B9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10085832" y="3555260"/>
            <a:ext cx="171759" cy="199360"/>
          </a:xfrm>
          <a:prstGeom prst="rect">
            <a:avLst/>
          </a:prstGeom>
          <a:solidFill>
            <a:srgbClr val="FFFFFF"/>
          </a:solidFill>
          <a:ln w="6350">
            <a:solidFill>
              <a:srgbClr val="B9C4B9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10257591" y="3555260"/>
            <a:ext cx="171759" cy="199360"/>
          </a:xfrm>
          <a:prstGeom prst="rect">
            <a:avLst/>
          </a:prstGeom>
          <a:solidFill>
            <a:srgbClr val="CCCCFF"/>
          </a:solidFill>
          <a:ln w="6350">
            <a:solidFill>
              <a:srgbClr val="B9C4B9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10429349" y="3555260"/>
            <a:ext cx="171759" cy="199360"/>
          </a:xfrm>
          <a:prstGeom prst="rect">
            <a:avLst/>
          </a:prstGeom>
          <a:solidFill>
            <a:srgbClr val="F49AC9"/>
          </a:solidFill>
          <a:ln w="6350">
            <a:solidFill>
              <a:srgbClr val="B9C4B9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9999953" y="3528679"/>
            <a:ext cx="343517" cy="2525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000" b="1" baseline="-40000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39" name="Shape 137"/>
          <p:cNvSpPr/>
          <p:nvPr/>
        </p:nvSpPr>
        <p:spPr>
          <a:xfrm flipH="1">
            <a:off x="9530919" y="3654940"/>
            <a:ext cx="132122" cy="0"/>
          </a:xfrm>
          <a:prstGeom prst="line">
            <a:avLst/>
          </a:prstGeom>
          <a:noFill/>
          <a:ln w="19050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140" name="Shape 138"/>
          <p:cNvSpPr/>
          <p:nvPr/>
        </p:nvSpPr>
        <p:spPr>
          <a:xfrm>
            <a:off x="9742314" y="4086888"/>
            <a:ext cx="171759" cy="199360"/>
          </a:xfrm>
          <a:prstGeom prst="rect">
            <a:avLst/>
          </a:prstGeom>
          <a:solidFill>
            <a:srgbClr val="FFFFCC"/>
          </a:solidFill>
          <a:ln w="6350">
            <a:solidFill>
              <a:srgbClr val="B9C4B9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9914073" y="4086888"/>
            <a:ext cx="171759" cy="199360"/>
          </a:xfrm>
          <a:prstGeom prst="rect">
            <a:avLst/>
          </a:prstGeom>
          <a:solidFill>
            <a:srgbClr val="FFFFFF"/>
          </a:solidFill>
          <a:ln w="6350">
            <a:solidFill>
              <a:srgbClr val="B9C4B9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10085832" y="4086888"/>
            <a:ext cx="171759" cy="199360"/>
          </a:xfrm>
          <a:prstGeom prst="rect">
            <a:avLst/>
          </a:prstGeom>
          <a:solidFill>
            <a:srgbClr val="FFFFFF"/>
          </a:solidFill>
          <a:ln w="6350">
            <a:solidFill>
              <a:srgbClr val="B9C4B9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10257591" y="4086888"/>
            <a:ext cx="171759" cy="199360"/>
          </a:xfrm>
          <a:prstGeom prst="rect">
            <a:avLst/>
          </a:prstGeom>
          <a:solidFill>
            <a:srgbClr val="CCCCFF"/>
          </a:solidFill>
          <a:ln w="6350">
            <a:solidFill>
              <a:srgbClr val="B9C4B9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10429349" y="4086888"/>
            <a:ext cx="171759" cy="199360"/>
          </a:xfrm>
          <a:prstGeom prst="rect">
            <a:avLst/>
          </a:prstGeom>
          <a:solidFill>
            <a:srgbClr val="F49AC9"/>
          </a:solidFill>
          <a:ln w="6350">
            <a:solidFill>
              <a:srgbClr val="B9C4B9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9999953" y="4060306"/>
            <a:ext cx="343517" cy="2525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000" b="1" baseline="-40000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46" name="Shape 144"/>
          <p:cNvSpPr/>
          <p:nvPr/>
        </p:nvSpPr>
        <p:spPr>
          <a:xfrm flipH="1">
            <a:off x="9530919" y="4186568"/>
            <a:ext cx="132122" cy="0"/>
          </a:xfrm>
          <a:prstGeom prst="line">
            <a:avLst/>
          </a:prstGeom>
          <a:noFill/>
          <a:ln w="19050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147" name="Shape 145"/>
          <p:cNvSpPr/>
          <p:nvPr/>
        </p:nvSpPr>
        <p:spPr>
          <a:xfrm>
            <a:off x="9742314" y="4631806"/>
            <a:ext cx="171759" cy="199360"/>
          </a:xfrm>
          <a:prstGeom prst="rect">
            <a:avLst/>
          </a:prstGeom>
          <a:solidFill>
            <a:srgbClr val="FFFFCC"/>
          </a:solidFill>
          <a:ln w="6350">
            <a:solidFill>
              <a:srgbClr val="B9C4B9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9914073" y="4631806"/>
            <a:ext cx="171759" cy="199360"/>
          </a:xfrm>
          <a:prstGeom prst="rect">
            <a:avLst/>
          </a:prstGeom>
          <a:solidFill>
            <a:srgbClr val="FFFFFF"/>
          </a:solidFill>
          <a:ln w="6350">
            <a:solidFill>
              <a:srgbClr val="B9C4B9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10085832" y="4631806"/>
            <a:ext cx="171759" cy="199360"/>
          </a:xfrm>
          <a:prstGeom prst="rect">
            <a:avLst/>
          </a:prstGeom>
          <a:solidFill>
            <a:srgbClr val="FFFFFF"/>
          </a:solidFill>
          <a:ln w="6350">
            <a:solidFill>
              <a:srgbClr val="B9C4B9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10257591" y="4631806"/>
            <a:ext cx="171759" cy="199360"/>
          </a:xfrm>
          <a:prstGeom prst="rect">
            <a:avLst/>
          </a:prstGeom>
          <a:solidFill>
            <a:srgbClr val="CCCCFF"/>
          </a:solidFill>
          <a:ln w="6350">
            <a:solidFill>
              <a:srgbClr val="B9C4B9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10429349" y="4631806"/>
            <a:ext cx="171759" cy="199360"/>
          </a:xfrm>
          <a:prstGeom prst="rect">
            <a:avLst/>
          </a:prstGeom>
          <a:solidFill>
            <a:srgbClr val="F49AC9"/>
          </a:solidFill>
          <a:ln w="6350">
            <a:solidFill>
              <a:srgbClr val="B9C4B9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9999953" y="4605225"/>
            <a:ext cx="343517" cy="25252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000" b="1" baseline="-40000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53" name="Shape 151"/>
          <p:cNvSpPr/>
          <p:nvPr/>
        </p:nvSpPr>
        <p:spPr>
          <a:xfrm flipH="1">
            <a:off x="9530919" y="4731486"/>
            <a:ext cx="132122" cy="0"/>
          </a:xfrm>
          <a:prstGeom prst="line">
            <a:avLst/>
          </a:prstGeom>
          <a:noFill/>
          <a:ln w="19050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154" name="Shape 152"/>
          <p:cNvSpPr/>
          <p:nvPr/>
        </p:nvSpPr>
        <p:spPr>
          <a:xfrm>
            <a:off x="2356688" y="6007393"/>
            <a:ext cx="3646570" cy="611372"/>
          </a:xfrm>
          <a:prstGeom prst="roundRect">
            <a:avLst>
              <a:gd name="adj" fmla="val 11965"/>
            </a:avLst>
          </a:prstGeom>
          <a:solidFill>
            <a:srgbClr val="DCF2DA"/>
          </a:solidFill>
          <a:ln w="15875">
            <a:solidFill>
              <a:srgbClr val="3A9A3A"/>
            </a:solidFill>
            <a:prstDash val="dash"/>
          </a:ln>
        </p:spPr>
      </p:sp>
      <p:sp>
        <p:nvSpPr>
          <p:cNvPr id="155" name="Shape 153"/>
          <p:cNvSpPr/>
          <p:nvPr/>
        </p:nvSpPr>
        <p:spPr>
          <a:xfrm>
            <a:off x="2568084" y="6153590"/>
            <a:ext cx="105698" cy="239232"/>
          </a:xfrm>
          <a:prstGeom prst="rect">
            <a:avLst/>
          </a:prstGeom>
          <a:solidFill>
            <a:srgbClr val="F5F0BD"/>
          </a:solidFill>
          <a:ln w="6350">
            <a:solidFill>
              <a:srgbClr val="B9B4A8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2673782" y="6153590"/>
            <a:ext cx="105698" cy="239232"/>
          </a:xfrm>
          <a:prstGeom prst="rect">
            <a:avLst/>
          </a:prstGeom>
          <a:solidFill>
            <a:srgbClr val="F2EDB0"/>
          </a:solidFill>
          <a:ln w="6350">
            <a:solidFill>
              <a:srgbClr val="B9B4A8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2779479" y="6153590"/>
            <a:ext cx="105698" cy="239232"/>
          </a:xfrm>
          <a:prstGeom prst="rect">
            <a:avLst/>
          </a:prstGeom>
          <a:solidFill>
            <a:srgbClr val="FBF8E0"/>
          </a:solidFill>
          <a:ln w="6350">
            <a:solidFill>
              <a:srgbClr val="B9B4A8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2885177" y="6153590"/>
            <a:ext cx="105698" cy="239232"/>
          </a:xfrm>
          <a:prstGeom prst="rect">
            <a:avLst/>
          </a:prstGeom>
          <a:solidFill>
            <a:srgbClr val="C9C3EE"/>
          </a:solidFill>
          <a:ln w="6350">
            <a:solidFill>
              <a:srgbClr val="B9B4A8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2990875" y="6153590"/>
            <a:ext cx="105698" cy="239232"/>
          </a:xfrm>
          <a:prstGeom prst="rect">
            <a:avLst/>
          </a:prstGeom>
          <a:solidFill>
            <a:srgbClr val="F3C6DC"/>
          </a:solidFill>
          <a:ln w="6350">
            <a:solidFill>
              <a:srgbClr val="B9B4A8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2673782" y="6180172"/>
            <a:ext cx="317093" cy="199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000" b="1" baseline="-40000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61" name="Shape 159"/>
          <p:cNvSpPr/>
          <p:nvPr/>
        </p:nvSpPr>
        <p:spPr>
          <a:xfrm>
            <a:off x="3347604" y="6153590"/>
            <a:ext cx="105698" cy="239232"/>
          </a:xfrm>
          <a:prstGeom prst="rect">
            <a:avLst/>
          </a:prstGeom>
          <a:solidFill>
            <a:srgbClr val="F6C3D9"/>
          </a:solidFill>
          <a:ln w="6350">
            <a:solidFill>
              <a:srgbClr val="B9B4A8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3453302" y="6153590"/>
            <a:ext cx="105698" cy="239232"/>
          </a:xfrm>
          <a:prstGeom prst="rect">
            <a:avLst/>
          </a:prstGeom>
          <a:solidFill>
            <a:srgbClr val="EC9DC6"/>
          </a:solidFill>
          <a:ln w="6350">
            <a:solidFill>
              <a:srgbClr val="B9B4A8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3559000" y="6153590"/>
            <a:ext cx="105698" cy="239232"/>
          </a:xfrm>
          <a:prstGeom prst="rect">
            <a:avLst/>
          </a:prstGeom>
          <a:solidFill>
            <a:srgbClr val="F9DCE9"/>
          </a:solidFill>
          <a:ln w="6350">
            <a:solidFill>
              <a:srgbClr val="B9B4A8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3664697" y="6153590"/>
            <a:ext cx="105698" cy="239232"/>
          </a:xfrm>
          <a:prstGeom prst="rect">
            <a:avLst/>
          </a:prstGeom>
          <a:solidFill>
            <a:srgbClr val="D55BA4"/>
          </a:solidFill>
          <a:ln w="6350">
            <a:solidFill>
              <a:srgbClr val="B9B4A8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3770395" y="6153590"/>
            <a:ext cx="105698" cy="239232"/>
          </a:xfrm>
          <a:prstGeom prst="rect">
            <a:avLst/>
          </a:prstGeom>
          <a:solidFill>
            <a:srgbClr val="EA9CC5"/>
          </a:solidFill>
          <a:ln w="6350">
            <a:solidFill>
              <a:srgbClr val="B9B4A8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3453302" y="6180172"/>
            <a:ext cx="317093" cy="199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000" b="1" baseline="-40000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67" name="Shape 165"/>
          <p:cNvSpPr/>
          <p:nvPr/>
        </p:nvSpPr>
        <p:spPr>
          <a:xfrm>
            <a:off x="4437612" y="6153590"/>
            <a:ext cx="105698" cy="239232"/>
          </a:xfrm>
          <a:prstGeom prst="rect">
            <a:avLst/>
          </a:prstGeom>
          <a:solidFill>
            <a:srgbClr val="F5F0BD"/>
          </a:solidFill>
          <a:ln w="6350">
            <a:solidFill>
              <a:srgbClr val="B9B4A8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4543309" y="6153590"/>
            <a:ext cx="105698" cy="239232"/>
          </a:xfrm>
          <a:prstGeom prst="rect">
            <a:avLst/>
          </a:prstGeom>
          <a:solidFill>
            <a:srgbClr val="F2EDB0"/>
          </a:solidFill>
          <a:ln w="6350">
            <a:solidFill>
              <a:srgbClr val="B9B4A8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4649007" y="6153590"/>
            <a:ext cx="105698" cy="239232"/>
          </a:xfrm>
          <a:prstGeom prst="rect">
            <a:avLst/>
          </a:prstGeom>
          <a:solidFill>
            <a:srgbClr val="FBF8E0"/>
          </a:solidFill>
          <a:ln w="6350">
            <a:solidFill>
              <a:srgbClr val="B9B4A8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4754705" y="6153590"/>
            <a:ext cx="105698" cy="239232"/>
          </a:xfrm>
          <a:prstGeom prst="rect">
            <a:avLst/>
          </a:prstGeom>
          <a:solidFill>
            <a:srgbClr val="CCC6F0"/>
          </a:solidFill>
          <a:ln w="6350">
            <a:solidFill>
              <a:srgbClr val="B9B4A8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4860402" y="6153590"/>
            <a:ext cx="105698" cy="239232"/>
          </a:xfrm>
          <a:prstGeom prst="rect">
            <a:avLst/>
          </a:prstGeom>
          <a:solidFill>
            <a:srgbClr val="F2C3DA"/>
          </a:solidFill>
          <a:ln w="6350">
            <a:solidFill>
              <a:srgbClr val="B9B4A8"/>
            </a:solidFill>
            <a:prstDash val="solid"/>
          </a:ln>
        </p:spPr>
      </p:sp>
      <p:sp>
        <p:nvSpPr>
          <p:cNvPr id="172" name="Text 170"/>
          <p:cNvSpPr/>
          <p:nvPr/>
        </p:nvSpPr>
        <p:spPr>
          <a:xfrm>
            <a:off x="4543309" y="6180172"/>
            <a:ext cx="317093" cy="199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000" b="1" baseline="-40000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73" name="Shape 171"/>
          <p:cNvSpPr/>
          <p:nvPr/>
        </p:nvSpPr>
        <p:spPr>
          <a:xfrm>
            <a:off x="5395497" y="6153590"/>
            <a:ext cx="105698" cy="239232"/>
          </a:xfrm>
          <a:prstGeom prst="rect">
            <a:avLst/>
          </a:prstGeom>
          <a:solidFill>
            <a:srgbClr val="F5F0BD"/>
          </a:solidFill>
          <a:ln w="6350">
            <a:solidFill>
              <a:srgbClr val="B9B4A8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5501195" y="6153590"/>
            <a:ext cx="105698" cy="239232"/>
          </a:xfrm>
          <a:prstGeom prst="rect">
            <a:avLst/>
          </a:prstGeom>
          <a:solidFill>
            <a:srgbClr val="F2EDB0"/>
          </a:solidFill>
          <a:ln w="6350">
            <a:solidFill>
              <a:srgbClr val="B9B4A8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5606892" y="6153590"/>
            <a:ext cx="105698" cy="239232"/>
          </a:xfrm>
          <a:prstGeom prst="rect">
            <a:avLst/>
          </a:prstGeom>
          <a:solidFill>
            <a:srgbClr val="FBF8E0"/>
          </a:solidFill>
          <a:ln w="6350">
            <a:solidFill>
              <a:srgbClr val="B9B4A8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5712590" y="6153590"/>
            <a:ext cx="105698" cy="239232"/>
          </a:xfrm>
          <a:prstGeom prst="rect">
            <a:avLst/>
          </a:prstGeom>
          <a:solidFill>
            <a:srgbClr val="F0BFD8"/>
          </a:solidFill>
          <a:ln w="6350">
            <a:solidFill>
              <a:srgbClr val="B9B4A8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5818288" y="6153590"/>
            <a:ext cx="105698" cy="239232"/>
          </a:xfrm>
          <a:prstGeom prst="rect">
            <a:avLst/>
          </a:prstGeom>
          <a:solidFill>
            <a:srgbClr val="E3B4E0"/>
          </a:solidFill>
          <a:ln w="6350">
            <a:solidFill>
              <a:srgbClr val="B9B4A8"/>
            </a:solidFill>
            <a:prstDash val="solid"/>
          </a:ln>
        </p:spPr>
      </p:sp>
      <p:sp>
        <p:nvSpPr>
          <p:cNvPr id="178" name="Text 176"/>
          <p:cNvSpPr/>
          <p:nvPr/>
        </p:nvSpPr>
        <p:spPr>
          <a:xfrm>
            <a:off x="5501195" y="6180172"/>
            <a:ext cx="317093" cy="199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000" b="1" baseline="-40000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79" name="Shape 177"/>
          <p:cNvSpPr/>
          <p:nvPr/>
        </p:nvSpPr>
        <p:spPr>
          <a:xfrm>
            <a:off x="3532575" y="6113718"/>
            <a:ext cx="541701" cy="345558"/>
          </a:xfrm>
          <a:prstGeom prst="roundRect">
            <a:avLst>
              <a:gd name="adj" fmla="val 13231"/>
            </a:avLst>
          </a:prstGeom>
          <a:ln w="19050">
            <a:solidFill>
              <a:srgbClr val="8B1A8B"/>
            </a:solidFill>
            <a:prstDash val="sysDot"/>
          </a:ln>
        </p:spPr>
      </p:sp>
      <p:sp>
        <p:nvSpPr>
          <p:cNvPr id="180" name="Shape 178"/>
          <p:cNvSpPr/>
          <p:nvPr/>
        </p:nvSpPr>
        <p:spPr>
          <a:xfrm flipV="1">
            <a:off x="1775351" y="5648544"/>
            <a:ext cx="739884" cy="345558"/>
          </a:xfrm>
          <a:prstGeom prst="line">
            <a:avLst/>
          </a:prstGeom>
          <a:noFill/>
          <a:ln w="12700">
            <a:solidFill>
              <a:srgbClr val="7AA87A"/>
            </a:solidFill>
            <a:prstDash val="sysDot"/>
          </a:ln>
        </p:spPr>
      </p:sp>
      <p:sp>
        <p:nvSpPr>
          <p:cNvPr id="181" name="Shape 179"/>
          <p:cNvSpPr/>
          <p:nvPr/>
        </p:nvSpPr>
        <p:spPr>
          <a:xfrm>
            <a:off x="3625061" y="5568800"/>
            <a:ext cx="488852" cy="305686"/>
          </a:xfrm>
          <a:prstGeom prst="rect">
            <a:avLst/>
          </a:prstGeom>
          <a:solidFill>
            <a:srgbClr val="FFFDF0"/>
          </a:solidFill>
          <a:ln w="15875">
            <a:solidFill>
              <a:srgbClr val="8B0000"/>
            </a:solidFill>
            <a:prstDash val="solid"/>
          </a:ln>
        </p:spPr>
      </p:sp>
      <p:sp>
        <p:nvSpPr>
          <p:cNvPr id="182" name="Text 180"/>
          <p:cNvSpPr/>
          <p:nvPr/>
        </p:nvSpPr>
        <p:spPr>
          <a:xfrm>
            <a:off x="3625061" y="5568800"/>
            <a:ext cx="488852" cy="3056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000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900" b="1" baseline="-40000" dirty="0">
                <a:solidFill>
                  <a:srgbClr val="8000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pPr algn="ctr" indent="0" marL="0">
              <a:buNone/>
            </a:pPr>
            <a:r>
              <a:rPr lang="en-US" sz="600" b="1" baseline="30000" dirty="0">
                <a:solidFill>
                  <a:srgbClr val="8000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(r)</a:t>
            </a:r>
            <a:endParaRPr lang="en-US" sz="900" dirty="0"/>
          </a:p>
        </p:txBody>
      </p:sp>
      <p:sp>
        <p:nvSpPr>
          <p:cNvPr id="183" name="Text 181"/>
          <p:cNvSpPr/>
          <p:nvPr/>
        </p:nvSpPr>
        <p:spPr>
          <a:xfrm>
            <a:off x="3413665" y="5289695"/>
            <a:ext cx="211395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000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pPr algn="ctr" indent="0" marL="0">
              <a:buNone/>
            </a:pPr>
            <a:r>
              <a:rPr lang="en-US" sz="1000" b="1" baseline="-40000" dirty="0">
                <a:solidFill>
                  <a:srgbClr val="8000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84" name="Shape 182"/>
          <p:cNvSpPr/>
          <p:nvPr/>
        </p:nvSpPr>
        <p:spPr>
          <a:xfrm>
            <a:off x="3677910" y="5356149"/>
            <a:ext cx="145334" cy="132907"/>
          </a:xfrm>
          <a:prstGeom prst="rect">
            <a:avLst/>
          </a:prstGeom>
          <a:solidFill>
            <a:srgbClr val="FFF3C4"/>
          </a:solidFill>
          <a:ln w="6350">
            <a:solidFill>
              <a:srgbClr val="C9C4B8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3823244" y="5356149"/>
            <a:ext cx="145334" cy="132907"/>
          </a:xfrm>
          <a:prstGeom prst="rect">
            <a:avLst/>
          </a:prstGeom>
          <a:solidFill>
            <a:srgbClr val="F3C6DC"/>
          </a:solidFill>
          <a:ln w="6350">
            <a:solidFill>
              <a:srgbClr val="C9C4B8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 flipV="1">
            <a:off x="3823244" y="5183370"/>
            <a:ext cx="0" cy="372139"/>
          </a:xfrm>
          <a:prstGeom prst="line">
            <a:avLst/>
          </a:prstGeom>
          <a:noFill/>
          <a:ln w="15875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187" name="Shape 185"/>
          <p:cNvSpPr/>
          <p:nvPr/>
        </p:nvSpPr>
        <p:spPr>
          <a:xfrm flipV="1">
            <a:off x="3862881" y="5914358"/>
            <a:ext cx="0" cy="332267"/>
          </a:xfrm>
          <a:prstGeom prst="line">
            <a:avLst/>
          </a:prstGeom>
          <a:noFill/>
          <a:ln w="12700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188" name="Shape 186"/>
          <p:cNvSpPr/>
          <p:nvPr/>
        </p:nvSpPr>
        <p:spPr>
          <a:xfrm>
            <a:off x="6967750" y="1555011"/>
            <a:ext cx="924855" cy="332267"/>
          </a:xfrm>
          <a:prstGeom prst="rect">
            <a:avLst/>
          </a:prstGeom>
          <a:solidFill>
            <a:srgbClr val="F2E8DC"/>
          </a:solidFill>
          <a:ln w="12700">
            <a:solidFill>
              <a:srgbClr val="33A02C"/>
            </a:solidFill>
            <a:prstDash val="sysDot"/>
          </a:ln>
        </p:spPr>
      </p:sp>
      <p:sp>
        <p:nvSpPr>
          <p:cNvPr id="189" name="Shape 187"/>
          <p:cNvSpPr/>
          <p:nvPr/>
        </p:nvSpPr>
        <p:spPr>
          <a:xfrm>
            <a:off x="7020599" y="1621464"/>
            <a:ext cx="174401" cy="199360"/>
          </a:xfrm>
          <a:prstGeom prst="rect">
            <a:avLst/>
          </a:prstGeom>
          <a:solidFill>
            <a:srgbClr val="5FAF5F"/>
          </a:solidFill>
          <a:ln w="6350">
            <a:solidFill>
              <a:srgbClr val="8FA89A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7195000" y="1621464"/>
            <a:ext cx="174401" cy="199360"/>
          </a:xfrm>
          <a:prstGeom prst="rect">
            <a:avLst/>
          </a:prstGeom>
          <a:solidFill>
            <a:srgbClr val="A5D3A5"/>
          </a:solidFill>
          <a:ln w="6350">
            <a:solidFill>
              <a:srgbClr val="8FA89A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7369401" y="1621464"/>
            <a:ext cx="174401" cy="199360"/>
          </a:xfrm>
          <a:prstGeom prst="rect">
            <a:avLst/>
          </a:prstGeom>
          <a:solidFill>
            <a:srgbClr val="DFEDDF"/>
          </a:solidFill>
          <a:ln w="6350">
            <a:solidFill>
              <a:srgbClr val="8FA89A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7543803" y="1621464"/>
            <a:ext cx="174401" cy="199360"/>
          </a:xfrm>
          <a:prstGeom prst="rect">
            <a:avLst/>
          </a:prstGeom>
          <a:solidFill>
            <a:srgbClr val="9FB3CC"/>
          </a:solidFill>
          <a:ln w="6350">
            <a:solidFill>
              <a:srgbClr val="8FA89A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7718204" y="1621464"/>
            <a:ext cx="174401" cy="199360"/>
          </a:xfrm>
          <a:prstGeom prst="rect">
            <a:avLst/>
          </a:prstGeom>
          <a:solidFill>
            <a:srgbClr val="A9C9E2"/>
          </a:solidFill>
          <a:ln w="6350">
            <a:solidFill>
              <a:srgbClr val="8FA89A"/>
            </a:solidFill>
            <a:prstDash val="solid"/>
          </a:ln>
        </p:spPr>
      </p:sp>
      <p:sp>
        <p:nvSpPr>
          <p:cNvPr id="194" name="Text 192"/>
          <p:cNvSpPr/>
          <p:nvPr/>
        </p:nvSpPr>
        <p:spPr>
          <a:xfrm>
            <a:off x="7271631" y="1608174"/>
            <a:ext cx="237820" cy="2392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A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200" dirty="0"/>
          </a:p>
        </p:txBody>
      </p:sp>
      <p:sp>
        <p:nvSpPr>
          <p:cNvPr id="195" name="Shape 193"/>
          <p:cNvSpPr/>
          <p:nvPr/>
        </p:nvSpPr>
        <p:spPr>
          <a:xfrm rot="18900000">
            <a:off x="7020599" y="1940441"/>
            <a:ext cx="369942" cy="212651"/>
          </a:xfrm>
          <a:prstGeom prst="rightArrow">
            <a:avLst/>
          </a:prstGeom>
          <a:solidFill>
            <a:srgbClr val="3D9C3D"/>
          </a:solidFill>
          <a:ln w="9525">
            <a:solidFill>
              <a:srgbClr val="2E7D32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7377329" y="1887278"/>
            <a:ext cx="118910" cy="119616"/>
          </a:xfrm>
          <a:prstGeom prst="triangle">
            <a:avLst/>
          </a:prstGeom>
          <a:solidFill>
            <a:srgbClr val="A50D1E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469814" y="2020185"/>
            <a:ext cx="0" cy="478465"/>
          </a:xfrm>
          <a:prstGeom prst="line">
            <a:avLst/>
          </a:prstGeom>
          <a:noFill/>
          <a:ln w="9525">
            <a:solidFill>
              <a:srgbClr val="A9A5A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9332736" y="5927648"/>
            <a:ext cx="2113954" cy="863895"/>
          </a:xfrm>
          <a:prstGeom prst="roundRect">
            <a:avLst>
              <a:gd name="adj" fmla="val 8468"/>
            </a:avLst>
          </a:prstGeom>
          <a:ln w="15875">
            <a:solidFill>
              <a:srgbClr val="4E7D52"/>
            </a:solidFill>
            <a:prstDash val="sysDot"/>
          </a:ln>
        </p:spPr>
      </p:sp>
      <p:sp>
        <p:nvSpPr>
          <p:cNvPr id="199" name="Shape 197"/>
          <p:cNvSpPr/>
          <p:nvPr/>
        </p:nvSpPr>
        <p:spPr>
          <a:xfrm>
            <a:off x="9623405" y="6087137"/>
            <a:ext cx="171759" cy="119616"/>
          </a:xfrm>
          <a:prstGeom prst="rect">
            <a:avLst/>
          </a:prstGeom>
          <a:solidFill>
            <a:srgbClr val="FFF3C4"/>
          </a:solidFill>
          <a:ln w="6350">
            <a:solidFill>
              <a:srgbClr val="C9C4B8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9623405" y="6206753"/>
            <a:ext cx="171759" cy="119616"/>
          </a:xfrm>
          <a:prstGeom prst="rect">
            <a:avLst/>
          </a:prstGeom>
          <a:solidFill>
            <a:srgbClr val="FFF3C4"/>
          </a:solidFill>
          <a:ln w="6350">
            <a:solidFill>
              <a:srgbClr val="C9C4B8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9623405" y="6326369"/>
            <a:ext cx="171759" cy="119616"/>
          </a:xfrm>
          <a:prstGeom prst="rect">
            <a:avLst/>
          </a:prstGeom>
          <a:solidFill>
            <a:srgbClr val="FFF3C4"/>
          </a:solidFill>
          <a:ln w="6350">
            <a:solidFill>
              <a:srgbClr val="C9C4B8"/>
            </a:solidFill>
            <a:prstDash val="solid"/>
          </a:ln>
        </p:spPr>
      </p:sp>
      <p:sp>
        <p:nvSpPr>
          <p:cNvPr id="202" name="Text 200"/>
          <p:cNvSpPr/>
          <p:nvPr/>
        </p:nvSpPr>
        <p:spPr>
          <a:xfrm>
            <a:off x="9544131" y="6459276"/>
            <a:ext cx="343517" cy="159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1*d</a:t>
            </a:r>
            <a:endParaRPr lang="en-US" sz="850" dirty="0"/>
          </a:p>
        </p:txBody>
      </p:sp>
      <p:sp>
        <p:nvSpPr>
          <p:cNvPr id="203" name="Shape 201"/>
          <p:cNvSpPr/>
          <p:nvPr/>
        </p:nvSpPr>
        <p:spPr>
          <a:xfrm>
            <a:off x="9834800" y="6220044"/>
            <a:ext cx="237820" cy="0"/>
          </a:xfrm>
          <a:prstGeom prst="line">
            <a:avLst/>
          </a:prstGeom>
          <a:noFill/>
          <a:ln w="12700">
            <a:solidFill>
              <a:srgbClr val="C03030"/>
            </a:solidFill>
            <a:prstDash val="solid"/>
            <a:tailEnd type="triangle"/>
          </a:ln>
        </p:spPr>
      </p:sp>
      <p:sp>
        <p:nvSpPr>
          <p:cNvPr id="204" name="Shape 202"/>
          <p:cNvSpPr/>
          <p:nvPr/>
        </p:nvSpPr>
        <p:spPr>
          <a:xfrm>
            <a:off x="10099044" y="6060555"/>
            <a:ext cx="343517" cy="345558"/>
          </a:xfrm>
          <a:prstGeom prst="rect">
            <a:avLst/>
          </a:prstGeom>
          <a:solidFill>
            <a:srgbClr val="FFFBD1"/>
          </a:solidFill>
          <a:ln w="19050">
            <a:solidFill>
              <a:srgbClr val="C87A2A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10099044" y="6060555"/>
            <a:ext cx="343517" cy="3455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1300" dirty="0"/>
          </a:p>
        </p:txBody>
      </p:sp>
      <p:sp>
        <p:nvSpPr>
          <p:cNvPr id="206" name="Text 204"/>
          <p:cNvSpPr/>
          <p:nvPr/>
        </p:nvSpPr>
        <p:spPr>
          <a:xfrm>
            <a:off x="10046195" y="6432695"/>
            <a:ext cx="449215" cy="14619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d*d</a:t>
            </a:r>
            <a:endParaRPr lang="en-US" sz="850" dirty="0"/>
          </a:p>
        </p:txBody>
      </p:sp>
      <p:sp>
        <p:nvSpPr>
          <p:cNvPr id="207" name="Text 205"/>
          <p:cNvSpPr/>
          <p:nvPr/>
        </p:nvSpPr>
        <p:spPr>
          <a:xfrm>
            <a:off x="10495410" y="6140299"/>
            <a:ext cx="158547" cy="2126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F4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1100" dirty="0"/>
          </a:p>
        </p:txBody>
      </p:sp>
      <p:sp>
        <p:nvSpPr>
          <p:cNvPr id="208" name="Shape 206"/>
          <p:cNvSpPr/>
          <p:nvPr/>
        </p:nvSpPr>
        <p:spPr>
          <a:xfrm>
            <a:off x="10838928" y="6087137"/>
            <a:ext cx="171759" cy="119616"/>
          </a:xfrm>
          <a:prstGeom prst="rect">
            <a:avLst/>
          </a:prstGeom>
          <a:solidFill>
            <a:srgbClr val="FFF3C4"/>
          </a:solidFill>
          <a:ln w="6350">
            <a:solidFill>
              <a:srgbClr val="C9C4B8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10838928" y="6206753"/>
            <a:ext cx="171759" cy="119616"/>
          </a:xfrm>
          <a:prstGeom prst="rect">
            <a:avLst/>
          </a:prstGeom>
          <a:solidFill>
            <a:srgbClr val="FFF3C4"/>
          </a:solidFill>
          <a:ln w="6350">
            <a:solidFill>
              <a:srgbClr val="C9C4B8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10838928" y="6326369"/>
            <a:ext cx="171759" cy="119616"/>
          </a:xfrm>
          <a:prstGeom prst="rect">
            <a:avLst/>
          </a:prstGeom>
          <a:solidFill>
            <a:srgbClr val="FFF3C4"/>
          </a:solidFill>
          <a:ln w="6350">
            <a:solidFill>
              <a:srgbClr val="C9C4B8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10759655" y="6459276"/>
            <a:ext cx="343517" cy="159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E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1*d</a:t>
            </a:r>
            <a:endParaRPr lang="en-US" sz="850" dirty="0"/>
          </a:p>
        </p:txBody>
      </p:sp>
      <p:sp>
        <p:nvSpPr>
          <p:cNvPr id="212" name="Text 210"/>
          <p:cNvSpPr/>
          <p:nvPr/>
        </p:nvSpPr>
        <p:spPr>
          <a:xfrm>
            <a:off x="9623405" y="6605474"/>
            <a:ext cx="1717587" cy="159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d: Embedding Length</a:t>
            </a:r>
            <a:endParaRPr lang="en-US" sz="950" dirty="0"/>
          </a:p>
        </p:txBody>
      </p:sp>
      <p:sp>
        <p:nvSpPr>
          <p:cNvPr id="213" name="Shape 211"/>
          <p:cNvSpPr/>
          <p:nvPr/>
        </p:nvSpPr>
        <p:spPr>
          <a:xfrm flipV="1">
            <a:off x="9702678" y="5263114"/>
            <a:ext cx="462427" cy="478465"/>
          </a:xfrm>
          <a:prstGeom prst="line">
            <a:avLst/>
          </a:prstGeom>
          <a:noFill/>
          <a:ln w="12700">
            <a:solidFill>
              <a:srgbClr val="A9A5A0"/>
            </a:solidFill>
            <a:prstDash val="sysDot"/>
          </a:ln>
        </p:spPr>
      </p:sp>
      <p:sp>
        <p:nvSpPr>
          <p:cNvPr id="214" name="Shape 212"/>
          <p:cNvSpPr/>
          <p:nvPr/>
        </p:nvSpPr>
        <p:spPr>
          <a:xfrm>
            <a:off x="10085832" y="5090335"/>
            <a:ext cx="158547" cy="132907"/>
          </a:xfrm>
          <a:prstGeom prst="triangle">
            <a:avLst/>
          </a:prstGeom>
          <a:solidFill>
            <a:srgbClr val="4E7D52"/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71500"/>
            <a:ext cx="11137900" cy="6286500"/>
          </a:xfrm>
          <a:prstGeom prst="rect">
            <a:avLst/>
          </a:prstGeom>
          <a:solidFill>
            <a:srgbClr val="E9E9E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668107" y="635147"/>
            <a:ext cx="94234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3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 FF NN  for Multiplication of Multiple Vectors by a Matrix</a:t>
            </a:r>
            <a:endParaRPr lang="en-US" sz="2230" dirty="0"/>
          </a:p>
        </p:txBody>
      </p:sp>
      <p:sp>
        <p:nvSpPr>
          <p:cNvPr id="6" name="Text 4"/>
          <p:cNvSpPr/>
          <p:nvPr/>
        </p:nvSpPr>
        <p:spPr>
          <a:xfrm>
            <a:off x="1009808" y="993405"/>
            <a:ext cx="11176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i="1" dirty="0">
                <a:solidFill>
                  <a:srgbClr val="1F3E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Multiply Vectors of </a:t>
            </a:r>
            <a:pPr algn="ctr" indent="0" marL="0">
              <a:buNone/>
            </a:pPr>
            <a:r>
              <a:rPr lang="en-US" sz="175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Words</a:t>
            </a:r>
            <a:pPr algn="ctr" indent="0" marL="0">
              <a:buNone/>
            </a:pPr>
            <a:r>
              <a:rPr lang="en-US" sz="1750" b="1" i="1" dirty="0">
                <a:solidFill>
                  <a:srgbClr val="1F3E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by </a:t>
            </a:r>
            <a:pPr algn="ctr" indent="0" marL="0">
              <a:buNone/>
            </a:pPr>
            <a:r>
              <a:rPr lang="en-US" sz="175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105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ctr" indent="0" marL="0">
              <a:buNone/>
            </a:pPr>
            <a:r>
              <a:rPr lang="en-US" sz="1750" b="1" i="1" dirty="0">
                <a:solidFill>
                  <a:srgbClr val="1F3E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(Key) or </a:t>
            </a:r>
            <a:pPr algn="ctr" indent="0" marL="0">
              <a:buNone/>
            </a:pPr>
            <a:r>
              <a:rPr lang="en-US" sz="1750" b="1" i="1" dirty="0">
                <a:solidFill>
                  <a:srgbClr val="1F3E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1050" b="1" i="1" baseline="-40000" dirty="0">
                <a:solidFill>
                  <a:srgbClr val="1F3E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ctr" indent="0" marL="0">
              <a:buNone/>
            </a:pPr>
            <a:r>
              <a:rPr lang="en-US" sz="1750" b="1" i="1" dirty="0">
                <a:solidFill>
                  <a:srgbClr val="1F3E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(Value)  </a:t>
            </a:r>
            <a:pPr algn="ctr" indent="0" marL="0">
              <a:buNone/>
            </a:pPr>
            <a:r>
              <a:rPr lang="en-US" sz="1750" b="1" i="1" dirty="0">
                <a:solidFill>
                  <a:srgbClr val="00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 W</a:t>
            </a:r>
            <a:pPr algn="ctr" indent="0" marL="0">
              <a:buNone/>
            </a:pPr>
            <a:r>
              <a:rPr lang="en-US" sz="1050" b="1" i="1" baseline="-40000" dirty="0">
                <a:solidFill>
                  <a:srgbClr val="00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ctr" indent="0" marL="0">
              <a:buNone/>
            </a:pPr>
            <a:r>
              <a:rPr lang="en-US" sz="1750" b="1" i="1" dirty="0">
                <a:solidFill>
                  <a:srgbClr val="00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W</a:t>
            </a:r>
            <a:pPr algn="ctr" indent="0" marL="0">
              <a:buNone/>
            </a:pPr>
            <a:r>
              <a:rPr lang="en-US" sz="1050" b="1" i="1" baseline="-40000" dirty="0">
                <a:solidFill>
                  <a:srgbClr val="00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ctr" indent="0" marL="0">
              <a:buNone/>
            </a:pPr>
            <a:r>
              <a:rPr lang="en-US" sz="1750" b="1" i="1" dirty="0">
                <a:solidFill>
                  <a:srgbClr val="00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Squared Matrix}</a:t>
            </a:r>
            <a:endParaRPr lang="en-US" sz="1750" dirty="0"/>
          </a:p>
        </p:txBody>
      </p:sp>
      <p:sp>
        <p:nvSpPr>
          <p:cNvPr id="7" name="Shape 5"/>
          <p:cNvSpPr/>
          <p:nvPr/>
        </p:nvSpPr>
        <p:spPr>
          <a:xfrm>
            <a:off x="652313" y="1687918"/>
            <a:ext cx="2985960" cy="5103626"/>
          </a:xfrm>
          <a:prstGeom prst="roundRect">
            <a:avLst>
              <a:gd name="adj" fmla="val 2450"/>
            </a:avLst>
          </a:prstGeom>
          <a:solidFill>
            <a:srgbClr val="FFFFFF"/>
          </a:solidFill>
          <a:ln w="19050">
            <a:solidFill>
              <a:srgbClr val="0000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730758" y="3296091"/>
            <a:ext cx="7755568" cy="3482161"/>
          </a:xfrm>
          <a:prstGeom prst="roundRect">
            <a:avLst>
              <a:gd name="adj" fmla="val 2101"/>
            </a:avLst>
          </a:prstGeom>
          <a:solidFill>
            <a:srgbClr val="FFFFFF"/>
          </a:solidFill>
          <a:ln w="19050">
            <a:solidFill>
              <a:srgbClr val="0000C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849668" y="1820825"/>
            <a:ext cx="7715931" cy="1342360"/>
          </a:xfrm>
          <a:prstGeom prst="roundRect">
            <a:avLst>
              <a:gd name="adj" fmla="val 4087"/>
            </a:avLst>
          </a:prstGeom>
          <a:solidFill>
            <a:srgbClr val="F2DEB8"/>
          </a:solidFill>
          <a:ln w="19050">
            <a:solidFill>
              <a:srgbClr val="8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981790" y="1928922"/>
            <a:ext cx="7112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FF NN with the following Considerations: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981790" y="2247899"/>
            <a:ext cx="7112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Activation: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35134" y="2247899"/>
            <a:ext cx="5842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3E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981790" y="2546939"/>
            <a:ext cx="7112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Bias: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369073" y="2546939"/>
            <a:ext cx="5842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3E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981790" y="2819399"/>
            <a:ext cx="7112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Inputs: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303012" y="2819399"/>
            <a:ext cx="5842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3E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Words Within Same Paragraph </a:t>
            </a:r>
            <a:pPr algn="l" indent="0" marL="0">
              <a:buNone/>
            </a:pPr>
            <a:r>
              <a:rPr lang="en-US" sz="14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pPr algn="l" indent="0" marL="0">
              <a:buNone/>
            </a:pPr>
            <a:r>
              <a:rPr lang="en-US" sz="14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9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l" indent="0" marL="0">
              <a:buNone/>
            </a:pPr>
            <a:r>
              <a:rPr lang="en-US" sz="14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X</a:t>
            </a:r>
            <a:pPr algn="l" indent="0" marL="0">
              <a:buNone/>
            </a:pPr>
            <a:r>
              <a:rPr lang="en-US" sz="9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buNone/>
            </a:pPr>
            <a:r>
              <a:rPr lang="en-US" sz="14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X</a:t>
            </a:r>
            <a:pPr algn="l" indent="0" marL="0">
              <a:buNone/>
            </a:pPr>
            <a:r>
              <a:rPr lang="en-US" sz="9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pPr algn="l" indent="0" marL="0">
              <a:buNone/>
            </a:pPr>
            <a:r>
              <a:rPr lang="en-US" sz="14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X</a:t>
            </a:r>
            <a:pPr algn="l" indent="0" marL="0">
              <a:buNone/>
            </a:pPr>
            <a:r>
              <a:rPr lang="en-US" sz="9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pPr algn="l" indent="0" marL="0">
              <a:buNone/>
            </a:pPr>
            <a:r>
              <a:rPr lang="en-US" sz="14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X</a:t>
            </a:r>
            <a:pPr algn="l" indent="0" marL="0">
              <a:buNone/>
            </a:pPr>
            <a:r>
              <a:rPr lang="en-US" sz="9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pPr algn="l" indent="0" marL="0">
              <a:buNone/>
            </a:pPr>
            <a:r>
              <a:rPr lang="en-US" sz="14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445046" y="2119865"/>
            <a:ext cx="1387282" cy="6645"/>
          </a:xfrm>
          <a:prstGeom prst="line">
            <a:avLst/>
          </a:prstGeom>
          <a:noFill/>
          <a:ln w="9525">
            <a:solidFill>
              <a:srgbClr val="2478D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1445046" y="2438842"/>
            <a:ext cx="1387282" cy="1063255"/>
          </a:xfrm>
          <a:prstGeom prst="line">
            <a:avLst/>
          </a:prstGeom>
          <a:noFill/>
          <a:ln w="9525">
            <a:solidFill>
              <a:srgbClr val="2478D0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445046" y="2757818"/>
            <a:ext cx="1387282" cy="2133156"/>
          </a:xfrm>
          <a:prstGeom prst="line">
            <a:avLst/>
          </a:prstGeom>
          <a:noFill/>
          <a:ln w="9525">
            <a:solidFill>
              <a:srgbClr val="2478D0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1445046" y="2997051"/>
            <a:ext cx="1387282" cy="3209702"/>
          </a:xfrm>
          <a:prstGeom prst="line">
            <a:avLst/>
          </a:prstGeom>
          <a:noFill/>
          <a:ln w="9525">
            <a:solidFill>
              <a:srgbClr val="2478D0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1445046" y="3282801"/>
            <a:ext cx="1387282" cy="-1156290"/>
          </a:xfrm>
          <a:prstGeom prst="line">
            <a:avLst/>
          </a:prstGeom>
          <a:noFill/>
          <a:ln w="9525">
            <a:solidFill>
              <a:srgbClr val="B04AC8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1445046" y="3555260"/>
            <a:ext cx="1387282" cy="-53163"/>
          </a:xfrm>
          <a:prstGeom prst="line">
            <a:avLst/>
          </a:prstGeom>
          <a:noFill/>
          <a:ln w="9525">
            <a:solidFill>
              <a:srgbClr val="B04AC8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1445046" y="3841010"/>
            <a:ext cx="1387282" cy="1049965"/>
          </a:xfrm>
          <a:prstGeom prst="line">
            <a:avLst/>
          </a:prstGeom>
          <a:noFill/>
          <a:ln w="9525">
            <a:solidFill>
              <a:srgbClr val="B04AC8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1445046" y="4086888"/>
            <a:ext cx="1387282" cy="2119865"/>
          </a:xfrm>
          <a:prstGeom prst="line">
            <a:avLst/>
          </a:prstGeom>
          <a:noFill/>
          <a:ln w="9525">
            <a:solidFill>
              <a:srgbClr val="B04AC8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1445046" y="4425800"/>
            <a:ext cx="1387282" cy="-2299290"/>
          </a:xfrm>
          <a:prstGeom prst="line">
            <a:avLst/>
          </a:prstGeom>
          <a:noFill/>
          <a:ln w="9525">
            <a:solidFill>
              <a:srgbClr val="F09828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1445046" y="4711550"/>
            <a:ext cx="1387282" cy="-1209453"/>
          </a:xfrm>
          <a:prstGeom prst="line">
            <a:avLst/>
          </a:prstGeom>
          <a:noFill/>
          <a:ln w="9525">
            <a:solidFill>
              <a:srgbClr val="F09828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1445046" y="4950783"/>
            <a:ext cx="1387282" cy="-59808"/>
          </a:xfrm>
          <a:prstGeom prst="line">
            <a:avLst/>
          </a:prstGeom>
          <a:noFill/>
          <a:ln w="9525">
            <a:solidFill>
              <a:srgbClr val="F09828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1445046" y="5183370"/>
            <a:ext cx="1387282" cy="1023383"/>
          </a:xfrm>
          <a:prstGeom prst="line">
            <a:avLst/>
          </a:prstGeom>
          <a:noFill/>
          <a:ln w="9525">
            <a:solidFill>
              <a:srgbClr val="F09828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1445046" y="5449184"/>
            <a:ext cx="1387282" cy="-3322673"/>
          </a:xfrm>
          <a:prstGeom prst="line">
            <a:avLst/>
          </a:prstGeom>
          <a:noFill/>
          <a:ln w="9525">
            <a:solidFill>
              <a:srgbClr val="6CB86C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1445046" y="5768160"/>
            <a:ext cx="1387282" cy="-2266063"/>
          </a:xfrm>
          <a:prstGeom prst="line">
            <a:avLst/>
          </a:prstGeom>
          <a:noFill/>
          <a:ln w="9525">
            <a:solidFill>
              <a:srgbClr val="6CB86C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1445046" y="6047265"/>
            <a:ext cx="1387282" cy="-1156290"/>
          </a:xfrm>
          <a:prstGeom prst="line">
            <a:avLst/>
          </a:prstGeom>
          <a:noFill/>
          <a:ln w="9525">
            <a:solidFill>
              <a:srgbClr val="6CB86C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1445046" y="6246625"/>
            <a:ext cx="1387282" cy="-39872"/>
          </a:xfrm>
          <a:prstGeom prst="line">
            <a:avLst/>
          </a:prstGeom>
          <a:noFill/>
          <a:ln w="9525">
            <a:solidFill>
              <a:srgbClr val="6CB86C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678738" y="1342360"/>
            <a:ext cx="436003" cy="305686"/>
          </a:xfrm>
          <a:prstGeom prst="rect">
            <a:avLst/>
          </a:prstGeom>
          <a:solidFill>
            <a:srgbClr val="FFFFFF"/>
          </a:solidFill>
          <a:ln w="9525">
            <a:solidFill>
              <a:srgbClr val="99999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78738" y="1342360"/>
            <a:ext cx="436003" cy="3056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1048680" y="1674627"/>
            <a:ext cx="290669" cy="179424"/>
          </a:xfrm>
          <a:prstGeom prst="rect">
            <a:avLst/>
          </a:prstGeom>
          <a:solidFill>
            <a:srgbClr val="F8D8F8"/>
          </a:solidFill>
          <a:ln w="6350">
            <a:solidFill>
              <a:srgbClr val="E8C8E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48680" y="1674627"/>
            <a:ext cx="290669" cy="179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65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1207226" y="1873988"/>
            <a:ext cx="290669" cy="179424"/>
          </a:xfrm>
          <a:prstGeom prst="rect">
            <a:avLst/>
          </a:prstGeom>
          <a:solidFill>
            <a:srgbClr val="F8D8F8"/>
          </a:solidFill>
          <a:ln w="6350">
            <a:solidFill>
              <a:srgbClr val="E8C8E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207226" y="1873988"/>
            <a:ext cx="290669" cy="179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65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1365773" y="2060057"/>
            <a:ext cx="290669" cy="179424"/>
          </a:xfrm>
          <a:prstGeom prst="rect">
            <a:avLst/>
          </a:prstGeom>
          <a:solidFill>
            <a:srgbClr val="F8D8F8"/>
          </a:solidFill>
          <a:ln w="6350">
            <a:solidFill>
              <a:srgbClr val="E8C8E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365773" y="2060057"/>
            <a:ext cx="290669" cy="179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65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1220438" y="3256219"/>
            <a:ext cx="687035" cy="358849"/>
          </a:xfrm>
          <a:prstGeom prst="roundRect">
            <a:avLst>
              <a:gd name="adj" fmla="val 12741"/>
            </a:avLst>
          </a:prstGeom>
          <a:solidFill>
            <a:srgbClr val="F8D8F8"/>
          </a:solidFill>
          <a:ln w="6350">
            <a:solidFill>
              <a:srgbClr val="E0B8E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220438" y="3256219"/>
            <a:ext cx="687035" cy="3588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65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1630017" y="3747975"/>
            <a:ext cx="290669" cy="292395"/>
          </a:xfrm>
          <a:prstGeom prst="roundRect">
            <a:avLst>
              <a:gd name="adj" fmla="val 15729"/>
            </a:avLst>
          </a:prstGeom>
          <a:solidFill>
            <a:srgbClr val="F8D8F8"/>
          </a:solidFill>
          <a:ln w="6350">
            <a:solidFill>
              <a:srgbClr val="E0B8E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630017" y="3747975"/>
            <a:ext cx="290669" cy="292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585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1141165" y="4731486"/>
            <a:ext cx="383154" cy="318977"/>
          </a:xfrm>
          <a:prstGeom prst="roundRect">
            <a:avLst>
              <a:gd name="adj" fmla="val 14333"/>
            </a:avLst>
          </a:prstGeom>
          <a:solidFill>
            <a:srgbClr val="F8D8F8"/>
          </a:solidFill>
          <a:ln w="6350">
            <a:solidFill>
              <a:srgbClr val="E0B8E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141165" y="4731486"/>
            <a:ext cx="383154" cy="3189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618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1141165" y="6060555"/>
            <a:ext cx="356730" cy="305686"/>
          </a:xfrm>
          <a:prstGeom prst="roundRect">
            <a:avLst>
              <a:gd name="adj" fmla="val 14957"/>
            </a:avLst>
          </a:prstGeom>
          <a:solidFill>
            <a:srgbClr val="F8D8F8"/>
          </a:solidFill>
          <a:ln w="6350">
            <a:solidFill>
              <a:srgbClr val="E0B8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141165" y="6060555"/>
            <a:ext cx="356730" cy="3056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618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870315" y="2937243"/>
            <a:ext cx="114300" cy="1143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3A4A4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70315" y="2937243"/>
            <a:ext cx="1143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" b="1" dirty="0">
                <a:solidFill>
                  <a:srgbClr val="202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x'</a:t>
            </a:r>
            <a:pPr algn="ctr" indent="0" marL="0">
              <a:buNone/>
            </a:pPr>
            <a:r>
              <a:rPr lang="en-US" sz="300" b="1" baseline="-40000" dirty="0">
                <a:solidFill>
                  <a:srgbClr val="202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50" dirty="0"/>
          </a:p>
        </p:txBody>
      </p:sp>
      <p:sp>
        <p:nvSpPr>
          <p:cNvPr id="51" name="Shape 49"/>
          <p:cNvSpPr/>
          <p:nvPr/>
        </p:nvSpPr>
        <p:spPr>
          <a:xfrm>
            <a:off x="1002437" y="3056859"/>
            <a:ext cx="114300" cy="1143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3A4A4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002437" y="3056859"/>
            <a:ext cx="1143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" b="1" dirty="0">
                <a:solidFill>
                  <a:srgbClr val="202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x'</a:t>
            </a:r>
            <a:pPr algn="ctr" indent="0" marL="0">
              <a:buNone/>
            </a:pPr>
            <a:r>
              <a:rPr lang="en-US" sz="300" b="1" baseline="-40000" dirty="0">
                <a:solidFill>
                  <a:srgbClr val="202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50" dirty="0"/>
          </a:p>
        </p:txBody>
      </p:sp>
      <p:sp>
        <p:nvSpPr>
          <p:cNvPr id="53" name="Shape 51"/>
          <p:cNvSpPr/>
          <p:nvPr/>
        </p:nvSpPr>
        <p:spPr>
          <a:xfrm>
            <a:off x="1134559" y="3176475"/>
            <a:ext cx="114300" cy="1143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3A4A4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134559" y="3176475"/>
            <a:ext cx="1143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" b="1" dirty="0">
                <a:solidFill>
                  <a:srgbClr val="202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x'</a:t>
            </a:r>
            <a:pPr algn="ctr" indent="0" marL="0">
              <a:buNone/>
            </a:pPr>
            <a:r>
              <a:rPr lang="en-US" sz="300" b="1" baseline="-40000" dirty="0">
                <a:solidFill>
                  <a:srgbClr val="202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50" dirty="0"/>
          </a:p>
        </p:txBody>
      </p:sp>
      <p:sp>
        <p:nvSpPr>
          <p:cNvPr id="55" name="Shape 53"/>
          <p:cNvSpPr/>
          <p:nvPr/>
        </p:nvSpPr>
        <p:spPr>
          <a:xfrm>
            <a:off x="1266681" y="3296091"/>
            <a:ext cx="114300" cy="1143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3A4A4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266681" y="3296091"/>
            <a:ext cx="1143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" b="1" dirty="0">
                <a:solidFill>
                  <a:srgbClr val="202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x'</a:t>
            </a:r>
            <a:pPr algn="ctr" indent="0" marL="0">
              <a:buNone/>
            </a:pPr>
            <a:r>
              <a:rPr lang="en-US" sz="300" b="1" baseline="-40000" dirty="0">
                <a:solidFill>
                  <a:srgbClr val="202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50" dirty="0"/>
          </a:p>
        </p:txBody>
      </p:sp>
      <p:sp>
        <p:nvSpPr>
          <p:cNvPr id="57" name="Shape 55"/>
          <p:cNvSpPr/>
          <p:nvPr/>
        </p:nvSpPr>
        <p:spPr>
          <a:xfrm>
            <a:off x="870315" y="3676205"/>
            <a:ext cx="114300" cy="1143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3A4A4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70315" y="3676205"/>
            <a:ext cx="1143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" b="1" dirty="0">
                <a:solidFill>
                  <a:srgbClr val="202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x'</a:t>
            </a:r>
            <a:pPr algn="ctr" indent="0" marL="0">
              <a:buNone/>
            </a:pPr>
            <a:r>
              <a:rPr lang="en-US" sz="300" b="1" baseline="-40000" dirty="0">
                <a:solidFill>
                  <a:srgbClr val="202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50" dirty="0"/>
          </a:p>
        </p:txBody>
      </p:sp>
      <p:sp>
        <p:nvSpPr>
          <p:cNvPr id="59" name="Shape 57"/>
          <p:cNvSpPr/>
          <p:nvPr/>
        </p:nvSpPr>
        <p:spPr>
          <a:xfrm>
            <a:off x="1002437" y="3795821"/>
            <a:ext cx="114300" cy="1143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3A4A48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02437" y="3795821"/>
            <a:ext cx="1143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" b="1" dirty="0">
                <a:solidFill>
                  <a:srgbClr val="202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x'</a:t>
            </a:r>
            <a:pPr algn="ctr" indent="0" marL="0">
              <a:buNone/>
            </a:pPr>
            <a:r>
              <a:rPr lang="en-US" sz="300" b="1" baseline="-40000" dirty="0">
                <a:solidFill>
                  <a:srgbClr val="202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50" dirty="0"/>
          </a:p>
        </p:txBody>
      </p:sp>
      <p:sp>
        <p:nvSpPr>
          <p:cNvPr id="61" name="Shape 59"/>
          <p:cNvSpPr/>
          <p:nvPr/>
        </p:nvSpPr>
        <p:spPr>
          <a:xfrm>
            <a:off x="1134559" y="3915438"/>
            <a:ext cx="114300" cy="1143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3A4A48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134559" y="3915438"/>
            <a:ext cx="1143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" b="1" dirty="0">
                <a:solidFill>
                  <a:srgbClr val="202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x'</a:t>
            </a:r>
            <a:pPr algn="ctr" indent="0" marL="0">
              <a:buNone/>
            </a:pPr>
            <a:r>
              <a:rPr lang="en-US" sz="300" b="1" baseline="-40000" dirty="0">
                <a:solidFill>
                  <a:srgbClr val="202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50" dirty="0"/>
          </a:p>
        </p:txBody>
      </p:sp>
      <p:sp>
        <p:nvSpPr>
          <p:cNvPr id="63" name="Shape 61"/>
          <p:cNvSpPr/>
          <p:nvPr/>
        </p:nvSpPr>
        <p:spPr>
          <a:xfrm>
            <a:off x="1266681" y="4035054"/>
            <a:ext cx="114300" cy="1143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3A4A4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266681" y="4035054"/>
            <a:ext cx="1143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" b="1" dirty="0">
                <a:solidFill>
                  <a:srgbClr val="202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x'</a:t>
            </a:r>
            <a:pPr algn="ctr" indent="0" marL="0">
              <a:buNone/>
            </a:pPr>
            <a:r>
              <a:rPr lang="en-US" sz="300" b="1" baseline="-40000" dirty="0">
                <a:solidFill>
                  <a:srgbClr val="202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50" dirty="0"/>
          </a:p>
        </p:txBody>
      </p:sp>
      <p:sp>
        <p:nvSpPr>
          <p:cNvPr id="65" name="Shape 63"/>
          <p:cNvSpPr/>
          <p:nvPr/>
        </p:nvSpPr>
        <p:spPr>
          <a:xfrm>
            <a:off x="870315" y="4415168"/>
            <a:ext cx="114300" cy="114300"/>
          </a:xfrm>
          <a:prstGeom prst="ellipse">
            <a:avLst/>
          </a:prstGeom>
          <a:solidFill>
            <a:srgbClr val="F8D8F8"/>
          </a:solidFill>
          <a:ln w="9525">
            <a:solidFill>
              <a:srgbClr val="3A4A48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70315" y="4415168"/>
            <a:ext cx="1143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" b="1" dirty="0">
                <a:solidFill>
                  <a:srgbClr val="202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00" b="1" baseline="-40000" dirty="0">
                <a:solidFill>
                  <a:srgbClr val="202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50" dirty="0"/>
          </a:p>
        </p:txBody>
      </p:sp>
      <p:sp>
        <p:nvSpPr>
          <p:cNvPr id="67" name="Shape 65"/>
          <p:cNvSpPr/>
          <p:nvPr/>
        </p:nvSpPr>
        <p:spPr>
          <a:xfrm>
            <a:off x="1002437" y="4534784"/>
            <a:ext cx="114300" cy="114300"/>
          </a:xfrm>
          <a:prstGeom prst="ellipse">
            <a:avLst/>
          </a:prstGeom>
          <a:solidFill>
            <a:srgbClr val="F8D8F8"/>
          </a:solidFill>
          <a:ln w="9525">
            <a:solidFill>
              <a:srgbClr val="3A4A4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1002437" y="4534784"/>
            <a:ext cx="1143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" b="1" dirty="0">
                <a:solidFill>
                  <a:srgbClr val="202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00" b="1" baseline="-40000" dirty="0">
                <a:solidFill>
                  <a:srgbClr val="202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50" dirty="0"/>
          </a:p>
        </p:txBody>
      </p:sp>
      <p:sp>
        <p:nvSpPr>
          <p:cNvPr id="69" name="Shape 67"/>
          <p:cNvSpPr/>
          <p:nvPr/>
        </p:nvSpPr>
        <p:spPr>
          <a:xfrm>
            <a:off x="1134559" y="4654400"/>
            <a:ext cx="114300" cy="114300"/>
          </a:xfrm>
          <a:prstGeom prst="ellipse">
            <a:avLst/>
          </a:prstGeom>
          <a:solidFill>
            <a:srgbClr val="F8D8F8"/>
          </a:solidFill>
          <a:ln w="9525">
            <a:solidFill>
              <a:srgbClr val="3A4A48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134559" y="4654400"/>
            <a:ext cx="1143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" b="1" dirty="0">
                <a:solidFill>
                  <a:srgbClr val="202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00" b="1" baseline="-40000" dirty="0">
                <a:solidFill>
                  <a:srgbClr val="202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50" dirty="0"/>
          </a:p>
        </p:txBody>
      </p:sp>
      <p:sp>
        <p:nvSpPr>
          <p:cNvPr id="71" name="Shape 69"/>
          <p:cNvSpPr/>
          <p:nvPr/>
        </p:nvSpPr>
        <p:spPr>
          <a:xfrm>
            <a:off x="1266681" y="4774016"/>
            <a:ext cx="114300" cy="114300"/>
          </a:xfrm>
          <a:prstGeom prst="ellipse">
            <a:avLst/>
          </a:prstGeom>
          <a:solidFill>
            <a:srgbClr val="F8D8F8"/>
          </a:solidFill>
          <a:ln w="9525">
            <a:solidFill>
              <a:srgbClr val="3A4A48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1266681" y="4774016"/>
            <a:ext cx="1143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" b="1" dirty="0">
                <a:solidFill>
                  <a:srgbClr val="202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00" b="1" baseline="-40000" dirty="0">
                <a:solidFill>
                  <a:srgbClr val="202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50" dirty="0"/>
          </a:p>
        </p:txBody>
      </p:sp>
      <p:sp>
        <p:nvSpPr>
          <p:cNvPr id="73" name="Shape 71"/>
          <p:cNvSpPr/>
          <p:nvPr/>
        </p:nvSpPr>
        <p:spPr>
          <a:xfrm>
            <a:off x="870315" y="5154130"/>
            <a:ext cx="114300" cy="1143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3A4A48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870315" y="5154130"/>
            <a:ext cx="1143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" b="1" dirty="0">
                <a:solidFill>
                  <a:srgbClr val="202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x'</a:t>
            </a:r>
            <a:pPr algn="ctr" indent="0" marL="0">
              <a:buNone/>
            </a:pPr>
            <a:r>
              <a:rPr lang="en-US" sz="300" b="1" baseline="-40000" dirty="0">
                <a:solidFill>
                  <a:srgbClr val="202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50" dirty="0"/>
          </a:p>
        </p:txBody>
      </p:sp>
      <p:sp>
        <p:nvSpPr>
          <p:cNvPr id="75" name="Shape 73"/>
          <p:cNvSpPr/>
          <p:nvPr/>
        </p:nvSpPr>
        <p:spPr>
          <a:xfrm>
            <a:off x="1002437" y="5273746"/>
            <a:ext cx="114300" cy="1143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3A4A48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002437" y="5273746"/>
            <a:ext cx="1143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" b="1" dirty="0">
                <a:solidFill>
                  <a:srgbClr val="202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x'</a:t>
            </a:r>
            <a:pPr algn="ctr" indent="0" marL="0">
              <a:buNone/>
            </a:pPr>
            <a:r>
              <a:rPr lang="en-US" sz="300" b="1" baseline="-40000" dirty="0">
                <a:solidFill>
                  <a:srgbClr val="202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50" dirty="0"/>
          </a:p>
        </p:txBody>
      </p:sp>
      <p:sp>
        <p:nvSpPr>
          <p:cNvPr id="77" name="Shape 75"/>
          <p:cNvSpPr/>
          <p:nvPr/>
        </p:nvSpPr>
        <p:spPr>
          <a:xfrm>
            <a:off x="1134559" y="5393363"/>
            <a:ext cx="114300" cy="1143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3A4A4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1134559" y="5393363"/>
            <a:ext cx="1143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" b="1" dirty="0">
                <a:solidFill>
                  <a:srgbClr val="202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x'</a:t>
            </a:r>
            <a:pPr algn="ctr" indent="0" marL="0">
              <a:buNone/>
            </a:pPr>
            <a:r>
              <a:rPr lang="en-US" sz="300" b="1" baseline="-40000" dirty="0">
                <a:solidFill>
                  <a:srgbClr val="202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50" dirty="0"/>
          </a:p>
        </p:txBody>
      </p:sp>
      <p:sp>
        <p:nvSpPr>
          <p:cNvPr id="79" name="Shape 77"/>
          <p:cNvSpPr/>
          <p:nvPr/>
        </p:nvSpPr>
        <p:spPr>
          <a:xfrm>
            <a:off x="1266681" y="5512979"/>
            <a:ext cx="114300" cy="1143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3A4A48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1266681" y="5512979"/>
            <a:ext cx="1143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" b="1" dirty="0">
                <a:solidFill>
                  <a:srgbClr val="202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x'</a:t>
            </a:r>
            <a:pPr algn="ctr" indent="0" marL="0">
              <a:buNone/>
            </a:pPr>
            <a:r>
              <a:rPr lang="en-US" sz="300" b="1" baseline="-40000" dirty="0">
                <a:solidFill>
                  <a:srgbClr val="202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50" dirty="0"/>
          </a:p>
        </p:txBody>
      </p:sp>
      <p:sp>
        <p:nvSpPr>
          <p:cNvPr id="81" name="Shape 79"/>
          <p:cNvSpPr/>
          <p:nvPr/>
        </p:nvSpPr>
        <p:spPr>
          <a:xfrm>
            <a:off x="870315" y="5893093"/>
            <a:ext cx="114300" cy="1143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3A4A48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870315" y="5893093"/>
            <a:ext cx="1143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" b="1" dirty="0">
                <a:solidFill>
                  <a:srgbClr val="202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x'</a:t>
            </a:r>
            <a:pPr algn="ctr" indent="0" marL="0">
              <a:buNone/>
            </a:pPr>
            <a:r>
              <a:rPr lang="en-US" sz="300" b="1" baseline="-40000" dirty="0">
                <a:solidFill>
                  <a:srgbClr val="202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50" dirty="0"/>
          </a:p>
        </p:txBody>
      </p:sp>
      <p:sp>
        <p:nvSpPr>
          <p:cNvPr id="83" name="Shape 81"/>
          <p:cNvSpPr/>
          <p:nvPr/>
        </p:nvSpPr>
        <p:spPr>
          <a:xfrm>
            <a:off x="1002437" y="6012709"/>
            <a:ext cx="114300" cy="1143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3A4A48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1002437" y="6012709"/>
            <a:ext cx="1143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" b="1" dirty="0">
                <a:solidFill>
                  <a:srgbClr val="202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x'</a:t>
            </a:r>
            <a:pPr algn="ctr" indent="0" marL="0">
              <a:buNone/>
            </a:pPr>
            <a:r>
              <a:rPr lang="en-US" sz="300" b="1" baseline="-40000" dirty="0">
                <a:solidFill>
                  <a:srgbClr val="202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50" dirty="0"/>
          </a:p>
        </p:txBody>
      </p:sp>
      <p:sp>
        <p:nvSpPr>
          <p:cNvPr id="85" name="Shape 83"/>
          <p:cNvSpPr/>
          <p:nvPr/>
        </p:nvSpPr>
        <p:spPr>
          <a:xfrm>
            <a:off x="1134559" y="6132325"/>
            <a:ext cx="114300" cy="1143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3A4A48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1134559" y="6132325"/>
            <a:ext cx="1143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" b="1" dirty="0">
                <a:solidFill>
                  <a:srgbClr val="202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x'</a:t>
            </a:r>
            <a:pPr algn="ctr" indent="0" marL="0">
              <a:buNone/>
            </a:pPr>
            <a:r>
              <a:rPr lang="en-US" sz="300" b="1" baseline="-40000" dirty="0">
                <a:solidFill>
                  <a:srgbClr val="202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50" dirty="0"/>
          </a:p>
        </p:txBody>
      </p:sp>
      <p:sp>
        <p:nvSpPr>
          <p:cNvPr id="87" name="Shape 85"/>
          <p:cNvSpPr/>
          <p:nvPr/>
        </p:nvSpPr>
        <p:spPr>
          <a:xfrm>
            <a:off x="1266681" y="6251941"/>
            <a:ext cx="114300" cy="1143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3A4A48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1266681" y="6251941"/>
            <a:ext cx="1143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" b="1" dirty="0">
                <a:solidFill>
                  <a:srgbClr val="202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x'</a:t>
            </a:r>
            <a:pPr algn="ctr" indent="0" marL="0">
              <a:buNone/>
            </a:pPr>
            <a:r>
              <a:rPr lang="en-US" sz="300" b="1" baseline="-40000" dirty="0">
                <a:solidFill>
                  <a:srgbClr val="202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50" dirty="0"/>
          </a:p>
        </p:txBody>
      </p:sp>
      <p:sp>
        <p:nvSpPr>
          <p:cNvPr id="89" name="Text 87"/>
          <p:cNvSpPr/>
          <p:nvPr/>
        </p:nvSpPr>
        <p:spPr>
          <a:xfrm>
            <a:off x="1676260" y="2037315"/>
            <a:ext cx="4064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700" b="1" baseline="-40000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sp>
        <p:nvSpPr>
          <p:cNvPr id="90" name="Text 88"/>
          <p:cNvSpPr/>
          <p:nvPr/>
        </p:nvSpPr>
        <p:spPr>
          <a:xfrm>
            <a:off x="1676260" y="2356292"/>
            <a:ext cx="4064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700" b="1" baseline="-40000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  <p:sp>
        <p:nvSpPr>
          <p:cNvPr id="91" name="Text 89"/>
          <p:cNvSpPr/>
          <p:nvPr/>
        </p:nvSpPr>
        <p:spPr>
          <a:xfrm>
            <a:off x="1676260" y="2675268"/>
            <a:ext cx="4064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700" b="1" baseline="-40000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  <p:sp>
        <p:nvSpPr>
          <p:cNvPr id="92" name="Text 90"/>
          <p:cNvSpPr/>
          <p:nvPr/>
        </p:nvSpPr>
        <p:spPr>
          <a:xfrm>
            <a:off x="1676260" y="2914501"/>
            <a:ext cx="4064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700" b="1" baseline="-40000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900" dirty="0"/>
          </a:p>
        </p:txBody>
      </p:sp>
      <p:sp>
        <p:nvSpPr>
          <p:cNvPr id="93" name="Text 91"/>
          <p:cNvSpPr/>
          <p:nvPr/>
        </p:nvSpPr>
        <p:spPr>
          <a:xfrm>
            <a:off x="1676260" y="3200251"/>
            <a:ext cx="4064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700" b="1" baseline="-40000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sp>
        <p:nvSpPr>
          <p:cNvPr id="94" name="Text 92"/>
          <p:cNvSpPr/>
          <p:nvPr/>
        </p:nvSpPr>
        <p:spPr>
          <a:xfrm>
            <a:off x="1676260" y="3472710"/>
            <a:ext cx="4064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700" b="1" baseline="-40000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  <p:sp>
        <p:nvSpPr>
          <p:cNvPr id="95" name="Text 93"/>
          <p:cNvSpPr/>
          <p:nvPr/>
        </p:nvSpPr>
        <p:spPr>
          <a:xfrm>
            <a:off x="1676260" y="3758460"/>
            <a:ext cx="4064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700" b="1" baseline="-40000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900" dirty="0"/>
          </a:p>
        </p:txBody>
      </p:sp>
      <p:sp>
        <p:nvSpPr>
          <p:cNvPr id="96" name="Text 94"/>
          <p:cNvSpPr/>
          <p:nvPr/>
        </p:nvSpPr>
        <p:spPr>
          <a:xfrm>
            <a:off x="1676260" y="4004338"/>
            <a:ext cx="4064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700" b="1" baseline="-40000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900" dirty="0"/>
          </a:p>
        </p:txBody>
      </p:sp>
      <p:sp>
        <p:nvSpPr>
          <p:cNvPr id="97" name="Text 95"/>
          <p:cNvSpPr/>
          <p:nvPr/>
        </p:nvSpPr>
        <p:spPr>
          <a:xfrm>
            <a:off x="1676260" y="4343250"/>
            <a:ext cx="4064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700" b="1" baseline="-40000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  <p:sp>
        <p:nvSpPr>
          <p:cNvPr id="98" name="Text 96"/>
          <p:cNvSpPr/>
          <p:nvPr/>
        </p:nvSpPr>
        <p:spPr>
          <a:xfrm>
            <a:off x="1676260" y="4629000"/>
            <a:ext cx="4064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700" b="1" baseline="-40000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  <p:sp>
        <p:nvSpPr>
          <p:cNvPr id="99" name="Text 97"/>
          <p:cNvSpPr/>
          <p:nvPr/>
        </p:nvSpPr>
        <p:spPr>
          <a:xfrm>
            <a:off x="1676260" y="4868233"/>
            <a:ext cx="4064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700" b="1" baseline="-40000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  <p:sp>
        <p:nvSpPr>
          <p:cNvPr id="100" name="Text 98"/>
          <p:cNvSpPr/>
          <p:nvPr/>
        </p:nvSpPr>
        <p:spPr>
          <a:xfrm>
            <a:off x="1676260" y="5100820"/>
            <a:ext cx="4064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700" b="1" baseline="-40000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900" dirty="0"/>
          </a:p>
        </p:txBody>
      </p:sp>
      <p:sp>
        <p:nvSpPr>
          <p:cNvPr id="101" name="Text 99"/>
          <p:cNvSpPr/>
          <p:nvPr/>
        </p:nvSpPr>
        <p:spPr>
          <a:xfrm>
            <a:off x="1676260" y="5366634"/>
            <a:ext cx="4064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700" b="1" baseline="-40000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  <p:sp>
        <p:nvSpPr>
          <p:cNvPr id="102" name="Text 100"/>
          <p:cNvSpPr/>
          <p:nvPr/>
        </p:nvSpPr>
        <p:spPr>
          <a:xfrm>
            <a:off x="1676260" y="5685610"/>
            <a:ext cx="4064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700" b="1" baseline="-40000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  <p:sp>
        <p:nvSpPr>
          <p:cNvPr id="103" name="Text 101"/>
          <p:cNvSpPr/>
          <p:nvPr/>
        </p:nvSpPr>
        <p:spPr>
          <a:xfrm>
            <a:off x="1676260" y="5964715"/>
            <a:ext cx="4064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700" b="1" baseline="-40000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900" dirty="0"/>
          </a:p>
        </p:txBody>
      </p:sp>
      <p:sp>
        <p:nvSpPr>
          <p:cNvPr id="104" name="Text 102"/>
          <p:cNvSpPr/>
          <p:nvPr/>
        </p:nvSpPr>
        <p:spPr>
          <a:xfrm>
            <a:off x="1676260" y="6164075"/>
            <a:ext cx="4064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700" b="1" baseline="-40000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900" dirty="0"/>
          </a:p>
        </p:txBody>
      </p:sp>
      <p:pic>
        <p:nvPicPr>
          <p:cNvPr id="105" name="Image 0" descr="/home/ahmed/Projects/ai_llm_slides/videos/deep-learning/002_transformers_part2/recreated_pptx/build/assets/s014_sigma_hat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25722" y="1920505"/>
            <a:ext cx="396210" cy="396210"/>
          </a:xfrm>
          <a:prstGeom prst="rect">
            <a:avLst/>
          </a:prstGeom>
        </p:spPr>
      </p:pic>
      <p:sp>
        <p:nvSpPr>
          <p:cNvPr id="106" name="Shape 103"/>
          <p:cNvSpPr/>
          <p:nvPr/>
        </p:nvSpPr>
        <p:spPr>
          <a:xfrm>
            <a:off x="2825722" y="1920505"/>
            <a:ext cx="393700" cy="393700"/>
          </a:xfrm>
          <a:prstGeom prst="ellipse">
            <a:avLst/>
          </a:prstGeom>
          <a:ln w="19050">
            <a:solidFill>
              <a:srgbClr val="9B404D"/>
            </a:solidFill>
            <a:prstDash val="solid"/>
          </a:ln>
        </p:spPr>
      </p:sp>
      <p:sp>
        <p:nvSpPr>
          <p:cNvPr id="107" name="Text 104"/>
          <p:cNvSpPr/>
          <p:nvPr/>
        </p:nvSpPr>
        <p:spPr>
          <a:xfrm>
            <a:off x="2825722" y="1920505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62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Σ</a:t>
            </a:r>
            <a:endParaRPr lang="en-US" sz="1200" dirty="0"/>
          </a:p>
        </p:txBody>
      </p:sp>
      <p:sp>
        <p:nvSpPr>
          <p:cNvPr id="108" name="Text 105"/>
          <p:cNvSpPr/>
          <p:nvPr/>
        </p:nvSpPr>
        <p:spPr>
          <a:xfrm>
            <a:off x="3387241" y="2037611"/>
            <a:ext cx="304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46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l" indent="0" marL="0">
              <a:buNone/>
            </a:pPr>
            <a:r>
              <a:rPr lang="en-US" sz="650" b="1" baseline="-40000" dirty="0">
                <a:solidFill>
                  <a:srgbClr val="146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50" dirty="0"/>
          </a:p>
        </p:txBody>
      </p:sp>
      <p:sp>
        <p:nvSpPr>
          <p:cNvPr id="109" name="Shape 106"/>
          <p:cNvSpPr/>
          <p:nvPr/>
        </p:nvSpPr>
        <p:spPr>
          <a:xfrm>
            <a:off x="2924814" y="2365743"/>
            <a:ext cx="203200" cy="203200"/>
          </a:xfrm>
          <a:prstGeom prst="ellipse">
            <a:avLst/>
          </a:prstGeom>
          <a:ln w="9525">
            <a:solidFill>
              <a:srgbClr val="A8A8A8"/>
            </a:solidFill>
            <a:prstDash val="sysDot"/>
          </a:ln>
        </p:spPr>
      </p:sp>
      <p:pic>
        <p:nvPicPr>
          <p:cNvPr id="110" name="Image 1" descr="/home/ahmed/Projects/ai_llm_slides/videos/deep-learning/002_transformers_part2/recreated_pptx/build/assets/s014_sigma_hat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5722" y="3296091"/>
            <a:ext cx="396210" cy="396210"/>
          </a:xfrm>
          <a:prstGeom prst="rect">
            <a:avLst/>
          </a:prstGeom>
        </p:spPr>
      </p:pic>
      <p:sp>
        <p:nvSpPr>
          <p:cNvPr id="111" name="Shape 107"/>
          <p:cNvSpPr/>
          <p:nvPr/>
        </p:nvSpPr>
        <p:spPr>
          <a:xfrm>
            <a:off x="2825722" y="3296091"/>
            <a:ext cx="393700" cy="393700"/>
          </a:xfrm>
          <a:prstGeom prst="ellipse">
            <a:avLst/>
          </a:prstGeom>
          <a:ln w="19050">
            <a:solidFill>
              <a:srgbClr val="9B404D"/>
            </a:solidFill>
            <a:prstDash val="solid"/>
          </a:ln>
        </p:spPr>
      </p:sp>
      <p:sp>
        <p:nvSpPr>
          <p:cNvPr id="112" name="Text 108"/>
          <p:cNvSpPr/>
          <p:nvPr/>
        </p:nvSpPr>
        <p:spPr>
          <a:xfrm>
            <a:off x="2825722" y="3296091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62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Σ</a:t>
            </a:r>
            <a:endParaRPr lang="en-US" sz="1200" dirty="0"/>
          </a:p>
        </p:txBody>
      </p:sp>
      <p:sp>
        <p:nvSpPr>
          <p:cNvPr id="113" name="Text 109"/>
          <p:cNvSpPr/>
          <p:nvPr/>
        </p:nvSpPr>
        <p:spPr>
          <a:xfrm>
            <a:off x="3387241" y="3413197"/>
            <a:ext cx="304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46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l" indent="0" marL="0">
              <a:buNone/>
            </a:pPr>
            <a:r>
              <a:rPr lang="en-US" sz="650" b="1" baseline="-40000" dirty="0">
                <a:solidFill>
                  <a:srgbClr val="146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50" dirty="0"/>
          </a:p>
        </p:txBody>
      </p:sp>
      <p:sp>
        <p:nvSpPr>
          <p:cNvPr id="114" name="Shape 110"/>
          <p:cNvSpPr/>
          <p:nvPr/>
        </p:nvSpPr>
        <p:spPr>
          <a:xfrm>
            <a:off x="2924814" y="3741330"/>
            <a:ext cx="203200" cy="203200"/>
          </a:xfrm>
          <a:prstGeom prst="ellipse">
            <a:avLst/>
          </a:prstGeom>
          <a:ln w="9525">
            <a:solidFill>
              <a:srgbClr val="A8A8A8"/>
            </a:solidFill>
            <a:prstDash val="sysDot"/>
          </a:ln>
        </p:spPr>
      </p:sp>
      <p:pic>
        <p:nvPicPr>
          <p:cNvPr id="115" name="Image 2" descr="/home/ahmed/Projects/ai_llm_slides/videos/deep-learning/002_transformers_part2/recreated_pptx/build/assets/s014_sigma_hatc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5722" y="4684969"/>
            <a:ext cx="396210" cy="396210"/>
          </a:xfrm>
          <a:prstGeom prst="rect">
            <a:avLst/>
          </a:prstGeom>
        </p:spPr>
      </p:pic>
      <p:sp>
        <p:nvSpPr>
          <p:cNvPr id="116" name="Shape 111"/>
          <p:cNvSpPr/>
          <p:nvPr/>
        </p:nvSpPr>
        <p:spPr>
          <a:xfrm>
            <a:off x="2825722" y="4684969"/>
            <a:ext cx="393700" cy="393700"/>
          </a:xfrm>
          <a:prstGeom prst="ellipse">
            <a:avLst/>
          </a:prstGeom>
          <a:ln w="19050">
            <a:solidFill>
              <a:srgbClr val="9B404D"/>
            </a:solidFill>
            <a:prstDash val="solid"/>
          </a:ln>
        </p:spPr>
      </p:sp>
      <p:sp>
        <p:nvSpPr>
          <p:cNvPr id="117" name="Text 112"/>
          <p:cNvSpPr/>
          <p:nvPr/>
        </p:nvSpPr>
        <p:spPr>
          <a:xfrm>
            <a:off x="2825722" y="4684969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62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Σ</a:t>
            </a:r>
            <a:endParaRPr lang="en-US" sz="1200" dirty="0"/>
          </a:p>
        </p:txBody>
      </p:sp>
      <p:sp>
        <p:nvSpPr>
          <p:cNvPr id="118" name="Text 113"/>
          <p:cNvSpPr/>
          <p:nvPr/>
        </p:nvSpPr>
        <p:spPr>
          <a:xfrm>
            <a:off x="3387241" y="4802074"/>
            <a:ext cx="304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A5A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l" indent="0" marL="0">
              <a:buNone/>
            </a:pPr>
            <a:r>
              <a:rPr lang="en-US" sz="650" b="1" baseline="-40000" dirty="0">
                <a:solidFill>
                  <a:srgbClr val="8A5A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50" dirty="0"/>
          </a:p>
        </p:txBody>
      </p:sp>
      <p:sp>
        <p:nvSpPr>
          <p:cNvPr id="119" name="Shape 114"/>
          <p:cNvSpPr/>
          <p:nvPr/>
        </p:nvSpPr>
        <p:spPr>
          <a:xfrm>
            <a:off x="2924814" y="5130207"/>
            <a:ext cx="203200" cy="203200"/>
          </a:xfrm>
          <a:prstGeom prst="ellipse">
            <a:avLst/>
          </a:prstGeom>
          <a:ln w="9525">
            <a:solidFill>
              <a:srgbClr val="A8A8A8"/>
            </a:solidFill>
            <a:prstDash val="sysDot"/>
          </a:ln>
        </p:spPr>
      </p:sp>
      <p:pic>
        <p:nvPicPr>
          <p:cNvPr id="120" name="Image 3" descr="/home/ahmed/Projects/ai_llm_slides/videos/deep-learning/002_transformers_part2/recreated_pptx/build/assets/s014_sigma_hatch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25722" y="6000747"/>
            <a:ext cx="396210" cy="396210"/>
          </a:xfrm>
          <a:prstGeom prst="rect">
            <a:avLst/>
          </a:prstGeom>
        </p:spPr>
      </p:pic>
      <p:sp>
        <p:nvSpPr>
          <p:cNvPr id="121" name="Shape 115"/>
          <p:cNvSpPr/>
          <p:nvPr/>
        </p:nvSpPr>
        <p:spPr>
          <a:xfrm>
            <a:off x="2825722" y="6000747"/>
            <a:ext cx="393700" cy="393700"/>
          </a:xfrm>
          <a:prstGeom prst="ellipse">
            <a:avLst/>
          </a:prstGeom>
          <a:ln w="19050">
            <a:solidFill>
              <a:srgbClr val="9B404D"/>
            </a:solidFill>
            <a:prstDash val="solid"/>
          </a:ln>
        </p:spPr>
      </p:sp>
      <p:sp>
        <p:nvSpPr>
          <p:cNvPr id="122" name="Text 116"/>
          <p:cNvSpPr/>
          <p:nvPr/>
        </p:nvSpPr>
        <p:spPr>
          <a:xfrm>
            <a:off x="2825722" y="6000747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626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Σ</a:t>
            </a:r>
            <a:endParaRPr lang="en-US" sz="1200" dirty="0"/>
          </a:p>
        </p:txBody>
      </p:sp>
      <p:sp>
        <p:nvSpPr>
          <p:cNvPr id="123" name="Text 117"/>
          <p:cNvSpPr/>
          <p:nvPr/>
        </p:nvSpPr>
        <p:spPr>
          <a:xfrm>
            <a:off x="3387241" y="6117853"/>
            <a:ext cx="304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3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l" indent="0" marL="0">
              <a:buNone/>
            </a:pPr>
            <a:r>
              <a:rPr lang="en-US" sz="650" b="1" baseline="-40000" dirty="0">
                <a:solidFill>
                  <a:srgbClr val="23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50" dirty="0"/>
          </a:p>
        </p:txBody>
      </p:sp>
      <p:sp>
        <p:nvSpPr>
          <p:cNvPr id="124" name="Shape 118"/>
          <p:cNvSpPr/>
          <p:nvPr/>
        </p:nvSpPr>
        <p:spPr>
          <a:xfrm>
            <a:off x="2924814" y="6445985"/>
            <a:ext cx="203200" cy="203200"/>
          </a:xfrm>
          <a:prstGeom prst="ellipse">
            <a:avLst/>
          </a:prstGeom>
          <a:ln w="9525">
            <a:solidFill>
              <a:srgbClr val="A8A8A8"/>
            </a:solidFill>
            <a:prstDash val="sysDot"/>
          </a:ln>
        </p:spPr>
      </p:sp>
      <p:sp>
        <p:nvSpPr>
          <p:cNvPr id="125" name="Shape 119"/>
          <p:cNvSpPr/>
          <p:nvPr/>
        </p:nvSpPr>
        <p:spPr>
          <a:xfrm>
            <a:off x="3796819" y="3561905"/>
            <a:ext cx="1823285" cy="385430"/>
          </a:xfrm>
          <a:prstGeom prst="roundRect">
            <a:avLst>
              <a:gd name="adj" fmla="val 11862"/>
            </a:avLst>
          </a:prstGeom>
          <a:solidFill>
            <a:srgbClr val="EAF6EA"/>
          </a:solidFill>
          <a:ln w="12700">
            <a:solidFill>
              <a:srgbClr val="9C3444"/>
            </a:solidFill>
            <a:prstDash val="solid"/>
          </a:ln>
        </p:spPr>
      </p:sp>
      <p:sp>
        <p:nvSpPr>
          <p:cNvPr id="126" name="Shape 120"/>
          <p:cNvSpPr/>
          <p:nvPr/>
        </p:nvSpPr>
        <p:spPr>
          <a:xfrm>
            <a:off x="4246035" y="3694812"/>
            <a:ext cx="152400" cy="127000"/>
          </a:xfrm>
          <a:prstGeom prst="rect">
            <a:avLst/>
          </a:prstGeom>
          <a:solidFill>
            <a:srgbClr val="F5CBA7"/>
          </a:solidFill>
          <a:ln w="6350">
            <a:solidFill>
              <a:srgbClr val="C08040"/>
            </a:solidFill>
            <a:prstDash val="solid"/>
          </a:ln>
        </p:spPr>
      </p:sp>
      <p:sp>
        <p:nvSpPr>
          <p:cNvPr id="127" name="Text 121"/>
          <p:cNvSpPr/>
          <p:nvPr/>
        </p:nvSpPr>
        <p:spPr>
          <a:xfrm>
            <a:off x="4246035" y="3694812"/>
            <a:ext cx="152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45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50" dirty="0"/>
          </a:p>
        </p:txBody>
      </p:sp>
      <p:sp>
        <p:nvSpPr>
          <p:cNvPr id="128" name="Shape 122"/>
          <p:cNvSpPr/>
          <p:nvPr/>
        </p:nvSpPr>
        <p:spPr>
          <a:xfrm>
            <a:off x="4642401" y="3694812"/>
            <a:ext cx="152400" cy="127000"/>
          </a:xfrm>
          <a:prstGeom prst="rect">
            <a:avLst/>
          </a:prstGeom>
          <a:solidFill>
            <a:srgbClr val="F5CBA7"/>
          </a:solidFill>
          <a:ln w="6350">
            <a:solidFill>
              <a:srgbClr val="C08040"/>
            </a:solidFill>
            <a:prstDash val="solid"/>
          </a:ln>
        </p:spPr>
      </p:sp>
      <p:sp>
        <p:nvSpPr>
          <p:cNvPr id="129" name="Text 123"/>
          <p:cNvSpPr/>
          <p:nvPr/>
        </p:nvSpPr>
        <p:spPr>
          <a:xfrm>
            <a:off x="4642401" y="3694812"/>
            <a:ext cx="152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45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50" dirty="0"/>
          </a:p>
        </p:txBody>
      </p:sp>
      <p:sp>
        <p:nvSpPr>
          <p:cNvPr id="130" name="Shape 124"/>
          <p:cNvSpPr/>
          <p:nvPr/>
        </p:nvSpPr>
        <p:spPr>
          <a:xfrm>
            <a:off x="5012343" y="3694812"/>
            <a:ext cx="152400" cy="127000"/>
          </a:xfrm>
          <a:prstGeom prst="rect">
            <a:avLst/>
          </a:prstGeom>
          <a:solidFill>
            <a:srgbClr val="F5CBA7"/>
          </a:solidFill>
          <a:ln w="6350">
            <a:solidFill>
              <a:srgbClr val="C08040"/>
            </a:solidFill>
            <a:prstDash val="solid"/>
          </a:ln>
        </p:spPr>
      </p:sp>
      <p:sp>
        <p:nvSpPr>
          <p:cNvPr id="131" name="Text 125"/>
          <p:cNvSpPr/>
          <p:nvPr/>
        </p:nvSpPr>
        <p:spPr>
          <a:xfrm>
            <a:off x="5012343" y="3694812"/>
            <a:ext cx="152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45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50" dirty="0"/>
          </a:p>
        </p:txBody>
      </p:sp>
      <p:sp>
        <p:nvSpPr>
          <p:cNvPr id="132" name="Shape 126"/>
          <p:cNvSpPr/>
          <p:nvPr/>
        </p:nvSpPr>
        <p:spPr>
          <a:xfrm>
            <a:off x="5395497" y="3694812"/>
            <a:ext cx="152400" cy="127000"/>
          </a:xfrm>
          <a:prstGeom prst="rect">
            <a:avLst/>
          </a:prstGeom>
          <a:solidFill>
            <a:srgbClr val="F5CBA7"/>
          </a:solidFill>
          <a:ln w="6350">
            <a:solidFill>
              <a:srgbClr val="C08040"/>
            </a:solidFill>
            <a:prstDash val="solid"/>
          </a:ln>
        </p:spPr>
      </p:sp>
      <p:sp>
        <p:nvSpPr>
          <p:cNvPr id="133" name="Text 127"/>
          <p:cNvSpPr/>
          <p:nvPr/>
        </p:nvSpPr>
        <p:spPr>
          <a:xfrm>
            <a:off x="5395497" y="3694812"/>
            <a:ext cx="152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45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50" dirty="0"/>
          </a:p>
        </p:txBody>
      </p:sp>
      <p:sp>
        <p:nvSpPr>
          <p:cNvPr id="134" name="Text 128"/>
          <p:cNvSpPr/>
          <p:nvPr/>
        </p:nvSpPr>
        <p:spPr>
          <a:xfrm>
            <a:off x="5633317" y="3548615"/>
            <a:ext cx="254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l" indent="0" marL="0">
              <a:buNone/>
            </a:pPr>
            <a:r>
              <a:rPr lang="en-US" sz="6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135" name="Shape 129"/>
          <p:cNvSpPr/>
          <p:nvPr/>
        </p:nvSpPr>
        <p:spPr>
          <a:xfrm>
            <a:off x="3796819" y="4191884"/>
            <a:ext cx="1823285" cy="385430"/>
          </a:xfrm>
          <a:prstGeom prst="roundRect">
            <a:avLst>
              <a:gd name="adj" fmla="val 11862"/>
            </a:avLst>
          </a:prstGeom>
          <a:solidFill>
            <a:srgbClr val="F8F6DC"/>
          </a:solidFill>
          <a:ln w="12700">
            <a:solidFill>
              <a:srgbClr val="9C3444"/>
            </a:solidFill>
            <a:prstDash val="solid"/>
          </a:ln>
        </p:spPr>
      </p:sp>
      <p:sp>
        <p:nvSpPr>
          <p:cNvPr id="136" name="Shape 130"/>
          <p:cNvSpPr/>
          <p:nvPr/>
        </p:nvSpPr>
        <p:spPr>
          <a:xfrm>
            <a:off x="4246035" y="4324791"/>
            <a:ext cx="152400" cy="127000"/>
          </a:xfrm>
          <a:prstGeom prst="rect">
            <a:avLst/>
          </a:prstGeom>
          <a:solidFill>
            <a:srgbClr val="F5CBA7"/>
          </a:solidFill>
          <a:ln w="6350">
            <a:solidFill>
              <a:srgbClr val="C08040"/>
            </a:solidFill>
            <a:prstDash val="solid"/>
          </a:ln>
        </p:spPr>
      </p:sp>
      <p:sp>
        <p:nvSpPr>
          <p:cNvPr id="137" name="Text 131"/>
          <p:cNvSpPr/>
          <p:nvPr/>
        </p:nvSpPr>
        <p:spPr>
          <a:xfrm>
            <a:off x="4246035" y="4324791"/>
            <a:ext cx="152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45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50" dirty="0"/>
          </a:p>
        </p:txBody>
      </p:sp>
      <p:sp>
        <p:nvSpPr>
          <p:cNvPr id="138" name="Shape 132"/>
          <p:cNvSpPr/>
          <p:nvPr/>
        </p:nvSpPr>
        <p:spPr>
          <a:xfrm>
            <a:off x="4642401" y="4324791"/>
            <a:ext cx="152400" cy="127000"/>
          </a:xfrm>
          <a:prstGeom prst="rect">
            <a:avLst/>
          </a:prstGeom>
          <a:solidFill>
            <a:srgbClr val="F5CBA7"/>
          </a:solidFill>
          <a:ln w="6350">
            <a:solidFill>
              <a:srgbClr val="C08040"/>
            </a:solidFill>
            <a:prstDash val="solid"/>
          </a:ln>
        </p:spPr>
      </p:sp>
      <p:sp>
        <p:nvSpPr>
          <p:cNvPr id="139" name="Text 133"/>
          <p:cNvSpPr/>
          <p:nvPr/>
        </p:nvSpPr>
        <p:spPr>
          <a:xfrm>
            <a:off x="4642401" y="4324791"/>
            <a:ext cx="152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45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50" dirty="0"/>
          </a:p>
        </p:txBody>
      </p:sp>
      <p:sp>
        <p:nvSpPr>
          <p:cNvPr id="140" name="Shape 134"/>
          <p:cNvSpPr/>
          <p:nvPr/>
        </p:nvSpPr>
        <p:spPr>
          <a:xfrm>
            <a:off x="5012343" y="4324791"/>
            <a:ext cx="152400" cy="127000"/>
          </a:xfrm>
          <a:prstGeom prst="rect">
            <a:avLst/>
          </a:prstGeom>
          <a:solidFill>
            <a:srgbClr val="F5CBA7"/>
          </a:solidFill>
          <a:ln w="6350">
            <a:solidFill>
              <a:srgbClr val="C08040"/>
            </a:solidFill>
            <a:prstDash val="solid"/>
          </a:ln>
        </p:spPr>
      </p:sp>
      <p:sp>
        <p:nvSpPr>
          <p:cNvPr id="141" name="Text 135"/>
          <p:cNvSpPr/>
          <p:nvPr/>
        </p:nvSpPr>
        <p:spPr>
          <a:xfrm>
            <a:off x="5012343" y="4324791"/>
            <a:ext cx="152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45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50" dirty="0"/>
          </a:p>
        </p:txBody>
      </p:sp>
      <p:sp>
        <p:nvSpPr>
          <p:cNvPr id="142" name="Shape 136"/>
          <p:cNvSpPr/>
          <p:nvPr/>
        </p:nvSpPr>
        <p:spPr>
          <a:xfrm>
            <a:off x="5395497" y="4324791"/>
            <a:ext cx="152400" cy="127000"/>
          </a:xfrm>
          <a:prstGeom prst="rect">
            <a:avLst/>
          </a:prstGeom>
          <a:solidFill>
            <a:srgbClr val="F5CBA7"/>
          </a:solidFill>
          <a:ln w="6350">
            <a:solidFill>
              <a:srgbClr val="C08040"/>
            </a:solidFill>
            <a:prstDash val="solid"/>
          </a:ln>
        </p:spPr>
      </p:sp>
      <p:sp>
        <p:nvSpPr>
          <p:cNvPr id="143" name="Text 137"/>
          <p:cNvSpPr/>
          <p:nvPr/>
        </p:nvSpPr>
        <p:spPr>
          <a:xfrm>
            <a:off x="5395497" y="4324791"/>
            <a:ext cx="152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45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50" dirty="0"/>
          </a:p>
        </p:txBody>
      </p:sp>
      <p:sp>
        <p:nvSpPr>
          <p:cNvPr id="144" name="Text 138"/>
          <p:cNvSpPr/>
          <p:nvPr/>
        </p:nvSpPr>
        <p:spPr>
          <a:xfrm>
            <a:off x="5633317" y="4178593"/>
            <a:ext cx="254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l" indent="0" marL="0">
              <a:buNone/>
            </a:pPr>
            <a:r>
              <a:rPr lang="en-US" sz="6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145" name="Shape 139"/>
          <p:cNvSpPr/>
          <p:nvPr/>
        </p:nvSpPr>
        <p:spPr>
          <a:xfrm>
            <a:off x="3796819" y="4821863"/>
            <a:ext cx="1823285" cy="385430"/>
          </a:xfrm>
          <a:prstGeom prst="roundRect">
            <a:avLst>
              <a:gd name="adj" fmla="val 11862"/>
            </a:avLst>
          </a:prstGeom>
          <a:solidFill>
            <a:srgbClr val="EFEAF6"/>
          </a:solidFill>
          <a:ln w="12700">
            <a:solidFill>
              <a:srgbClr val="9C3444"/>
            </a:solidFill>
            <a:prstDash val="solid"/>
          </a:ln>
        </p:spPr>
      </p:sp>
      <p:sp>
        <p:nvSpPr>
          <p:cNvPr id="146" name="Shape 140"/>
          <p:cNvSpPr/>
          <p:nvPr/>
        </p:nvSpPr>
        <p:spPr>
          <a:xfrm>
            <a:off x="4246035" y="4954770"/>
            <a:ext cx="152400" cy="127000"/>
          </a:xfrm>
          <a:prstGeom prst="rect">
            <a:avLst/>
          </a:prstGeom>
          <a:solidFill>
            <a:srgbClr val="F5CBA7"/>
          </a:solidFill>
          <a:ln w="6350">
            <a:solidFill>
              <a:srgbClr val="C08040"/>
            </a:solidFill>
            <a:prstDash val="solid"/>
          </a:ln>
        </p:spPr>
      </p:sp>
      <p:sp>
        <p:nvSpPr>
          <p:cNvPr id="147" name="Text 141"/>
          <p:cNvSpPr/>
          <p:nvPr/>
        </p:nvSpPr>
        <p:spPr>
          <a:xfrm>
            <a:off x="4246035" y="4954770"/>
            <a:ext cx="152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45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50" dirty="0"/>
          </a:p>
        </p:txBody>
      </p:sp>
      <p:sp>
        <p:nvSpPr>
          <p:cNvPr id="148" name="Shape 142"/>
          <p:cNvSpPr/>
          <p:nvPr/>
        </p:nvSpPr>
        <p:spPr>
          <a:xfrm>
            <a:off x="4642401" y="4954770"/>
            <a:ext cx="152400" cy="127000"/>
          </a:xfrm>
          <a:prstGeom prst="rect">
            <a:avLst/>
          </a:prstGeom>
          <a:solidFill>
            <a:srgbClr val="F5CBA7"/>
          </a:solidFill>
          <a:ln w="6350">
            <a:solidFill>
              <a:srgbClr val="C08040"/>
            </a:solidFill>
            <a:prstDash val="solid"/>
          </a:ln>
        </p:spPr>
      </p:sp>
      <p:sp>
        <p:nvSpPr>
          <p:cNvPr id="149" name="Text 143"/>
          <p:cNvSpPr/>
          <p:nvPr/>
        </p:nvSpPr>
        <p:spPr>
          <a:xfrm>
            <a:off x="4642401" y="4954770"/>
            <a:ext cx="152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45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50" dirty="0"/>
          </a:p>
        </p:txBody>
      </p:sp>
      <p:sp>
        <p:nvSpPr>
          <p:cNvPr id="150" name="Shape 144"/>
          <p:cNvSpPr/>
          <p:nvPr/>
        </p:nvSpPr>
        <p:spPr>
          <a:xfrm>
            <a:off x="5012343" y="4954770"/>
            <a:ext cx="152400" cy="127000"/>
          </a:xfrm>
          <a:prstGeom prst="rect">
            <a:avLst/>
          </a:prstGeom>
          <a:solidFill>
            <a:srgbClr val="F5CBA7"/>
          </a:solidFill>
          <a:ln w="6350">
            <a:solidFill>
              <a:srgbClr val="C08040"/>
            </a:solidFill>
            <a:prstDash val="solid"/>
          </a:ln>
        </p:spPr>
      </p:sp>
      <p:sp>
        <p:nvSpPr>
          <p:cNvPr id="151" name="Text 145"/>
          <p:cNvSpPr/>
          <p:nvPr/>
        </p:nvSpPr>
        <p:spPr>
          <a:xfrm>
            <a:off x="5012343" y="4954770"/>
            <a:ext cx="152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45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50" dirty="0"/>
          </a:p>
        </p:txBody>
      </p:sp>
      <p:sp>
        <p:nvSpPr>
          <p:cNvPr id="152" name="Shape 146"/>
          <p:cNvSpPr/>
          <p:nvPr/>
        </p:nvSpPr>
        <p:spPr>
          <a:xfrm>
            <a:off x="5395497" y="4954770"/>
            <a:ext cx="152400" cy="127000"/>
          </a:xfrm>
          <a:prstGeom prst="rect">
            <a:avLst/>
          </a:prstGeom>
          <a:solidFill>
            <a:srgbClr val="F5CBA7"/>
          </a:solidFill>
          <a:ln w="6350">
            <a:solidFill>
              <a:srgbClr val="C08040"/>
            </a:solidFill>
            <a:prstDash val="solid"/>
          </a:ln>
        </p:spPr>
      </p:sp>
      <p:sp>
        <p:nvSpPr>
          <p:cNvPr id="153" name="Text 147"/>
          <p:cNvSpPr/>
          <p:nvPr/>
        </p:nvSpPr>
        <p:spPr>
          <a:xfrm>
            <a:off x="5395497" y="4954770"/>
            <a:ext cx="152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45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50" dirty="0"/>
          </a:p>
        </p:txBody>
      </p:sp>
      <p:sp>
        <p:nvSpPr>
          <p:cNvPr id="154" name="Text 148"/>
          <p:cNvSpPr/>
          <p:nvPr/>
        </p:nvSpPr>
        <p:spPr>
          <a:xfrm>
            <a:off x="5633317" y="4808572"/>
            <a:ext cx="254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l" indent="0" marL="0">
              <a:buNone/>
            </a:pPr>
            <a:r>
              <a:rPr lang="en-US" sz="6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55" name="Shape 149"/>
          <p:cNvSpPr/>
          <p:nvPr/>
        </p:nvSpPr>
        <p:spPr>
          <a:xfrm>
            <a:off x="3796819" y="5451842"/>
            <a:ext cx="1823285" cy="385430"/>
          </a:xfrm>
          <a:prstGeom prst="roundRect">
            <a:avLst>
              <a:gd name="adj" fmla="val 11862"/>
            </a:avLst>
          </a:prstGeom>
          <a:solidFill>
            <a:srgbClr val="E2F0F6"/>
          </a:solidFill>
          <a:ln w="12700">
            <a:solidFill>
              <a:srgbClr val="9C3444"/>
            </a:solidFill>
            <a:prstDash val="solid"/>
          </a:ln>
        </p:spPr>
      </p:sp>
      <p:sp>
        <p:nvSpPr>
          <p:cNvPr id="156" name="Shape 150"/>
          <p:cNvSpPr/>
          <p:nvPr/>
        </p:nvSpPr>
        <p:spPr>
          <a:xfrm>
            <a:off x="4246035" y="5584749"/>
            <a:ext cx="152400" cy="127000"/>
          </a:xfrm>
          <a:prstGeom prst="rect">
            <a:avLst/>
          </a:prstGeom>
          <a:solidFill>
            <a:srgbClr val="F5CBA7"/>
          </a:solidFill>
          <a:ln w="6350">
            <a:solidFill>
              <a:srgbClr val="C08040"/>
            </a:solidFill>
            <a:prstDash val="solid"/>
          </a:ln>
        </p:spPr>
      </p:sp>
      <p:sp>
        <p:nvSpPr>
          <p:cNvPr id="157" name="Text 151"/>
          <p:cNvSpPr/>
          <p:nvPr/>
        </p:nvSpPr>
        <p:spPr>
          <a:xfrm>
            <a:off x="4246035" y="5584749"/>
            <a:ext cx="152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45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50" dirty="0"/>
          </a:p>
        </p:txBody>
      </p:sp>
      <p:sp>
        <p:nvSpPr>
          <p:cNvPr id="158" name="Shape 152"/>
          <p:cNvSpPr/>
          <p:nvPr/>
        </p:nvSpPr>
        <p:spPr>
          <a:xfrm>
            <a:off x="4642401" y="5584749"/>
            <a:ext cx="152400" cy="127000"/>
          </a:xfrm>
          <a:prstGeom prst="rect">
            <a:avLst/>
          </a:prstGeom>
          <a:solidFill>
            <a:srgbClr val="F5CBA7"/>
          </a:solidFill>
          <a:ln w="6350">
            <a:solidFill>
              <a:srgbClr val="C08040"/>
            </a:solidFill>
            <a:prstDash val="solid"/>
          </a:ln>
        </p:spPr>
      </p:sp>
      <p:sp>
        <p:nvSpPr>
          <p:cNvPr id="159" name="Text 153"/>
          <p:cNvSpPr/>
          <p:nvPr/>
        </p:nvSpPr>
        <p:spPr>
          <a:xfrm>
            <a:off x="4642401" y="5584749"/>
            <a:ext cx="152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45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50" dirty="0"/>
          </a:p>
        </p:txBody>
      </p:sp>
      <p:sp>
        <p:nvSpPr>
          <p:cNvPr id="160" name="Shape 154"/>
          <p:cNvSpPr/>
          <p:nvPr/>
        </p:nvSpPr>
        <p:spPr>
          <a:xfrm>
            <a:off x="5012343" y="5584749"/>
            <a:ext cx="152400" cy="127000"/>
          </a:xfrm>
          <a:prstGeom prst="rect">
            <a:avLst/>
          </a:prstGeom>
          <a:solidFill>
            <a:srgbClr val="F5CBA7"/>
          </a:solidFill>
          <a:ln w="6350">
            <a:solidFill>
              <a:srgbClr val="C08040"/>
            </a:solidFill>
            <a:prstDash val="solid"/>
          </a:ln>
        </p:spPr>
      </p:sp>
      <p:sp>
        <p:nvSpPr>
          <p:cNvPr id="161" name="Text 155"/>
          <p:cNvSpPr/>
          <p:nvPr/>
        </p:nvSpPr>
        <p:spPr>
          <a:xfrm>
            <a:off x="5012343" y="5584749"/>
            <a:ext cx="152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45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50" dirty="0"/>
          </a:p>
        </p:txBody>
      </p:sp>
      <p:sp>
        <p:nvSpPr>
          <p:cNvPr id="162" name="Shape 156"/>
          <p:cNvSpPr/>
          <p:nvPr/>
        </p:nvSpPr>
        <p:spPr>
          <a:xfrm>
            <a:off x="5395497" y="5584749"/>
            <a:ext cx="152400" cy="127000"/>
          </a:xfrm>
          <a:prstGeom prst="rect">
            <a:avLst/>
          </a:prstGeom>
          <a:solidFill>
            <a:srgbClr val="F5CBA7"/>
          </a:solidFill>
          <a:ln w="6350">
            <a:solidFill>
              <a:srgbClr val="C08040"/>
            </a:solidFill>
            <a:prstDash val="solid"/>
          </a:ln>
        </p:spPr>
      </p:sp>
      <p:sp>
        <p:nvSpPr>
          <p:cNvPr id="163" name="Text 157"/>
          <p:cNvSpPr/>
          <p:nvPr/>
        </p:nvSpPr>
        <p:spPr>
          <a:xfrm>
            <a:off x="5395497" y="5584749"/>
            <a:ext cx="152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45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50" dirty="0"/>
          </a:p>
        </p:txBody>
      </p:sp>
      <p:sp>
        <p:nvSpPr>
          <p:cNvPr id="164" name="Text 158"/>
          <p:cNvSpPr/>
          <p:nvPr/>
        </p:nvSpPr>
        <p:spPr>
          <a:xfrm>
            <a:off x="5633317" y="5438551"/>
            <a:ext cx="254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l" indent="0" marL="0">
              <a:buNone/>
            </a:pPr>
            <a:r>
              <a:rPr lang="en-US" sz="6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165" name="Shape 159"/>
          <p:cNvSpPr/>
          <p:nvPr/>
        </p:nvSpPr>
        <p:spPr>
          <a:xfrm>
            <a:off x="3796819" y="6081820"/>
            <a:ext cx="1823285" cy="385430"/>
          </a:xfrm>
          <a:prstGeom prst="roundRect">
            <a:avLst>
              <a:gd name="adj" fmla="val 11862"/>
            </a:avLst>
          </a:prstGeom>
          <a:solidFill>
            <a:srgbClr val="FAEADB"/>
          </a:solidFill>
          <a:ln w="12700">
            <a:solidFill>
              <a:srgbClr val="9C3444"/>
            </a:solidFill>
            <a:prstDash val="solid"/>
          </a:ln>
        </p:spPr>
      </p:sp>
      <p:sp>
        <p:nvSpPr>
          <p:cNvPr id="166" name="Shape 160"/>
          <p:cNvSpPr/>
          <p:nvPr/>
        </p:nvSpPr>
        <p:spPr>
          <a:xfrm>
            <a:off x="4246035" y="6214727"/>
            <a:ext cx="152400" cy="127000"/>
          </a:xfrm>
          <a:prstGeom prst="rect">
            <a:avLst/>
          </a:prstGeom>
          <a:solidFill>
            <a:srgbClr val="F5CBA7"/>
          </a:solidFill>
          <a:ln w="6350">
            <a:solidFill>
              <a:srgbClr val="C08040"/>
            </a:solidFill>
            <a:prstDash val="solid"/>
          </a:ln>
        </p:spPr>
      </p:sp>
      <p:sp>
        <p:nvSpPr>
          <p:cNvPr id="167" name="Text 161"/>
          <p:cNvSpPr/>
          <p:nvPr/>
        </p:nvSpPr>
        <p:spPr>
          <a:xfrm>
            <a:off x="4246035" y="6214727"/>
            <a:ext cx="152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45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50" dirty="0"/>
          </a:p>
        </p:txBody>
      </p:sp>
      <p:sp>
        <p:nvSpPr>
          <p:cNvPr id="168" name="Shape 162"/>
          <p:cNvSpPr/>
          <p:nvPr/>
        </p:nvSpPr>
        <p:spPr>
          <a:xfrm>
            <a:off x="4642401" y="6214727"/>
            <a:ext cx="152400" cy="127000"/>
          </a:xfrm>
          <a:prstGeom prst="rect">
            <a:avLst/>
          </a:prstGeom>
          <a:solidFill>
            <a:srgbClr val="F5CBA7"/>
          </a:solidFill>
          <a:ln w="6350">
            <a:solidFill>
              <a:srgbClr val="C08040"/>
            </a:solidFill>
            <a:prstDash val="solid"/>
          </a:ln>
        </p:spPr>
      </p:sp>
      <p:sp>
        <p:nvSpPr>
          <p:cNvPr id="169" name="Text 163"/>
          <p:cNvSpPr/>
          <p:nvPr/>
        </p:nvSpPr>
        <p:spPr>
          <a:xfrm>
            <a:off x="4642401" y="6214727"/>
            <a:ext cx="152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45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50" dirty="0"/>
          </a:p>
        </p:txBody>
      </p:sp>
      <p:sp>
        <p:nvSpPr>
          <p:cNvPr id="170" name="Shape 164"/>
          <p:cNvSpPr/>
          <p:nvPr/>
        </p:nvSpPr>
        <p:spPr>
          <a:xfrm>
            <a:off x="5012343" y="6214727"/>
            <a:ext cx="152400" cy="127000"/>
          </a:xfrm>
          <a:prstGeom prst="rect">
            <a:avLst/>
          </a:prstGeom>
          <a:solidFill>
            <a:srgbClr val="F5CBA7"/>
          </a:solidFill>
          <a:ln w="6350">
            <a:solidFill>
              <a:srgbClr val="C08040"/>
            </a:solidFill>
            <a:prstDash val="solid"/>
          </a:ln>
        </p:spPr>
      </p:sp>
      <p:sp>
        <p:nvSpPr>
          <p:cNvPr id="171" name="Text 165"/>
          <p:cNvSpPr/>
          <p:nvPr/>
        </p:nvSpPr>
        <p:spPr>
          <a:xfrm>
            <a:off x="5012343" y="6214727"/>
            <a:ext cx="152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45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50" dirty="0"/>
          </a:p>
        </p:txBody>
      </p:sp>
      <p:sp>
        <p:nvSpPr>
          <p:cNvPr id="172" name="Shape 166"/>
          <p:cNvSpPr/>
          <p:nvPr/>
        </p:nvSpPr>
        <p:spPr>
          <a:xfrm>
            <a:off x="5395497" y="6214727"/>
            <a:ext cx="152400" cy="127000"/>
          </a:xfrm>
          <a:prstGeom prst="rect">
            <a:avLst/>
          </a:prstGeom>
          <a:solidFill>
            <a:srgbClr val="F5CBA7"/>
          </a:solidFill>
          <a:ln w="6350">
            <a:solidFill>
              <a:srgbClr val="C08040"/>
            </a:solidFill>
            <a:prstDash val="solid"/>
          </a:ln>
        </p:spPr>
      </p:sp>
      <p:sp>
        <p:nvSpPr>
          <p:cNvPr id="173" name="Text 167"/>
          <p:cNvSpPr/>
          <p:nvPr/>
        </p:nvSpPr>
        <p:spPr>
          <a:xfrm>
            <a:off x="5395497" y="6214727"/>
            <a:ext cx="152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45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50" dirty="0"/>
          </a:p>
        </p:txBody>
      </p:sp>
      <p:sp>
        <p:nvSpPr>
          <p:cNvPr id="174" name="Text 168"/>
          <p:cNvSpPr/>
          <p:nvPr/>
        </p:nvSpPr>
        <p:spPr>
          <a:xfrm>
            <a:off x="5633317" y="6068530"/>
            <a:ext cx="254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l" indent="0" marL="0">
              <a:buNone/>
            </a:pPr>
            <a:r>
              <a:rPr lang="en-US" sz="6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175" name="Text 169"/>
          <p:cNvSpPr/>
          <p:nvPr/>
        </p:nvSpPr>
        <p:spPr>
          <a:xfrm>
            <a:off x="5703476" y="4809901"/>
            <a:ext cx="20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1400" dirty="0"/>
          </a:p>
        </p:txBody>
      </p:sp>
      <p:sp>
        <p:nvSpPr>
          <p:cNvPr id="176" name="Text 170"/>
          <p:cNvSpPr/>
          <p:nvPr/>
        </p:nvSpPr>
        <p:spPr>
          <a:xfrm>
            <a:off x="5891060" y="4809311"/>
            <a:ext cx="660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3E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</a:t>
            </a:r>
            <a:endParaRPr lang="en-US" sz="1250" dirty="0"/>
          </a:p>
        </p:txBody>
      </p:sp>
      <p:sp>
        <p:nvSpPr>
          <p:cNvPr id="177" name="Shape 171"/>
          <p:cNvSpPr/>
          <p:nvPr/>
        </p:nvSpPr>
        <p:spPr>
          <a:xfrm>
            <a:off x="5686166" y="3807783"/>
            <a:ext cx="1030552" cy="0"/>
          </a:xfrm>
          <a:prstGeom prst="line">
            <a:avLst/>
          </a:prstGeom>
          <a:noFill/>
          <a:ln w="12700">
            <a:solidFill>
              <a:srgbClr val="FF8C00"/>
            </a:solidFill>
            <a:prstDash val="sysDot"/>
            <a:headEnd type="triangle"/>
          </a:ln>
        </p:spPr>
      </p:sp>
      <p:sp>
        <p:nvSpPr>
          <p:cNvPr id="178" name="Shape 172"/>
          <p:cNvSpPr/>
          <p:nvPr/>
        </p:nvSpPr>
        <p:spPr>
          <a:xfrm>
            <a:off x="5686166" y="4437762"/>
            <a:ext cx="1030552" cy="0"/>
          </a:xfrm>
          <a:prstGeom prst="line">
            <a:avLst/>
          </a:prstGeom>
          <a:noFill/>
          <a:ln w="12700">
            <a:solidFill>
              <a:srgbClr val="FF8C00"/>
            </a:solidFill>
            <a:prstDash val="sysDot"/>
            <a:headEnd type="triangle"/>
          </a:ln>
        </p:spPr>
      </p:sp>
      <p:sp>
        <p:nvSpPr>
          <p:cNvPr id="179" name="Shape 173"/>
          <p:cNvSpPr/>
          <p:nvPr/>
        </p:nvSpPr>
        <p:spPr>
          <a:xfrm>
            <a:off x="5686166" y="5067741"/>
            <a:ext cx="1030552" cy="0"/>
          </a:xfrm>
          <a:prstGeom prst="line">
            <a:avLst/>
          </a:prstGeom>
          <a:noFill/>
          <a:ln w="12700">
            <a:solidFill>
              <a:srgbClr val="FF8C00"/>
            </a:solidFill>
            <a:prstDash val="sysDot"/>
            <a:headEnd type="triangle"/>
          </a:ln>
        </p:spPr>
      </p:sp>
      <p:sp>
        <p:nvSpPr>
          <p:cNvPr id="180" name="Shape 174"/>
          <p:cNvSpPr/>
          <p:nvPr/>
        </p:nvSpPr>
        <p:spPr>
          <a:xfrm>
            <a:off x="5686166" y="5697719"/>
            <a:ext cx="1030552" cy="0"/>
          </a:xfrm>
          <a:prstGeom prst="line">
            <a:avLst/>
          </a:prstGeom>
          <a:noFill/>
          <a:ln w="12700">
            <a:solidFill>
              <a:srgbClr val="FF8C00"/>
            </a:solidFill>
            <a:prstDash val="sysDot"/>
            <a:headEnd type="triangle"/>
          </a:ln>
        </p:spPr>
      </p:sp>
      <p:sp>
        <p:nvSpPr>
          <p:cNvPr id="181" name="Shape 175"/>
          <p:cNvSpPr/>
          <p:nvPr/>
        </p:nvSpPr>
        <p:spPr>
          <a:xfrm>
            <a:off x="5686166" y="6327698"/>
            <a:ext cx="1030552" cy="0"/>
          </a:xfrm>
          <a:prstGeom prst="line">
            <a:avLst/>
          </a:prstGeom>
          <a:noFill/>
          <a:ln w="12700">
            <a:solidFill>
              <a:srgbClr val="FF8C00"/>
            </a:solidFill>
            <a:prstDash val="sysDot"/>
            <a:headEnd type="triangle"/>
          </a:ln>
        </p:spPr>
      </p:sp>
      <p:sp>
        <p:nvSpPr>
          <p:cNvPr id="182" name="Text 176"/>
          <p:cNvSpPr/>
          <p:nvPr/>
        </p:nvSpPr>
        <p:spPr>
          <a:xfrm>
            <a:off x="6782779" y="3502097"/>
            <a:ext cx="304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83" name="Shape 177"/>
          <p:cNvSpPr/>
          <p:nvPr/>
        </p:nvSpPr>
        <p:spPr>
          <a:xfrm>
            <a:off x="7113084" y="3681522"/>
            <a:ext cx="1321221" cy="239232"/>
          </a:xfrm>
          <a:prstGeom prst="roundRect">
            <a:avLst>
              <a:gd name="adj" fmla="val 15289"/>
            </a:avLst>
          </a:prstGeom>
          <a:solidFill>
            <a:srgbClr val="E6D6F2"/>
          </a:solidFill>
          <a:ln w="12700">
            <a:solidFill>
              <a:srgbClr val="800000"/>
            </a:solidFill>
            <a:prstDash val="solid"/>
          </a:ln>
        </p:spPr>
      </p:sp>
      <p:sp>
        <p:nvSpPr>
          <p:cNvPr id="184" name="Shape 178"/>
          <p:cNvSpPr/>
          <p:nvPr/>
        </p:nvSpPr>
        <p:spPr>
          <a:xfrm>
            <a:off x="7284843" y="3708103"/>
            <a:ext cx="177800" cy="1778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1A1A"/>
            </a:solidFill>
            <a:prstDash val="solid"/>
          </a:ln>
        </p:spPr>
      </p:sp>
      <p:sp>
        <p:nvSpPr>
          <p:cNvPr id="185" name="Text 179"/>
          <p:cNvSpPr/>
          <p:nvPr/>
        </p:nvSpPr>
        <p:spPr>
          <a:xfrm>
            <a:off x="7284843" y="3708103"/>
            <a:ext cx="17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4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50" dirty="0"/>
          </a:p>
        </p:txBody>
      </p:sp>
      <p:sp>
        <p:nvSpPr>
          <p:cNvPr id="186" name="Shape 180"/>
          <p:cNvSpPr/>
          <p:nvPr/>
        </p:nvSpPr>
        <p:spPr>
          <a:xfrm>
            <a:off x="7601936" y="3708103"/>
            <a:ext cx="177800" cy="1778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1A1A"/>
            </a:solidFill>
            <a:prstDash val="solid"/>
          </a:ln>
        </p:spPr>
      </p:sp>
      <p:sp>
        <p:nvSpPr>
          <p:cNvPr id="187" name="Text 181"/>
          <p:cNvSpPr/>
          <p:nvPr/>
        </p:nvSpPr>
        <p:spPr>
          <a:xfrm>
            <a:off x="7601936" y="3708103"/>
            <a:ext cx="17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4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50" dirty="0"/>
          </a:p>
        </p:txBody>
      </p:sp>
      <p:sp>
        <p:nvSpPr>
          <p:cNvPr id="188" name="Shape 182"/>
          <p:cNvSpPr/>
          <p:nvPr/>
        </p:nvSpPr>
        <p:spPr>
          <a:xfrm>
            <a:off x="7919029" y="3708103"/>
            <a:ext cx="177800" cy="1778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1A1A"/>
            </a:solidFill>
            <a:prstDash val="solid"/>
          </a:ln>
        </p:spPr>
      </p:sp>
      <p:sp>
        <p:nvSpPr>
          <p:cNvPr id="189" name="Text 183"/>
          <p:cNvSpPr/>
          <p:nvPr/>
        </p:nvSpPr>
        <p:spPr>
          <a:xfrm>
            <a:off x="7919029" y="3708103"/>
            <a:ext cx="17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4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50" dirty="0"/>
          </a:p>
        </p:txBody>
      </p:sp>
      <p:sp>
        <p:nvSpPr>
          <p:cNvPr id="190" name="Shape 184"/>
          <p:cNvSpPr/>
          <p:nvPr/>
        </p:nvSpPr>
        <p:spPr>
          <a:xfrm>
            <a:off x="8236122" y="3708103"/>
            <a:ext cx="177800" cy="1778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1A1A"/>
            </a:solidFill>
            <a:prstDash val="solid"/>
          </a:ln>
        </p:spPr>
      </p:sp>
      <p:sp>
        <p:nvSpPr>
          <p:cNvPr id="191" name="Text 185"/>
          <p:cNvSpPr/>
          <p:nvPr/>
        </p:nvSpPr>
        <p:spPr>
          <a:xfrm>
            <a:off x="8236122" y="3708103"/>
            <a:ext cx="17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4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50" dirty="0"/>
          </a:p>
        </p:txBody>
      </p:sp>
      <p:sp>
        <p:nvSpPr>
          <p:cNvPr id="192" name="Text 186"/>
          <p:cNvSpPr/>
          <p:nvPr/>
        </p:nvSpPr>
        <p:spPr>
          <a:xfrm>
            <a:off x="6782779" y="4132076"/>
            <a:ext cx="304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93" name="Shape 187"/>
          <p:cNvSpPr/>
          <p:nvPr/>
        </p:nvSpPr>
        <p:spPr>
          <a:xfrm>
            <a:off x="7113084" y="4311500"/>
            <a:ext cx="1321221" cy="239232"/>
          </a:xfrm>
          <a:prstGeom prst="roundRect">
            <a:avLst>
              <a:gd name="adj" fmla="val 15289"/>
            </a:avLst>
          </a:prstGeom>
          <a:solidFill>
            <a:srgbClr val="F2ECC8"/>
          </a:solidFill>
          <a:ln w="12700">
            <a:solidFill>
              <a:srgbClr val="800000"/>
            </a:solidFill>
            <a:prstDash val="solid"/>
          </a:ln>
        </p:spPr>
      </p:sp>
      <p:sp>
        <p:nvSpPr>
          <p:cNvPr id="194" name="Shape 188"/>
          <p:cNvSpPr/>
          <p:nvPr/>
        </p:nvSpPr>
        <p:spPr>
          <a:xfrm>
            <a:off x="7284843" y="4338082"/>
            <a:ext cx="177800" cy="1778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1A1A"/>
            </a:solidFill>
            <a:prstDash val="solid"/>
          </a:ln>
        </p:spPr>
      </p:sp>
      <p:sp>
        <p:nvSpPr>
          <p:cNvPr id="195" name="Text 189"/>
          <p:cNvSpPr/>
          <p:nvPr/>
        </p:nvSpPr>
        <p:spPr>
          <a:xfrm>
            <a:off x="7284843" y="4338082"/>
            <a:ext cx="17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4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50" dirty="0"/>
          </a:p>
        </p:txBody>
      </p:sp>
      <p:sp>
        <p:nvSpPr>
          <p:cNvPr id="196" name="Shape 190"/>
          <p:cNvSpPr/>
          <p:nvPr/>
        </p:nvSpPr>
        <p:spPr>
          <a:xfrm>
            <a:off x="7601936" y="4338082"/>
            <a:ext cx="177800" cy="1778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1A1A"/>
            </a:solidFill>
            <a:prstDash val="solid"/>
          </a:ln>
        </p:spPr>
      </p:sp>
      <p:sp>
        <p:nvSpPr>
          <p:cNvPr id="197" name="Text 191"/>
          <p:cNvSpPr/>
          <p:nvPr/>
        </p:nvSpPr>
        <p:spPr>
          <a:xfrm>
            <a:off x="7601936" y="4338082"/>
            <a:ext cx="17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4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50" dirty="0"/>
          </a:p>
        </p:txBody>
      </p:sp>
      <p:sp>
        <p:nvSpPr>
          <p:cNvPr id="198" name="Shape 192"/>
          <p:cNvSpPr/>
          <p:nvPr/>
        </p:nvSpPr>
        <p:spPr>
          <a:xfrm>
            <a:off x="7919029" y="4338082"/>
            <a:ext cx="177800" cy="1778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1A1A"/>
            </a:solidFill>
            <a:prstDash val="solid"/>
          </a:ln>
        </p:spPr>
      </p:sp>
      <p:sp>
        <p:nvSpPr>
          <p:cNvPr id="199" name="Text 193"/>
          <p:cNvSpPr/>
          <p:nvPr/>
        </p:nvSpPr>
        <p:spPr>
          <a:xfrm>
            <a:off x="7919029" y="4338082"/>
            <a:ext cx="17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4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50" dirty="0"/>
          </a:p>
        </p:txBody>
      </p:sp>
      <p:sp>
        <p:nvSpPr>
          <p:cNvPr id="200" name="Shape 194"/>
          <p:cNvSpPr/>
          <p:nvPr/>
        </p:nvSpPr>
        <p:spPr>
          <a:xfrm>
            <a:off x="8236122" y="4338082"/>
            <a:ext cx="177800" cy="1778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1A1A"/>
            </a:solidFill>
            <a:prstDash val="solid"/>
          </a:ln>
        </p:spPr>
      </p:sp>
      <p:sp>
        <p:nvSpPr>
          <p:cNvPr id="201" name="Text 195"/>
          <p:cNvSpPr/>
          <p:nvPr/>
        </p:nvSpPr>
        <p:spPr>
          <a:xfrm>
            <a:off x="8236122" y="4338082"/>
            <a:ext cx="17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4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50" dirty="0"/>
          </a:p>
        </p:txBody>
      </p:sp>
      <p:sp>
        <p:nvSpPr>
          <p:cNvPr id="202" name="Text 196"/>
          <p:cNvSpPr/>
          <p:nvPr/>
        </p:nvSpPr>
        <p:spPr>
          <a:xfrm>
            <a:off x="6782779" y="4762055"/>
            <a:ext cx="304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03" name="Shape 197"/>
          <p:cNvSpPr/>
          <p:nvPr/>
        </p:nvSpPr>
        <p:spPr>
          <a:xfrm>
            <a:off x="7113084" y="4941479"/>
            <a:ext cx="1321221" cy="239232"/>
          </a:xfrm>
          <a:prstGeom prst="roundRect">
            <a:avLst>
              <a:gd name="adj" fmla="val 15289"/>
            </a:avLst>
          </a:prstGeom>
          <a:solidFill>
            <a:srgbClr val="C9C9EA"/>
          </a:solidFill>
          <a:ln w="12700">
            <a:solidFill>
              <a:srgbClr val="800000"/>
            </a:solidFill>
            <a:prstDash val="solid"/>
          </a:ln>
        </p:spPr>
      </p:sp>
      <p:sp>
        <p:nvSpPr>
          <p:cNvPr id="204" name="Shape 198"/>
          <p:cNvSpPr/>
          <p:nvPr/>
        </p:nvSpPr>
        <p:spPr>
          <a:xfrm>
            <a:off x="7284843" y="4968060"/>
            <a:ext cx="177800" cy="1778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1A1A"/>
            </a:solidFill>
            <a:prstDash val="solid"/>
          </a:ln>
        </p:spPr>
      </p:sp>
      <p:sp>
        <p:nvSpPr>
          <p:cNvPr id="205" name="Text 199"/>
          <p:cNvSpPr/>
          <p:nvPr/>
        </p:nvSpPr>
        <p:spPr>
          <a:xfrm>
            <a:off x="7284843" y="4968060"/>
            <a:ext cx="17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4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50" dirty="0"/>
          </a:p>
        </p:txBody>
      </p:sp>
      <p:sp>
        <p:nvSpPr>
          <p:cNvPr id="206" name="Shape 200"/>
          <p:cNvSpPr/>
          <p:nvPr/>
        </p:nvSpPr>
        <p:spPr>
          <a:xfrm>
            <a:off x="7601936" y="4968060"/>
            <a:ext cx="177800" cy="1778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1A1A"/>
            </a:solidFill>
            <a:prstDash val="solid"/>
          </a:ln>
        </p:spPr>
      </p:sp>
      <p:sp>
        <p:nvSpPr>
          <p:cNvPr id="207" name="Text 201"/>
          <p:cNvSpPr/>
          <p:nvPr/>
        </p:nvSpPr>
        <p:spPr>
          <a:xfrm>
            <a:off x="7601936" y="4968060"/>
            <a:ext cx="17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4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50" dirty="0"/>
          </a:p>
        </p:txBody>
      </p:sp>
      <p:sp>
        <p:nvSpPr>
          <p:cNvPr id="208" name="Shape 202"/>
          <p:cNvSpPr/>
          <p:nvPr/>
        </p:nvSpPr>
        <p:spPr>
          <a:xfrm>
            <a:off x="7919029" y="4968060"/>
            <a:ext cx="177800" cy="1778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1A1A"/>
            </a:solidFill>
            <a:prstDash val="solid"/>
          </a:ln>
        </p:spPr>
      </p:sp>
      <p:sp>
        <p:nvSpPr>
          <p:cNvPr id="209" name="Text 203"/>
          <p:cNvSpPr/>
          <p:nvPr/>
        </p:nvSpPr>
        <p:spPr>
          <a:xfrm>
            <a:off x="7919029" y="4968060"/>
            <a:ext cx="17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4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50" dirty="0"/>
          </a:p>
        </p:txBody>
      </p:sp>
      <p:sp>
        <p:nvSpPr>
          <p:cNvPr id="210" name="Shape 204"/>
          <p:cNvSpPr/>
          <p:nvPr/>
        </p:nvSpPr>
        <p:spPr>
          <a:xfrm>
            <a:off x="8236122" y="4968060"/>
            <a:ext cx="177800" cy="1778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1A1A"/>
            </a:solidFill>
            <a:prstDash val="solid"/>
          </a:ln>
        </p:spPr>
      </p:sp>
      <p:sp>
        <p:nvSpPr>
          <p:cNvPr id="211" name="Text 205"/>
          <p:cNvSpPr/>
          <p:nvPr/>
        </p:nvSpPr>
        <p:spPr>
          <a:xfrm>
            <a:off x="8236122" y="4968060"/>
            <a:ext cx="17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4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50" dirty="0"/>
          </a:p>
        </p:txBody>
      </p:sp>
      <p:sp>
        <p:nvSpPr>
          <p:cNvPr id="212" name="Text 206"/>
          <p:cNvSpPr/>
          <p:nvPr/>
        </p:nvSpPr>
        <p:spPr>
          <a:xfrm>
            <a:off x="6782779" y="5392034"/>
            <a:ext cx="304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13" name="Shape 207"/>
          <p:cNvSpPr/>
          <p:nvPr/>
        </p:nvSpPr>
        <p:spPr>
          <a:xfrm>
            <a:off x="7113084" y="5571458"/>
            <a:ext cx="1321221" cy="239232"/>
          </a:xfrm>
          <a:prstGeom prst="roundRect">
            <a:avLst>
              <a:gd name="adj" fmla="val 15289"/>
            </a:avLst>
          </a:prstGeom>
          <a:solidFill>
            <a:srgbClr val="C9E5E9"/>
          </a:solidFill>
          <a:ln w="12700">
            <a:solidFill>
              <a:srgbClr val="800000"/>
            </a:solidFill>
            <a:prstDash val="solid"/>
          </a:ln>
        </p:spPr>
      </p:sp>
      <p:sp>
        <p:nvSpPr>
          <p:cNvPr id="214" name="Shape 208"/>
          <p:cNvSpPr/>
          <p:nvPr/>
        </p:nvSpPr>
        <p:spPr>
          <a:xfrm>
            <a:off x="7284843" y="5598039"/>
            <a:ext cx="177800" cy="1778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1A1A"/>
            </a:solidFill>
            <a:prstDash val="solid"/>
          </a:ln>
        </p:spPr>
      </p:sp>
      <p:sp>
        <p:nvSpPr>
          <p:cNvPr id="215" name="Text 209"/>
          <p:cNvSpPr/>
          <p:nvPr/>
        </p:nvSpPr>
        <p:spPr>
          <a:xfrm>
            <a:off x="7284843" y="5598039"/>
            <a:ext cx="17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4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50" dirty="0"/>
          </a:p>
        </p:txBody>
      </p:sp>
      <p:sp>
        <p:nvSpPr>
          <p:cNvPr id="216" name="Shape 210"/>
          <p:cNvSpPr/>
          <p:nvPr/>
        </p:nvSpPr>
        <p:spPr>
          <a:xfrm>
            <a:off x="7601936" y="5598039"/>
            <a:ext cx="177800" cy="1778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1A1A"/>
            </a:solidFill>
            <a:prstDash val="solid"/>
          </a:ln>
        </p:spPr>
      </p:sp>
      <p:sp>
        <p:nvSpPr>
          <p:cNvPr id="217" name="Text 211"/>
          <p:cNvSpPr/>
          <p:nvPr/>
        </p:nvSpPr>
        <p:spPr>
          <a:xfrm>
            <a:off x="7601936" y="5598039"/>
            <a:ext cx="17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4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50" dirty="0"/>
          </a:p>
        </p:txBody>
      </p:sp>
      <p:sp>
        <p:nvSpPr>
          <p:cNvPr id="218" name="Shape 212"/>
          <p:cNvSpPr/>
          <p:nvPr/>
        </p:nvSpPr>
        <p:spPr>
          <a:xfrm>
            <a:off x="7919029" y="5598039"/>
            <a:ext cx="177800" cy="1778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1A1A"/>
            </a:solidFill>
            <a:prstDash val="solid"/>
          </a:ln>
        </p:spPr>
      </p:sp>
      <p:sp>
        <p:nvSpPr>
          <p:cNvPr id="219" name="Text 213"/>
          <p:cNvSpPr/>
          <p:nvPr/>
        </p:nvSpPr>
        <p:spPr>
          <a:xfrm>
            <a:off x="7919029" y="5598039"/>
            <a:ext cx="17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4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50" dirty="0"/>
          </a:p>
        </p:txBody>
      </p:sp>
      <p:sp>
        <p:nvSpPr>
          <p:cNvPr id="220" name="Shape 214"/>
          <p:cNvSpPr/>
          <p:nvPr/>
        </p:nvSpPr>
        <p:spPr>
          <a:xfrm>
            <a:off x="8236122" y="5598039"/>
            <a:ext cx="177800" cy="1778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1A1A"/>
            </a:solidFill>
            <a:prstDash val="solid"/>
          </a:ln>
        </p:spPr>
      </p:sp>
      <p:sp>
        <p:nvSpPr>
          <p:cNvPr id="221" name="Text 215"/>
          <p:cNvSpPr/>
          <p:nvPr/>
        </p:nvSpPr>
        <p:spPr>
          <a:xfrm>
            <a:off x="8236122" y="5598039"/>
            <a:ext cx="17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4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50" dirty="0"/>
          </a:p>
        </p:txBody>
      </p:sp>
      <p:sp>
        <p:nvSpPr>
          <p:cNvPr id="222" name="Text 216"/>
          <p:cNvSpPr/>
          <p:nvPr/>
        </p:nvSpPr>
        <p:spPr>
          <a:xfrm>
            <a:off x="6782779" y="6022012"/>
            <a:ext cx="304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7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223" name="Shape 217"/>
          <p:cNvSpPr/>
          <p:nvPr/>
        </p:nvSpPr>
        <p:spPr>
          <a:xfrm>
            <a:off x="7113084" y="6201437"/>
            <a:ext cx="1321221" cy="239232"/>
          </a:xfrm>
          <a:prstGeom prst="roundRect">
            <a:avLst>
              <a:gd name="adj" fmla="val 15289"/>
            </a:avLst>
          </a:prstGeom>
          <a:solidFill>
            <a:srgbClr val="DDD2C6"/>
          </a:solidFill>
          <a:ln w="12700">
            <a:solidFill>
              <a:srgbClr val="800000"/>
            </a:solidFill>
            <a:prstDash val="solid"/>
          </a:ln>
        </p:spPr>
      </p:sp>
      <p:sp>
        <p:nvSpPr>
          <p:cNvPr id="224" name="Shape 218"/>
          <p:cNvSpPr/>
          <p:nvPr/>
        </p:nvSpPr>
        <p:spPr>
          <a:xfrm>
            <a:off x="7284843" y="6228018"/>
            <a:ext cx="177800" cy="1778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1A1A"/>
            </a:solidFill>
            <a:prstDash val="solid"/>
          </a:ln>
        </p:spPr>
      </p:sp>
      <p:sp>
        <p:nvSpPr>
          <p:cNvPr id="225" name="Text 219"/>
          <p:cNvSpPr/>
          <p:nvPr/>
        </p:nvSpPr>
        <p:spPr>
          <a:xfrm>
            <a:off x="7284843" y="6228018"/>
            <a:ext cx="17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4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50" dirty="0"/>
          </a:p>
        </p:txBody>
      </p:sp>
      <p:sp>
        <p:nvSpPr>
          <p:cNvPr id="226" name="Shape 220"/>
          <p:cNvSpPr/>
          <p:nvPr/>
        </p:nvSpPr>
        <p:spPr>
          <a:xfrm>
            <a:off x="7601936" y="6228018"/>
            <a:ext cx="177800" cy="1778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1A1A"/>
            </a:solidFill>
            <a:prstDash val="solid"/>
          </a:ln>
        </p:spPr>
      </p:sp>
      <p:sp>
        <p:nvSpPr>
          <p:cNvPr id="227" name="Text 221"/>
          <p:cNvSpPr/>
          <p:nvPr/>
        </p:nvSpPr>
        <p:spPr>
          <a:xfrm>
            <a:off x="7601936" y="6228018"/>
            <a:ext cx="17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4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50" dirty="0"/>
          </a:p>
        </p:txBody>
      </p:sp>
      <p:sp>
        <p:nvSpPr>
          <p:cNvPr id="228" name="Shape 222"/>
          <p:cNvSpPr/>
          <p:nvPr/>
        </p:nvSpPr>
        <p:spPr>
          <a:xfrm>
            <a:off x="7919029" y="6228018"/>
            <a:ext cx="177800" cy="1778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1A1A"/>
            </a:solidFill>
            <a:prstDash val="solid"/>
          </a:ln>
        </p:spPr>
      </p:sp>
      <p:sp>
        <p:nvSpPr>
          <p:cNvPr id="229" name="Text 223"/>
          <p:cNvSpPr/>
          <p:nvPr/>
        </p:nvSpPr>
        <p:spPr>
          <a:xfrm>
            <a:off x="7919029" y="6228018"/>
            <a:ext cx="17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4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50" dirty="0"/>
          </a:p>
        </p:txBody>
      </p:sp>
      <p:sp>
        <p:nvSpPr>
          <p:cNvPr id="230" name="Shape 224"/>
          <p:cNvSpPr/>
          <p:nvPr/>
        </p:nvSpPr>
        <p:spPr>
          <a:xfrm>
            <a:off x="8236122" y="6228018"/>
            <a:ext cx="177800" cy="1778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A1A1A"/>
            </a:solidFill>
            <a:prstDash val="solid"/>
          </a:ln>
        </p:spPr>
      </p:sp>
      <p:sp>
        <p:nvSpPr>
          <p:cNvPr id="231" name="Text 225"/>
          <p:cNvSpPr/>
          <p:nvPr/>
        </p:nvSpPr>
        <p:spPr>
          <a:xfrm>
            <a:off x="8236122" y="6228018"/>
            <a:ext cx="17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4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50" dirty="0"/>
          </a:p>
        </p:txBody>
      </p:sp>
      <p:sp>
        <p:nvSpPr>
          <p:cNvPr id="232" name="Shape 226"/>
          <p:cNvSpPr/>
          <p:nvPr/>
        </p:nvSpPr>
        <p:spPr>
          <a:xfrm>
            <a:off x="8553215" y="3801138"/>
            <a:ext cx="2298925" cy="2379034"/>
          </a:xfrm>
          <a:prstGeom prst="roundRect">
            <a:avLst>
              <a:gd name="adj" fmla="val 2387"/>
            </a:avLst>
          </a:prstGeom>
          <a:solidFill>
            <a:srgbClr val="D0F8E0"/>
          </a:solidFill>
          <a:ln/>
        </p:spPr>
      </p:sp>
      <p:sp>
        <p:nvSpPr>
          <p:cNvPr id="233" name="Shape 227"/>
          <p:cNvSpPr/>
          <p:nvPr/>
        </p:nvSpPr>
        <p:spPr>
          <a:xfrm>
            <a:off x="8738186" y="4199859"/>
            <a:ext cx="419100" cy="203200"/>
          </a:xfrm>
          <a:prstGeom prst="rect">
            <a:avLst/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234" name="Text 228"/>
          <p:cNvSpPr/>
          <p:nvPr/>
        </p:nvSpPr>
        <p:spPr>
          <a:xfrm>
            <a:off x="8738186" y="4199859"/>
            <a:ext cx="4191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600" b="1" baseline="-40000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  <p:sp>
        <p:nvSpPr>
          <p:cNvPr id="235" name="Shape 229"/>
          <p:cNvSpPr/>
          <p:nvPr/>
        </p:nvSpPr>
        <p:spPr>
          <a:xfrm>
            <a:off x="9213826" y="4199859"/>
            <a:ext cx="419100" cy="203200"/>
          </a:xfrm>
          <a:prstGeom prst="rect">
            <a:avLst/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236" name="Text 230"/>
          <p:cNvSpPr/>
          <p:nvPr/>
        </p:nvSpPr>
        <p:spPr>
          <a:xfrm>
            <a:off x="9213826" y="4199859"/>
            <a:ext cx="4191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600" b="1" baseline="-40000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800" dirty="0"/>
          </a:p>
        </p:txBody>
      </p:sp>
      <p:sp>
        <p:nvSpPr>
          <p:cNvPr id="237" name="Shape 231"/>
          <p:cNvSpPr/>
          <p:nvPr/>
        </p:nvSpPr>
        <p:spPr>
          <a:xfrm>
            <a:off x="9715890" y="4199859"/>
            <a:ext cx="419100" cy="203200"/>
          </a:xfrm>
          <a:prstGeom prst="rect">
            <a:avLst/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238" name="Text 232"/>
          <p:cNvSpPr/>
          <p:nvPr/>
        </p:nvSpPr>
        <p:spPr>
          <a:xfrm>
            <a:off x="9715890" y="4199859"/>
            <a:ext cx="4191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600" b="1" baseline="-40000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800" dirty="0"/>
          </a:p>
        </p:txBody>
      </p:sp>
      <p:sp>
        <p:nvSpPr>
          <p:cNvPr id="239" name="Shape 233"/>
          <p:cNvSpPr/>
          <p:nvPr/>
        </p:nvSpPr>
        <p:spPr>
          <a:xfrm>
            <a:off x="10151893" y="4199859"/>
            <a:ext cx="419100" cy="203200"/>
          </a:xfrm>
          <a:prstGeom prst="rect">
            <a:avLst/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240" name="Text 234"/>
          <p:cNvSpPr/>
          <p:nvPr/>
        </p:nvSpPr>
        <p:spPr>
          <a:xfrm>
            <a:off x="10151893" y="4199859"/>
            <a:ext cx="4191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600" b="1" baseline="-40000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800" dirty="0"/>
          </a:p>
        </p:txBody>
      </p:sp>
      <p:sp>
        <p:nvSpPr>
          <p:cNvPr id="241" name="Shape 235"/>
          <p:cNvSpPr/>
          <p:nvPr/>
        </p:nvSpPr>
        <p:spPr>
          <a:xfrm>
            <a:off x="8738186" y="4665033"/>
            <a:ext cx="419100" cy="203200"/>
          </a:xfrm>
          <a:prstGeom prst="rect">
            <a:avLst/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242" name="Text 236"/>
          <p:cNvSpPr/>
          <p:nvPr/>
        </p:nvSpPr>
        <p:spPr>
          <a:xfrm>
            <a:off x="8738186" y="4665033"/>
            <a:ext cx="4191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600" b="1" baseline="-40000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  <p:sp>
        <p:nvSpPr>
          <p:cNvPr id="243" name="Shape 237"/>
          <p:cNvSpPr/>
          <p:nvPr/>
        </p:nvSpPr>
        <p:spPr>
          <a:xfrm>
            <a:off x="9213826" y="4665033"/>
            <a:ext cx="419100" cy="203200"/>
          </a:xfrm>
          <a:prstGeom prst="rect">
            <a:avLst/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244" name="Text 238"/>
          <p:cNvSpPr/>
          <p:nvPr/>
        </p:nvSpPr>
        <p:spPr>
          <a:xfrm>
            <a:off x="9213826" y="4665033"/>
            <a:ext cx="4191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600" b="1" baseline="-40000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800" dirty="0"/>
          </a:p>
        </p:txBody>
      </p:sp>
      <p:sp>
        <p:nvSpPr>
          <p:cNvPr id="245" name="Shape 239"/>
          <p:cNvSpPr/>
          <p:nvPr/>
        </p:nvSpPr>
        <p:spPr>
          <a:xfrm>
            <a:off x="9715890" y="4665033"/>
            <a:ext cx="419100" cy="203200"/>
          </a:xfrm>
          <a:prstGeom prst="rect">
            <a:avLst/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246" name="Text 240"/>
          <p:cNvSpPr/>
          <p:nvPr/>
        </p:nvSpPr>
        <p:spPr>
          <a:xfrm>
            <a:off x="9715890" y="4665033"/>
            <a:ext cx="4191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600" b="1" baseline="-40000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800" dirty="0"/>
          </a:p>
        </p:txBody>
      </p:sp>
      <p:sp>
        <p:nvSpPr>
          <p:cNvPr id="247" name="Shape 241"/>
          <p:cNvSpPr/>
          <p:nvPr/>
        </p:nvSpPr>
        <p:spPr>
          <a:xfrm>
            <a:off x="10151893" y="4665033"/>
            <a:ext cx="419100" cy="203200"/>
          </a:xfrm>
          <a:prstGeom prst="rect">
            <a:avLst/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248" name="Text 242"/>
          <p:cNvSpPr/>
          <p:nvPr/>
        </p:nvSpPr>
        <p:spPr>
          <a:xfrm>
            <a:off x="10151893" y="4665033"/>
            <a:ext cx="4191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600" b="1" baseline="-40000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800" dirty="0"/>
          </a:p>
        </p:txBody>
      </p:sp>
      <p:sp>
        <p:nvSpPr>
          <p:cNvPr id="249" name="Shape 243"/>
          <p:cNvSpPr/>
          <p:nvPr/>
        </p:nvSpPr>
        <p:spPr>
          <a:xfrm>
            <a:off x="8738186" y="5143498"/>
            <a:ext cx="419100" cy="203200"/>
          </a:xfrm>
          <a:prstGeom prst="rect">
            <a:avLst/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250" name="Text 244"/>
          <p:cNvSpPr/>
          <p:nvPr/>
        </p:nvSpPr>
        <p:spPr>
          <a:xfrm>
            <a:off x="8738186" y="5143498"/>
            <a:ext cx="4191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600" b="1" baseline="-40000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  <p:sp>
        <p:nvSpPr>
          <p:cNvPr id="251" name="Shape 245"/>
          <p:cNvSpPr/>
          <p:nvPr/>
        </p:nvSpPr>
        <p:spPr>
          <a:xfrm>
            <a:off x="9213826" y="5143498"/>
            <a:ext cx="419100" cy="203200"/>
          </a:xfrm>
          <a:prstGeom prst="rect">
            <a:avLst/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252" name="Text 246"/>
          <p:cNvSpPr/>
          <p:nvPr/>
        </p:nvSpPr>
        <p:spPr>
          <a:xfrm>
            <a:off x="9213826" y="5143498"/>
            <a:ext cx="4191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600" b="1" baseline="-40000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800" dirty="0"/>
          </a:p>
        </p:txBody>
      </p:sp>
      <p:sp>
        <p:nvSpPr>
          <p:cNvPr id="253" name="Shape 247"/>
          <p:cNvSpPr/>
          <p:nvPr/>
        </p:nvSpPr>
        <p:spPr>
          <a:xfrm>
            <a:off x="9715890" y="5143498"/>
            <a:ext cx="419100" cy="203200"/>
          </a:xfrm>
          <a:prstGeom prst="rect">
            <a:avLst/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254" name="Text 248"/>
          <p:cNvSpPr/>
          <p:nvPr/>
        </p:nvSpPr>
        <p:spPr>
          <a:xfrm>
            <a:off x="9715890" y="5143498"/>
            <a:ext cx="4191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600" b="1" baseline="-40000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800" dirty="0"/>
          </a:p>
        </p:txBody>
      </p:sp>
      <p:sp>
        <p:nvSpPr>
          <p:cNvPr id="255" name="Shape 249"/>
          <p:cNvSpPr/>
          <p:nvPr/>
        </p:nvSpPr>
        <p:spPr>
          <a:xfrm>
            <a:off x="10151893" y="5143498"/>
            <a:ext cx="419100" cy="203200"/>
          </a:xfrm>
          <a:prstGeom prst="rect">
            <a:avLst/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256" name="Text 250"/>
          <p:cNvSpPr/>
          <p:nvPr/>
        </p:nvSpPr>
        <p:spPr>
          <a:xfrm>
            <a:off x="10151893" y="5143498"/>
            <a:ext cx="4191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600" b="1" baseline="-40000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800" dirty="0"/>
          </a:p>
        </p:txBody>
      </p:sp>
      <p:sp>
        <p:nvSpPr>
          <p:cNvPr id="257" name="Shape 251"/>
          <p:cNvSpPr/>
          <p:nvPr/>
        </p:nvSpPr>
        <p:spPr>
          <a:xfrm>
            <a:off x="8738186" y="5661835"/>
            <a:ext cx="419100" cy="203200"/>
          </a:xfrm>
          <a:prstGeom prst="rect">
            <a:avLst/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258" name="Text 252"/>
          <p:cNvSpPr/>
          <p:nvPr/>
        </p:nvSpPr>
        <p:spPr>
          <a:xfrm>
            <a:off x="8738186" y="5661835"/>
            <a:ext cx="4191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600" b="1" baseline="-40000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  <p:sp>
        <p:nvSpPr>
          <p:cNvPr id="259" name="Shape 253"/>
          <p:cNvSpPr/>
          <p:nvPr/>
        </p:nvSpPr>
        <p:spPr>
          <a:xfrm>
            <a:off x="9213826" y="5661835"/>
            <a:ext cx="419100" cy="203200"/>
          </a:xfrm>
          <a:prstGeom prst="rect">
            <a:avLst/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260" name="Text 254"/>
          <p:cNvSpPr/>
          <p:nvPr/>
        </p:nvSpPr>
        <p:spPr>
          <a:xfrm>
            <a:off x="9213826" y="5661835"/>
            <a:ext cx="4191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600" b="1" baseline="-40000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800" dirty="0"/>
          </a:p>
        </p:txBody>
      </p:sp>
      <p:sp>
        <p:nvSpPr>
          <p:cNvPr id="261" name="Shape 255"/>
          <p:cNvSpPr/>
          <p:nvPr/>
        </p:nvSpPr>
        <p:spPr>
          <a:xfrm>
            <a:off x="9715890" y="5661835"/>
            <a:ext cx="419100" cy="203200"/>
          </a:xfrm>
          <a:prstGeom prst="rect">
            <a:avLst/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262" name="Text 256"/>
          <p:cNvSpPr/>
          <p:nvPr/>
        </p:nvSpPr>
        <p:spPr>
          <a:xfrm>
            <a:off x="9715890" y="5661835"/>
            <a:ext cx="4191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600" b="1" baseline="-40000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800" dirty="0"/>
          </a:p>
        </p:txBody>
      </p:sp>
      <p:sp>
        <p:nvSpPr>
          <p:cNvPr id="263" name="Shape 257"/>
          <p:cNvSpPr/>
          <p:nvPr/>
        </p:nvSpPr>
        <p:spPr>
          <a:xfrm>
            <a:off x="10151893" y="5661835"/>
            <a:ext cx="419100" cy="203200"/>
          </a:xfrm>
          <a:prstGeom prst="rect">
            <a:avLst/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264" name="Text 258"/>
          <p:cNvSpPr/>
          <p:nvPr/>
        </p:nvSpPr>
        <p:spPr>
          <a:xfrm>
            <a:off x="10151893" y="5661835"/>
            <a:ext cx="4191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600" b="1" baseline="-40000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800" dirty="0"/>
          </a:p>
        </p:txBody>
      </p:sp>
      <p:sp>
        <p:nvSpPr>
          <p:cNvPr id="265" name="Shape 259"/>
          <p:cNvSpPr/>
          <p:nvPr/>
        </p:nvSpPr>
        <p:spPr>
          <a:xfrm>
            <a:off x="10878565" y="3934045"/>
            <a:ext cx="528488" cy="2126511"/>
          </a:xfrm>
          <a:prstGeom prst="roundRect">
            <a:avLst>
              <a:gd name="adj" fmla="val 10381"/>
            </a:avLst>
          </a:prstGeom>
          <a:solidFill>
            <a:srgbClr val="D0F8E0"/>
          </a:solidFill>
          <a:ln/>
        </p:spPr>
      </p:sp>
      <p:sp>
        <p:nvSpPr>
          <p:cNvPr id="266" name="Shape 260"/>
          <p:cNvSpPr/>
          <p:nvPr/>
        </p:nvSpPr>
        <p:spPr>
          <a:xfrm>
            <a:off x="11076748" y="4199859"/>
            <a:ext cx="279400" cy="203200"/>
          </a:xfrm>
          <a:prstGeom prst="rect">
            <a:avLst/>
          </a:prstGeom>
          <a:solidFill>
            <a:srgbClr val="FCF9C8"/>
          </a:solidFill>
          <a:ln w="6350">
            <a:solidFill>
              <a:srgbClr val="8B7B3A"/>
            </a:solidFill>
            <a:prstDash val="solid"/>
          </a:ln>
        </p:spPr>
      </p:sp>
      <p:sp>
        <p:nvSpPr>
          <p:cNvPr id="267" name="Text 261"/>
          <p:cNvSpPr/>
          <p:nvPr/>
        </p:nvSpPr>
        <p:spPr>
          <a:xfrm>
            <a:off x="11076748" y="4199859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000" dirty="0"/>
          </a:p>
        </p:txBody>
      </p:sp>
      <p:sp>
        <p:nvSpPr>
          <p:cNvPr id="268" name="Shape 262"/>
          <p:cNvSpPr/>
          <p:nvPr/>
        </p:nvSpPr>
        <p:spPr>
          <a:xfrm>
            <a:off x="11076748" y="4665033"/>
            <a:ext cx="279400" cy="203200"/>
          </a:xfrm>
          <a:prstGeom prst="rect">
            <a:avLst/>
          </a:prstGeom>
          <a:solidFill>
            <a:srgbClr val="FCF9C8"/>
          </a:solidFill>
          <a:ln w="6350">
            <a:solidFill>
              <a:srgbClr val="8B7B3A"/>
            </a:solidFill>
            <a:prstDash val="solid"/>
          </a:ln>
        </p:spPr>
      </p:sp>
      <p:sp>
        <p:nvSpPr>
          <p:cNvPr id="269" name="Text 263"/>
          <p:cNvSpPr/>
          <p:nvPr/>
        </p:nvSpPr>
        <p:spPr>
          <a:xfrm>
            <a:off x="11076748" y="4665033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000" dirty="0"/>
          </a:p>
        </p:txBody>
      </p:sp>
      <p:sp>
        <p:nvSpPr>
          <p:cNvPr id="270" name="Shape 264"/>
          <p:cNvSpPr/>
          <p:nvPr/>
        </p:nvSpPr>
        <p:spPr>
          <a:xfrm>
            <a:off x="11076748" y="5143498"/>
            <a:ext cx="279400" cy="203200"/>
          </a:xfrm>
          <a:prstGeom prst="rect">
            <a:avLst/>
          </a:prstGeom>
          <a:solidFill>
            <a:srgbClr val="FCF9C8"/>
          </a:solidFill>
          <a:ln w="6350">
            <a:solidFill>
              <a:srgbClr val="8B7B3A"/>
            </a:solidFill>
            <a:prstDash val="solid"/>
          </a:ln>
        </p:spPr>
      </p:sp>
      <p:sp>
        <p:nvSpPr>
          <p:cNvPr id="271" name="Text 265"/>
          <p:cNvSpPr/>
          <p:nvPr/>
        </p:nvSpPr>
        <p:spPr>
          <a:xfrm>
            <a:off x="11076748" y="5143498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000" dirty="0"/>
          </a:p>
        </p:txBody>
      </p:sp>
      <p:sp>
        <p:nvSpPr>
          <p:cNvPr id="272" name="Shape 266"/>
          <p:cNvSpPr/>
          <p:nvPr/>
        </p:nvSpPr>
        <p:spPr>
          <a:xfrm>
            <a:off x="11076748" y="5661835"/>
            <a:ext cx="279400" cy="203200"/>
          </a:xfrm>
          <a:prstGeom prst="rect">
            <a:avLst/>
          </a:prstGeom>
          <a:solidFill>
            <a:srgbClr val="FCF9C8"/>
          </a:solidFill>
          <a:ln w="6350">
            <a:solidFill>
              <a:srgbClr val="8B7B3A"/>
            </a:solidFill>
            <a:prstDash val="solid"/>
          </a:ln>
        </p:spPr>
      </p:sp>
      <p:sp>
        <p:nvSpPr>
          <p:cNvPr id="273" name="Text 267"/>
          <p:cNvSpPr/>
          <p:nvPr/>
        </p:nvSpPr>
        <p:spPr>
          <a:xfrm>
            <a:off x="11076748" y="5661835"/>
            <a:ext cx="279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000" dirty="0"/>
          </a:p>
        </p:txBody>
      </p:sp>
      <p:sp>
        <p:nvSpPr>
          <p:cNvPr id="274" name="Text 268"/>
          <p:cNvSpPr/>
          <p:nvPr/>
        </p:nvSpPr>
        <p:spPr>
          <a:xfrm>
            <a:off x="10896387" y="5056960"/>
            <a:ext cx="228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2000" dirty="0"/>
          </a:p>
        </p:txBody>
      </p:sp>
      <p:pic>
        <p:nvPicPr>
          <p:cNvPr id="275" name="Image 4" descr="/home/ahmed/Projects/ai_llm_slides/videos/deep-learning/002_transformers_part2/recreated_pptx/build/assets/s014_brace_tall_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7808" y="3296091"/>
            <a:ext cx="196596" cy="3486882"/>
          </a:xfrm>
          <a:prstGeom prst="rect">
            <a:avLst/>
          </a:prstGeom>
        </p:spPr>
      </p:pic>
      <p:pic>
        <p:nvPicPr>
          <p:cNvPr id="276" name="Image 5" descr="/home/ahmed/Projects/ai_llm_slides/videos/deep-learning/002_transformers_part2/recreated_pptx/build/assets/s014_brace_tall_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73114" y="3389126"/>
            <a:ext cx="189006" cy="328726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71500"/>
            <a:ext cx="11137900" cy="6286500"/>
          </a:xfrm>
          <a:prstGeom prst="rect">
            <a:avLst/>
          </a:prstGeom>
          <a:solidFill>
            <a:srgbClr val="E9E9E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390900" y="1320800"/>
            <a:ext cx="6946900" cy="3352800"/>
          </a:xfrm>
          <a:prstGeom prst="roundRect">
            <a:avLst>
              <a:gd name="adj" fmla="val 4091"/>
            </a:avLst>
          </a:prstGeom>
          <a:solidFill>
            <a:srgbClr val="F7E2CD"/>
          </a:solidFill>
          <a:ln/>
        </p:spPr>
      </p:sp>
      <p:sp>
        <p:nvSpPr>
          <p:cNvPr id="6" name="Shape 4"/>
          <p:cNvSpPr/>
          <p:nvPr/>
        </p:nvSpPr>
        <p:spPr>
          <a:xfrm>
            <a:off x="2832100" y="1549400"/>
            <a:ext cx="6997700" cy="3340100"/>
          </a:xfrm>
          <a:prstGeom prst="roundRect">
            <a:avLst>
              <a:gd name="adj" fmla="val 4106"/>
            </a:avLst>
          </a:prstGeom>
          <a:solidFill>
            <a:srgbClr val="D4FFE5"/>
          </a:solidFill>
          <a:ln/>
        </p:spPr>
      </p:sp>
      <p:sp>
        <p:nvSpPr>
          <p:cNvPr id="7" name="Shape 5"/>
          <p:cNvSpPr/>
          <p:nvPr/>
        </p:nvSpPr>
        <p:spPr>
          <a:xfrm>
            <a:off x="2298700" y="1816100"/>
            <a:ext cx="6934200" cy="3263900"/>
          </a:xfrm>
          <a:prstGeom prst="roundRect">
            <a:avLst>
              <a:gd name="adj" fmla="val 4202"/>
            </a:avLst>
          </a:prstGeom>
          <a:solidFill>
            <a:srgbClr val="F8FF9A"/>
          </a:solidFill>
          <a:ln/>
        </p:spPr>
      </p:sp>
      <p:sp>
        <p:nvSpPr>
          <p:cNvPr id="8" name="Shape 6"/>
          <p:cNvSpPr/>
          <p:nvPr/>
        </p:nvSpPr>
        <p:spPr>
          <a:xfrm>
            <a:off x="1778000" y="2070100"/>
            <a:ext cx="6921500" cy="3263900"/>
          </a:xfrm>
          <a:prstGeom prst="roundRect">
            <a:avLst>
              <a:gd name="adj" fmla="val 4202"/>
            </a:avLst>
          </a:prstGeom>
          <a:solidFill>
            <a:srgbClr val="C5C1F4"/>
          </a:solidFill>
          <a:ln/>
        </p:spPr>
      </p:sp>
      <p:sp>
        <p:nvSpPr>
          <p:cNvPr id="9" name="Shape 7"/>
          <p:cNvSpPr/>
          <p:nvPr/>
        </p:nvSpPr>
        <p:spPr>
          <a:xfrm>
            <a:off x="1155700" y="2362200"/>
            <a:ext cx="6959600" cy="3213100"/>
          </a:xfrm>
          <a:prstGeom prst="roundRect">
            <a:avLst>
              <a:gd name="adj" fmla="val 4269"/>
            </a:avLst>
          </a:prstGeom>
          <a:solidFill>
            <a:srgbClr val="EF8C96"/>
          </a:solidFill>
          <a:ln/>
        </p:spPr>
      </p:sp>
      <p:sp>
        <p:nvSpPr>
          <p:cNvPr id="10" name="Shape 8"/>
          <p:cNvSpPr/>
          <p:nvPr/>
        </p:nvSpPr>
        <p:spPr>
          <a:xfrm>
            <a:off x="1193800" y="3124200"/>
            <a:ext cx="889000" cy="1397000"/>
          </a:xfrm>
          <a:prstGeom prst="ellipse">
            <a:avLst/>
          </a:prstGeom>
          <a:solidFill>
            <a:srgbClr val="E8843C"/>
          </a:solidFill>
          <a:ln/>
        </p:spPr>
      </p:sp>
      <p:sp>
        <p:nvSpPr>
          <p:cNvPr id="11" name="Shape 9"/>
          <p:cNvSpPr/>
          <p:nvPr/>
        </p:nvSpPr>
        <p:spPr>
          <a:xfrm>
            <a:off x="1143000" y="2870200"/>
            <a:ext cx="838200" cy="1562100"/>
          </a:xfrm>
          <a:prstGeom prst="ellipse">
            <a:avLst/>
          </a:prstGeom>
          <a:solidFill>
            <a:srgbClr val="EABC78"/>
          </a:solidFill>
          <a:ln w="12700">
            <a:solidFill>
              <a:srgbClr val="C8843C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2908300" y="2667000"/>
            <a:ext cx="749300" cy="1816100"/>
          </a:xfrm>
          <a:prstGeom prst="roundRect">
            <a:avLst>
              <a:gd name="adj" fmla="val 3661"/>
            </a:avLst>
          </a:prstGeom>
          <a:solidFill>
            <a:srgbClr val="D8C0B4"/>
          </a:solidFill>
          <a:ln w="9525">
            <a:solidFill>
              <a:srgbClr val="7A6A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08300" y="2692400"/>
            <a:ext cx="7493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00"/>
              </a:lnSpc>
              <a:buNone/>
            </a:pPr>
            <a:r>
              <a:rPr lang="en-US" sz="600" b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Dot</a:t>
            </a:r>
            <a:endParaRPr lang="en-US" sz="600" dirty="0"/>
          </a:p>
          <a:p>
            <a:pPr algn="ctr" indent="0" marL="0">
              <a:lnSpc>
                <a:spcPts val="700"/>
              </a:lnSpc>
              <a:buNone/>
            </a:pPr>
            <a:r>
              <a:rPr lang="en-US" sz="600" b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</a:t>
            </a:r>
            <a:endParaRPr lang="en-US" sz="600" dirty="0"/>
          </a:p>
        </p:txBody>
      </p:sp>
      <p:sp>
        <p:nvSpPr>
          <p:cNvPr id="14" name="Shape 12"/>
          <p:cNvSpPr/>
          <p:nvPr/>
        </p:nvSpPr>
        <p:spPr>
          <a:xfrm>
            <a:off x="2895600" y="3149600"/>
            <a:ext cx="558800" cy="0"/>
          </a:xfrm>
          <a:prstGeom prst="line">
            <a:avLst/>
          </a:prstGeom>
          <a:noFill/>
          <a:ln w="11430">
            <a:solidFill>
              <a:srgbClr val="6C86D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971800" y="3492500"/>
            <a:ext cx="355600" cy="0"/>
          </a:xfrm>
          <a:prstGeom prst="line">
            <a:avLst/>
          </a:prstGeom>
          <a:noFill/>
          <a:ln w="11430">
            <a:solidFill>
              <a:srgbClr val="6C86D8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895600" y="3835400"/>
            <a:ext cx="266700" cy="0"/>
          </a:xfrm>
          <a:prstGeom prst="line">
            <a:avLst/>
          </a:prstGeom>
          <a:noFill/>
          <a:ln w="11430">
            <a:solidFill>
              <a:srgbClr val="6C86D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781300" y="4191000"/>
            <a:ext cx="228600" cy="0"/>
          </a:xfrm>
          <a:prstGeom prst="line">
            <a:avLst/>
          </a:prstGeom>
          <a:noFill/>
          <a:ln w="11430">
            <a:solidFill>
              <a:srgbClr val="6C86D8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2324100" y="2921000"/>
            <a:ext cx="647700" cy="1447800"/>
          </a:xfrm>
          <a:prstGeom prst="ellipse">
            <a:avLst/>
          </a:prstGeom>
          <a:solidFill>
            <a:srgbClr val="4FE07C">
              <a:alpha val="75000"/>
            </a:srgbClr>
          </a:solidFill>
          <a:ln w="9525">
            <a:solidFill>
              <a:srgbClr val="2E7D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451100" y="3352800"/>
            <a:ext cx="228600" cy="133350"/>
          </a:xfrm>
          <a:prstGeom prst="rect">
            <a:avLst/>
          </a:prstGeom>
          <a:solidFill>
            <a:srgbClr val="7DF2A2"/>
          </a:solidFill>
          <a:ln w="9525">
            <a:solidFill>
              <a:srgbClr val="2E8B5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27300" y="3352800"/>
            <a:ext cx="76200" cy="133350"/>
          </a:xfrm>
          <a:prstGeom prst="rect">
            <a:avLst/>
          </a:prstGeom>
          <a:solidFill>
            <a:srgbClr val="E2FFE8"/>
          </a:solidFill>
          <a:ln w="6350">
            <a:solidFill>
              <a:srgbClr val="2E8B5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17800" y="3352800"/>
            <a:ext cx="2032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b="1" dirty="0">
                <a:solidFill>
                  <a:srgbClr val="2E7D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buNone/>
            </a:pPr>
            <a:r>
              <a:rPr lang="en-US" sz="420" b="1" baseline="-40000" dirty="0">
                <a:solidFill>
                  <a:srgbClr val="2E7D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50" dirty="0"/>
          </a:p>
        </p:txBody>
      </p:sp>
      <p:sp>
        <p:nvSpPr>
          <p:cNvPr id="22" name="Shape 20"/>
          <p:cNvSpPr/>
          <p:nvPr/>
        </p:nvSpPr>
        <p:spPr>
          <a:xfrm>
            <a:off x="2451100" y="3708400"/>
            <a:ext cx="228600" cy="133350"/>
          </a:xfrm>
          <a:prstGeom prst="rect">
            <a:avLst/>
          </a:prstGeom>
          <a:solidFill>
            <a:srgbClr val="7DF2A2"/>
          </a:solidFill>
          <a:ln w="9525">
            <a:solidFill>
              <a:srgbClr val="2E8B5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27300" y="3708400"/>
            <a:ext cx="76200" cy="133350"/>
          </a:xfrm>
          <a:prstGeom prst="rect">
            <a:avLst/>
          </a:prstGeom>
          <a:solidFill>
            <a:srgbClr val="E2FFE8"/>
          </a:solidFill>
          <a:ln w="6350">
            <a:solidFill>
              <a:srgbClr val="2E8B5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17800" y="3708400"/>
            <a:ext cx="2032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b="1" dirty="0">
                <a:solidFill>
                  <a:srgbClr val="2E7D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buNone/>
            </a:pPr>
            <a:r>
              <a:rPr lang="en-US" sz="420" b="1" baseline="-40000" dirty="0">
                <a:solidFill>
                  <a:srgbClr val="2E7D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50" dirty="0"/>
          </a:p>
        </p:txBody>
      </p:sp>
      <p:sp>
        <p:nvSpPr>
          <p:cNvPr id="25" name="Shape 23"/>
          <p:cNvSpPr/>
          <p:nvPr/>
        </p:nvSpPr>
        <p:spPr>
          <a:xfrm>
            <a:off x="2451100" y="4064000"/>
            <a:ext cx="228600" cy="133350"/>
          </a:xfrm>
          <a:prstGeom prst="rect">
            <a:avLst/>
          </a:prstGeom>
          <a:solidFill>
            <a:srgbClr val="7DF2A2"/>
          </a:solidFill>
          <a:ln w="9525">
            <a:solidFill>
              <a:srgbClr val="2E8B5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527300" y="4064000"/>
            <a:ext cx="76200" cy="133350"/>
          </a:xfrm>
          <a:prstGeom prst="rect">
            <a:avLst/>
          </a:prstGeom>
          <a:solidFill>
            <a:srgbClr val="E2FFE8"/>
          </a:solidFill>
          <a:ln w="6350">
            <a:solidFill>
              <a:srgbClr val="2E8B5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717800" y="4064000"/>
            <a:ext cx="2032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b="1" dirty="0">
                <a:solidFill>
                  <a:srgbClr val="2E7D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buNone/>
            </a:pPr>
            <a:r>
              <a:rPr lang="en-US" sz="420" b="1" baseline="-40000" dirty="0">
                <a:solidFill>
                  <a:srgbClr val="2E7D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50" dirty="0"/>
          </a:p>
        </p:txBody>
      </p:sp>
      <p:sp>
        <p:nvSpPr>
          <p:cNvPr id="28" name="Shape 26"/>
          <p:cNvSpPr/>
          <p:nvPr/>
        </p:nvSpPr>
        <p:spPr>
          <a:xfrm>
            <a:off x="2451100" y="4368800"/>
            <a:ext cx="228600" cy="133350"/>
          </a:xfrm>
          <a:prstGeom prst="rect">
            <a:avLst/>
          </a:prstGeom>
          <a:solidFill>
            <a:srgbClr val="7DF2A2"/>
          </a:solidFill>
          <a:ln w="9525">
            <a:solidFill>
              <a:srgbClr val="2E8B5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527300" y="4368800"/>
            <a:ext cx="76200" cy="133350"/>
          </a:xfrm>
          <a:prstGeom prst="rect">
            <a:avLst/>
          </a:prstGeom>
          <a:solidFill>
            <a:srgbClr val="E2FFE8"/>
          </a:solidFill>
          <a:ln w="6350">
            <a:solidFill>
              <a:srgbClr val="2E8B5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717800" y="4368800"/>
            <a:ext cx="2032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b="1" dirty="0">
                <a:solidFill>
                  <a:srgbClr val="2E7D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buNone/>
            </a:pPr>
            <a:r>
              <a:rPr lang="en-US" sz="420" b="1" baseline="-40000" dirty="0">
                <a:solidFill>
                  <a:srgbClr val="2E7D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550" dirty="0"/>
          </a:p>
        </p:txBody>
      </p:sp>
      <p:sp>
        <p:nvSpPr>
          <p:cNvPr id="31" name="Shape 29"/>
          <p:cNvSpPr/>
          <p:nvPr/>
        </p:nvSpPr>
        <p:spPr>
          <a:xfrm>
            <a:off x="1193800" y="3079750"/>
            <a:ext cx="116840" cy="139700"/>
          </a:xfrm>
          <a:prstGeom prst="rect">
            <a:avLst/>
          </a:prstGeom>
          <a:solidFill>
            <a:srgbClr val="F0B460"/>
          </a:solidFill>
          <a:ln w="6350">
            <a:solidFill>
              <a:srgbClr val="D8905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310640" y="3079750"/>
            <a:ext cx="116840" cy="139700"/>
          </a:xfrm>
          <a:prstGeom prst="rect">
            <a:avLst/>
          </a:prstGeom>
          <a:solidFill>
            <a:srgbClr val="F0B460"/>
          </a:solidFill>
          <a:ln w="6350">
            <a:solidFill>
              <a:srgbClr val="D8905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427480" y="3079750"/>
            <a:ext cx="116840" cy="139700"/>
          </a:xfrm>
          <a:prstGeom prst="rect">
            <a:avLst/>
          </a:prstGeom>
          <a:solidFill>
            <a:srgbClr val="F0B460"/>
          </a:solidFill>
          <a:ln w="6350">
            <a:solidFill>
              <a:srgbClr val="D8905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544320" y="3079750"/>
            <a:ext cx="116840" cy="139700"/>
          </a:xfrm>
          <a:prstGeom prst="rect">
            <a:avLst/>
          </a:prstGeom>
          <a:solidFill>
            <a:srgbClr val="F0B460"/>
          </a:solidFill>
          <a:ln w="6350">
            <a:solidFill>
              <a:srgbClr val="D8905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661160" y="3079750"/>
            <a:ext cx="116840" cy="139700"/>
          </a:xfrm>
          <a:prstGeom prst="rect">
            <a:avLst/>
          </a:prstGeom>
          <a:solidFill>
            <a:srgbClr val="F0B460"/>
          </a:solidFill>
          <a:ln w="6350">
            <a:solidFill>
              <a:srgbClr val="D8905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282700" y="3079750"/>
            <a:ext cx="2286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75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00" dirty="0"/>
          </a:p>
        </p:txBody>
      </p:sp>
      <p:sp>
        <p:nvSpPr>
          <p:cNvPr id="37" name="Shape 35"/>
          <p:cNvSpPr/>
          <p:nvPr/>
        </p:nvSpPr>
        <p:spPr>
          <a:xfrm>
            <a:off x="1866900" y="3149600"/>
            <a:ext cx="177800" cy="0"/>
          </a:xfrm>
          <a:prstGeom prst="line">
            <a:avLst/>
          </a:prstGeom>
          <a:noFill/>
          <a:ln w="12700">
            <a:solidFill>
              <a:srgbClr val="C05010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2057400" y="3067050"/>
            <a:ext cx="279400" cy="165100"/>
          </a:xfrm>
          <a:prstGeom prst="rect">
            <a:avLst/>
          </a:prstGeom>
          <a:solidFill>
            <a:srgbClr val="E6B66C"/>
          </a:solidFill>
          <a:ln w="12700">
            <a:solidFill>
              <a:srgbClr val="2E7D4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057400" y="3067050"/>
            <a:ext cx="2794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40" b="1" baseline="-40000" dirty="0">
                <a:solidFill>
                  <a:srgbClr val="2E7D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ctr" indent="0" marL="0">
              <a:buNone/>
            </a:pPr>
            <a:r>
              <a:rPr lang="en-US" sz="413" b="1" baseline="3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(0)</a:t>
            </a:r>
            <a:endParaRPr lang="en-US" sz="550" dirty="0"/>
          </a:p>
        </p:txBody>
      </p:sp>
      <p:sp>
        <p:nvSpPr>
          <p:cNvPr id="40" name="Shape 38"/>
          <p:cNvSpPr/>
          <p:nvPr/>
        </p:nvSpPr>
        <p:spPr>
          <a:xfrm>
            <a:off x="1193800" y="3448050"/>
            <a:ext cx="116840" cy="139700"/>
          </a:xfrm>
          <a:prstGeom prst="rect">
            <a:avLst/>
          </a:prstGeom>
          <a:solidFill>
            <a:srgbClr val="F0B460"/>
          </a:solidFill>
          <a:ln w="6350">
            <a:solidFill>
              <a:srgbClr val="D8905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310640" y="3448050"/>
            <a:ext cx="116840" cy="139700"/>
          </a:xfrm>
          <a:prstGeom prst="rect">
            <a:avLst/>
          </a:prstGeom>
          <a:solidFill>
            <a:srgbClr val="F0B460"/>
          </a:solidFill>
          <a:ln w="6350">
            <a:solidFill>
              <a:srgbClr val="D8905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427480" y="3448050"/>
            <a:ext cx="116840" cy="139700"/>
          </a:xfrm>
          <a:prstGeom prst="rect">
            <a:avLst/>
          </a:prstGeom>
          <a:solidFill>
            <a:srgbClr val="F0B460"/>
          </a:solidFill>
          <a:ln w="6350">
            <a:solidFill>
              <a:srgbClr val="D8905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544320" y="3448050"/>
            <a:ext cx="116840" cy="139700"/>
          </a:xfrm>
          <a:prstGeom prst="rect">
            <a:avLst/>
          </a:prstGeom>
          <a:solidFill>
            <a:srgbClr val="F0B460"/>
          </a:solidFill>
          <a:ln w="6350">
            <a:solidFill>
              <a:srgbClr val="D8905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661160" y="3448050"/>
            <a:ext cx="116840" cy="139700"/>
          </a:xfrm>
          <a:prstGeom prst="rect">
            <a:avLst/>
          </a:prstGeom>
          <a:solidFill>
            <a:srgbClr val="F0B460"/>
          </a:solidFill>
          <a:ln w="6350">
            <a:solidFill>
              <a:srgbClr val="D8905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282700" y="3448050"/>
            <a:ext cx="2286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75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00" dirty="0"/>
          </a:p>
        </p:txBody>
      </p:sp>
      <p:sp>
        <p:nvSpPr>
          <p:cNvPr id="46" name="Shape 44"/>
          <p:cNvSpPr/>
          <p:nvPr/>
        </p:nvSpPr>
        <p:spPr>
          <a:xfrm>
            <a:off x="1866900" y="3517900"/>
            <a:ext cx="177800" cy="0"/>
          </a:xfrm>
          <a:prstGeom prst="line">
            <a:avLst/>
          </a:prstGeom>
          <a:noFill/>
          <a:ln w="12700">
            <a:solidFill>
              <a:srgbClr val="C05010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2057400" y="3435350"/>
            <a:ext cx="279400" cy="165100"/>
          </a:xfrm>
          <a:prstGeom prst="rect">
            <a:avLst/>
          </a:prstGeom>
          <a:solidFill>
            <a:srgbClr val="E6B66C"/>
          </a:solidFill>
          <a:ln w="12700">
            <a:solidFill>
              <a:srgbClr val="2E7D4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057400" y="3435350"/>
            <a:ext cx="2794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40" b="1" baseline="-40000" dirty="0">
                <a:solidFill>
                  <a:srgbClr val="2E7D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ctr" indent="0" marL="0">
              <a:buNone/>
            </a:pPr>
            <a:r>
              <a:rPr lang="en-US" sz="413" b="1" baseline="3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(0)</a:t>
            </a:r>
            <a:endParaRPr lang="en-US" sz="550" dirty="0"/>
          </a:p>
        </p:txBody>
      </p:sp>
      <p:sp>
        <p:nvSpPr>
          <p:cNvPr id="49" name="Shape 47"/>
          <p:cNvSpPr/>
          <p:nvPr/>
        </p:nvSpPr>
        <p:spPr>
          <a:xfrm>
            <a:off x="1193800" y="3803650"/>
            <a:ext cx="116840" cy="139700"/>
          </a:xfrm>
          <a:prstGeom prst="rect">
            <a:avLst/>
          </a:prstGeom>
          <a:solidFill>
            <a:srgbClr val="F0B460"/>
          </a:solidFill>
          <a:ln w="6350">
            <a:solidFill>
              <a:srgbClr val="D8905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310640" y="3803650"/>
            <a:ext cx="116840" cy="139700"/>
          </a:xfrm>
          <a:prstGeom prst="rect">
            <a:avLst/>
          </a:prstGeom>
          <a:solidFill>
            <a:srgbClr val="F0B460"/>
          </a:solidFill>
          <a:ln w="6350">
            <a:solidFill>
              <a:srgbClr val="D8905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427480" y="3803650"/>
            <a:ext cx="116840" cy="139700"/>
          </a:xfrm>
          <a:prstGeom prst="rect">
            <a:avLst/>
          </a:prstGeom>
          <a:solidFill>
            <a:srgbClr val="F0B460"/>
          </a:solidFill>
          <a:ln w="6350">
            <a:solidFill>
              <a:srgbClr val="D8905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544320" y="3803650"/>
            <a:ext cx="116840" cy="139700"/>
          </a:xfrm>
          <a:prstGeom prst="rect">
            <a:avLst/>
          </a:prstGeom>
          <a:solidFill>
            <a:srgbClr val="F0B460"/>
          </a:solidFill>
          <a:ln w="6350">
            <a:solidFill>
              <a:srgbClr val="D89058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661160" y="3803650"/>
            <a:ext cx="116840" cy="139700"/>
          </a:xfrm>
          <a:prstGeom prst="rect">
            <a:avLst/>
          </a:prstGeom>
          <a:solidFill>
            <a:srgbClr val="F0B460"/>
          </a:solidFill>
          <a:ln w="6350">
            <a:solidFill>
              <a:srgbClr val="D8905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282700" y="3803650"/>
            <a:ext cx="2286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75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00" dirty="0"/>
          </a:p>
        </p:txBody>
      </p:sp>
      <p:sp>
        <p:nvSpPr>
          <p:cNvPr id="55" name="Shape 53"/>
          <p:cNvSpPr/>
          <p:nvPr/>
        </p:nvSpPr>
        <p:spPr>
          <a:xfrm>
            <a:off x="1866900" y="3873500"/>
            <a:ext cx="177800" cy="0"/>
          </a:xfrm>
          <a:prstGeom prst="line">
            <a:avLst/>
          </a:prstGeom>
          <a:noFill/>
          <a:ln w="12700">
            <a:solidFill>
              <a:srgbClr val="C05010"/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2057400" y="3790950"/>
            <a:ext cx="279400" cy="165100"/>
          </a:xfrm>
          <a:prstGeom prst="rect">
            <a:avLst/>
          </a:prstGeom>
          <a:solidFill>
            <a:srgbClr val="E6B66C"/>
          </a:solidFill>
          <a:ln w="12700">
            <a:solidFill>
              <a:srgbClr val="2E7D4A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057400" y="3790950"/>
            <a:ext cx="2794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40" b="1" baseline="-40000" dirty="0">
                <a:solidFill>
                  <a:srgbClr val="2E7D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ctr" indent="0" marL="0">
              <a:buNone/>
            </a:pPr>
            <a:r>
              <a:rPr lang="en-US" sz="413" b="1" baseline="3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(0)</a:t>
            </a:r>
            <a:endParaRPr lang="en-US" sz="550" dirty="0"/>
          </a:p>
        </p:txBody>
      </p:sp>
      <p:sp>
        <p:nvSpPr>
          <p:cNvPr id="58" name="Shape 56"/>
          <p:cNvSpPr/>
          <p:nvPr/>
        </p:nvSpPr>
        <p:spPr>
          <a:xfrm>
            <a:off x="1193800" y="4171950"/>
            <a:ext cx="116840" cy="139700"/>
          </a:xfrm>
          <a:prstGeom prst="rect">
            <a:avLst/>
          </a:prstGeom>
          <a:solidFill>
            <a:srgbClr val="F0B460"/>
          </a:solidFill>
          <a:ln w="6350">
            <a:solidFill>
              <a:srgbClr val="D89058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310640" y="4171950"/>
            <a:ext cx="116840" cy="139700"/>
          </a:xfrm>
          <a:prstGeom prst="rect">
            <a:avLst/>
          </a:prstGeom>
          <a:solidFill>
            <a:srgbClr val="F0B460"/>
          </a:solidFill>
          <a:ln w="6350">
            <a:solidFill>
              <a:srgbClr val="D89058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427480" y="4171950"/>
            <a:ext cx="116840" cy="139700"/>
          </a:xfrm>
          <a:prstGeom prst="rect">
            <a:avLst/>
          </a:prstGeom>
          <a:solidFill>
            <a:srgbClr val="F0B460"/>
          </a:solidFill>
          <a:ln w="6350">
            <a:solidFill>
              <a:srgbClr val="D8905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544320" y="4171950"/>
            <a:ext cx="116840" cy="139700"/>
          </a:xfrm>
          <a:prstGeom prst="rect">
            <a:avLst/>
          </a:prstGeom>
          <a:solidFill>
            <a:srgbClr val="F0B460"/>
          </a:solidFill>
          <a:ln w="6350">
            <a:solidFill>
              <a:srgbClr val="D89058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661160" y="4171950"/>
            <a:ext cx="116840" cy="139700"/>
          </a:xfrm>
          <a:prstGeom prst="rect">
            <a:avLst/>
          </a:prstGeom>
          <a:solidFill>
            <a:srgbClr val="F0B460"/>
          </a:solidFill>
          <a:ln w="6350">
            <a:solidFill>
              <a:srgbClr val="D89058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1282700" y="4171950"/>
            <a:ext cx="2286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75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500" dirty="0"/>
          </a:p>
        </p:txBody>
      </p:sp>
      <p:sp>
        <p:nvSpPr>
          <p:cNvPr id="64" name="Shape 62"/>
          <p:cNvSpPr/>
          <p:nvPr/>
        </p:nvSpPr>
        <p:spPr>
          <a:xfrm>
            <a:off x="1866900" y="4241800"/>
            <a:ext cx="177800" cy="0"/>
          </a:xfrm>
          <a:prstGeom prst="line">
            <a:avLst/>
          </a:prstGeom>
          <a:noFill/>
          <a:ln w="12700">
            <a:solidFill>
              <a:srgbClr val="C05010"/>
            </a:solidFill>
            <a:prstDash val="solid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2057400" y="4159250"/>
            <a:ext cx="279400" cy="165100"/>
          </a:xfrm>
          <a:prstGeom prst="rect">
            <a:avLst/>
          </a:prstGeom>
          <a:solidFill>
            <a:srgbClr val="E6B66C"/>
          </a:solidFill>
          <a:ln w="12700">
            <a:solidFill>
              <a:srgbClr val="2E7D4A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2057400" y="4159250"/>
            <a:ext cx="2794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40" b="1" baseline="-40000" dirty="0">
                <a:solidFill>
                  <a:srgbClr val="2E7D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ctr" indent="0" marL="0">
              <a:buNone/>
            </a:pPr>
            <a:r>
              <a:rPr lang="en-US" sz="413" b="1" baseline="3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(0)</a:t>
            </a:r>
            <a:endParaRPr lang="en-US" sz="550" dirty="0"/>
          </a:p>
        </p:txBody>
      </p:sp>
      <p:sp>
        <p:nvSpPr>
          <p:cNvPr id="67" name="Shape 65"/>
          <p:cNvSpPr/>
          <p:nvPr/>
        </p:nvSpPr>
        <p:spPr>
          <a:xfrm>
            <a:off x="3486150" y="3060700"/>
            <a:ext cx="152400" cy="152400"/>
          </a:xfrm>
          <a:prstGeom prst="ellipse">
            <a:avLst/>
          </a:prstGeom>
          <a:solidFill>
            <a:srgbClr val="9DB4F0"/>
          </a:solidFill>
          <a:ln/>
        </p:spPr>
      </p:sp>
      <p:sp>
        <p:nvSpPr>
          <p:cNvPr id="68" name="Shape 66"/>
          <p:cNvSpPr/>
          <p:nvPr/>
        </p:nvSpPr>
        <p:spPr>
          <a:xfrm>
            <a:off x="3517900" y="3092450"/>
            <a:ext cx="88900" cy="88900"/>
          </a:xfrm>
          <a:prstGeom prst="ellipse">
            <a:avLst/>
          </a:prstGeom>
          <a:solidFill>
            <a:srgbClr val="2B4BD0"/>
          </a:solidFill>
          <a:ln/>
        </p:spPr>
      </p:sp>
      <p:sp>
        <p:nvSpPr>
          <p:cNvPr id="69" name="Shape 67"/>
          <p:cNvSpPr/>
          <p:nvPr/>
        </p:nvSpPr>
        <p:spPr>
          <a:xfrm>
            <a:off x="3346450" y="3378200"/>
            <a:ext cx="152400" cy="152400"/>
          </a:xfrm>
          <a:prstGeom prst="ellipse">
            <a:avLst/>
          </a:prstGeom>
          <a:solidFill>
            <a:srgbClr val="9DB4F0"/>
          </a:solidFill>
          <a:ln/>
        </p:spPr>
      </p:sp>
      <p:sp>
        <p:nvSpPr>
          <p:cNvPr id="70" name="Shape 68"/>
          <p:cNvSpPr/>
          <p:nvPr/>
        </p:nvSpPr>
        <p:spPr>
          <a:xfrm>
            <a:off x="3378200" y="3409950"/>
            <a:ext cx="88900" cy="88900"/>
          </a:xfrm>
          <a:prstGeom prst="ellipse">
            <a:avLst/>
          </a:prstGeom>
          <a:solidFill>
            <a:srgbClr val="2B4BD0"/>
          </a:solidFill>
          <a:ln/>
        </p:spPr>
      </p:sp>
      <p:sp>
        <p:nvSpPr>
          <p:cNvPr id="71" name="Shape 69"/>
          <p:cNvSpPr/>
          <p:nvPr/>
        </p:nvSpPr>
        <p:spPr>
          <a:xfrm>
            <a:off x="3155950" y="3784600"/>
            <a:ext cx="152400" cy="152400"/>
          </a:xfrm>
          <a:prstGeom prst="ellipse">
            <a:avLst/>
          </a:prstGeom>
          <a:solidFill>
            <a:srgbClr val="9DB4F0"/>
          </a:solidFill>
          <a:ln/>
        </p:spPr>
      </p:sp>
      <p:sp>
        <p:nvSpPr>
          <p:cNvPr id="72" name="Shape 70"/>
          <p:cNvSpPr/>
          <p:nvPr/>
        </p:nvSpPr>
        <p:spPr>
          <a:xfrm>
            <a:off x="3187700" y="3816350"/>
            <a:ext cx="88900" cy="88900"/>
          </a:xfrm>
          <a:prstGeom prst="ellipse">
            <a:avLst/>
          </a:prstGeom>
          <a:solidFill>
            <a:srgbClr val="2B4BD0"/>
          </a:solidFill>
          <a:ln/>
        </p:spPr>
      </p:sp>
      <p:sp>
        <p:nvSpPr>
          <p:cNvPr id="73" name="Shape 71"/>
          <p:cNvSpPr/>
          <p:nvPr/>
        </p:nvSpPr>
        <p:spPr>
          <a:xfrm>
            <a:off x="3022600" y="4152900"/>
            <a:ext cx="152400" cy="152400"/>
          </a:xfrm>
          <a:prstGeom prst="ellipse">
            <a:avLst/>
          </a:prstGeom>
          <a:solidFill>
            <a:srgbClr val="9DB4F0"/>
          </a:solidFill>
          <a:ln/>
        </p:spPr>
      </p:sp>
      <p:sp>
        <p:nvSpPr>
          <p:cNvPr id="74" name="Shape 72"/>
          <p:cNvSpPr/>
          <p:nvPr/>
        </p:nvSpPr>
        <p:spPr>
          <a:xfrm>
            <a:off x="3054350" y="4184650"/>
            <a:ext cx="88900" cy="88900"/>
          </a:xfrm>
          <a:prstGeom prst="ellipse">
            <a:avLst/>
          </a:prstGeom>
          <a:solidFill>
            <a:srgbClr val="2B4BD0"/>
          </a:solidFill>
          <a:ln/>
        </p:spPr>
      </p:sp>
      <p:sp>
        <p:nvSpPr>
          <p:cNvPr id="75" name="Shape 73"/>
          <p:cNvSpPr/>
          <p:nvPr/>
        </p:nvSpPr>
        <p:spPr>
          <a:xfrm flipH="1">
            <a:off x="3302000" y="3136900"/>
            <a:ext cx="260350" cy="1320800"/>
          </a:xfrm>
          <a:prstGeom prst="line">
            <a:avLst/>
          </a:prstGeom>
          <a:noFill/>
          <a:ln w="6350">
            <a:solidFill>
              <a:srgbClr val="B9C4E8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 flipH="1">
            <a:off x="3302000" y="3454400"/>
            <a:ext cx="120650" cy="1003300"/>
          </a:xfrm>
          <a:prstGeom prst="line">
            <a:avLst/>
          </a:prstGeom>
          <a:noFill/>
          <a:ln w="6350">
            <a:solidFill>
              <a:srgbClr val="B9C4E8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3232150" y="3860800"/>
            <a:ext cx="69850" cy="596900"/>
          </a:xfrm>
          <a:prstGeom prst="line">
            <a:avLst/>
          </a:prstGeom>
          <a:noFill/>
          <a:ln w="6350">
            <a:solidFill>
              <a:srgbClr val="B9C4E8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3098800" y="4229100"/>
            <a:ext cx="203200" cy="228600"/>
          </a:xfrm>
          <a:prstGeom prst="line">
            <a:avLst/>
          </a:prstGeom>
          <a:noFill/>
          <a:ln w="6350">
            <a:solidFill>
              <a:srgbClr val="B9C4E8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3638550" y="3136900"/>
            <a:ext cx="33655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  <a:tailEnd type="triangle"/>
          </a:ln>
        </p:spPr>
      </p:sp>
      <p:sp>
        <p:nvSpPr>
          <p:cNvPr id="80" name="Shape 78"/>
          <p:cNvSpPr/>
          <p:nvPr/>
        </p:nvSpPr>
        <p:spPr>
          <a:xfrm>
            <a:off x="3632200" y="3454400"/>
            <a:ext cx="3429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  <a:tailEnd type="triangle"/>
          </a:ln>
        </p:spPr>
      </p:sp>
      <p:sp>
        <p:nvSpPr>
          <p:cNvPr id="81" name="Shape 79"/>
          <p:cNvSpPr/>
          <p:nvPr/>
        </p:nvSpPr>
        <p:spPr>
          <a:xfrm>
            <a:off x="3632200" y="3860800"/>
            <a:ext cx="3429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  <a:tailEnd type="triangle"/>
          </a:ln>
        </p:spPr>
      </p:sp>
      <p:sp>
        <p:nvSpPr>
          <p:cNvPr id="82" name="Shape 80"/>
          <p:cNvSpPr/>
          <p:nvPr/>
        </p:nvSpPr>
        <p:spPr>
          <a:xfrm>
            <a:off x="3632200" y="4229100"/>
            <a:ext cx="3429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  <a:tailEnd type="triangle"/>
          </a:ln>
        </p:spPr>
      </p:sp>
      <p:sp>
        <p:nvSpPr>
          <p:cNvPr id="83" name="Text 81"/>
          <p:cNvSpPr/>
          <p:nvPr/>
        </p:nvSpPr>
        <p:spPr>
          <a:xfrm>
            <a:off x="3708400" y="2679700"/>
            <a:ext cx="355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1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buNone/>
            </a:pPr>
            <a:r>
              <a:rPr lang="en-US" sz="1000" dirty="0">
                <a:solidFill>
                  <a:srgbClr val="8B1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pPr algn="l" indent="0" marL="0">
              <a:buNone/>
            </a:pPr>
            <a:r>
              <a:rPr lang="en-US" sz="1000" dirty="0">
                <a:solidFill>
                  <a:srgbClr val="8B1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endParaRPr lang="en-US" sz="1000" dirty="0"/>
          </a:p>
        </p:txBody>
      </p:sp>
      <p:pic>
        <p:nvPicPr>
          <p:cNvPr id="84" name="Image 0" descr="/home/ahmed/Projects/ai_llm_slides/videos/deep-learning/002_transformers_part2/recreated_pptx/build/assets/eq015_k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5310" y="2698750"/>
            <a:ext cx="195072" cy="106680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4381500" y="2800350"/>
            <a:ext cx="228600" cy="50800"/>
          </a:xfrm>
          <a:prstGeom prst="rect">
            <a:avLst/>
          </a:prstGeom>
          <a:solidFill>
            <a:srgbClr val="D86472"/>
          </a:solidFill>
          <a:ln/>
        </p:spPr>
      </p:sp>
      <p:pic>
        <p:nvPicPr>
          <p:cNvPr id="86" name="Image 1" descr="/home/ahmed/Projects/ai_llm_slides/videos/deep-learning/002_transformers_part2/recreated_pptx/build/assets/eq015_sqrt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0550" y="2851150"/>
            <a:ext cx="168910" cy="140208"/>
          </a:xfrm>
          <a:prstGeom prst="rect">
            <a:avLst/>
          </a:prstGeom>
        </p:spPr>
      </p:pic>
      <p:sp>
        <p:nvSpPr>
          <p:cNvPr id="87" name="Shape 83"/>
          <p:cNvSpPr/>
          <p:nvPr/>
        </p:nvSpPr>
        <p:spPr>
          <a:xfrm>
            <a:off x="3987800" y="2705100"/>
            <a:ext cx="254000" cy="1778000"/>
          </a:xfrm>
          <a:prstGeom prst="roundRect">
            <a:avLst>
              <a:gd name="adj" fmla="val 32400"/>
            </a:avLst>
          </a:prstGeom>
          <a:solidFill>
            <a:srgbClr val="F6C6CC"/>
          </a:solidFill>
          <a:ln w="9525">
            <a:solidFill>
              <a:srgbClr val="E8A8C8"/>
            </a:solidFill>
            <a:prstDash val="solid"/>
          </a:ln>
        </p:spPr>
      </p:sp>
      <p:pic>
        <p:nvPicPr>
          <p:cNvPr id="88" name="Image 2" descr="/home/ahmed/Projects/ai_llm_slides/videos/deep-learning/002_transformers_part2/recreated_pptx/build/assets/eq015_scaling_ro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3962" y="3056636"/>
            <a:ext cx="188976" cy="1062228"/>
          </a:xfrm>
          <a:prstGeom prst="rect">
            <a:avLst/>
          </a:prstGeom>
        </p:spPr>
      </p:pic>
      <p:sp>
        <p:nvSpPr>
          <p:cNvPr id="89" name="Shape 84"/>
          <p:cNvSpPr/>
          <p:nvPr/>
        </p:nvSpPr>
        <p:spPr>
          <a:xfrm>
            <a:off x="4673600" y="2692400"/>
            <a:ext cx="241300" cy="1790700"/>
          </a:xfrm>
          <a:prstGeom prst="roundRect">
            <a:avLst>
              <a:gd name="adj" fmla="val 34105"/>
            </a:avLst>
          </a:prstGeom>
          <a:solidFill>
            <a:srgbClr val="FAD2FA"/>
          </a:solidFill>
          <a:ln w="9525">
            <a:solidFill>
              <a:srgbClr val="C8B8E8"/>
            </a:solidFill>
            <a:prstDash val="solid"/>
          </a:ln>
        </p:spPr>
      </p:sp>
      <p:pic>
        <p:nvPicPr>
          <p:cNvPr id="90" name="Image 3" descr="/home/ahmed/Projects/ai_llm_slides/videos/deep-learning/002_transformers_part2/recreated_pptx/build/assets/eq015_softmax_ro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3036" y="3234690"/>
            <a:ext cx="109728" cy="693420"/>
          </a:xfrm>
          <a:prstGeom prst="rect">
            <a:avLst/>
          </a:prstGeom>
        </p:spPr>
      </p:pic>
      <p:sp>
        <p:nvSpPr>
          <p:cNvPr id="91" name="Shape 85"/>
          <p:cNvSpPr/>
          <p:nvPr/>
        </p:nvSpPr>
        <p:spPr>
          <a:xfrm>
            <a:off x="4267200" y="3149600"/>
            <a:ext cx="3683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  <a:tailEnd type="triangle"/>
          </a:ln>
        </p:spPr>
      </p:sp>
      <p:sp>
        <p:nvSpPr>
          <p:cNvPr id="92" name="Shape 86"/>
          <p:cNvSpPr/>
          <p:nvPr/>
        </p:nvSpPr>
        <p:spPr>
          <a:xfrm>
            <a:off x="4267200" y="3517900"/>
            <a:ext cx="3683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  <a:tailEnd type="triangle"/>
          </a:ln>
        </p:spPr>
      </p:sp>
      <p:sp>
        <p:nvSpPr>
          <p:cNvPr id="93" name="Shape 87"/>
          <p:cNvSpPr/>
          <p:nvPr/>
        </p:nvSpPr>
        <p:spPr>
          <a:xfrm>
            <a:off x="4267200" y="3873500"/>
            <a:ext cx="3683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  <a:tailEnd type="triangle"/>
          </a:ln>
        </p:spPr>
      </p:sp>
      <p:sp>
        <p:nvSpPr>
          <p:cNvPr id="94" name="Shape 88"/>
          <p:cNvSpPr/>
          <p:nvPr/>
        </p:nvSpPr>
        <p:spPr>
          <a:xfrm>
            <a:off x="4267200" y="4241800"/>
            <a:ext cx="3683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  <a:tailEnd type="triangle"/>
          </a:ln>
        </p:spPr>
      </p:sp>
      <p:sp>
        <p:nvSpPr>
          <p:cNvPr id="95" name="Shape 89"/>
          <p:cNvSpPr/>
          <p:nvPr/>
        </p:nvSpPr>
        <p:spPr>
          <a:xfrm>
            <a:off x="4927600" y="2794000"/>
            <a:ext cx="228600" cy="0"/>
          </a:xfrm>
          <a:prstGeom prst="line">
            <a:avLst/>
          </a:prstGeom>
          <a:noFill/>
          <a:ln w="11430">
            <a:solidFill>
              <a:srgbClr val="C00000"/>
            </a:solidFill>
            <a:prstDash val="solid"/>
            <a:tailEnd type="triangle"/>
          </a:ln>
        </p:spPr>
      </p:sp>
      <p:sp>
        <p:nvSpPr>
          <p:cNvPr id="96" name="Shape 90"/>
          <p:cNvSpPr/>
          <p:nvPr/>
        </p:nvSpPr>
        <p:spPr>
          <a:xfrm>
            <a:off x="4927600" y="3149600"/>
            <a:ext cx="241300" cy="0"/>
          </a:xfrm>
          <a:prstGeom prst="line">
            <a:avLst/>
          </a:prstGeom>
          <a:noFill/>
          <a:ln w="11430">
            <a:solidFill>
              <a:srgbClr val="C00000"/>
            </a:solidFill>
            <a:prstDash val="solid"/>
            <a:tailEnd type="triangle"/>
          </a:ln>
        </p:spPr>
      </p:sp>
      <p:sp>
        <p:nvSpPr>
          <p:cNvPr id="97" name="Shape 91"/>
          <p:cNvSpPr/>
          <p:nvPr/>
        </p:nvSpPr>
        <p:spPr>
          <a:xfrm>
            <a:off x="5181600" y="2679700"/>
            <a:ext cx="1155700" cy="215900"/>
          </a:xfrm>
          <a:prstGeom prst="rect">
            <a:avLst/>
          </a:prstGeom>
          <a:solidFill>
            <a:srgbClr val="DCF3F3"/>
          </a:solidFill>
          <a:ln w="15875">
            <a:solidFill>
              <a:srgbClr val="2F55C8"/>
            </a:solidFill>
            <a:prstDash val="solid"/>
          </a:ln>
        </p:spPr>
      </p:sp>
      <p:sp>
        <p:nvSpPr>
          <p:cNvPr id="98" name="Text 92"/>
          <p:cNvSpPr/>
          <p:nvPr/>
        </p:nvSpPr>
        <p:spPr>
          <a:xfrm>
            <a:off x="5181600" y="2679700"/>
            <a:ext cx="11557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55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Σ</a:t>
            </a:r>
            <a:endParaRPr lang="en-US" sz="1300" dirty="0"/>
          </a:p>
        </p:txBody>
      </p:sp>
      <p:sp>
        <p:nvSpPr>
          <p:cNvPr id="99" name="Shape 93"/>
          <p:cNvSpPr/>
          <p:nvPr/>
        </p:nvSpPr>
        <p:spPr>
          <a:xfrm>
            <a:off x="5311775" y="2984500"/>
            <a:ext cx="11430" cy="4699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100" name="Shape 94"/>
          <p:cNvSpPr/>
          <p:nvPr/>
        </p:nvSpPr>
        <p:spPr>
          <a:xfrm>
            <a:off x="5284470" y="2921000"/>
            <a:ext cx="66040" cy="6985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01" name="Shape 95"/>
          <p:cNvSpPr/>
          <p:nvPr/>
        </p:nvSpPr>
        <p:spPr>
          <a:xfrm>
            <a:off x="5588635" y="2984500"/>
            <a:ext cx="11430" cy="4699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102" name="Shape 96"/>
          <p:cNvSpPr/>
          <p:nvPr/>
        </p:nvSpPr>
        <p:spPr>
          <a:xfrm>
            <a:off x="5561330" y="2921000"/>
            <a:ext cx="66040" cy="6985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03" name="Shape 97"/>
          <p:cNvSpPr/>
          <p:nvPr/>
        </p:nvSpPr>
        <p:spPr>
          <a:xfrm>
            <a:off x="5862955" y="2984500"/>
            <a:ext cx="11430" cy="4699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104" name="Shape 98"/>
          <p:cNvSpPr/>
          <p:nvPr/>
        </p:nvSpPr>
        <p:spPr>
          <a:xfrm>
            <a:off x="5835650" y="2921000"/>
            <a:ext cx="66040" cy="6985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05" name="Shape 99"/>
          <p:cNvSpPr/>
          <p:nvPr/>
        </p:nvSpPr>
        <p:spPr>
          <a:xfrm>
            <a:off x="6139815" y="2984500"/>
            <a:ext cx="11430" cy="4699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106" name="Shape 100"/>
          <p:cNvSpPr/>
          <p:nvPr/>
        </p:nvSpPr>
        <p:spPr>
          <a:xfrm>
            <a:off x="6112510" y="2921000"/>
            <a:ext cx="66040" cy="6985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07" name="Shape 101"/>
          <p:cNvSpPr/>
          <p:nvPr/>
        </p:nvSpPr>
        <p:spPr>
          <a:xfrm>
            <a:off x="5246370" y="3092450"/>
            <a:ext cx="114300" cy="1143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C2222"/>
            </a:solidFill>
            <a:prstDash val="solid"/>
          </a:ln>
        </p:spPr>
      </p:sp>
      <p:sp>
        <p:nvSpPr>
          <p:cNvPr id="108" name="Text 102"/>
          <p:cNvSpPr/>
          <p:nvPr/>
        </p:nvSpPr>
        <p:spPr>
          <a:xfrm>
            <a:off x="5246370" y="3092450"/>
            <a:ext cx="1143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CC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700" dirty="0"/>
          </a:p>
        </p:txBody>
      </p:sp>
      <p:sp>
        <p:nvSpPr>
          <p:cNvPr id="109" name="Text 103"/>
          <p:cNvSpPr/>
          <p:nvPr/>
        </p:nvSpPr>
        <p:spPr>
          <a:xfrm>
            <a:off x="6311900" y="3009900"/>
            <a:ext cx="1651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l" indent="0" marL="0">
              <a:buNone/>
            </a:pPr>
            <a:r>
              <a:rPr lang="en-US" sz="4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00" dirty="0"/>
          </a:p>
        </p:txBody>
      </p:sp>
      <p:sp>
        <p:nvSpPr>
          <p:cNvPr id="110" name="Shape 104"/>
          <p:cNvSpPr/>
          <p:nvPr/>
        </p:nvSpPr>
        <p:spPr>
          <a:xfrm>
            <a:off x="6515100" y="3060700"/>
            <a:ext cx="57150" cy="107950"/>
          </a:xfrm>
          <a:prstGeom prst="rect">
            <a:avLst/>
          </a:prstGeom>
          <a:solidFill>
            <a:srgbClr val="F0E0B0"/>
          </a:solidFill>
          <a:ln w="6350">
            <a:solidFill>
              <a:srgbClr val="C9A06A"/>
            </a:solidFill>
            <a:prstDash val="solid"/>
          </a:ln>
        </p:spPr>
      </p:sp>
      <p:sp>
        <p:nvSpPr>
          <p:cNvPr id="111" name="Shape 105"/>
          <p:cNvSpPr/>
          <p:nvPr/>
        </p:nvSpPr>
        <p:spPr>
          <a:xfrm>
            <a:off x="6572250" y="3060700"/>
            <a:ext cx="57150" cy="107950"/>
          </a:xfrm>
          <a:prstGeom prst="rect">
            <a:avLst/>
          </a:prstGeom>
          <a:solidFill>
            <a:srgbClr val="FFFFFF"/>
          </a:solidFill>
          <a:ln w="6350">
            <a:solidFill>
              <a:srgbClr val="C9A06A"/>
            </a:solidFill>
            <a:prstDash val="solid"/>
          </a:ln>
        </p:spPr>
      </p:sp>
      <p:sp>
        <p:nvSpPr>
          <p:cNvPr id="112" name="Shape 106"/>
          <p:cNvSpPr/>
          <p:nvPr/>
        </p:nvSpPr>
        <p:spPr>
          <a:xfrm>
            <a:off x="6629400" y="3060700"/>
            <a:ext cx="57150" cy="107950"/>
          </a:xfrm>
          <a:prstGeom prst="rect">
            <a:avLst/>
          </a:prstGeom>
          <a:solidFill>
            <a:srgbClr val="F0E0B0"/>
          </a:solidFill>
          <a:ln w="6350">
            <a:solidFill>
              <a:srgbClr val="C9A06A"/>
            </a:solidFill>
            <a:prstDash val="solid"/>
          </a:ln>
        </p:spPr>
      </p:sp>
      <p:sp>
        <p:nvSpPr>
          <p:cNvPr id="113" name="Shape 107"/>
          <p:cNvSpPr/>
          <p:nvPr/>
        </p:nvSpPr>
        <p:spPr>
          <a:xfrm>
            <a:off x="6686550" y="3060700"/>
            <a:ext cx="57150" cy="107950"/>
          </a:xfrm>
          <a:prstGeom prst="rect">
            <a:avLst/>
          </a:prstGeom>
          <a:solidFill>
            <a:srgbClr val="FFFFFF"/>
          </a:solidFill>
          <a:ln w="6350">
            <a:solidFill>
              <a:srgbClr val="C9A06A"/>
            </a:solidFill>
            <a:prstDash val="solid"/>
          </a:ln>
        </p:spPr>
      </p:sp>
      <p:sp>
        <p:nvSpPr>
          <p:cNvPr id="114" name="Shape 108"/>
          <p:cNvSpPr/>
          <p:nvPr/>
        </p:nvSpPr>
        <p:spPr>
          <a:xfrm>
            <a:off x="5510530" y="3437890"/>
            <a:ext cx="114300" cy="1143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C2222"/>
            </a:solidFill>
            <a:prstDash val="solid"/>
          </a:ln>
        </p:spPr>
      </p:sp>
      <p:sp>
        <p:nvSpPr>
          <p:cNvPr id="115" name="Text 109"/>
          <p:cNvSpPr/>
          <p:nvPr/>
        </p:nvSpPr>
        <p:spPr>
          <a:xfrm>
            <a:off x="5510530" y="3437890"/>
            <a:ext cx="1143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CC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700" dirty="0"/>
          </a:p>
        </p:txBody>
      </p:sp>
      <p:sp>
        <p:nvSpPr>
          <p:cNvPr id="116" name="Text 110"/>
          <p:cNvSpPr/>
          <p:nvPr/>
        </p:nvSpPr>
        <p:spPr>
          <a:xfrm>
            <a:off x="6311900" y="3355340"/>
            <a:ext cx="1651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l" indent="0" marL="0">
              <a:buNone/>
            </a:pPr>
            <a:r>
              <a:rPr lang="en-US" sz="4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00" dirty="0"/>
          </a:p>
        </p:txBody>
      </p:sp>
      <p:sp>
        <p:nvSpPr>
          <p:cNvPr id="117" name="Shape 111"/>
          <p:cNvSpPr/>
          <p:nvPr/>
        </p:nvSpPr>
        <p:spPr>
          <a:xfrm>
            <a:off x="6515100" y="3406140"/>
            <a:ext cx="57150" cy="107950"/>
          </a:xfrm>
          <a:prstGeom prst="rect">
            <a:avLst/>
          </a:prstGeom>
          <a:solidFill>
            <a:srgbClr val="F0E0B0"/>
          </a:solidFill>
          <a:ln w="6350">
            <a:solidFill>
              <a:srgbClr val="C9A06A"/>
            </a:solidFill>
            <a:prstDash val="solid"/>
          </a:ln>
        </p:spPr>
      </p:sp>
      <p:sp>
        <p:nvSpPr>
          <p:cNvPr id="118" name="Shape 112"/>
          <p:cNvSpPr/>
          <p:nvPr/>
        </p:nvSpPr>
        <p:spPr>
          <a:xfrm>
            <a:off x="6572250" y="3406140"/>
            <a:ext cx="57150" cy="107950"/>
          </a:xfrm>
          <a:prstGeom prst="rect">
            <a:avLst/>
          </a:prstGeom>
          <a:solidFill>
            <a:srgbClr val="FFFFFF"/>
          </a:solidFill>
          <a:ln w="6350">
            <a:solidFill>
              <a:srgbClr val="C9A06A"/>
            </a:solidFill>
            <a:prstDash val="solid"/>
          </a:ln>
        </p:spPr>
      </p:sp>
      <p:sp>
        <p:nvSpPr>
          <p:cNvPr id="119" name="Shape 113"/>
          <p:cNvSpPr/>
          <p:nvPr/>
        </p:nvSpPr>
        <p:spPr>
          <a:xfrm>
            <a:off x="6629400" y="3406140"/>
            <a:ext cx="57150" cy="107950"/>
          </a:xfrm>
          <a:prstGeom prst="rect">
            <a:avLst/>
          </a:prstGeom>
          <a:solidFill>
            <a:srgbClr val="F0E0B0"/>
          </a:solidFill>
          <a:ln w="6350">
            <a:solidFill>
              <a:srgbClr val="C9A06A"/>
            </a:solidFill>
            <a:prstDash val="solid"/>
          </a:ln>
        </p:spPr>
      </p:sp>
      <p:sp>
        <p:nvSpPr>
          <p:cNvPr id="120" name="Shape 114"/>
          <p:cNvSpPr/>
          <p:nvPr/>
        </p:nvSpPr>
        <p:spPr>
          <a:xfrm>
            <a:off x="6686550" y="3406140"/>
            <a:ext cx="57150" cy="107950"/>
          </a:xfrm>
          <a:prstGeom prst="rect">
            <a:avLst/>
          </a:prstGeom>
          <a:solidFill>
            <a:srgbClr val="FFFFFF"/>
          </a:solidFill>
          <a:ln w="6350">
            <a:solidFill>
              <a:srgbClr val="C9A06A"/>
            </a:solidFill>
            <a:prstDash val="solid"/>
          </a:ln>
        </p:spPr>
      </p:sp>
      <p:sp>
        <p:nvSpPr>
          <p:cNvPr id="121" name="Shape 115"/>
          <p:cNvSpPr/>
          <p:nvPr/>
        </p:nvSpPr>
        <p:spPr>
          <a:xfrm>
            <a:off x="5763260" y="3789680"/>
            <a:ext cx="114300" cy="1143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C2222"/>
            </a:solidFill>
            <a:prstDash val="solid"/>
          </a:ln>
        </p:spPr>
      </p:sp>
      <p:sp>
        <p:nvSpPr>
          <p:cNvPr id="122" name="Text 116"/>
          <p:cNvSpPr/>
          <p:nvPr/>
        </p:nvSpPr>
        <p:spPr>
          <a:xfrm>
            <a:off x="5763260" y="3789680"/>
            <a:ext cx="1143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CC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700" dirty="0"/>
          </a:p>
        </p:txBody>
      </p:sp>
      <p:sp>
        <p:nvSpPr>
          <p:cNvPr id="123" name="Text 117"/>
          <p:cNvSpPr/>
          <p:nvPr/>
        </p:nvSpPr>
        <p:spPr>
          <a:xfrm>
            <a:off x="6311900" y="3707130"/>
            <a:ext cx="1651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l" indent="0" marL="0">
              <a:buNone/>
            </a:pPr>
            <a:r>
              <a:rPr lang="en-US" sz="4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00" dirty="0"/>
          </a:p>
        </p:txBody>
      </p:sp>
      <p:sp>
        <p:nvSpPr>
          <p:cNvPr id="124" name="Shape 118"/>
          <p:cNvSpPr/>
          <p:nvPr/>
        </p:nvSpPr>
        <p:spPr>
          <a:xfrm>
            <a:off x="6515100" y="3757930"/>
            <a:ext cx="57150" cy="107950"/>
          </a:xfrm>
          <a:prstGeom prst="rect">
            <a:avLst/>
          </a:prstGeom>
          <a:solidFill>
            <a:srgbClr val="F0E0B0"/>
          </a:solidFill>
          <a:ln w="6350">
            <a:solidFill>
              <a:srgbClr val="C9A06A"/>
            </a:solidFill>
            <a:prstDash val="solid"/>
          </a:ln>
        </p:spPr>
      </p:sp>
      <p:sp>
        <p:nvSpPr>
          <p:cNvPr id="125" name="Shape 119"/>
          <p:cNvSpPr/>
          <p:nvPr/>
        </p:nvSpPr>
        <p:spPr>
          <a:xfrm>
            <a:off x="6572250" y="3757930"/>
            <a:ext cx="57150" cy="107950"/>
          </a:xfrm>
          <a:prstGeom prst="rect">
            <a:avLst/>
          </a:prstGeom>
          <a:solidFill>
            <a:srgbClr val="FFFFFF"/>
          </a:solidFill>
          <a:ln w="6350">
            <a:solidFill>
              <a:srgbClr val="C9A06A"/>
            </a:solidFill>
            <a:prstDash val="solid"/>
          </a:ln>
        </p:spPr>
      </p:sp>
      <p:sp>
        <p:nvSpPr>
          <p:cNvPr id="126" name="Shape 120"/>
          <p:cNvSpPr/>
          <p:nvPr/>
        </p:nvSpPr>
        <p:spPr>
          <a:xfrm>
            <a:off x="6629400" y="3757930"/>
            <a:ext cx="57150" cy="107950"/>
          </a:xfrm>
          <a:prstGeom prst="rect">
            <a:avLst/>
          </a:prstGeom>
          <a:solidFill>
            <a:srgbClr val="F0E0B0"/>
          </a:solidFill>
          <a:ln w="6350">
            <a:solidFill>
              <a:srgbClr val="C9A06A"/>
            </a:solidFill>
            <a:prstDash val="solid"/>
          </a:ln>
        </p:spPr>
      </p:sp>
      <p:sp>
        <p:nvSpPr>
          <p:cNvPr id="127" name="Shape 121"/>
          <p:cNvSpPr/>
          <p:nvPr/>
        </p:nvSpPr>
        <p:spPr>
          <a:xfrm>
            <a:off x="6686550" y="3757930"/>
            <a:ext cx="57150" cy="107950"/>
          </a:xfrm>
          <a:prstGeom prst="rect">
            <a:avLst/>
          </a:prstGeom>
          <a:solidFill>
            <a:srgbClr val="FFFFFF"/>
          </a:solidFill>
          <a:ln w="6350">
            <a:solidFill>
              <a:srgbClr val="C9A06A"/>
            </a:solidFill>
            <a:prstDash val="solid"/>
          </a:ln>
        </p:spPr>
      </p:sp>
      <p:sp>
        <p:nvSpPr>
          <p:cNvPr id="128" name="Shape 122"/>
          <p:cNvSpPr/>
          <p:nvPr/>
        </p:nvSpPr>
        <p:spPr>
          <a:xfrm>
            <a:off x="6035040" y="4182110"/>
            <a:ext cx="114300" cy="1143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C2222"/>
            </a:solidFill>
            <a:prstDash val="solid"/>
          </a:ln>
        </p:spPr>
      </p:sp>
      <p:sp>
        <p:nvSpPr>
          <p:cNvPr id="129" name="Text 123"/>
          <p:cNvSpPr/>
          <p:nvPr/>
        </p:nvSpPr>
        <p:spPr>
          <a:xfrm>
            <a:off x="6035040" y="4182110"/>
            <a:ext cx="1143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CC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700" dirty="0"/>
          </a:p>
        </p:txBody>
      </p:sp>
      <p:sp>
        <p:nvSpPr>
          <p:cNvPr id="130" name="Text 124"/>
          <p:cNvSpPr/>
          <p:nvPr/>
        </p:nvSpPr>
        <p:spPr>
          <a:xfrm>
            <a:off x="6311900" y="4099560"/>
            <a:ext cx="1651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l" indent="0" marL="0">
              <a:buNone/>
            </a:pPr>
            <a:r>
              <a:rPr lang="en-US" sz="4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00" dirty="0"/>
          </a:p>
        </p:txBody>
      </p:sp>
      <p:sp>
        <p:nvSpPr>
          <p:cNvPr id="131" name="Shape 125"/>
          <p:cNvSpPr/>
          <p:nvPr/>
        </p:nvSpPr>
        <p:spPr>
          <a:xfrm>
            <a:off x="6515100" y="4150360"/>
            <a:ext cx="57150" cy="107950"/>
          </a:xfrm>
          <a:prstGeom prst="rect">
            <a:avLst/>
          </a:prstGeom>
          <a:solidFill>
            <a:srgbClr val="F0E0B0"/>
          </a:solidFill>
          <a:ln w="6350">
            <a:solidFill>
              <a:srgbClr val="C9A06A"/>
            </a:solidFill>
            <a:prstDash val="solid"/>
          </a:ln>
        </p:spPr>
      </p:sp>
      <p:sp>
        <p:nvSpPr>
          <p:cNvPr id="132" name="Shape 126"/>
          <p:cNvSpPr/>
          <p:nvPr/>
        </p:nvSpPr>
        <p:spPr>
          <a:xfrm>
            <a:off x="6572250" y="4150360"/>
            <a:ext cx="57150" cy="107950"/>
          </a:xfrm>
          <a:prstGeom prst="rect">
            <a:avLst/>
          </a:prstGeom>
          <a:solidFill>
            <a:srgbClr val="FFFFFF"/>
          </a:solidFill>
          <a:ln w="6350">
            <a:solidFill>
              <a:srgbClr val="C9A06A"/>
            </a:solidFill>
            <a:prstDash val="solid"/>
          </a:ln>
        </p:spPr>
      </p:sp>
      <p:sp>
        <p:nvSpPr>
          <p:cNvPr id="133" name="Shape 127"/>
          <p:cNvSpPr/>
          <p:nvPr/>
        </p:nvSpPr>
        <p:spPr>
          <a:xfrm>
            <a:off x="6629400" y="4150360"/>
            <a:ext cx="57150" cy="107950"/>
          </a:xfrm>
          <a:prstGeom prst="rect">
            <a:avLst/>
          </a:prstGeom>
          <a:solidFill>
            <a:srgbClr val="F0E0B0"/>
          </a:solidFill>
          <a:ln w="6350">
            <a:solidFill>
              <a:srgbClr val="C9A06A"/>
            </a:solidFill>
            <a:prstDash val="solid"/>
          </a:ln>
        </p:spPr>
      </p:sp>
      <p:sp>
        <p:nvSpPr>
          <p:cNvPr id="134" name="Shape 128"/>
          <p:cNvSpPr/>
          <p:nvPr/>
        </p:nvSpPr>
        <p:spPr>
          <a:xfrm>
            <a:off x="6686550" y="4150360"/>
            <a:ext cx="57150" cy="107950"/>
          </a:xfrm>
          <a:prstGeom prst="rect">
            <a:avLst/>
          </a:prstGeom>
          <a:solidFill>
            <a:srgbClr val="FFFFFF"/>
          </a:solidFill>
          <a:ln w="6350">
            <a:solidFill>
              <a:srgbClr val="C9A06A"/>
            </a:solidFill>
            <a:prstDash val="solid"/>
          </a:ln>
        </p:spPr>
      </p:sp>
      <p:sp>
        <p:nvSpPr>
          <p:cNvPr id="135" name="Shape 129"/>
          <p:cNvSpPr/>
          <p:nvPr/>
        </p:nvSpPr>
        <p:spPr>
          <a:xfrm>
            <a:off x="6832600" y="3060700"/>
            <a:ext cx="254000" cy="190500"/>
          </a:xfrm>
          <a:prstGeom prst="rect">
            <a:avLst/>
          </a:prstGeom>
          <a:solidFill>
            <a:srgbClr val="C9EFE6"/>
          </a:solidFill>
          <a:ln w="12700">
            <a:solidFill>
              <a:srgbClr val="2F55C8"/>
            </a:solidFill>
            <a:prstDash val="solid"/>
          </a:ln>
        </p:spPr>
      </p:sp>
      <p:sp>
        <p:nvSpPr>
          <p:cNvPr id="136" name="Text 130"/>
          <p:cNvSpPr/>
          <p:nvPr/>
        </p:nvSpPr>
        <p:spPr>
          <a:xfrm>
            <a:off x="6832600" y="3060700"/>
            <a:ext cx="25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40" b="1" baseline="-40000" dirty="0">
                <a:solidFill>
                  <a:srgbClr val="2F55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ctr" indent="0" marL="0">
              <a:buNone/>
            </a:pPr>
            <a:r>
              <a:rPr lang="en-US" sz="413" b="1" baseline="3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(0)</a:t>
            </a:r>
            <a:endParaRPr lang="en-US" sz="550" dirty="0"/>
          </a:p>
        </p:txBody>
      </p:sp>
      <p:sp>
        <p:nvSpPr>
          <p:cNvPr id="137" name="Shape 131"/>
          <p:cNvSpPr/>
          <p:nvPr/>
        </p:nvSpPr>
        <p:spPr>
          <a:xfrm>
            <a:off x="7099300" y="3149600"/>
            <a:ext cx="152400" cy="12700"/>
          </a:xfrm>
          <a:prstGeom prst="line">
            <a:avLst/>
          </a:prstGeom>
          <a:noFill/>
          <a:ln w="11430">
            <a:solidFill>
              <a:srgbClr val="C00000"/>
            </a:solidFill>
            <a:prstDash val="solid"/>
            <a:tailEnd type="triangle"/>
          </a:ln>
        </p:spPr>
      </p:sp>
      <p:sp>
        <p:nvSpPr>
          <p:cNvPr id="138" name="Shape 132"/>
          <p:cNvSpPr/>
          <p:nvPr/>
        </p:nvSpPr>
        <p:spPr>
          <a:xfrm>
            <a:off x="6832600" y="3403600"/>
            <a:ext cx="254000" cy="190500"/>
          </a:xfrm>
          <a:prstGeom prst="rect">
            <a:avLst/>
          </a:prstGeom>
          <a:solidFill>
            <a:srgbClr val="C9EFE6"/>
          </a:solidFill>
          <a:ln w="12700">
            <a:solidFill>
              <a:srgbClr val="2F55C8"/>
            </a:solidFill>
            <a:prstDash val="solid"/>
          </a:ln>
        </p:spPr>
      </p:sp>
      <p:sp>
        <p:nvSpPr>
          <p:cNvPr id="139" name="Text 133"/>
          <p:cNvSpPr/>
          <p:nvPr/>
        </p:nvSpPr>
        <p:spPr>
          <a:xfrm>
            <a:off x="6832600" y="3403600"/>
            <a:ext cx="25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40" b="1" baseline="-40000" dirty="0">
                <a:solidFill>
                  <a:srgbClr val="2F55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ctr" indent="0" marL="0">
              <a:buNone/>
            </a:pPr>
            <a:r>
              <a:rPr lang="en-US" sz="413" b="1" baseline="3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(0)</a:t>
            </a:r>
            <a:endParaRPr lang="en-US" sz="550" dirty="0"/>
          </a:p>
        </p:txBody>
      </p:sp>
      <p:sp>
        <p:nvSpPr>
          <p:cNvPr id="140" name="Shape 134"/>
          <p:cNvSpPr/>
          <p:nvPr/>
        </p:nvSpPr>
        <p:spPr>
          <a:xfrm>
            <a:off x="7099300" y="3492500"/>
            <a:ext cx="152400" cy="12700"/>
          </a:xfrm>
          <a:prstGeom prst="line">
            <a:avLst/>
          </a:prstGeom>
          <a:noFill/>
          <a:ln w="11430">
            <a:solidFill>
              <a:srgbClr val="C00000"/>
            </a:solidFill>
            <a:prstDash val="solid"/>
            <a:tailEnd type="triangle"/>
          </a:ln>
        </p:spPr>
      </p:sp>
      <p:sp>
        <p:nvSpPr>
          <p:cNvPr id="141" name="Shape 135"/>
          <p:cNvSpPr/>
          <p:nvPr/>
        </p:nvSpPr>
        <p:spPr>
          <a:xfrm>
            <a:off x="6832600" y="3746500"/>
            <a:ext cx="254000" cy="190500"/>
          </a:xfrm>
          <a:prstGeom prst="rect">
            <a:avLst/>
          </a:prstGeom>
          <a:solidFill>
            <a:srgbClr val="C9EFE6"/>
          </a:solidFill>
          <a:ln w="12700">
            <a:solidFill>
              <a:srgbClr val="2F55C8"/>
            </a:solidFill>
            <a:prstDash val="solid"/>
          </a:ln>
        </p:spPr>
      </p:sp>
      <p:sp>
        <p:nvSpPr>
          <p:cNvPr id="142" name="Text 136"/>
          <p:cNvSpPr/>
          <p:nvPr/>
        </p:nvSpPr>
        <p:spPr>
          <a:xfrm>
            <a:off x="6832600" y="3746500"/>
            <a:ext cx="25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40" b="1" baseline="-40000" dirty="0">
                <a:solidFill>
                  <a:srgbClr val="2F55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ctr" indent="0" marL="0">
              <a:buNone/>
            </a:pPr>
            <a:r>
              <a:rPr lang="en-US" sz="413" b="1" baseline="3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(0)</a:t>
            </a:r>
            <a:endParaRPr lang="en-US" sz="550" dirty="0"/>
          </a:p>
        </p:txBody>
      </p:sp>
      <p:sp>
        <p:nvSpPr>
          <p:cNvPr id="143" name="Shape 137"/>
          <p:cNvSpPr/>
          <p:nvPr/>
        </p:nvSpPr>
        <p:spPr>
          <a:xfrm>
            <a:off x="7099300" y="3835400"/>
            <a:ext cx="152400" cy="12700"/>
          </a:xfrm>
          <a:prstGeom prst="line">
            <a:avLst/>
          </a:prstGeom>
          <a:noFill/>
          <a:ln w="11430">
            <a:solidFill>
              <a:srgbClr val="C00000"/>
            </a:solidFill>
            <a:prstDash val="solid"/>
            <a:tailEnd type="triangle"/>
          </a:ln>
        </p:spPr>
      </p:sp>
      <p:sp>
        <p:nvSpPr>
          <p:cNvPr id="144" name="Shape 138"/>
          <p:cNvSpPr/>
          <p:nvPr/>
        </p:nvSpPr>
        <p:spPr>
          <a:xfrm>
            <a:off x="6832600" y="4127500"/>
            <a:ext cx="254000" cy="190500"/>
          </a:xfrm>
          <a:prstGeom prst="rect">
            <a:avLst/>
          </a:prstGeom>
          <a:solidFill>
            <a:srgbClr val="C9EFE6"/>
          </a:solidFill>
          <a:ln w="12700">
            <a:solidFill>
              <a:srgbClr val="2F55C8"/>
            </a:solidFill>
            <a:prstDash val="solid"/>
          </a:ln>
        </p:spPr>
      </p:sp>
      <p:sp>
        <p:nvSpPr>
          <p:cNvPr id="145" name="Text 139"/>
          <p:cNvSpPr/>
          <p:nvPr/>
        </p:nvSpPr>
        <p:spPr>
          <a:xfrm>
            <a:off x="6832600" y="4127500"/>
            <a:ext cx="25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40" b="1" baseline="-40000" dirty="0">
                <a:solidFill>
                  <a:srgbClr val="2F55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ctr" indent="0" marL="0">
              <a:buNone/>
            </a:pPr>
            <a:r>
              <a:rPr lang="en-US" sz="413" b="1" baseline="3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(0)</a:t>
            </a:r>
            <a:endParaRPr lang="en-US" sz="550" dirty="0"/>
          </a:p>
        </p:txBody>
      </p:sp>
      <p:sp>
        <p:nvSpPr>
          <p:cNvPr id="146" name="Shape 140"/>
          <p:cNvSpPr/>
          <p:nvPr/>
        </p:nvSpPr>
        <p:spPr>
          <a:xfrm>
            <a:off x="7099300" y="4216400"/>
            <a:ext cx="152400" cy="12700"/>
          </a:xfrm>
          <a:prstGeom prst="line">
            <a:avLst/>
          </a:prstGeom>
          <a:noFill/>
          <a:ln w="11430">
            <a:solidFill>
              <a:srgbClr val="C00000"/>
            </a:solidFill>
            <a:prstDash val="solid"/>
            <a:tailEnd type="triangle"/>
          </a:ln>
        </p:spPr>
      </p:sp>
      <p:sp>
        <p:nvSpPr>
          <p:cNvPr id="147" name="Shape 141"/>
          <p:cNvSpPr/>
          <p:nvPr/>
        </p:nvSpPr>
        <p:spPr>
          <a:xfrm>
            <a:off x="7302500" y="2959100"/>
            <a:ext cx="736600" cy="1549400"/>
          </a:xfrm>
          <a:prstGeom prst="roundRect">
            <a:avLst>
              <a:gd name="adj" fmla="val 6207"/>
            </a:avLst>
          </a:prstGeom>
          <a:solidFill>
            <a:srgbClr val="DFEAD2"/>
          </a:solidFill>
          <a:ln w="9525">
            <a:solidFill>
              <a:srgbClr val="A0A385"/>
            </a:solidFill>
            <a:prstDash val="dash"/>
          </a:ln>
        </p:spPr>
      </p:sp>
      <p:sp>
        <p:nvSpPr>
          <p:cNvPr id="148" name="Shape 142"/>
          <p:cNvSpPr/>
          <p:nvPr/>
        </p:nvSpPr>
        <p:spPr>
          <a:xfrm>
            <a:off x="7366000" y="3073400"/>
            <a:ext cx="152400" cy="152400"/>
          </a:xfrm>
          <a:prstGeom prst="rect">
            <a:avLst/>
          </a:prstGeom>
          <a:solidFill>
            <a:srgbClr val="CDD8B0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49" name="Shape 143"/>
          <p:cNvSpPr/>
          <p:nvPr/>
        </p:nvSpPr>
        <p:spPr>
          <a:xfrm>
            <a:off x="7518400" y="3073400"/>
            <a:ext cx="152400" cy="152400"/>
          </a:xfrm>
          <a:prstGeom prst="rect">
            <a:avLst/>
          </a:prstGeom>
          <a:solidFill>
            <a:srgbClr val="E0E0D8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50" name="Shape 144"/>
          <p:cNvSpPr/>
          <p:nvPr/>
        </p:nvSpPr>
        <p:spPr>
          <a:xfrm>
            <a:off x="7670800" y="3073400"/>
            <a:ext cx="152400" cy="152400"/>
          </a:xfrm>
          <a:prstGeom prst="rect">
            <a:avLst/>
          </a:prstGeom>
          <a:solidFill>
            <a:srgbClr val="CDD8B0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51" name="Shape 145"/>
          <p:cNvSpPr/>
          <p:nvPr/>
        </p:nvSpPr>
        <p:spPr>
          <a:xfrm>
            <a:off x="7823200" y="3073400"/>
            <a:ext cx="152400" cy="152400"/>
          </a:xfrm>
          <a:prstGeom prst="rect">
            <a:avLst/>
          </a:prstGeom>
          <a:solidFill>
            <a:srgbClr val="E0E0D8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52" name="Shape 146"/>
          <p:cNvSpPr/>
          <p:nvPr/>
        </p:nvSpPr>
        <p:spPr>
          <a:xfrm>
            <a:off x="7366000" y="3403600"/>
            <a:ext cx="152400" cy="152400"/>
          </a:xfrm>
          <a:prstGeom prst="rect">
            <a:avLst/>
          </a:prstGeom>
          <a:solidFill>
            <a:srgbClr val="CDD8B0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53" name="Shape 147"/>
          <p:cNvSpPr/>
          <p:nvPr/>
        </p:nvSpPr>
        <p:spPr>
          <a:xfrm>
            <a:off x="7518400" y="3403600"/>
            <a:ext cx="152400" cy="152400"/>
          </a:xfrm>
          <a:prstGeom prst="rect">
            <a:avLst/>
          </a:prstGeom>
          <a:solidFill>
            <a:srgbClr val="E0E0D8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54" name="Shape 148"/>
          <p:cNvSpPr/>
          <p:nvPr/>
        </p:nvSpPr>
        <p:spPr>
          <a:xfrm>
            <a:off x="7670800" y="3403600"/>
            <a:ext cx="152400" cy="152400"/>
          </a:xfrm>
          <a:prstGeom prst="rect">
            <a:avLst/>
          </a:prstGeom>
          <a:solidFill>
            <a:srgbClr val="CDD8B0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55" name="Shape 149"/>
          <p:cNvSpPr/>
          <p:nvPr/>
        </p:nvSpPr>
        <p:spPr>
          <a:xfrm>
            <a:off x="7823200" y="3403600"/>
            <a:ext cx="152400" cy="152400"/>
          </a:xfrm>
          <a:prstGeom prst="rect">
            <a:avLst/>
          </a:prstGeom>
          <a:solidFill>
            <a:srgbClr val="E0E0D8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56" name="Shape 150"/>
          <p:cNvSpPr/>
          <p:nvPr/>
        </p:nvSpPr>
        <p:spPr>
          <a:xfrm>
            <a:off x="7366000" y="3733800"/>
            <a:ext cx="152400" cy="152400"/>
          </a:xfrm>
          <a:prstGeom prst="rect">
            <a:avLst/>
          </a:prstGeom>
          <a:solidFill>
            <a:srgbClr val="CDD8B0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57" name="Shape 151"/>
          <p:cNvSpPr/>
          <p:nvPr/>
        </p:nvSpPr>
        <p:spPr>
          <a:xfrm>
            <a:off x="7518400" y="3733800"/>
            <a:ext cx="152400" cy="152400"/>
          </a:xfrm>
          <a:prstGeom prst="rect">
            <a:avLst/>
          </a:prstGeom>
          <a:solidFill>
            <a:srgbClr val="E0E0D8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58" name="Shape 152"/>
          <p:cNvSpPr/>
          <p:nvPr/>
        </p:nvSpPr>
        <p:spPr>
          <a:xfrm>
            <a:off x="7670800" y="3733800"/>
            <a:ext cx="152400" cy="152400"/>
          </a:xfrm>
          <a:prstGeom prst="rect">
            <a:avLst/>
          </a:prstGeom>
          <a:solidFill>
            <a:srgbClr val="CDD8B0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59" name="Shape 153"/>
          <p:cNvSpPr/>
          <p:nvPr/>
        </p:nvSpPr>
        <p:spPr>
          <a:xfrm>
            <a:off x="7823200" y="3733800"/>
            <a:ext cx="152400" cy="152400"/>
          </a:xfrm>
          <a:prstGeom prst="rect">
            <a:avLst/>
          </a:prstGeom>
          <a:solidFill>
            <a:srgbClr val="E0E0D8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60" name="Shape 154"/>
          <p:cNvSpPr/>
          <p:nvPr/>
        </p:nvSpPr>
        <p:spPr>
          <a:xfrm>
            <a:off x="7366000" y="4089400"/>
            <a:ext cx="152400" cy="152400"/>
          </a:xfrm>
          <a:prstGeom prst="rect">
            <a:avLst/>
          </a:prstGeom>
          <a:solidFill>
            <a:srgbClr val="CDD8B0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61" name="Shape 155"/>
          <p:cNvSpPr/>
          <p:nvPr/>
        </p:nvSpPr>
        <p:spPr>
          <a:xfrm>
            <a:off x="7518400" y="4089400"/>
            <a:ext cx="152400" cy="152400"/>
          </a:xfrm>
          <a:prstGeom prst="rect">
            <a:avLst/>
          </a:prstGeom>
          <a:solidFill>
            <a:srgbClr val="E0E0D8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62" name="Shape 156"/>
          <p:cNvSpPr/>
          <p:nvPr/>
        </p:nvSpPr>
        <p:spPr>
          <a:xfrm>
            <a:off x="7670800" y="4089400"/>
            <a:ext cx="152400" cy="152400"/>
          </a:xfrm>
          <a:prstGeom prst="rect">
            <a:avLst/>
          </a:prstGeom>
          <a:solidFill>
            <a:srgbClr val="CDD8B0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63" name="Shape 157"/>
          <p:cNvSpPr/>
          <p:nvPr/>
        </p:nvSpPr>
        <p:spPr>
          <a:xfrm>
            <a:off x="7823200" y="4089400"/>
            <a:ext cx="152400" cy="152400"/>
          </a:xfrm>
          <a:prstGeom prst="rect">
            <a:avLst/>
          </a:prstGeom>
          <a:solidFill>
            <a:srgbClr val="E0E0D8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64" name="Shape 158"/>
          <p:cNvSpPr/>
          <p:nvPr/>
        </p:nvSpPr>
        <p:spPr>
          <a:xfrm>
            <a:off x="7662863" y="4457700"/>
            <a:ext cx="15875" cy="38100"/>
          </a:xfrm>
          <a:prstGeom prst="rect">
            <a:avLst/>
          </a:prstGeom>
          <a:solidFill>
            <a:srgbClr val="00AA00"/>
          </a:solidFill>
          <a:ln/>
        </p:spPr>
      </p:sp>
      <p:sp>
        <p:nvSpPr>
          <p:cNvPr id="165" name="Shape 159"/>
          <p:cNvSpPr/>
          <p:nvPr/>
        </p:nvSpPr>
        <p:spPr>
          <a:xfrm>
            <a:off x="7637780" y="4394200"/>
            <a:ext cx="66040" cy="69850"/>
          </a:xfrm>
          <a:prstGeom prst="triangle">
            <a:avLst/>
          </a:prstGeom>
          <a:solidFill>
            <a:srgbClr val="00AA00"/>
          </a:solidFill>
          <a:ln/>
        </p:spPr>
      </p:sp>
      <p:sp>
        <p:nvSpPr>
          <p:cNvPr id="166" name="Shape 160"/>
          <p:cNvSpPr/>
          <p:nvPr/>
        </p:nvSpPr>
        <p:spPr>
          <a:xfrm>
            <a:off x="8115300" y="2705100"/>
            <a:ext cx="444500" cy="1663700"/>
          </a:xfrm>
          <a:prstGeom prst="roundRect">
            <a:avLst>
              <a:gd name="adj" fmla="val 10286"/>
            </a:avLst>
          </a:prstGeom>
          <a:solidFill>
            <a:srgbClr val="DFEAD2"/>
          </a:solidFill>
          <a:ln w="9525">
            <a:solidFill>
              <a:srgbClr val="2E8B57"/>
            </a:solidFill>
            <a:prstDash val="dash"/>
          </a:ln>
        </p:spPr>
      </p:sp>
      <p:sp>
        <p:nvSpPr>
          <p:cNvPr id="167" name="Shape 161"/>
          <p:cNvSpPr/>
          <p:nvPr/>
        </p:nvSpPr>
        <p:spPr>
          <a:xfrm>
            <a:off x="8178800" y="2781300"/>
            <a:ext cx="79375" cy="152400"/>
          </a:xfrm>
          <a:prstGeom prst="rect">
            <a:avLst/>
          </a:prstGeom>
          <a:solidFill>
            <a:srgbClr val="CDD8B0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68" name="Shape 162"/>
          <p:cNvSpPr/>
          <p:nvPr/>
        </p:nvSpPr>
        <p:spPr>
          <a:xfrm>
            <a:off x="8258175" y="2781300"/>
            <a:ext cx="79375" cy="152400"/>
          </a:xfrm>
          <a:prstGeom prst="rect">
            <a:avLst/>
          </a:prstGeom>
          <a:solidFill>
            <a:srgbClr val="E0E0D8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69" name="Shape 163"/>
          <p:cNvSpPr/>
          <p:nvPr/>
        </p:nvSpPr>
        <p:spPr>
          <a:xfrm>
            <a:off x="8337550" y="2781300"/>
            <a:ext cx="79375" cy="152400"/>
          </a:xfrm>
          <a:prstGeom prst="rect">
            <a:avLst/>
          </a:prstGeom>
          <a:solidFill>
            <a:srgbClr val="CDD8B0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70" name="Shape 164"/>
          <p:cNvSpPr/>
          <p:nvPr/>
        </p:nvSpPr>
        <p:spPr>
          <a:xfrm>
            <a:off x="8416925" y="2781300"/>
            <a:ext cx="79375" cy="152400"/>
          </a:xfrm>
          <a:prstGeom prst="rect">
            <a:avLst/>
          </a:prstGeom>
          <a:solidFill>
            <a:srgbClr val="E0E0D8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71" name="Shape 165"/>
          <p:cNvSpPr/>
          <p:nvPr/>
        </p:nvSpPr>
        <p:spPr>
          <a:xfrm>
            <a:off x="8178800" y="3136900"/>
            <a:ext cx="79375" cy="152400"/>
          </a:xfrm>
          <a:prstGeom prst="rect">
            <a:avLst/>
          </a:prstGeom>
          <a:solidFill>
            <a:srgbClr val="CDD8B0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72" name="Shape 166"/>
          <p:cNvSpPr/>
          <p:nvPr/>
        </p:nvSpPr>
        <p:spPr>
          <a:xfrm>
            <a:off x="8258175" y="3136900"/>
            <a:ext cx="79375" cy="152400"/>
          </a:xfrm>
          <a:prstGeom prst="rect">
            <a:avLst/>
          </a:prstGeom>
          <a:solidFill>
            <a:srgbClr val="E0E0D8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73" name="Shape 167"/>
          <p:cNvSpPr/>
          <p:nvPr/>
        </p:nvSpPr>
        <p:spPr>
          <a:xfrm>
            <a:off x="8337550" y="3136900"/>
            <a:ext cx="79375" cy="152400"/>
          </a:xfrm>
          <a:prstGeom prst="rect">
            <a:avLst/>
          </a:prstGeom>
          <a:solidFill>
            <a:srgbClr val="CDD8B0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74" name="Shape 168"/>
          <p:cNvSpPr/>
          <p:nvPr/>
        </p:nvSpPr>
        <p:spPr>
          <a:xfrm>
            <a:off x="8416925" y="3136900"/>
            <a:ext cx="79375" cy="152400"/>
          </a:xfrm>
          <a:prstGeom prst="rect">
            <a:avLst/>
          </a:prstGeom>
          <a:solidFill>
            <a:srgbClr val="E0E0D8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75" name="Shape 169"/>
          <p:cNvSpPr/>
          <p:nvPr/>
        </p:nvSpPr>
        <p:spPr>
          <a:xfrm>
            <a:off x="8178800" y="3492500"/>
            <a:ext cx="79375" cy="152400"/>
          </a:xfrm>
          <a:prstGeom prst="rect">
            <a:avLst/>
          </a:prstGeom>
          <a:solidFill>
            <a:srgbClr val="CDD8B0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76" name="Shape 170"/>
          <p:cNvSpPr/>
          <p:nvPr/>
        </p:nvSpPr>
        <p:spPr>
          <a:xfrm>
            <a:off x="8258175" y="3492500"/>
            <a:ext cx="79375" cy="152400"/>
          </a:xfrm>
          <a:prstGeom prst="rect">
            <a:avLst/>
          </a:prstGeom>
          <a:solidFill>
            <a:srgbClr val="E0E0D8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77" name="Shape 171"/>
          <p:cNvSpPr/>
          <p:nvPr/>
        </p:nvSpPr>
        <p:spPr>
          <a:xfrm>
            <a:off x="8337550" y="3492500"/>
            <a:ext cx="79375" cy="152400"/>
          </a:xfrm>
          <a:prstGeom prst="rect">
            <a:avLst/>
          </a:prstGeom>
          <a:solidFill>
            <a:srgbClr val="CDD8B0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78" name="Shape 172"/>
          <p:cNvSpPr/>
          <p:nvPr/>
        </p:nvSpPr>
        <p:spPr>
          <a:xfrm>
            <a:off x="8416925" y="3492500"/>
            <a:ext cx="79375" cy="152400"/>
          </a:xfrm>
          <a:prstGeom prst="rect">
            <a:avLst/>
          </a:prstGeom>
          <a:solidFill>
            <a:srgbClr val="E0E0D8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79" name="Shape 173"/>
          <p:cNvSpPr/>
          <p:nvPr/>
        </p:nvSpPr>
        <p:spPr>
          <a:xfrm>
            <a:off x="8178800" y="3835400"/>
            <a:ext cx="79375" cy="152400"/>
          </a:xfrm>
          <a:prstGeom prst="rect">
            <a:avLst/>
          </a:prstGeom>
          <a:solidFill>
            <a:srgbClr val="CDD8B0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80" name="Shape 174"/>
          <p:cNvSpPr/>
          <p:nvPr/>
        </p:nvSpPr>
        <p:spPr>
          <a:xfrm>
            <a:off x="8258175" y="3835400"/>
            <a:ext cx="79375" cy="152400"/>
          </a:xfrm>
          <a:prstGeom prst="rect">
            <a:avLst/>
          </a:prstGeom>
          <a:solidFill>
            <a:srgbClr val="E0E0D8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81" name="Shape 175"/>
          <p:cNvSpPr/>
          <p:nvPr/>
        </p:nvSpPr>
        <p:spPr>
          <a:xfrm>
            <a:off x="8337550" y="3835400"/>
            <a:ext cx="79375" cy="152400"/>
          </a:xfrm>
          <a:prstGeom prst="rect">
            <a:avLst/>
          </a:prstGeom>
          <a:solidFill>
            <a:srgbClr val="CDD8B0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82" name="Shape 176"/>
          <p:cNvSpPr/>
          <p:nvPr/>
        </p:nvSpPr>
        <p:spPr>
          <a:xfrm>
            <a:off x="8416925" y="3835400"/>
            <a:ext cx="79375" cy="152400"/>
          </a:xfrm>
          <a:prstGeom prst="rect">
            <a:avLst/>
          </a:prstGeom>
          <a:solidFill>
            <a:srgbClr val="E0E0D8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83" name="Shape 177"/>
          <p:cNvSpPr/>
          <p:nvPr/>
        </p:nvSpPr>
        <p:spPr>
          <a:xfrm>
            <a:off x="8329613" y="4318000"/>
            <a:ext cx="15875" cy="38100"/>
          </a:xfrm>
          <a:prstGeom prst="rect">
            <a:avLst/>
          </a:prstGeom>
          <a:solidFill>
            <a:srgbClr val="00AA00"/>
          </a:solidFill>
          <a:ln/>
        </p:spPr>
      </p:sp>
      <p:sp>
        <p:nvSpPr>
          <p:cNvPr id="184" name="Shape 178"/>
          <p:cNvSpPr/>
          <p:nvPr/>
        </p:nvSpPr>
        <p:spPr>
          <a:xfrm>
            <a:off x="8304530" y="4254500"/>
            <a:ext cx="66040" cy="69850"/>
          </a:xfrm>
          <a:prstGeom prst="triangle">
            <a:avLst/>
          </a:prstGeom>
          <a:solidFill>
            <a:srgbClr val="00AA00"/>
          </a:solidFill>
          <a:ln/>
        </p:spPr>
      </p:sp>
      <p:sp>
        <p:nvSpPr>
          <p:cNvPr id="185" name="Shape 179"/>
          <p:cNvSpPr/>
          <p:nvPr/>
        </p:nvSpPr>
        <p:spPr>
          <a:xfrm>
            <a:off x="8775700" y="2641600"/>
            <a:ext cx="419100" cy="1511300"/>
          </a:xfrm>
          <a:prstGeom prst="roundRect">
            <a:avLst>
              <a:gd name="adj" fmla="val 10909"/>
            </a:avLst>
          </a:prstGeom>
          <a:solidFill>
            <a:srgbClr val="DFEAD2"/>
          </a:solidFill>
          <a:ln w="9525">
            <a:solidFill>
              <a:srgbClr val="2E8B57"/>
            </a:solidFill>
            <a:prstDash val="dash"/>
          </a:ln>
        </p:spPr>
      </p:sp>
      <p:sp>
        <p:nvSpPr>
          <p:cNvPr id="186" name="Shape 180"/>
          <p:cNvSpPr/>
          <p:nvPr/>
        </p:nvSpPr>
        <p:spPr>
          <a:xfrm>
            <a:off x="8839200" y="2705100"/>
            <a:ext cx="73025" cy="152400"/>
          </a:xfrm>
          <a:prstGeom prst="rect">
            <a:avLst/>
          </a:prstGeom>
          <a:solidFill>
            <a:srgbClr val="CDD8B0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87" name="Shape 181"/>
          <p:cNvSpPr/>
          <p:nvPr/>
        </p:nvSpPr>
        <p:spPr>
          <a:xfrm>
            <a:off x="8912225" y="2705100"/>
            <a:ext cx="73025" cy="152400"/>
          </a:xfrm>
          <a:prstGeom prst="rect">
            <a:avLst/>
          </a:prstGeom>
          <a:solidFill>
            <a:srgbClr val="E0E0D8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88" name="Shape 182"/>
          <p:cNvSpPr/>
          <p:nvPr/>
        </p:nvSpPr>
        <p:spPr>
          <a:xfrm>
            <a:off x="8985250" y="2705100"/>
            <a:ext cx="73025" cy="152400"/>
          </a:xfrm>
          <a:prstGeom prst="rect">
            <a:avLst/>
          </a:prstGeom>
          <a:solidFill>
            <a:srgbClr val="CDD8B0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89" name="Shape 183"/>
          <p:cNvSpPr/>
          <p:nvPr/>
        </p:nvSpPr>
        <p:spPr>
          <a:xfrm>
            <a:off x="9058275" y="2705100"/>
            <a:ext cx="73025" cy="152400"/>
          </a:xfrm>
          <a:prstGeom prst="rect">
            <a:avLst/>
          </a:prstGeom>
          <a:solidFill>
            <a:srgbClr val="E0E0D8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90" name="Shape 184"/>
          <p:cNvSpPr/>
          <p:nvPr/>
        </p:nvSpPr>
        <p:spPr>
          <a:xfrm>
            <a:off x="8839200" y="3048000"/>
            <a:ext cx="73025" cy="152400"/>
          </a:xfrm>
          <a:prstGeom prst="rect">
            <a:avLst/>
          </a:prstGeom>
          <a:solidFill>
            <a:srgbClr val="CDD8B0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91" name="Shape 185"/>
          <p:cNvSpPr/>
          <p:nvPr/>
        </p:nvSpPr>
        <p:spPr>
          <a:xfrm>
            <a:off x="8912225" y="3048000"/>
            <a:ext cx="73025" cy="152400"/>
          </a:xfrm>
          <a:prstGeom prst="rect">
            <a:avLst/>
          </a:prstGeom>
          <a:solidFill>
            <a:srgbClr val="E0E0D8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92" name="Shape 186"/>
          <p:cNvSpPr/>
          <p:nvPr/>
        </p:nvSpPr>
        <p:spPr>
          <a:xfrm>
            <a:off x="8985250" y="3048000"/>
            <a:ext cx="73025" cy="152400"/>
          </a:xfrm>
          <a:prstGeom prst="rect">
            <a:avLst/>
          </a:prstGeom>
          <a:solidFill>
            <a:srgbClr val="CDD8B0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93" name="Shape 187"/>
          <p:cNvSpPr/>
          <p:nvPr/>
        </p:nvSpPr>
        <p:spPr>
          <a:xfrm>
            <a:off x="9058275" y="3048000"/>
            <a:ext cx="73025" cy="152400"/>
          </a:xfrm>
          <a:prstGeom prst="rect">
            <a:avLst/>
          </a:prstGeom>
          <a:solidFill>
            <a:srgbClr val="E0E0D8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94" name="Shape 188"/>
          <p:cNvSpPr/>
          <p:nvPr/>
        </p:nvSpPr>
        <p:spPr>
          <a:xfrm>
            <a:off x="8839200" y="3403600"/>
            <a:ext cx="73025" cy="152400"/>
          </a:xfrm>
          <a:prstGeom prst="rect">
            <a:avLst/>
          </a:prstGeom>
          <a:solidFill>
            <a:srgbClr val="CDD8B0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95" name="Shape 189"/>
          <p:cNvSpPr/>
          <p:nvPr/>
        </p:nvSpPr>
        <p:spPr>
          <a:xfrm>
            <a:off x="8912225" y="3403600"/>
            <a:ext cx="73025" cy="152400"/>
          </a:xfrm>
          <a:prstGeom prst="rect">
            <a:avLst/>
          </a:prstGeom>
          <a:solidFill>
            <a:srgbClr val="E0E0D8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96" name="Shape 190"/>
          <p:cNvSpPr/>
          <p:nvPr/>
        </p:nvSpPr>
        <p:spPr>
          <a:xfrm>
            <a:off x="8985250" y="3403600"/>
            <a:ext cx="73025" cy="152400"/>
          </a:xfrm>
          <a:prstGeom prst="rect">
            <a:avLst/>
          </a:prstGeom>
          <a:solidFill>
            <a:srgbClr val="CDD8B0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97" name="Shape 191"/>
          <p:cNvSpPr/>
          <p:nvPr/>
        </p:nvSpPr>
        <p:spPr>
          <a:xfrm>
            <a:off x="9058275" y="3403600"/>
            <a:ext cx="73025" cy="152400"/>
          </a:xfrm>
          <a:prstGeom prst="rect">
            <a:avLst/>
          </a:prstGeom>
          <a:solidFill>
            <a:srgbClr val="E0E0D8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98" name="Shape 192"/>
          <p:cNvSpPr/>
          <p:nvPr/>
        </p:nvSpPr>
        <p:spPr>
          <a:xfrm>
            <a:off x="8839200" y="3759200"/>
            <a:ext cx="73025" cy="152400"/>
          </a:xfrm>
          <a:prstGeom prst="rect">
            <a:avLst/>
          </a:prstGeom>
          <a:solidFill>
            <a:srgbClr val="CDD8B0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199" name="Shape 193"/>
          <p:cNvSpPr/>
          <p:nvPr/>
        </p:nvSpPr>
        <p:spPr>
          <a:xfrm>
            <a:off x="8912225" y="3759200"/>
            <a:ext cx="73025" cy="152400"/>
          </a:xfrm>
          <a:prstGeom prst="rect">
            <a:avLst/>
          </a:prstGeom>
          <a:solidFill>
            <a:srgbClr val="E0E0D8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00" name="Shape 194"/>
          <p:cNvSpPr/>
          <p:nvPr/>
        </p:nvSpPr>
        <p:spPr>
          <a:xfrm>
            <a:off x="8985250" y="3759200"/>
            <a:ext cx="73025" cy="152400"/>
          </a:xfrm>
          <a:prstGeom prst="rect">
            <a:avLst/>
          </a:prstGeom>
          <a:solidFill>
            <a:srgbClr val="CDD8B0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01" name="Shape 195"/>
          <p:cNvSpPr/>
          <p:nvPr/>
        </p:nvSpPr>
        <p:spPr>
          <a:xfrm>
            <a:off x="9058275" y="3759200"/>
            <a:ext cx="73025" cy="152400"/>
          </a:xfrm>
          <a:prstGeom prst="rect">
            <a:avLst/>
          </a:prstGeom>
          <a:solidFill>
            <a:srgbClr val="E0E0D8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02" name="Shape 196"/>
          <p:cNvSpPr/>
          <p:nvPr/>
        </p:nvSpPr>
        <p:spPr>
          <a:xfrm>
            <a:off x="8977313" y="4102100"/>
            <a:ext cx="15875" cy="38100"/>
          </a:xfrm>
          <a:prstGeom prst="rect">
            <a:avLst/>
          </a:prstGeom>
          <a:solidFill>
            <a:srgbClr val="00AA00"/>
          </a:solidFill>
          <a:ln/>
        </p:spPr>
      </p:sp>
      <p:sp>
        <p:nvSpPr>
          <p:cNvPr id="203" name="Shape 197"/>
          <p:cNvSpPr/>
          <p:nvPr/>
        </p:nvSpPr>
        <p:spPr>
          <a:xfrm>
            <a:off x="8952230" y="4038600"/>
            <a:ext cx="66040" cy="69850"/>
          </a:xfrm>
          <a:prstGeom prst="triangle">
            <a:avLst/>
          </a:prstGeom>
          <a:solidFill>
            <a:srgbClr val="00AA00"/>
          </a:solidFill>
          <a:ln/>
        </p:spPr>
      </p:sp>
      <p:sp>
        <p:nvSpPr>
          <p:cNvPr id="204" name="Shape 198"/>
          <p:cNvSpPr/>
          <p:nvPr/>
        </p:nvSpPr>
        <p:spPr>
          <a:xfrm>
            <a:off x="9264650" y="2184400"/>
            <a:ext cx="412750" cy="1460500"/>
          </a:xfrm>
          <a:prstGeom prst="roundRect">
            <a:avLst>
              <a:gd name="adj" fmla="val 11077"/>
            </a:avLst>
          </a:prstGeom>
          <a:solidFill>
            <a:srgbClr val="DFEAD2"/>
          </a:solidFill>
          <a:ln w="9525">
            <a:solidFill>
              <a:srgbClr val="2E8B57"/>
            </a:solidFill>
            <a:prstDash val="dash"/>
          </a:ln>
        </p:spPr>
      </p:sp>
      <p:sp>
        <p:nvSpPr>
          <p:cNvPr id="205" name="Shape 199"/>
          <p:cNvSpPr/>
          <p:nvPr/>
        </p:nvSpPr>
        <p:spPr>
          <a:xfrm>
            <a:off x="9328150" y="2247900"/>
            <a:ext cx="71438" cy="152400"/>
          </a:xfrm>
          <a:prstGeom prst="rect">
            <a:avLst/>
          </a:prstGeom>
          <a:solidFill>
            <a:srgbClr val="CDD8B0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06" name="Shape 200"/>
          <p:cNvSpPr/>
          <p:nvPr/>
        </p:nvSpPr>
        <p:spPr>
          <a:xfrm>
            <a:off x="9399588" y="2247900"/>
            <a:ext cx="71438" cy="152400"/>
          </a:xfrm>
          <a:prstGeom prst="rect">
            <a:avLst/>
          </a:prstGeom>
          <a:solidFill>
            <a:srgbClr val="E0E0D8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07" name="Shape 201"/>
          <p:cNvSpPr/>
          <p:nvPr/>
        </p:nvSpPr>
        <p:spPr>
          <a:xfrm>
            <a:off x="9471025" y="2247900"/>
            <a:ext cx="71438" cy="152400"/>
          </a:xfrm>
          <a:prstGeom prst="rect">
            <a:avLst/>
          </a:prstGeom>
          <a:solidFill>
            <a:srgbClr val="CDD8B0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08" name="Shape 202"/>
          <p:cNvSpPr/>
          <p:nvPr/>
        </p:nvSpPr>
        <p:spPr>
          <a:xfrm>
            <a:off x="9542463" y="2247900"/>
            <a:ext cx="71438" cy="152400"/>
          </a:xfrm>
          <a:prstGeom prst="rect">
            <a:avLst/>
          </a:prstGeom>
          <a:solidFill>
            <a:srgbClr val="E0E0D8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09" name="Shape 203"/>
          <p:cNvSpPr/>
          <p:nvPr/>
        </p:nvSpPr>
        <p:spPr>
          <a:xfrm>
            <a:off x="9328150" y="2590800"/>
            <a:ext cx="71438" cy="152400"/>
          </a:xfrm>
          <a:prstGeom prst="rect">
            <a:avLst/>
          </a:prstGeom>
          <a:solidFill>
            <a:srgbClr val="CDD8B0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10" name="Shape 204"/>
          <p:cNvSpPr/>
          <p:nvPr/>
        </p:nvSpPr>
        <p:spPr>
          <a:xfrm>
            <a:off x="9399588" y="2590800"/>
            <a:ext cx="71438" cy="152400"/>
          </a:xfrm>
          <a:prstGeom prst="rect">
            <a:avLst/>
          </a:prstGeom>
          <a:solidFill>
            <a:srgbClr val="E0E0D8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11" name="Shape 205"/>
          <p:cNvSpPr/>
          <p:nvPr/>
        </p:nvSpPr>
        <p:spPr>
          <a:xfrm>
            <a:off x="9471025" y="2590800"/>
            <a:ext cx="71438" cy="152400"/>
          </a:xfrm>
          <a:prstGeom prst="rect">
            <a:avLst/>
          </a:prstGeom>
          <a:solidFill>
            <a:srgbClr val="CDD8B0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12" name="Shape 206"/>
          <p:cNvSpPr/>
          <p:nvPr/>
        </p:nvSpPr>
        <p:spPr>
          <a:xfrm>
            <a:off x="9542463" y="2590800"/>
            <a:ext cx="71438" cy="152400"/>
          </a:xfrm>
          <a:prstGeom prst="rect">
            <a:avLst/>
          </a:prstGeom>
          <a:solidFill>
            <a:srgbClr val="E0E0D8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13" name="Shape 207"/>
          <p:cNvSpPr/>
          <p:nvPr/>
        </p:nvSpPr>
        <p:spPr>
          <a:xfrm>
            <a:off x="9328150" y="2933700"/>
            <a:ext cx="71438" cy="152400"/>
          </a:xfrm>
          <a:prstGeom prst="rect">
            <a:avLst/>
          </a:prstGeom>
          <a:solidFill>
            <a:srgbClr val="CDD8B0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14" name="Shape 208"/>
          <p:cNvSpPr/>
          <p:nvPr/>
        </p:nvSpPr>
        <p:spPr>
          <a:xfrm>
            <a:off x="9399588" y="2933700"/>
            <a:ext cx="71438" cy="152400"/>
          </a:xfrm>
          <a:prstGeom prst="rect">
            <a:avLst/>
          </a:prstGeom>
          <a:solidFill>
            <a:srgbClr val="E0E0D8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15" name="Shape 209"/>
          <p:cNvSpPr/>
          <p:nvPr/>
        </p:nvSpPr>
        <p:spPr>
          <a:xfrm>
            <a:off x="9471025" y="2933700"/>
            <a:ext cx="71438" cy="152400"/>
          </a:xfrm>
          <a:prstGeom prst="rect">
            <a:avLst/>
          </a:prstGeom>
          <a:solidFill>
            <a:srgbClr val="CDD8B0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16" name="Shape 210"/>
          <p:cNvSpPr/>
          <p:nvPr/>
        </p:nvSpPr>
        <p:spPr>
          <a:xfrm>
            <a:off x="9542463" y="2933700"/>
            <a:ext cx="71438" cy="152400"/>
          </a:xfrm>
          <a:prstGeom prst="rect">
            <a:avLst/>
          </a:prstGeom>
          <a:solidFill>
            <a:srgbClr val="E0E0D8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17" name="Shape 211"/>
          <p:cNvSpPr/>
          <p:nvPr/>
        </p:nvSpPr>
        <p:spPr>
          <a:xfrm>
            <a:off x="9328150" y="3276600"/>
            <a:ext cx="71438" cy="152400"/>
          </a:xfrm>
          <a:prstGeom prst="rect">
            <a:avLst/>
          </a:prstGeom>
          <a:solidFill>
            <a:srgbClr val="CDD8B0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18" name="Shape 212"/>
          <p:cNvSpPr/>
          <p:nvPr/>
        </p:nvSpPr>
        <p:spPr>
          <a:xfrm>
            <a:off x="9399588" y="3276600"/>
            <a:ext cx="71438" cy="152400"/>
          </a:xfrm>
          <a:prstGeom prst="rect">
            <a:avLst/>
          </a:prstGeom>
          <a:solidFill>
            <a:srgbClr val="E0E0D8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19" name="Shape 213"/>
          <p:cNvSpPr/>
          <p:nvPr/>
        </p:nvSpPr>
        <p:spPr>
          <a:xfrm>
            <a:off x="9471025" y="3276600"/>
            <a:ext cx="71438" cy="152400"/>
          </a:xfrm>
          <a:prstGeom prst="rect">
            <a:avLst/>
          </a:prstGeom>
          <a:solidFill>
            <a:srgbClr val="CDD8B0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20" name="Shape 214"/>
          <p:cNvSpPr/>
          <p:nvPr/>
        </p:nvSpPr>
        <p:spPr>
          <a:xfrm>
            <a:off x="9542463" y="3276600"/>
            <a:ext cx="71438" cy="152400"/>
          </a:xfrm>
          <a:prstGeom prst="rect">
            <a:avLst/>
          </a:prstGeom>
          <a:solidFill>
            <a:srgbClr val="E0E0D8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21" name="Shape 215"/>
          <p:cNvSpPr/>
          <p:nvPr/>
        </p:nvSpPr>
        <p:spPr>
          <a:xfrm>
            <a:off x="9463088" y="3594100"/>
            <a:ext cx="15875" cy="38100"/>
          </a:xfrm>
          <a:prstGeom prst="rect">
            <a:avLst/>
          </a:prstGeom>
          <a:solidFill>
            <a:srgbClr val="00AA00"/>
          </a:solidFill>
          <a:ln/>
        </p:spPr>
      </p:sp>
      <p:sp>
        <p:nvSpPr>
          <p:cNvPr id="222" name="Shape 216"/>
          <p:cNvSpPr/>
          <p:nvPr/>
        </p:nvSpPr>
        <p:spPr>
          <a:xfrm>
            <a:off x="9438005" y="3530600"/>
            <a:ext cx="66040" cy="69850"/>
          </a:xfrm>
          <a:prstGeom prst="triangle">
            <a:avLst/>
          </a:prstGeom>
          <a:solidFill>
            <a:srgbClr val="00AA00"/>
          </a:solidFill>
          <a:ln/>
        </p:spPr>
      </p:sp>
      <p:sp>
        <p:nvSpPr>
          <p:cNvPr id="223" name="Shape 217"/>
          <p:cNvSpPr/>
          <p:nvPr/>
        </p:nvSpPr>
        <p:spPr>
          <a:xfrm>
            <a:off x="9801860" y="1943100"/>
            <a:ext cx="406400" cy="1447800"/>
          </a:xfrm>
          <a:prstGeom prst="roundRect">
            <a:avLst>
              <a:gd name="adj" fmla="val 11250"/>
            </a:avLst>
          </a:prstGeom>
          <a:solidFill>
            <a:srgbClr val="DFEAD2"/>
          </a:solidFill>
          <a:ln w="9525">
            <a:solidFill>
              <a:srgbClr val="2E8B57"/>
            </a:solidFill>
            <a:prstDash val="dash"/>
          </a:ln>
        </p:spPr>
      </p:sp>
      <p:sp>
        <p:nvSpPr>
          <p:cNvPr id="224" name="Shape 218"/>
          <p:cNvSpPr/>
          <p:nvPr/>
        </p:nvSpPr>
        <p:spPr>
          <a:xfrm>
            <a:off x="9865360" y="2032000"/>
            <a:ext cx="69850" cy="152400"/>
          </a:xfrm>
          <a:prstGeom prst="rect">
            <a:avLst/>
          </a:prstGeom>
          <a:solidFill>
            <a:srgbClr val="CDD8B0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25" name="Shape 219"/>
          <p:cNvSpPr/>
          <p:nvPr/>
        </p:nvSpPr>
        <p:spPr>
          <a:xfrm>
            <a:off x="9935210" y="2032000"/>
            <a:ext cx="69850" cy="152400"/>
          </a:xfrm>
          <a:prstGeom prst="rect">
            <a:avLst/>
          </a:prstGeom>
          <a:solidFill>
            <a:srgbClr val="E0E0D8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26" name="Shape 220"/>
          <p:cNvSpPr/>
          <p:nvPr/>
        </p:nvSpPr>
        <p:spPr>
          <a:xfrm>
            <a:off x="10005060" y="2032000"/>
            <a:ext cx="69850" cy="152400"/>
          </a:xfrm>
          <a:prstGeom prst="rect">
            <a:avLst/>
          </a:prstGeom>
          <a:solidFill>
            <a:srgbClr val="CDD8B0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27" name="Shape 221"/>
          <p:cNvSpPr/>
          <p:nvPr/>
        </p:nvSpPr>
        <p:spPr>
          <a:xfrm>
            <a:off x="10074910" y="2032000"/>
            <a:ext cx="69850" cy="152400"/>
          </a:xfrm>
          <a:prstGeom prst="rect">
            <a:avLst/>
          </a:prstGeom>
          <a:solidFill>
            <a:srgbClr val="E0E0D8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28" name="Shape 222"/>
          <p:cNvSpPr/>
          <p:nvPr/>
        </p:nvSpPr>
        <p:spPr>
          <a:xfrm>
            <a:off x="9865360" y="2374900"/>
            <a:ext cx="69850" cy="152400"/>
          </a:xfrm>
          <a:prstGeom prst="rect">
            <a:avLst/>
          </a:prstGeom>
          <a:solidFill>
            <a:srgbClr val="CDD8B0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29" name="Shape 223"/>
          <p:cNvSpPr/>
          <p:nvPr/>
        </p:nvSpPr>
        <p:spPr>
          <a:xfrm>
            <a:off x="9935210" y="2374900"/>
            <a:ext cx="69850" cy="152400"/>
          </a:xfrm>
          <a:prstGeom prst="rect">
            <a:avLst/>
          </a:prstGeom>
          <a:solidFill>
            <a:srgbClr val="E0E0D8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30" name="Shape 224"/>
          <p:cNvSpPr/>
          <p:nvPr/>
        </p:nvSpPr>
        <p:spPr>
          <a:xfrm>
            <a:off x="10005060" y="2374900"/>
            <a:ext cx="69850" cy="152400"/>
          </a:xfrm>
          <a:prstGeom prst="rect">
            <a:avLst/>
          </a:prstGeom>
          <a:solidFill>
            <a:srgbClr val="CDD8B0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31" name="Shape 225"/>
          <p:cNvSpPr/>
          <p:nvPr/>
        </p:nvSpPr>
        <p:spPr>
          <a:xfrm>
            <a:off x="10074910" y="2374900"/>
            <a:ext cx="69850" cy="152400"/>
          </a:xfrm>
          <a:prstGeom prst="rect">
            <a:avLst/>
          </a:prstGeom>
          <a:solidFill>
            <a:srgbClr val="E0E0D8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32" name="Shape 226"/>
          <p:cNvSpPr/>
          <p:nvPr/>
        </p:nvSpPr>
        <p:spPr>
          <a:xfrm>
            <a:off x="9865360" y="2717800"/>
            <a:ext cx="69850" cy="152400"/>
          </a:xfrm>
          <a:prstGeom prst="rect">
            <a:avLst/>
          </a:prstGeom>
          <a:solidFill>
            <a:srgbClr val="CDD8B0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33" name="Shape 227"/>
          <p:cNvSpPr/>
          <p:nvPr/>
        </p:nvSpPr>
        <p:spPr>
          <a:xfrm>
            <a:off x="9935210" y="2717800"/>
            <a:ext cx="69850" cy="152400"/>
          </a:xfrm>
          <a:prstGeom prst="rect">
            <a:avLst/>
          </a:prstGeom>
          <a:solidFill>
            <a:srgbClr val="E0E0D8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34" name="Shape 228"/>
          <p:cNvSpPr/>
          <p:nvPr/>
        </p:nvSpPr>
        <p:spPr>
          <a:xfrm>
            <a:off x="10005060" y="2717800"/>
            <a:ext cx="69850" cy="152400"/>
          </a:xfrm>
          <a:prstGeom prst="rect">
            <a:avLst/>
          </a:prstGeom>
          <a:solidFill>
            <a:srgbClr val="CDD8B0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35" name="Shape 229"/>
          <p:cNvSpPr/>
          <p:nvPr/>
        </p:nvSpPr>
        <p:spPr>
          <a:xfrm>
            <a:off x="10074910" y="2717800"/>
            <a:ext cx="69850" cy="152400"/>
          </a:xfrm>
          <a:prstGeom prst="rect">
            <a:avLst/>
          </a:prstGeom>
          <a:solidFill>
            <a:srgbClr val="E0E0D8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36" name="Shape 230"/>
          <p:cNvSpPr/>
          <p:nvPr/>
        </p:nvSpPr>
        <p:spPr>
          <a:xfrm>
            <a:off x="9865360" y="3060700"/>
            <a:ext cx="69850" cy="152400"/>
          </a:xfrm>
          <a:prstGeom prst="rect">
            <a:avLst/>
          </a:prstGeom>
          <a:solidFill>
            <a:srgbClr val="CDD8B0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37" name="Shape 231"/>
          <p:cNvSpPr/>
          <p:nvPr/>
        </p:nvSpPr>
        <p:spPr>
          <a:xfrm>
            <a:off x="9935210" y="3060700"/>
            <a:ext cx="69850" cy="152400"/>
          </a:xfrm>
          <a:prstGeom prst="rect">
            <a:avLst/>
          </a:prstGeom>
          <a:solidFill>
            <a:srgbClr val="E0E0D8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38" name="Shape 232"/>
          <p:cNvSpPr/>
          <p:nvPr/>
        </p:nvSpPr>
        <p:spPr>
          <a:xfrm>
            <a:off x="10005060" y="3060700"/>
            <a:ext cx="69850" cy="152400"/>
          </a:xfrm>
          <a:prstGeom prst="rect">
            <a:avLst/>
          </a:prstGeom>
          <a:solidFill>
            <a:srgbClr val="CDD8B0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39" name="Shape 233"/>
          <p:cNvSpPr/>
          <p:nvPr/>
        </p:nvSpPr>
        <p:spPr>
          <a:xfrm>
            <a:off x="10074910" y="3060700"/>
            <a:ext cx="69850" cy="152400"/>
          </a:xfrm>
          <a:prstGeom prst="rect">
            <a:avLst/>
          </a:prstGeom>
          <a:solidFill>
            <a:srgbClr val="E0E0D8"/>
          </a:solidFill>
          <a:ln w="6350">
            <a:solidFill>
              <a:srgbClr val="D8B8B8"/>
            </a:solidFill>
            <a:prstDash val="solid"/>
          </a:ln>
        </p:spPr>
      </p:sp>
      <p:sp>
        <p:nvSpPr>
          <p:cNvPr id="240" name="Shape 234"/>
          <p:cNvSpPr/>
          <p:nvPr/>
        </p:nvSpPr>
        <p:spPr>
          <a:xfrm>
            <a:off x="9997123" y="3340100"/>
            <a:ext cx="15875" cy="38100"/>
          </a:xfrm>
          <a:prstGeom prst="rect">
            <a:avLst/>
          </a:prstGeom>
          <a:solidFill>
            <a:srgbClr val="00AA00"/>
          </a:solidFill>
          <a:ln/>
        </p:spPr>
      </p:sp>
      <p:sp>
        <p:nvSpPr>
          <p:cNvPr id="241" name="Shape 235"/>
          <p:cNvSpPr/>
          <p:nvPr/>
        </p:nvSpPr>
        <p:spPr>
          <a:xfrm>
            <a:off x="9972040" y="3276600"/>
            <a:ext cx="66040" cy="69850"/>
          </a:xfrm>
          <a:prstGeom prst="triangle">
            <a:avLst/>
          </a:prstGeom>
          <a:solidFill>
            <a:srgbClr val="00AA00"/>
          </a:solidFill>
          <a:ln/>
        </p:spPr>
      </p:sp>
      <p:sp>
        <p:nvSpPr>
          <p:cNvPr id="242" name="Text 236"/>
          <p:cNvSpPr/>
          <p:nvPr/>
        </p:nvSpPr>
        <p:spPr>
          <a:xfrm>
            <a:off x="7518400" y="3073400"/>
            <a:ext cx="1524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75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00" dirty="0"/>
          </a:p>
        </p:txBody>
      </p:sp>
      <p:sp>
        <p:nvSpPr>
          <p:cNvPr id="243" name="Text 237"/>
          <p:cNvSpPr/>
          <p:nvPr/>
        </p:nvSpPr>
        <p:spPr>
          <a:xfrm>
            <a:off x="7518400" y="3403600"/>
            <a:ext cx="1524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75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00" dirty="0"/>
          </a:p>
        </p:txBody>
      </p:sp>
      <p:sp>
        <p:nvSpPr>
          <p:cNvPr id="244" name="Text 238"/>
          <p:cNvSpPr/>
          <p:nvPr/>
        </p:nvSpPr>
        <p:spPr>
          <a:xfrm>
            <a:off x="7518400" y="3733800"/>
            <a:ext cx="1524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75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00" dirty="0"/>
          </a:p>
        </p:txBody>
      </p:sp>
      <p:sp>
        <p:nvSpPr>
          <p:cNvPr id="245" name="Text 239"/>
          <p:cNvSpPr/>
          <p:nvPr/>
        </p:nvSpPr>
        <p:spPr>
          <a:xfrm>
            <a:off x="7518400" y="4089400"/>
            <a:ext cx="1524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75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500" dirty="0"/>
          </a:p>
        </p:txBody>
      </p:sp>
      <p:sp>
        <p:nvSpPr>
          <p:cNvPr id="246" name="Text 240"/>
          <p:cNvSpPr/>
          <p:nvPr/>
        </p:nvSpPr>
        <p:spPr>
          <a:xfrm>
            <a:off x="8258175" y="2781300"/>
            <a:ext cx="793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75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00" dirty="0"/>
          </a:p>
        </p:txBody>
      </p:sp>
      <p:sp>
        <p:nvSpPr>
          <p:cNvPr id="247" name="Text 241"/>
          <p:cNvSpPr/>
          <p:nvPr/>
        </p:nvSpPr>
        <p:spPr>
          <a:xfrm>
            <a:off x="8258175" y="3136900"/>
            <a:ext cx="793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75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00" dirty="0"/>
          </a:p>
        </p:txBody>
      </p:sp>
      <p:sp>
        <p:nvSpPr>
          <p:cNvPr id="248" name="Text 242"/>
          <p:cNvSpPr/>
          <p:nvPr/>
        </p:nvSpPr>
        <p:spPr>
          <a:xfrm>
            <a:off x="8258175" y="3492500"/>
            <a:ext cx="793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75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00" dirty="0"/>
          </a:p>
        </p:txBody>
      </p:sp>
      <p:sp>
        <p:nvSpPr>
          <p:cNvPr id="249" name="Text 243"/>
          <p:cNvSpPr/>
          <p:nvPr/>
        </p:nvSpPr>
        <p:spPr>
          <a:xfrm>
            <a:off x="8258175" y="3835400"/>
            <a:ext cx="793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75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500" dirty="0"/>
          </a:p>
        </p:txBody>
      </p:sp>
      <p:sp>
        <p:nvSpPr>
          <p:cNvPr id="250" name="Text 244"/>
          <p:cNvSpPr/>
          <p:nvPr/>
        </p:nvSpPr>
        <p:spPr>
          <a:xfrm>
            <a:off x="8912225" y="2705100"/>
            <a:ext cx="730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75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00" dirty="0"/>
          </a:p>
        </p:txBody>
      </p:sp>
      <p:sp>
        <p:nvSpPr>
          <p:cNvPr id="251" name="Text 245"/>
          <p:cNvSpPr/>
          <p:nvPr/>
        </p:nvSpPr>
        <p:spPr>
          <a:xfrm>
            <a:off x="8912225" y="3048000"/>
            <a:ext cx="730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75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00" dirty="0"/>
          </a:p>
        </p:txBody>
      </p:sp>
      <p:sp>
        <p:nvSpPr>
          <p:cNvPr id="252" name="Text 246"/>
          <p:cNvSpPr/>
          <p:nvPr/>
        </p:nvSpPr>
        <p:spPr>
          <a:xfrm>
            <a:off x="8912225" y="3403600"/>
            <a:ext cx="730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75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00" dirty="0"/>
          </a:p>
        </p:txBody>
      </p:sp>
      <p:sp>
        <p:nvSpPr>
          <p:cNvPr id="253" name="Text 247"/>
          <p:cNvSpPr/>
          <p:nvPr/>
        </p:nvSpPr>
        <p:spPr>
          <a:xfrm>
            <a:off x="8912225" y="3759200"/>
            <a:ext cx="730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75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500" dirty="0"/>
          </a:p>
        </p:txBody>
      </p:sp>
      <p:sp>
        <p:nvSpPr>
          <p:cNvPr id="254" name="Text 248"/>
          <p:cNvSpPr/>
          <p:nvPr/>
        </p:nvSpPr>
        <p:spPr>
          <a:xfrm>
            <a:off x="9399588" y="2247900"/>
            <a:ext cx="7143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75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00" dirty="0"/>
          </a:p>
        </p:txBody>
      </p:sp>
      <p:sp>
        <p:nvSpPr>
          <p:cNvPr id="255" name="Text 249"/>
          <p:cNvSpPr/>
          <p:nvPr/>
        </p:nvSpPr>
        <p:spPr>
          <a:xfrm>
            <a:off x="9399588" y="2590800"/>
            <a:ext cx="7143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75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00" dirty="0"/>
          </a:p>
        </p:txBody>
      </p:sp>
      <p:sp>
        <p:nvSpPr>
          <p:cNvPr id="256" name="Text 250"/>
          <p:cNvSpPr/>
          <p:nvPr/>
        </p:nvSpPr>
        <p:spPr>
          <a:xfrm>
            <a:off x="9399588" y="2933700"/>
            <a:ext cx="7143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75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00" dirty="0"/>
          </a:p>
        </p:txBody>
      </p:sp>
      <p:sp>
        <p:nvSpPr>
          <p:cNvPr id="257" name="Text 251"/>
          <p:cNvSpPr/>
          <p:nvPr/>
        </p:nvSpPr>
        <p:spPr>
          <a:xfrm>
            <a:off x="9399588" y="3276600"/>
            <a:ext cx="7143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75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500" dirty="0"/>
          </a:p>
        </p:txBody>
      </p:sp>
      <p:sp>
        <p:nvSpPr>
          <p:cNvPr id="258" name="Text 252"/>
          <p:cNvSpPr/>
          <p:nvPr/>
        </p:nvSpPr>
        <p:spPr>
          <a:xfrm>
            <a:off x="9935210" y="2032000"/>
            <a:ext cx="698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75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00" dirty="0"/>
          </a:p>
        </p:txBody>
      </p:sp>
      <p:sp>
        <p:nvSpPr>
          <p:cNvPr id="259" name="Text 253"/>
          <p:cNvSpPr/>
          <p:nvPr/>
        </p:nvSpPr>
        <p:spPr>
          <a:xfrm>
            <a:off x="9935210" y="2374900"/>
            <a:ext cx="698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75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00" dirty="0"/>
          </a:p>
        </p:txBody>
      </p:sp>
      <p:sp>
        <p:nvSpPr>
          <p:cNvPr id="260" name="Text 254"/>
          <p:cNvSpPr/>
          <p:nvPr/>
        </p:nvSpPr>
        <p:spPr>
          <a:xfrm>
            <a:off x="9935210" y="2717800"/>
            <a:ext cx="698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75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00" dirty="0"/>
          </a:p>
        </p:txBody>
      </p:sp>
      <p:sp>
        <p:nvSpPr>
          <p:cNvPr id="261" name="Text 255"/>
          <p:cNvSpPr/>
          <p:nvPr/>
        </p:nvSpPr>
        <p:spPr>
          <a:xfrm>
            <a:off x="9935210" y="3060700"/>
            <a:ext cx="698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75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500" dirty="0"/>
          </a:p>
        </p:txBody>
      </p:sp>
      <p:sp>
        <p:nvSpPr>
          <p:cNvPr id="262" name="Shape 256"/>
          <p:cNvSpPr/>
          <p:nvPr/>
        </p:nvSpPr>
        <p:spPr>
          <a:xfrm>
            <a:off x="2997200" y="2362200"/>
            <a:ext cx="584200" cy="228600"/>
          </a:xfrm>
          <a:prstGeom prst="ellipse">
            <a:avLst/>
          </a:prstGeom>
          <a:solidFill>
            <a:srgbClr val="FFFFFF"/>
          </a:solidFill>
          <a:ln w="6350">
            <a:solidFill>
              <a:srgbClr val="9A9A9A"/>
            </a:solidFill>
            <a:prstDash val="solid"/>
          </a:ln>
          <a:effectLst>
            <a:outerShdw sx="100000" sy="100000" kx="0" ky="0" algn="bl" rotWithShape="0" blurRad="38100" dist="12700" dir="5400000">
              <a:srgbClr val="999999">
                <a:alpha val="75000"/>
              </a:srgbClr>
            </a:outerShdw>
          </a:effectLst>
        </p:spPr>
      </p:sp>
      <p:sp>
        <p:nvSpPr>
          <p:cNvPr id="263" name="Text 257"/>
          <p:cNvSpPr/>
          <p:nvPr/>
        </p:nvSpPr>
        <p:spPr>
          <a:xfrm>
            <a:off x="2997200" y="2362200"/>
            <a:ext cx="584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Similarity</a:t>
            </a:r>
            <a:endParaRPr lang="en-US" sz="550" dirty="0"/>
          </a:p>
        </p:txBody>
      </p:sp>
      <p:sp>
        <p:nvSpPr>
          <p:cNvPr id="264" name="Shape 258"/>
          <p:cNvSpPr/>
          <p:nvPr/>
        </p:nvSpPr>
        <p:spPr>
          <a:xfrm>
            <a:off x="3581400" y="2095500"/>
            <a:ext cx="558800" cy="203200"/>
          </a:xfrm>
          <a:prstGeom prst="ellipse">
            <a:avLst/>
          </a:prstGeom>
          <a:solidFill>
            <a:srgbClr val="FFFFFF"/>
          </a:solidFill>
          <a:ln w="6350">
            <a:solidFill>
              <a:srgbClr val="9A9A9A"/>
            </a:solidFill>
            <a:prstDash val="solid"/>
          </a:ln>
          <a:effectLst>
            <a:outerShdw sx="100000" sy="100000" kx="0" ky="0" algn="bl" rotWithShape="0" blurRad="38100" dist="12700" dir="5400000">
              <a:srgbClr val="999999">
                <a:alpha val="75000"/>
              </a:srgbClr>
            </a:outerShdw>
          </a:effectLst>
        </p:spPr>
      </p:sp>
      <p:sp>
        <p:nvSpPr>
          <p:cNvPr id="265" name="Text 259"/>
          <p:cNvSpPr/>
          <p:nvPr/>
        </p:nvSpPr>
        <p:spPr>
          <a:xfrm>
            <a:off x="3581400" y="2095500"/>
            <a:ext cx="558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Similarity</a:t>
            </a:r>
            <a:endParaRPr lang="en-US" sz="550" dirty="0"/>
          </a:p>
        </p:txBody>
      </p:sp>
      <p:sp>
        <p:nvSpPr>
          <p:cNvPr id="266" name="Shape 260"/>
          <p:cNvSpPr/>
          <p:nvPr/>
        </p:nvSpPr>
        <p:spPr>
          <a:xfrm>
            <a:off x="4191000" y="1879600"/>
            <a:ext cx="533400" cy="177800"/>
          </a:xfrm>
          <a:prstGeom prst="ellipse">
            <a:avLst/>
          </a:prstGeom>
          <a:solidFill>
            <a:srgbClr val="FFFFFF"/>
          </a:solidFill>
          <a:ln w="6350">
            <a:solidFill>
              <a:srgbClr val="9A9A9A"/>
            </a:solidFill>
            <a:prstDash val="solid"/>
          </a:ln>
          <a:effectLst>
            <a:outerShdw sx="100000" sy="100000" kx="0" ky="0" algn="bl" rotWithShape="0" blurRad="38100" dist="12700" dir="5400000">
              <a:srgbClr val="999999">
                <a:alpha val="75000"/>
              </a:srgbClr>
            </a:outerShdw>
          </a:effectLst>
        </p:spPr>
      </p:sp>
      <p:sp>
        <p:nvSpPr>
          <p:cNvPr id="267" name="Text 261"/>
          <p:cNvSpPr/>
          <p:nvPr/>
        </p:nvSpPr>
        <p:spPr>
          <a:xfrm>
            <a:off x="4191000" y="1879600"/>
            <a:ext cx="533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Similarity</a:t>
            </a:r>
            <a:endParaRPr lang="en-US" sz="550" dirty="0"/>
          </a:p>
        </p:txBody>
      </p:sp>
      <p:sp>
        <p:nvSpPr>
          <p:cNvPr id="268" name="Shape 262"/>
          <p:cNvSpPr/>
          <p:nvPr/>
        </p:nvSpPr>
        <p:spPr>
          <a:xfrm>
            <a:off x="4737100" y="1625600"/>
            <a:ext cx="520700" cy="177800"/>
          </a:xfrm>
          <a:prstGeom prst="ellipse">
            <a:avLst/>
          </a:prstGeom>
          <a:solidFill>
            <a:srgbClr val="FFFFFF"/>
          </a:solidFill>
          <a:ln w="6350">
            <a:solidFill>
              <a:srgbClr val="9A9A9A"/>
            </a:solidFill>
            <a:prstDash val="solid"/>
          </a:ln>
          <a:effectLst>
            <a:outerShdw sx="100000" sy="100000" kx="0" ky="0" algn="bl" rotWithShape="0" blurRad="38100" dist="12700" dir="5400000">
              <a:srgbClr val="999999">
                <a:alpha val="75000"/>
              </a:srgbClr>
            </a:outerShdw>
          </a:effectLst>
        </p:spPr>
      </p:sp>
      <p:sp>
        <p:nvSpPr>
          <p:cNvPr id="269" name="Text 263"/>
          <p:cNvSpPr/>
          <p:nvPr/>
        </p:nvSpPr>
        <p:spPr>
          <a:xfrm>
            <a:off x="4737100" y="16256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Similarity</a:t>
            </a:r>
            <a:endParaRPr lang="en-US" sz="550" dirty="0"/>
          </a:p>
        </p:txBody>
      </p:sp>
      <p:sp>
        <p:nvSpPr>
          <p:cNvPr id="270" name="Shape 264"/>
          <p:cNvSpPr/>
          <p:nvPr/>
        </p:nvSpPr>
        <p:spPr>
          <a:xfrm>
            <a:off x="5295900" y="1384300"/>
            <a:ext cx="520700" cy="177800"/>
          </a:xfrm>
          <a:prstGeom prst="ellipse">
            <a:avLst/>
          </a:prstGeom>
          <a:solidFill>
            <a:srgbClr val="FFFFFF"/>
          </a:solidFill>
          <a:ln w="6350">
            <a:solidFill>
              <a:srgbClr val="9A9A9A"/>
            </a:solidFill>
            <a:prstDash val="solid"/>
          </a:ln>
          <a:effectLst>
            <a:outerShdw sx="100000" sy="100000" kx="0" ky="0" algn="bl" rotWithShape="0" blurRad="38100" dist="12700" dir="5400000">
              <a:srgbClr val="999999">
                <a:alpha val="75000"/>
              </a:srgbClr>
            </a:outerShdw>
          </a:effectLst>
        </p:spPr>
      </p:sp>
      <p:sp>
        <p:nvSpPr>
          <p:cNvPr id="271" name="Text 265"/>
          <p:cNvSpPr/>
          <p:nvPr/>
        </p:nvSpPr>
        <p:spPr>
          <a:xfrm>
            <a:off x="5295900" y="1384300"/>
            <a:ext cx="520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Similarity</a:t>
            </a:r>
            <a:endParaRPr lang="en-US" sz="550" dirty="0"/>
          </a:p>
        </p:txBody>
      </p:sp>
      <p:sp>
        <p:nvSpPr>
          <p:cNvPr id="272" name="Shape 266"/>
          <p:cNvSpPr/>
          <p:nvPr/>
        </p:nvSpPr>
        <p:spPr>
          <a:xfrm>
            <a:off x="4432300" y="2362200"/>
            <a:ext cx="673100" cy="228600"/>
          </a:xfrm>
          <a:prstGeom prst="ellipse">
            <a:avLst/>
          </a:prstGeom>
          <a:solidFill>
            <a:srgbClr val="FFFFFF"/>
          </a:solidFill>
          <a:ln w="6350">
            <a:solidFill>
              <a:srgbClr val="9A9A9A"/>
            </a:solidFill>
            <a:prstDash val="solid"/>
          </a:ln>
          <a:effectLst>
            <a:outerShdw sx="100000" sy="100000" kx="0" ky="0" algn="bl" rotWithShape="0" blurRad="38100" dist="12700" dir="5400000">
              <a:srgbClr val="999999">
                <a:alpha val="75000"/>
              </a:srgbClr>
            </a:outerShdw>
          </a:effectLst>
        </p:spPr>
      </p:sp>
      <p:sp>
        <p:nvSpPr>
          <p:cNvPr id="273" name="Text 267"/>
          <p:cNvSpPr/>
          <p:nvPr/>
        </p:nvSpPr>
        <p:spPr>
          <a:xfrm>
            <a:off x="4432300" y="2362200"/>
            <a:ext cx="673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4A5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Probabilities</a:t>
            </a:r>
            <a:endParaRPr lang="en-US" sz="550" dirty="0"/>
          </a:p>
        </p:txBody>
      </p:sp>
      <p:sp>
        <p:nvSpPr>
          <p:cNvPr id="274" name="Shape 268"/>
          <p:cNvSpPr/>
          <p:nvPr/>
        </p:nvSpPr>
        <p:spPr>
          <a:xfrm>
            <a:off x="5029200" y="2120900"/>
            <a:ext cx="673100" cy="228600"/>
          </a:xfrm>
          <a:prstGeom prst="ellipse">
            <a:avLst/>
          </a:prstGeom>
          <a:solidFill>
            <a:srgbClr val="FFFFFF"/>
          </a:solidFill>
          <a:ln w="6350">
            <a:solidFill>
              <a:srgbClr val="9A9A9A"/>
            </a:solidFill>
            <a:prstDash val="solid"/>
          </a:ln>
          <a:effectLst>
            <a:outerShdw sx="100000" sy="100000" kx="0" ky="0" algn="bl" rotWithShape="0" blurRad="38100" dist="12700" dir="5400000">
              <a:srgbClr val="999999">
                <a:alpha val="75000"/>
              </a:srgbClr>
            </a:outerShdw>
          </a:effectLst>
        </p:spPr>
      </p:sp>
      <p:sp>
        <p:nvSpPr>
          <p:cNvPr id="275" name="Text 269"/>
          <p:cNvSpPr/>
          <p:nvPr/>
        </p:nvSpPr>
        <p:spPr>
          <a:xfrm>
            <a:off x="5029200" y="2120900"/>
            <a:ext cx="673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4A5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Probabilities</a:t>
            </a:r>
            <a:endParaRPr lang="en-US" sz="550" dirty="0"/>
          </a:p>
        </p:txBody>
      </p:sp>
      <p:sp>
        <p:nvSpPr>
          <p:cNvPr id="276" name="Shape 270"/>
          <p:cNvSpPr/>
          <p:nvPr/>
        </p:nvSpPr>
        <p:spPr>
          <a:xfrm>
            <a:off x="5588000" y="2362200"/>
            <a:ext cx="965200" cy="228600"/>
          </a:xfrm>
          <a:prstGeom prst="ellipse">
            <a:avLst/>
          </a:prstGeom>
          <a:solidFill>
            <a:srgbClr val="FFFFFF"/>
          </a:solidFill>
          <a:ln w="6350">
            <a:solidFill>
              <a:srgbClr val="9A9A9A"/>
            </a:solidFill>
            <a:prstDash val="solid"/>
          </a:ln>
          <a:effectLst>
            <a:outerShdw sx="100000" sy="100000" kx="0" ky="0" algn="bl" rotWithShape="0" blurRad="38100" dist="12700" dir="5400000">
              <a:srgbClr val="999999">
                <a:alpha val="75000"/>
              </a:srgbClr>
            </a:outerShdw>
          </a:effectLst>
        </p:spPr>
      </p:sp>
      <p:sp>
        <p:nvSpPr>
          <p:cNvPr id="277" name="Text 271"/>
          <p:cNvSpPr/>
          <p:nvPr/>
        </p:nvSpPr>
        <p:spPr>
          <a:xfrm>
            <a:off x="5588000" y="2362200"/>
            <a:ext cx="96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4A5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Weighted SUM</a:t>
            </a:r>
            <a:endParaRPr lang="en-US" sz="550" dirty="0"/>
          </a:p>
        </p:txBody>
      </p:sp>
      <p:sp>
        <p:nvSpPr>
          <p:cNvPr id="278" name="Shape 272"/>
          <p:cNvSpPr/>
          <p:nvPr/>
        </p:nvSpPr>
        <p:spPr>
          <a:xfrm>
            <a:off x="6413500" y="2133600"/>
            <a:ext cx="850900" cy="203200"/>
          </a:xfrm>
          <a:prstGeom prst="ellipse">
            <a:avLst/>
          </a:prstGeom>
          <a:solidFill>
            <a:srgbClr val="FFFFFF"/>
          </a:solidFill>
          <a:ln w="6350">
            <a:solidFill>
              <a:srgbClr val="9A9A9A"/>
            </a:solidFill>
            <a:prstDash val="solid"/>
          </a:ln>
          <a:effectLst>
            <a:outerShdw sx="100000" sy="100000" kx="0" ky="0" algn="bl" rotWithShape="0" blurRad="38100" dist="12700" dir="5400000">
              <a:srgbClr val="999999">
                <a:alpha val="75000"/>
              </a:srgbClr>
            </a:outerShdw>
          </a:effectLst>
        </p:spPr>
      </p:sp>
      <p:sp>
        <p:nvSpPr>
          <p:cNvPr id="279" name="Text 273"/>
          <p:cNvSpPr/>
          <p:nvPr/>
        </p:nvSpPr>
        <p:spPr>
          <a:xfrm>
            <a:off x="6413500" y="2133600"/>
            <a:ext cx="8509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4A5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Weighted SUM</a:t>
            </a:r>
            <a:endParaRPr lang="en-US" sz="550" dirty="0"/>
          </a:p>
        </p:txBody>
      </p:sp>
      <p:sp>
        <p:nvSpPr>
          <p:cNvPr id="280" name="Shape 274"/>
          <p:cNvSpPr/>
          <p:nvPr/>
        </p:nvSpPr>
        <p:spPr>
          <a:xfrm>
            <a:off x="6946900" y="1879600"/>
            <a:ext cx="876300" cy="190500"/>
          </a:xfrm>
          <a:prstGeom prst="ellipse">
            <a:avLst/>
          </a:prstGeom>
          <a:solidFill>
            <a:srgbClr val="FFFFFF"/>
          </a:solidFill>
          <a:ln w="6350">
            <a:solidFill>
              <a:srgbClr val="9A9A9A"/>
            </a:solidFill>
            <a:prstDash val="solid"/>
          </a:ln>
          <a:effectLst>
            <a:outerShdw sx="100000" sy="100000" kx="0" ky="0" algn="bl" rotWithShape="0" blurRad="38100" dist="12700" dir="5400000">
              <a:srgbClr val="999999">
                <a:alpha val="75000"/>
              </a:srgbClr>
            </a:outerShdw>
          </a:effectLst>
        </p:spPr>
      </p:sp>
      <p:sp>
        <p:nvSpPr>
          <p:cNvPr id="281" name="Text 275"/>
          <p:cNvSpPr/>
          <p:nvPr/>
        </p:nvSpPr>
        <p:spPr>
          <a:xfrm>
            <a:off x="6946900" y="1879600"/>
            <a:ext cx="876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4A5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Weighted SUM</a:t>
            </a:r>
            <a:endParaRPr lang="en-US" sz="550" dirty="0"/>
          </a:p>
        </p:txBody>
      </p:sp>
      <p:sp>
        <p:nvSpPr>
          <p:cNvPr id="282" name="Shape 276"/>
          <p:cNvSpPr/>
          <p:nvPr/>
        </p:nvSpPr>
        <p:spPr>
          <a:xfrm>
            <a:off x="7518400" y="1625600"/>
            <a:ext cx="876300" cy="190500"/>
          </a:xfrm>
          <a:prstGeom prst="ellipse">
            <a:avLst/>
          </a:prstGeom>
          <a:solidFill>
            <a:srgbClr val="FFFFFF"/>
          </a:solidFill>
          <a:ln w="6350">
            <a:solidFill>
              <a:srgbClr val="9A9A9A"/>
            </a:solidFill>
            <a:prstDash val="solid"/>
          </a:ln>
          <a:effectLst>
            <a:outerShdw sx="100000" sy="100000" kx="0" ky="0" algn="bl" rotWithShape="0" blurRad="38100" dist="12700" dir="5400000">
              <a:srgbClr val="999999">
                <a:alpha val="75000"/>
              </a:srgbClr>
            </a:outerShdw>
          </a:effectLst>
        </p:spPr>
      </p:sp>
      <p:sp>
        <p:nvSpPr>
          <p:cNvPr id="283" name="Text 277"/>
          <p:cNvSpPr/>
          <p:nvPr/>
        </p:nvSpPr>
        <p:spPr>
          <a:xfrm>
            <a:off x="7518400" y="1625600"/>
            <a:ext cx="876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4A5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Weighted SUM</a:t>
            </a:r>
            <a:endParaRPr lang="en-US" sz="550" dirty="0"/>
          </a:p>
        </p:txBody>
      </p:sp>
      <p:sp>
        <p:nvSpPr>
          <p:cNvPr id="284" name="Shape 278"/>
          <p:cNvSpPr/>
          <p:nvPr/>
        </p:nvSpPr>
        <p:spPr>
          <a:xfrm>
            <a:off x="8102600" y="1371600"/>
            <a:ext cx="787400" cy="190500"/>
          </a:xfrm>
          <a:prstGeom prst="ellipse">
            <a:avLst/>
          </a:prstGeom>
          <a:solidFill>
            <a:srgbClr val="FFFFFF"/>
          </a:solidFill>
          <a:ln w="6350">
            <a:solidFill>
              <a:srgbClr val="9A9A9A"/>
            </a:solidFill>
            <a:prstDash val="solid"/>
          </a:ln>
          <a:effectLst>
            <a:outerShdw sx="100000" sy="100000" kx="0" ky="0" algn="bl" rotWithShape="0" blurRad="38100" dist="12700" dir="5400000">
              <a:srgbClr val="999999">
                <a:alpha val="75000"/>
              </a:srgbClr>
            </a:outerShdw>
          </a:effectLst>
        </p:spPr>
      </p:sp>
      <p:sp>
        <p:nvSpPr>
          <p:cNvPr id="285" name="Text 279"/>
          <p:cNvSpPr/>
          <p:nvPr/>
        </p:nvSpPr>
        <p:spPr>
          <a:xfrm>
            <a:off x="8102600" y="1371600"/>
            <a:ext cx="787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4A5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Weighted SUM</a:t>
            </a:r>
            <a:endParaRPr lang="en-US" sz="550" dirty="0"/>
          </a:p>
        </p:txBody>
      </p:sp>
      <p:sp>
        <p:nvSpPr>
          <p:cNvPr id="286" name="Shape 280"/>
          <p:cNvSpPr/>
          <p:nvPr/>
        </p:nvSpPr>
        <p:spPr>
          <a:xfrm>
            <a:off x="7569200" y="2425700"/>
            <a:ext cx="393700" cy="190500"/>
          </a:xfrm>
          <a:prstGeom prst="ellipse">
            <a:avLst/>
          </a:prstGeom>
          <a:solidFill>
            <a:srgbClr val="141405"/>
          </a:solidFill>
          <a:ln/>
        </p:spPr>
      </p:sp>
      <p:sp>
        <p:nvSpPr>
          <p:cNvPr id="287" name="Text 281"/>
          <p:cNvSpPr/>
          <p:nvPr/>
        </p:nvSpPr>
        <p:spPr>
          <a:xfrm>
            <a:off x="7569200" y="2425700"/>
            <a:ext cx="393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i="1" dirty="0">
                <a:solidFill>
                  <a:srgbClr val="E8E9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h=1</a:t>
            </a:r>
            <a:endParaRPr lang="en-US" sz="650" dirty="0"/>
          </a:p>
        </p:txBody>
      </p:sp>
      <p:sp>
        <p:nvSpPr>
          <p:cNvPr id="288" name="Shape 282"/>
          <p:cNvSpPr/>
          <p:nvPr/>
        </p:nvSpPr>
        <p:spPr>
          <a:xfrm>
            <a:off x="8255000" y="2146300"/>
            <a:ext cx="381000" cy="190500"/>
          </a:xfrm>
          <a:prstGeom prst="ellipse">
            <a:avLst/>
          </a:prstGeom>
          <a:solidFill>
            <a:srgbClr val="141405"/>
          </a:solidFill>
          <a:ln/>
        </p:spPr>
      </p:sp>
      <p:sp>
        <p:nvSpPr>
          <p:cNvPr id="289" name="Text 283"/>
          <p:cNvSpPr/>
          <p:nvPr/>
        </p:nvSpPr>
        <p:spPr>
          <a:xfrm>
            <a:off x="8255000" y="214630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i="1" dirty="0">
                <a:solidFill>
                  <a:srgbClr val="E8E9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h=2</a:t>
            </a:r>
            <a:endParaRPr lang="en-US" sz="650" dirty="0"/>
          </a:p>
        </p:txBody>
      </p:sp>
      <p:sp>
        <p:nvSpPr>
          <p:cNvPr id="290" name="Shape 284"/>
          <p:cNvSpPr/>
          <p:nvPr/>
        </p:nvSpPr>
        <p:spPr>
          <a:xfrm>
            <a:off x="8763000" y="1854200"/>
            <a:ext cx="393700" cy="190500"/>
          </a:xfrm>
          <a:prstGeom prst="ellipse">
            <a:avLst/>
          </a:prstGeom>
          <a:solidFill>
            <a:srgbClr val="141405"/>
          </a:solidFill>
          <a:ln/>
        </p:spPr>
      </p:sp>
      <p:sp>
        <p:nvSpPr>
          <p:cNvPr id="291" name="Text 285"/>
          <p:cNvSpPr/>
          <p:nvPr/>
        </p:nvSpPr>
        <p:spPr>
          <a:xfrm>
            <a:off x="8763000" y="1854200"/>
            <a:ext cx="393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i="1" dirty="0">
                <a:solidFill>
                  <a:srgbClr val="E8E9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h=3</a:t>
            </a:r>
            <a:endParaRPr lang="en-US" sz="650" dirty="0"/>
          </a:p>
        </p:txBody>
      </p:sp>
      <p:sp>
        <p:nvSpPr>
          <p:cNvPr id="292" name="Shape 286"/>
          <p:cNvSpPr/>
          <p:nvPr/>
        </p:nvSpPr>
        <p:spPr>
          <a:xfrm>
            <a:off x="9321800" y="1625600"/>
            <a:ext cx="393700" cy="177800"/>
          </a:xfrm>
          <a:prstGeom prst="ellipse">
            <a:avLst/>
          </a:prstGeom>
          <a:solidFill>
            <a:srgbClr val="141405"/>
          </a:solidFill>
          <a:ln/>
        </p:spPr>
      </p:sp>
      <p:sp>
        <p:nvSpPr>
          <p:cNvPr id="293" name="Text 287"/>
          <p:cNvSpPr/>
          <p:nvPr/>
        </p:nvSpPr>
        <p:spPr>
          <a:xfrm>
            <a:off x="9321800" y="1625600"/>
            <a:ext cx="393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i="1" dirty="0">
                <a:solidFill>
                  <a:srgbClr val="E8E9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h=4</a:t>
            </a:r>
            <a:endParaRPr lang="en-US" sz="650" dirty="0"/>
          </a:p>
        </p:txBody>
      </p:sp>
      <p:sp>
        <p:nvSpPr>
          <p:cNvPr id="294" name="Shape 288"/>
          <p:cNvSpPr/>
          <p:nvPr/>
        </p:nvSpPr>
        <p:spPr>
          <a:xfrm>
            <a:off x="9880600" y="1384300"/>
            <a:ext cx="381000" cy="190500"/>
          </a:xfrm>
          <a:prstGeom prst="ellipse">
            <a:avLst/>
          </a:prstGeom>
          <a:solidFill>
            <a:srgbClr val="141405"/>
          </a:solidFill>
          <a:ln/>
        </p:spPr>
      </p:sp>
      <p:sp>
        <p:nvSpPr>
          <p:cNvPr id="295" name="Text 289"/>
          <p:cNvSpPr/>
          <p:nvPr/>
        </p:nvSpPr>
        <p:spPr>
          <a:xfrm>
            <a:off x="9880600" y="138430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i="1" dirty="0">
                <a:solidFill>
                  <a:srgbClr val="E8E9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h=5</a:t>
            </a:r>
            <a:endParaRPr lang="en-US" sz="650" dirty="0"/>
          </a:p>
        </p:txBody>
      </p:sp>
      <p:sp>
        <p:nvSpPr>
          <p:cNvPr id="296" name="Shape 290"/>
          <p:cNvSpPr/>
          <p:nvPr/>
        </p:nvSpPr>
        <p:spPr>
          <a:xfrm>
            <a:off x="7721600" y="4787900"/>
            <a:ext cx="304800" cy="190500"/>
          </a:xfrm>
          <a:prstGeom prst="rect">
            <a:avLst/>
          </a:prstGeom>
          <a:solidFill>
            <a:srgbClr val="FFFFFF">
              <a:alpha val="62000"/>
            </a:srgbClr>
          </a:solidFill>
          <a:ln w="15875">
            <a:solidFill>
              <a:srgbClr val="CC2222"/>
            </a:solidFill>
            <a:prstDash val="solid"/>
          </a:ln>
        </p:spPr>
      </p:sp>
      <p:sp>
        <p:nvSpPr>
          <p:cNvPr id="297" name="Text 291"/>
          <p:cNvSpPr/>
          <p:nvPr/>
        </p:nvSpPr>
        <p:spPr>
          <a:xfrm>
            <a:off x="7721600" y="4787900"/>
            <a:ext cx="304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40" b="1" baseline="-40000" dirty="0">
                <a:solidFill>
                  <a:srgbClr val="CC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pPr algn="ctr" indent="0" marL="0">
              <a:buNone/>
            </a:pPr>
            <a:r>
              <a:rPr lang="en-US" sz="413" b="1" baseline="3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550" dirty="0"/>
          </a:p>
        </p:txBody>
      </p:sp>
      <p:sp>
        <p:nvSpPr>
          <p:cNvPr id="298" name="Shape 292"/>
          <p:cNvSpPr/>
          <p:nvPr/>
        </p:nvSpPr>
        <p:spPr>
          <a:xfrm>
            <a:off x="7721600" y="5105400"/>
            <a:ext cx="304800" cy="190500"/>
          </a:xfrm>
          <a:prstGeom prst="rect">
            <a:avLst/>
          </a:prstGeom>
          <a:solidFill>
            <a:srgbClr val="FFFFFF">
              <a:alpha val="62000"/>
            </a:srgbClr>
          </a:solidFill>
          <a:ln w="15875">
            <a:solidFill>
              <a:srgbClr val="2E8B57"/>
            </a:solidFill>
            <a:prstDash val="solid"/>
          </a:ln>
        </p:spPr>
      </p:sp>
      <p:sp>
        <p:nvSpPr>
          <p:cNvPr id="299" name="Text 293"/>
          <p:cNvSpPr/>
          <p:nvPr/>
        </p:nvSpPr>
        <p:spPr>
          <a:xfrm>
            <a:off x="7721600" y="5105400"/>
            <a:ext cx="304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40" b="1" baseline="-40000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ctr" indent="0" marL="0">
              <a:buNone/>
            </a:pPr>
            <a:r>
              <a:rPr lang="en-US" sz="413" b="1" baseline="3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550" dirty="0"/>
          </a:p>
        </p:txBody>
      </p:sp>
      <p:sp>
        <p:nvSpPr>
          <p:cNvPr id="300" name="Shape 294"/>
          <p:cNvSpPr/>
          <p:nvPr/>
        </p:nvSpPr>
        <p:spPr>
          <a:xfrm>
            <a:off x="7721600" y="5359400"/>
            <a:ext cx="304800" cy="190500"/>
          </a:xfrm>
          <a:prstGeom prst="rect">
            <a:avLst/>
          </a:prstGeom>
          <a:solidFill>
            <a:srgbClr val="FFFFFF">
              <a:alpha val="62000"/>
            </a:srgbClr>
          </a:solidFill>
          <a:ln w="15875">
            <a:solidFill>
              <a:srgbClr val="2F55C8"/>
            </a:solidFill>
            <a:prstDash val="solid"/>
          </a:ln>
        </p:spPr>
      </p:sp>
      <p:sp>
        <p:nvSpPr>
          <p:cNvPr id="301" name="Text 295"/>
          <p:cNvSpPr/>
          <p:nvPr/>
        </p:nvSpPr>
        <p:spPr>
          <a:xfrm>
            <a:off x="7721600" y="5359400"/>
            <a:ext cx="304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40" b="1" baseline="-40000" dirty="0">
                <a:solidFill>
                  <a:srgbClr val="2F55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ctr" indent="0" marL="0">
              <a:buNone/>
            </a:pPr>
            <a:r>
              <a:rPr lang="en-US" sz="413" b="1" baseline="3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550" dirty="0"/>
          </a:p>
        </p:txBody>
      </p:sp>
      <p:sp>
        <p:nvSpPr>
          <p:cNvPr id="302" name="Shape 296"/>
          <p:cNvSpPr/>
          <p:nvPr/>
        </p:nvSpPr>
        <p:spPr>
          <a:xfrm>
            <a:off x="8331200" y="4508500"/>
            <a:ext cx="304800" cy="190500"/>
          </a:xfrm>
          <a:prstGeom prst="rect">
            <a:avLst/>
          </a:prstGeom>
          <a:solidFill>
            <a:srgbClr val="FFFFFF">
              <a:alpha val="62000"/>
            </a:srgbClr>
          </a:solidFill>
          <a:ln w="15875">
            <a:solidFill>
              <a:srgbClr val="CC2222"/>
            </a:solidFill>
            <a:prstDash val="solid"/>
          </a:ln>
        </p:spPr>
      </p:sp>
      <p:sp>
        <p:nvSpPr>
          <p:cNvPr id="303" name="Text 297"/>
          <p:cNvSpPr/>
          <p:nvPr/>
        </p:nvSpPr>
        <p:spPr>
          <a:xfrm>
            <a:off x="8331200" y="4508500"/>
            <a:ext cx="304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40" b="1" baseline="-40000" dirty="0">
                <a:solidFill>
                  <a:srgbClr val="CC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pPr algn="ctr" indent="0" marL="0">
              <a:buNone/>
            </a:pPr>
            <a:r>
              <a:rPr lang="en-US" sz="413" b="1" baseline="3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</a:t>
            </a:r>
            <a:endParaRPr lang="en-US" sz="550" dirty="0"/>
          </a:p>
        </p:txBody>
      </p:sp>
      <p:sp>
        <p:nvSpPr>
          <p:cNvPr id="304" name="Shape 298"/>
          <p:cNvSpPr/>
          <p:nvPr/>
        </p:nvSpPr>
        <p:spPr>
          <a:xfrm>
            <a:off x="8331200" y="4775200"/>
            <a:ext cx="304800" cy="190500"/>
          </a:xfrm>
          <a:prstGeom prst="rect">
            <a:avLst/>
          </a:prstGeom>
          <a:solidFill>
            <a:srgbClr val="FFFFFF">
              <a:alpha val="62000"/>
            </a:srgbClr>
          </a:solidFill>
          <a:ln w="15875">
            <a:solidFill>
              <a:srgbClr val="2E8B57"/>
            </a:solidFill>
            <a:prstDash val="solid"/>
          </a:ln>
        </p:spPr>
      </p:sp>
      <p:sp>
        <p:nvSpPr>
          <p:cNvPr id="305" name="Text 299"/>
          <p:cNvSpPr/>
          <p:nvPr/>
        </p:nvSpPr>
        <p:spPr>
          <a:xfrm>
            <a:off x="8331200" y="4775200"/>
            <a:ext cx="304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40" b="1" baseline="-40000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ctr" indent="0" marL="0">
              <a:buNone/>
            </a:pPr>
            <a:r>
              <a:rPr lang="en-US" sz="413" b="1" baseline="3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</a:t>
            </a:r>
            <a:endParaRPr lang="en-US" sz="550" dirty="0"/>
          </a:p>
        </p:txBody>
      </p:sp>
      <p:sp>
        <p:nvSpPr>
          <p:cNvPr id="306" name="Shape 300"/>
          <p:cNvSpPr/>
          <p:nvPr/>
        </p:nvSpPr>
        <p:spPr>
          <a:xfrm>
            <a:off x="8331200" y="5029200"/>
            <a:ext cx="304800" cy="190500"/>
          </a:xfrm>
          <a:prstGeom prst="rect">
            <a:avLst/>
          </a:prstGeom>
          <a:solidFill>
            <a:srgbClr val="FFFFFF">
              <a:alpha val="62000"/>
            </a:srgbClr>
          </a:solidFill>
          <a:ln w="15875">
            <a:solidFill>
              <a:srgbClr val="2F55C8"/>
            </a:solidFill>
            <a:prstDash val="solid"/>
          </a:ln>
        </p:spPr>
      </p:sp>
      <p:sp>
        <p:nvSpPr>
          <p:cNvPr id="307" name="Text 301"/>
          <p:cNvSpPr/>
          <p:nvPr/>
        </p:nvSpPr>
        <p:spPr>
          <a:xfrm>
            <a:off x="8331200" y="5029200"/>
            <a:ext cx="304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40" b="1" baseline="-40000" dirty="0">
                <a:solidFill>
                  <a:srgbClr val="2F55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ctr" indent="0" marL="0">
              <a:buNone/>
            </a:pPr>
            <a:r>
              <a:rPr lang="en-US" sz="413" b="1" baseline="3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</a:t>
            </a:r>
            <a:endParaRPr lang="en-US" sz="550" dirty="0"/>
          </a:p>
        </p:txBody>
      </p:sp>
      <p:sp>
        <p:nvSpPr>
          <p:cNvPr id="308" name="Shape 302"/>
          <p:cNvSpPr/>
          <p:nvPr/>
        </p:nvSpPr>
        <p:spPr>
          <a:xfrm>
            <a:off x="8877300" y="4229100"/>
            <a:ext cx="304800" cy="190500"/>
          </a:xfrm>
          <a:prstGeom prst="rect">
            <a:avLst/>
          </a:prstGeom>
          <a:solidFill>
            <a:srgbClr val="FFFFFF">
              <a:alpha val="62000"/>
            </a:srgbClr>
          </a:solidFill>
          <a:ln w="15875">
            <a:solidFill>
              <a:srgbClr val="CC2222"/>
            </a:solidFill>
            <a:prstDash val="solid"/>
          </a:ln>
        </p:spPr>
      </p:sp>
      <p:sp>
        <p:nvSpPr>
          <p:cNvPr id="309" name="Text 303"/>
          <p:cNvSpPr/>
          <p:nvPr/>
        </p:nvSpPr>
        <p:spPr>
          <a:xfrm>
            <a:off x="8877300" y="4229100"/>
            <a:ext cx="304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40" b="1" baseline="-40000" dirty="0">
                <a:solidFill>
                  <a:srgbClr val="CC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pPr algn="ctr" indent="0" marL="0">
              <a:buNone/>
            </a:pPr>
            <a:r>
              <a:rPr lang="en-US" sz="413" b="1" baseline="3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</a:t>
            </a:r>
            <a:endParaRPr lang="en-US" sz="550" dirty="0"/>
          </a:p>
        </p:txBody>
      </p:sp>
      <p:sp>
        <p:nvSpPr>
          <p:cNvPr id="310" name="Shape 304"/>
          <p:cNvSpPr/>
          <p:nvPr/>
        </p:nvSpPr>
        <p:spPr>
          <a:xfrm>
            <a:off x="8877300" y="4521200"/>
            <a:ext cx="304800" cy="190500"/>
          </a:xfrm>
          <a:prstGeom prst="rect">
            <a:avLst/>
          </a:prstGeom>
          <a:solidFill>
            <a:srgbClr val="FFFFFF">
              <a:alpha val="62000"/>
            </a:srgbClr>
          </a:solidFill>
          <a:ln w="15875">
            <a:solidFill>
              <a:srgbClr val="2E8B57"/>
            </a:solidFill>
            <a:prstDash val="solid"/>
          </a:ln>
        </p:spPr>
      </p:sp>
      <p:sp>
        <p:nvSpPr>
          <p:cNvPr id="311" name="Text 305"/>
          <p:cNvSpPr/>
          <p:nvPr/>
        </p:nvSpPr>
        <p:spPr>
          <a:xfrm>
            <a:off x="8877300" y="4521200"/>
            <a:ext cx="304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40" b="1" baseline="-40000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ctr" indent="0" marL="0">
              <a:buNone/>
            </a:pPr>
            <a:r>
              <a:rPr lang="en-US" sz="413" b="1" baseline="3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</a:t>
            </a:r>
            <a:endParaRPr lang="en-US" sz="550" dirty="0"/>
          </a:p>
        </p:txBody>
      </p:sp>
      <p:sp>
        <p:nvSpPr>
          <p:cNvPr id="312" name="Shape 306"/>
          <p:cNvSpPr/>
          <p:nvPr/>
        </p:nvSpPr>
        <p:spPr>
          <a:xfrm>
            <a:off x="8877300" y="4800600"/>
            <a:ext cx="304800" cy="190500"/>
          </a:xfrm>
          <a:prstGeom prst="rect">
            <a:avLst/>
          </a:prstGeom>
          <a:solidFill>
            <a:srgbClr val="FFFFFF">
              <a:alpha val="62000"/>
            </a:srgbClr>
          </a:solidFill>
          <a:ln w="15875">
            <a:solidFill>
              <a:srgbClr val="2F55C8"/>
            </a:solidFill>
            <a:prstDash val="solid"/>
          </a:ln>
        </p:spPr>
      </p:sp>
      <p:sp>
        <p:nvSpPr>
          <p:cNvPr id="313" name="Text 307"/>
          <p:cNvSpPr/>
          <p:nvPr/>
        </p:nvSpPr>
        <p:spPr>
          <a:xfrm>
            <a:off x="8877300" y="4800600"/>
            <a:ext cx="304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40" b="1" baseline="-40000" dirty="0">
                <a:solidFill>
                  <a:srgbClr val="2F55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ctr" indent="0" marL="0">
              <a:buNone/>
            </a:pPr>
            <a:r>
              <a:rPr lang="en-US" sz="413" b="1" baseline="3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</a:t>
            </a:r>
            <a:endParaRPr lang="en-US" sz="550" dirty="0"/>
          </a:p>
        </p:txBody>
      </p:sp>
      <p:sp>
        <p:nvSpPr>
          <p:cNvPr id="314" name="Shape 308"/>
          <p:cNvSpPr/>
          <p:nvPr/>
        </p:nvSpPr>
        <p:spPr>
          <a:xfrm>
            <a:off x="9423400" y="3987800"/>
            <a:ext cx="304800" cy="190500"/>
          </a:xfrm>
          <a:prstGeom prst="rect">
            <a:avLst/>
          </a:prstGeom>
          <a:solidFill>
            <a:srgbClr val="FFFFFF">
              <a:alpha val="62000"/>
            </a:srgbClr>
          </a:solidFill>
          <a:ln w="15875">
            <a:solidFill>
              <a:srgbClr val="CC2222"/>
            </a:solidFill>
            <a:prstDash val="solid"/>
          </a:ln>
        </p:spPr>
      </p:sp>
      <p:sp>
        <p:nvSpPr>
          <p:cNvPr id="315" name="Text 309"/>
          <p:cNvSpPr/>
          <p:nvPr/>
        </p:nvSpPr>
        <p:spPr>
          <a:xfrm>
            <a:off x="9423400" y="3987800"/>
            <a:ext cx="304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40" b="1" baseline="-40000" dirty="0">
                <a:solidFill>
                  <a:srgbClr val="CC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pPr algn="ctr" indent="0" marL="0">
              <a:buNone/>
            </a:pPr>
            <a:r>
              <a:rPr lang="en-US" sz="413" b="1" baseline="3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</a:t>
            </a:r>
            <a:endParaRPr lang="en-US" sz="550" dirty="0"/>
          </a:p>
        </p:txBody>
      </p:sp>
      <p:sp>
        <p:nvSpPr>
          <p:cNvPr id="316" name="Shape 310"/>
          <p:cNvSpPr/>
          <p:nvPr/>
        </p:nvSpPr>
        <p:spPr>
          <a:xfrm>
            <a:off x="9423400" y="4241800"/>
            <a:ext cx="304800" cy="190500"/>
          </a:xfrm>
          <a:prstGeom prst="rect">
            <a:avLst/>
          </a:prstGeom>
          <a:solidFill>
            <a:srgbClr val="FFFFFF">
              <a:alpha val="62000"/>
            </a:srgbClr>
          </a:solidFill>
          <a:ln w="15875">
            <a:solidFill>
              <a:srgbClr val="2E8B57"/>
            </a:solidFill>
            <a:prstDash val="solid"/>
          </a:ln>
        </p:spPr>
      </p:sp>
      <p:sp>
        <p:nvSpPr>
          <p:cNvPr id="317" name="Text 311"/>
          <p:cNvSpPr/>
          <p:nvPr/>
        </p:nvSpPr>
        <p:spPr>
          <a:xfrm>
            <a:off x="9423400" y="4241800"/>
            <a:ext cx="304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40" b="1" baseline="-40000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ctr" indent="0" marL="0">
              <a:buNone/>
            </a:pPr>
            <a:r>
              <a:rPr lang="en-US" sz="413" b="1" baseline="3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</a:t>
            </a:r>
            <a:endParaRPr lang="en-US" sz="550" dirty="0"/>
          </a:p>
        </p:txBody>
      </p:sp>
      <p:sp>
        <p:nvSpPr>
          <p:cNvPr id="318" name="Shape 312"/>
          <p:cNvSpPr/>
          <p:nvPr/>
        </p:nvSpPr>
        <p:spPr>
          <a:xfrm>
            <a:off x="9423400" y="4508500"/>
            <a:ext cx="304800" cy="190500"/>
          </a:xfrm>
          <a:prstGeom prst="rect">
            <a:avLst/>
          </a:prstGeom>
          <a:solidFill>
            <a:srgbClr val="FFFFFF">
              <a:alpha val="62000"/>
            </a:srgbClr>
          </a:solidFill>
          <a:ln w="15875">
            <a:solidFill>
              <a:srgbClr val="2F55C8"/>
            </a:solidFill>
            <a:prstDash val="solid"/>
          </a:ln>
        </p:spPr>
      </p:sp>
      <p:sp>
        <p:nvSpPr>
          <p:cNvPr id="319" name="Text 313"/>
          <p:cNvSpPr/>
          <p:nvPr/>
        </p:nvSpPr>
        <p:spPr>
          <a:xfrm>
            <a:off x="9423400" y="4508500"/>
            <a:ext cx="304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40" b="1" baseline="-40000" dirty="0">
                <a:solidFill>
                  <a:srgbClr val="2F55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ctr" indent="0" marL="0">
              <a:buNone/>
            </a:pPr>
            <a:r>
              <a:rPr lang="en-US" sz="413" b="1" baseline="3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</a:t>
            </a:r>
            <a:endParaRPr lang="en-US" sz="550" dirty="0"/>
          </a:p>
        </p:txBody>
      </p:sp>
      <p:sp>
        <p:nvSpPr>
          <p:cNvPr id="320" name="Shape 314"/>
          <p:cNvSpPr/>
          <p:nvPr/>
        </p:nvSpPr>
        <p:spPr>
          <a:xfrm>
            <a:off x="9956800" y="3759200"/>
            <a:ext cx="304800" cy="190500"/>
          </a:xfrm>
          <a:prstGeom prst="rect">
            <a:avLst/>
          </a:prstGeom>
          <a:solidFill>
            <a:srgbClr val="FFFFFF">
              <a:alpha val="62000"/>
            </a:srgbClr>
          </a:solidFill>
          <a:ln w="15875">
            <a:solidFill>
              <a:srgbClr val="CC2222"/>
            </a:solidFill>
            <a:prstDash val="solid"/>
          </a:ln>
        </p:spPr>
      </p:sp>
      <p:sp>
        <p:nvSpPr>
          <p:cNvPr id="321" name="Text 315"/>
          <p:cNvSpPr/>
          <p:nvPr/>
        </p:nvSpPr>
        <p:spPr>
          <a:xfrm>
            <a:off x="9956800" y="3759200"/>
            <a:ext cx="304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40" b="1" baseline="-40000" dirty="0">
                <a:solidFill>
                  <a:srgbClr val="CC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pPr algn="ctr" indent="0" marL="0">
              <a:buNone/>
            </a:pPr>
            <a:r>
              <a:rPr lang="en-US" sz="413" b="1" baseline="3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</a:t>
            </a:r>
            <a:endParaRPr lang="en-US" sz="550" dirty="0"/>
          </a:p>
        </p:txBody>
      </p:sp>
      <p:sp>
        <p:nvSpPr>
          <p:cNvPr id="322" name="Shape 316"/>
          <p:cNvSpPr/>
          <p:nvPr/>
        </p:nvSpPr>
        <p:spPr>
          <a:xfrm>
            <a:off x="9956800" y="4025900"/>
            <a:ext cx="304800" cy="190500"/>
          </a:xfrm>
          <a:prstGeom prst="rect">
            <a:avLst/>
          </a:prstGeom>
          <a:solidFill>
            <a:srgbClr val="FFFFFF">
              <a:alpha val="62000"/>
            </a:srgbClr>
          </a:solidFill>
          <a:ln w="15875">
            <a:solidFill>
              <a:srgbClr val="2E8B57"/>
            </a:solidFill>
            <a:prstDash val="solid"/>
          </a:ln>
        </p:spPr>
      </p:sp>
      <p:sp>
        <p:nvSpPr>
          <p:cNvPr id="323" name="Text 317"/>
          <p:cNvSpPr/>
          <p:nvPr/>
        </p:nvSpPr>
        <p:spPr>
          <a:xfrm>
            <a:off x="9956800" y="4025900"/>
            <a:ext cx="304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40" b="1" baseline="-40000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ctr" indent="0" marL="0">
              <a:buNone/>
            </a:pPr>
            <a:r>
              <a:rPr lang="en-US" sz="413" b="1" baseline="3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</a:t>
            </a:r>
            <a:endParaRPr lang="en-US" sz="550" dirty="0"/>
          </a:p>
        </p:txBody>
      </p:sp>
      <p:sp>
        <p:nvSpPr>
          <p:cNvPr id="324" name="Shape 318"/>
          <p:cNvSpPr/>
          <p:nvPr/>
        </p:nvSpPr>
        <p:spPr>
          <a:xfrm>
            <a:off x="9956800" y="4279900"/>
            <a:ext cx="304800" cy="190500"/>
          </a:xfrm>
          <a:prstGeom prst="rect">
            <a:avLst/>
          </a:prstGeom>
          <a:solidFill>
            <a:srgbClr val="FFFFFF">
              <a:alpha val="62000"/>
            </a:srgbClr>
          </a:solidFill>
          <a:ln w="15875">
            <a:solidFill>
              <a:srgbClr val="2F55C8"/>
            </a:solidFill>
            <a:prstDash val="solid"/>
          </a:ln>
        </p:spPr>
      </p:sp>
      <p:sp>
        <p:nvSpPr>
          <p:cNvPr id="325" name="Text 319"/>
          <p:cNvSpPr/>
          <p:nvPr/>
        </p:nvSpPr>
        <p:spPr>
          <a:xfrm>
            <a:off x="9956800" y="4279900"/>
            <a:ext cx="304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40" b="1" baseline="-40000" dirty="0">
                <a:solidFill>
                  <a:srgbClr val="2F55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ctr" indent="0" marL="0">
              <a:buNone/>
            </a:pPr>
            <a:r>
              <a:rPr lang="en-US" sz="413" b="1" baseline="3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</a:t>
            </a:r>
            <a:endParaRPr lang="en-US" sz="550" dirty="0"/>
          </a:p>
        </p:txBody>
      </p:sp>
      <p:sp>
        <p:nvSpPr>
          <p:cNvPr id="326" name="Shape 320"/>
          <p:cNvSpPr/>
          <p:nvPr/>
        </p:nvSpPr>
        <p:spPr>
          <a:xfrm>
            <a:off x="5321300" y="1943100"/>
            <a:ext cx="1016000" cy="203200"/>
          </a:xfrm>
          <a:prstGeom prst="roundRect">
            <a:avLst>
              <a:gd name="adj" fmla="val 13500"/>
            </a:avLst>
          </a:prstGeom>
          <a:solidFill>
            <a:srgbClr val="BC4E05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27" name="Shape 321"/>
          <p:cNvSpPr/>
          <p:nvPr/>
        </p:nvSpPr>
        <p:spPr>
          <a:xfrm>
            <a:off x="5892800" y="1714500"/>
            <a:ext cx="914400" cy="190500"/>
          </a:xfrm>
          <a:prstGeom prst="roundRect">
            <a:avLst>
              <a:gd name="adj" fmla="val 14400"/>
            </a:avLst>
          </a:prstGeom>
          <a:solidFill>
            <a:srgbClr val="6B7052"/>
          </a:solidFill>
          <a:ln w="9525">
            <a:solidFill>
              <a:srgbClr val="B0B0B0"/>
            </a:solidFill>
            <a:prstDash val="dash"/>
          </a:ln>
        </p:spPr>
      </p:sp>
      <p:sp>
        <p:nvSpPr>
          <p:cNvPr id="328" name="Shape 322"/>
          <p:cNvSpPr/>
          <p:nvPr/>
        </p:nvSpPr>
        <p:spPr>
          <a:xfrm>
            <a:off x="6477000" y="1460500"/>
            <a:ext cx="889000" cy="165100"/>
          </a:xfrm>
          <a:prstGeom prst="roundRect">
            <a:avLst>
              <a:gd name="adj" fmla="val 16615"/>
            </a:avLst>
          </a:prstGeom>
          <a:solidFill>
            <a:srgbClr val="FAFF0C"/>
          </a:solidFill>
          <a:ln w="9525">
            <a:solidFill>
              <a:srgbClr val="B8B860"/>
            </a:solidFill>
            <a:prstDash val="dash"/>
          </a:ln>
        </p:spPr>
      </p:sp>
      <p:sp>
        <p:nvSpPr>
          <p:cNvPr id="329" name="Shape 323"/>
          <p:cNvSpPr/>
          <p:nvPr/>
        </p:nvSpPr>
        <p:spPr>
          <a:xfrm>
            <a:off x="6959600" y="1168400"/>
            <a:ext cx="965200" cy="228600"/>
          </a:xfrm>
          <a:prstGeom prst="roundRect">
            <a:avLst>
              <a:gd name="adj" fmla="val 12000"/>
            </a:avLst>
          </a:prstGeom>
          <a:solidFill>
            <a:srgbClr val="A0FF78"/>
          </a:solidFill>
          <a:ln w="9525">
            <a:solidFill>
              <a:srgbClr val="2E8B57"/>
            </a:solidFill>
            <a:prstDash val="dash"/>
          </a:ln>
        </p:spPr>
      </p:sp>
      <p:sp>
        <p:nvSpPr>
          <p:cNvPr id="330" name="Shape 324"/>
          <p:cNvSpPr/>
          <p:nvPr/>
        </p:nvSpPr>
        <p:spPr>
          <a:xfrm>
            <a:off x="7543800" y="952500"/>
            <a:ext cx="927100" cy="203200"/>
          </a:xfrm>
          <a:prstGeom prst="roundRect">
            <a:avLst>
              <a:gd name="adj" fmla="val 13500"/>
            </a:avLst>
          </a:prstGeom>
          <a:solidFill>
            <a:srgbClr val="F6DEBE"/>
          </a:solidFill>
          <a:ln w="9525">
            <a:solidFill>
              <a:srgbClr val="2E8B57"/>
            </a:solidFill>
            <a:prstDash val="dash"/>
          </a:ln>
        </p:spPr>
      </p:sp>
      <p:sp>
        <p:nvSpPr>
          <p:cNvPr id="331" name="Shape 325"/>
          <p:cNvSpPr/>
          <p:nvPr/>
        </p:nvSpPr>
        <p:spPr>
          <a:xfrm>
            <a:off x="6356350" y="1955800"/>
            <a:ext cx="12700" cy="762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332" name="Shape 326"/>
          <p:cNvSpPr/>
          <p:nvPr/>
        </p:nvSpPr>
        <p:spPr>
          <a:xfrm>
            <a:off x="6329680" y="1892300"/>
            <a:ext cx="66040" cy="6985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333" name="Shape 327"/>
          <p:cNvSpPr/>
          <p:nvPr/>
        </p:nvSpPr>
        <p:spPr>
          <a:xfrm>
            <a:off x="6889750" y="1701800"/>
            <a:ext cx="12700" cy="762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334" name="Shape 328"/>
          <p:cNvSpPr/>
          <p:nvPr/>
        </p:nvSpPr>
        <p:spPr>
          <a:xfrm>
            <a:off x="6863080" y="1638300"/>
            <a:ext cx="66040" cy="6985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335" name="Shape 329"/>
          <p:cNvSpPr/>
          <p:nvPr/>
        </p:nvSpPr>
        <p:spPr>
          <a:xfrm>
            <a:off x="7435850" y="1447800"/>
            <a:ext cx="12700" cy="762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336" name="Shape 330"/>
          <p:cNvSpPr/>
          <p:nvPr/>
        </p:nvSpPr>
        <p:spPr>
          <a:xfrm>
            <a:off x="7409180" y="1384300"/>
            <a:ext cx="66040" cy="6985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337" name="Shape 331"/>
          <p:cNvSpPr/>
          <p:nvPr/>
        </p:nvSpPr>
        <p:spPr>
          <a:xfrm>
            <a:off x="7994650" y="1193800"/>
            <a:ext cx="12700" cy="762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338" name="Shape 332"/>
          <p:cNvSpPr/>
          <p:nvPr/>
        </p:nvSpPr>
        <p:spPr>
          <a:xfrm>
            <a:off x="7967980" y="1130300"/>
            <a:ext cx="66040" cy="6985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339" name="Shape 333"/>
          <p:cNvSpPr/>
          <p:nvPr/>
        </p:nvSpPr>
        <p:spPr>
          <a:xfrm>
            <a:off x="5422900" y="2222500"/>
            <a:ext cx="266700" cy="139700"/>
          </a:xfrm>
          <a:prstGeom prst="line">
            <a:avLst/>
          </a:prstGeom>
          <a:noFill/>
          <a:ln w="31750">
            <a:solidFill>
              <a:srgbClr val="00AA00"/>
            </a:solidFill>
            <a:prstDash val="solid"/>
            <a:headEnd type="triangle"/>
          </a:ln>
        </p:spPr>
      </p:sp>
      <p:pic>
        <p:nvPicPr>
          <p:cNvPr id="340" name="Image 4" descr="/home/ahmed/Projects/ai_llm_slides/videos/deep-learning/002_transformers_part2/recreated_pptx/build/assets/plane01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7000" y="825500"/>
            <a:ext cx="4254500" cy="2070100"/>
          </a:xfrm>
          <a:prstGeom prst="rect">
            <a:avLst/>
          </a:prstGeom>
        </p:spPr>
      </p:pic>
      <p:pic>
        <p:nvPicPr>
          <p:cNvPr id="341" name="Image 5" descr="/home/ahmed/Projects/ai_llm_slides/videos/deep-learning/002_transformers_part2/recreated_pptx/build/assets/swoosh015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0" y="2984500"/>
            <a:ext cx="3746500" cy="2095500"/>
          </a:xfrm>
          <a:prstGeom prst="rect">
            <a:avLst/>
          </a:prstGeom>
        </p:spPr>
      </p:pic>
      <p:sp>
        <p:nvSpPr>
          <p:cNvPr id="342" name="Text 334"/>
          <p:cNvSpPr/>
          <p:nvPr/>
        </p:nvSpPr>
        <p:spPr>
          <a:xfrm rot="20280000">
            <a:off x="9969500" y="3302000"/>
            <a:ext cx="914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i="1" dirty="0">
                <a:solidFill>
                  <a:srgbClr val="222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"H" Heads</a:t>
            </a:r>
            <a:endParaRPr lang="en-US" sz="1000" dirty="0"/>
          </a:p>
        </p:txBody>
      </p:sp>
      <p:sp>
        <p:nvSpPr>
          <p:cNvPr id="343" name="Shape 335"/>
          <p:cNvSpPr/>
          <p:nvPr/>
        </p:nvSpPr>
        <p:spPr>
          <a:xfrm>
            <a:off x="2197100" y="5092700"/>
            <a:ext cx="2781300" cy="406400"/>
          </a:xfrm>
          <a:prstGeom prst="roundRect">
            <a:avLst>
              <a:gd name="adj" fmla="val 11250"/>
            </a:avLst>
          </a:prstGeom>
          <a:solidFill>
            <a:srgbClr val="EEFDDC"/>
          </a:solidFill>
          <a:ln w="19050">
            <a:solidFill>
              <a:srgbClr val="999999"/>
            </a:solidFill>
            <a:prstDash val="dash"/>
          </a:ln>
        </p:spPr>
      </p:sp>
      <p:sp>
        <p:nvSpPr>
          <p:cNvPr id="344" name="Shape 336"/>
          <p:cNvSpPr/>
          <p:nvPr/>
        </p:nvSpPr>
        <p:spPr>
          <a:xfrm>
            <a:off x="2286000" y="5181600"/>
            <a:ext cx="117475" cy="241300"/>
          </a:xfrm>
          <a:prstGeom prst="rect">
            <a:avLst/>
          </a:prstGeom>
          <a:solidFill>
            <a:srgbClr val="F7F3D8"/>
          </a:solidFill>
          <a:ln w="6350">
            <a:solidFill>
              <a:srgbClr val="C9A06A"/>
            </a:solidFill>
            <a:prstDash val="solid"/>
          </a:ln>
        </p:spPr>
      </p:sp>
      <p:sp>
        <p:nvSpPr>
          <p:cNvPr id="345" name="Shape 337"/>
          <p:cNvSpPr/>
          <p:nvPr/>
        </p:nvSpPr>
        <p:spPr>
          <a:xfrm>
            <a:off x="2403475" y="5181600"/>
            <a:ext cx="117475" cy="241300"/>
          </a:xfrm>
          <a:prstGeom prst="rect">
            <a:avLst/>
          </a:prstGeom>
          <a:solidFill>
            <a:srgbClr val="F7F3D8"/>
          </a:solidFill>
          <a:ln w="6350">
            <a:solidFill>
              <a:srgbClr val="C9A06A"/>
            </a:solidFill>
            <a:prstDash val="solid"/>
          </a:ln>
        </p:spPr>
      </p:sp>
      <p:sp>
        <p:nvSpPr>
          <p:cNvPr id="346" name="Shape 338"/>
          <p:cNvSpPr/>
          <p:nvPr/>
        </p:nvSpPr>
        <p:spPr>
          <a:xfrm>
            <a:off x="2520950" y="5181600"/>
            <a:ext cx="117475" cy="241300"/>
          </a:xfrm>
          <a:prstGeom prst="rect">
            <a:avLst/>
          </a:prstGeom>
          <a:solidFill>
            <a:srgbClr val="F7F3D8"/>
          </a:solidFill>
          <a:ln w="6350">
            <a:solidFill>
              <a:srgbClr val="C9A06A"/>
            </a:solidFill>
            <a:prstDash val="solid"/>
          </a:ln>
        </p:spPr>
      </p:sp>
      <p:sp>
        <p:nvSpPr>
          <p:cNvPr id="347" name="Shape 339"/>
          <p:cNvSpPr/>
          <p:nvPr/>
        </p:nvSpPr>
        <p:spPr>
          <a:xfrm>
            <a:off x="2638425" y="5181600"/>
            <a:ext cx="117475" cy="241300"/>
          </a:xfrm>
          <a:prstGeom prst="rect">
            <a:avLst/>
          </a:prstGeom>
          <a:solidFill>
            <a:srgbClr val="F7F3D8"/>
          </a:solidFill>
          <a:ln w="6350">
            <a:solidFill>
              <a:srgbClr val="C9A06A"/>
            </a:solidFill>
            <a:prstDash val="solid"/>
          </a:ln>
        </p:spPr>
      </p:sp>
      <p:sp>
        <p:nvSpPr>
          <p:cNvPr id="348" name="Text 340"/>
          <p:cNvSpPr/>
          <p:nvPr/>
        </p:nvSpPr>
        <p:spPr>
          <a:xfrm>
            <a:off x="2286000" y="5181600"/>
            <a:ext cx="4699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413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50" dirty="0"/>
          </a:p>
        </p:txBody>
      </p:sp>
      <p:sp>
        <p:nvSpPr>
          <p:cNvPr id="349" name="Shape 341"/>
          <p:cNvSpPr/>
          <p:nvPr/>
        </p:nvSpPr>
        <p:spPr>
          <a:xfrm>
            <a:off x="2971800" y="5156200"/>
            <a:ext cx="152400" cy="279400"/>
          </a:xfrm>
          <a:prstGeom prst="rect">
            <a:avLst/>
          </a:prstGeom>
          <a:solidFill>
            <a:srgbClr val="D296C8"/>
          </a:solidFill>
          <a:ln w="15875">
            <a:solidFill>
              <a:srgbClr val="CC44CC"/>
            </a:solidFill>
            <a:prstDash val="solid"/>
          </a:ln>
        </p:spPr>
      </p:sp>
      <p:sp>
        <p:nvSpPr>
          <p:cNvPr id="350" name="Shape 342"/>
          <p:cNvSpPr/>
          <p:nvPr/>
        </p:nvSpPr>
        <p:spPr>
          <a:xfrm>
            <a:off x="3124200" y="5156200"/>
            <a:ext cx="152400" cy="279400"/>
          </a:xfrm>
          <a:prstGeom prst="rect">
            <a:avLst/>
          </a:prstGeom>
          <a:solidFill>
            <a:srgbClr val="D296C8"/>
          </a:solidFill>
          <a:ln w="15875">
            <a:solidFill>
              <a:srgbClr val="CC44CC"/>
            </a:solidFill>
            <a:prstDash val="solid"/>
          </a:ln>
        </p:spPr>
      </p:sp>
      <p:sp>
        <p:nvSpPr>
          <p:cNvPr id="351" name="Shape 343"/>
          <p:cNvSpPr/>
          <p:nvPr/>
        </p:nvSpPr>
        <p:spPr>
          <a:xfrm>
            <a:off x="3276600" y="5156200"/>
            <a:ext cx="152400" cy="279400"/>
          </a:xfrm>
          <a:prstGeom prst="rect">
            <a:avLst/>
          </a:prstGeom>
          <a:solidFill>
            <a:srgbClr val="D296C8"/>
          </a:solidFill>
          <a:ln w="15875">
            <a:solidFill>
              <a:srgbClr val="CC44CC"/>
            </a:solidFill>
            <a:prstDash val="solid"/>
          </a:ln>
        </p:spPr>
      </p:sp>
      <p:sp>
        <p:nvSpPr>
          <p:cNvPr id="352" name="Shape 344"/>
          <p:cNvSpPr/>
          <p:nvPr/>
        </p:nvSpPr>
        <p:spPr>
          <a:xfrm>
            <a:off x="3429000" y="5156200"/>
            <a:ext cx="152400" cy="279400"/>
          </a:xfrm>
          <a:prstGeom prst="rect">
            <a:avLst/>
          </a:prstGeom>
          <a:solidFill>
            <a:srgbClr val="D296C8"/>
          </a:solidFill>
          <a:ln w="15875">
            <a:solidFill>
              <a:srgbClr val="CC44CC"/>
            </a:solidFill>
            <a:prstDash val="solid"/>
          </a:ln>
        </p:spPr>
      </p:sp>
      <p:sp>
        <p:nvSpPr>
          <p:cNvPr id="353" name="Text 345"/>
          <p:cNvSpPr/>
          <p:nvPr/>
        </p:nvSpPr>
        <p:spPr>
          <a:xfrm>
            <a:off x="2971800" y="5156200"/>
            <a:ext cx="609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8B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413" b="1" baseline="-40000" dirty="0">
                <a:solidFill>
                  <a:srgbClr val="8B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50" dirty="0"/>
          </a:p>
        </p:txBody>
      </p:sp>
      <p:sp>
        <p:nvSpPr>
          <p:cNvPr id="354" name="Shape 346"/>
          <p:cNvSpPr/>
          <p:nvPr/>
        </p:nvSpPr>
        <p:spPr>
          <a:xfrm>
            <a:off x="3657600" y="5181600"/>
            <a:ext cx="142875" cy="241300"/>
          </a:xfrm>
          <a:prstGeom prst="rect">
            <a:avLst/>
          </a:prstGeom>
          <a:solidFill>
            <a:srgbClr val="F7F3D8"/>
          </a:solidFill>
          <a:ln w="6350">
            <a:solidFill>
              <a:srgbClr val="C9A06A"/>
            </a:solidFill>
            <a:prstDash val="solid"/>
          </a:ln>
        </p:spPr>
      </p:sp>
      <p:sp>
        <p:nvSpPr>
          <p:cNvPr id="355" name="Shape 347"/>
          <p:cNvSpPr/>
          <p:nvPr/>
        </p:nvSpPr>
        <p:spPr>
          <a:xfrm>
            <a:off x="3800475" y="5181600"/>
            <a:ext cx="142875" cy="241300"/>
          </a:xfrm>
          <a:prstGeom prst="rect">
            <a:avLst/>
          </a:prstGeom>
          <a:solidFill>
            <a:srgbClr val="F7F3D8"/>
          </a:solidFill>
          <a:ln w="6350">
            <a:solidFill>
              <a:srgbClr val="C9A06A"/>
            </a:solidFill>
            <a:prstDash val="solid"/>
          </a:ln>
        </p:spPr>
      </p:sp>
      <p:sp>
        <p:nvSpPr>
          <p:cNvPr id="356" name="Shape 348"/>
          <p:cNvSpPr/>
          <p:nvPr/>
        </p:nvSpPr>
        <p:spPr>
          <a:xfrm>
            <a:off x="3943350" y="5181600"/>
            <a:ext cx="142875" cy="241300"/>
          </a:xfrm>
          <a:prstGeom prst="rect">
            <a:avLst/>
          </a:prstGeom>
          <a:solidFill>
            <a:srgbClr val="F7F3D8"/>
          </a:solidFill>
          <a:ln w="6350">
            <a:solidFill>
              <a:srgbClr val="C9A06A"/>
            </a:solidFill>
            <a:prstDash val="solid"/>
          </a:ln>
        </p:spPr>
      </p:sp>
      <p:sp>
        <p:nvSpPr>
          <p:cNvPr id="357" name="Shape 349"/>
          <p:cNvSpPr/>
          <p:nvPr/>
        </p:nvSpPr>
        <p:spPr>
          <a:xfrm>
            <a:off x="4086225" y="5181600"/>
            <a:ext cx="142875" cy="241300"/>
          </a:xfrm>
          <a:prstGeom prst="rect">
            <a:avLst/>
          </a:prstGeom>
          <a:solidFill>
            <a:srgbClr val="F7F3D8"/>
          </a:solidFill>
          <a:ln w="6350">
            <a:solidFill>
              <a:srgbClr val="C9A06A"/>
            </a:solidFill>
            <a:prstDash val="solid"/>
          </a:ln>
        </p:spPr>
      </p:sp>
      <p:sp>
        <p:nvSpPr>
          <p:cNvPr id="358" name="Text 350"/>
          <p:cNvSpPr/>
          <p:nvPr/>
        </p:nvSpPr>
        <p:spPr>
          <a:xfrm>
            <a:off x="3657600" y="5181600"/>
            <a:ext cx="5715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413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50" dirty="0"/>
          </a:p>
        </p:txBody>
      </p:sp>
      <p:sp>
        <p:nvSpPr>
          <p:cNvPr id="359" name="Shape 351"/>
          <p:cNvSpPr/>
          <p:nvPr/>
        </p:nvSpPr>
        <p:spPr>
          <a:xfrm>
            <a:off x="4279900" y="5181600"/>
            <a:ext cx="146050" cy="241300"/>
          </a:xfrm>
          <a:prstGeom prst="rect">
            <a:avLst/>
          </a:prstGeom>
          <a:solidFill>
            <a:srgbClr val="F7F3D8"/>
          </a:solidFill>
          <a:ln w="6350">
            <a:solidFill>
              <a:srgbClr val="C9A06A"/>
            </a:solidFill>
            <a:prstDash val="solid"/>
          </a:ln>
        </p:spPr>
      </p:sp>
      <p:sp>
        <p:nvSpPr>
          <p:cNvPr id="360" name="Shape 352"/>
          <p:cNvSpPr/>
          <p:nvPr/>
        </p:nvSpPr>
        <p:spPr>
          <a:xfrm>
            <a:off x="4425950" y="5181600"/>
            <a:ext cx="146050" cy="241300"/>
          </a:xfrm>
          <a:prstGeom prst="rect">
            <a:avLst/>
          </a:prstGeom>
          <a:solidFill>
            <a:srgbClr val="F7F3D8"/>
          </a:solidFill>
          <a:ln w="6350">
            <a:solidFill>
              <a:srgbClr val="C9A06A"/>
            </a:solidFill>
            <a:prstDash val="solid"/>
          </a:ln>
        </p:spPr>
      </p:sp>
      <p:sp>
        <p:nvSpPr>
          <p:cNvPr id="361" name="Shape 353"/>
          <p:cNvSpPr/>
          <p:nvPr/>
        </p:nvSpPr>
        <p:spPr>
          <a:xfrm>
            <a:off x="4572000" y="5181600"/>
            <a:ext cx="146050" cy="241300"/>
          </a:xfrm>
          <a:prstGeom prst="rect">
            <a:avLst/>
          </a:prstGeom>
          <a:solidFill>
            <a:srgbClr val="F7F3D8"/>
          </a:solidFill>
          <a:ln w="6350">
            <a:solidFill>
              <a:srgbClr val="C9A06A"/>
            </a:solidFill>
            <a:prstDash val="solid"/>
          </a:ln>
        </p:spPr>
      </p:sp>
      <p:sp>
        <p:nvSpPr>
          <p:cNvPr id="362" name="Shape 354"/>
          <p:cNvSpPr/>
          <p:nvPr/>
        </p:nvSpPr>
        <p:spPr>
          <a:xfrm>
            <a:off x="4718050" y="5181600"/>
            <a:ext cx="146050" cy="241300"/>
          </a:xfrm>
          <a:prstGeom prst="rect">
            <a:avLst/>
          </a:prstGeom>
          <a:solidFill>
            <a:srgbClr val="F7F3D8"/>
          </a:solidFill>
          <a:ln w="6350">
            <a:solidFill>
              <a:srgbClr val="C9A06A"/>
            </a:solidFill>
            <a:prstDash val="solid"/>
          </a:ln>
        </p:spPr>
      </p:sp>
      <p:sp>
        <p:nvSpPr>
          <p:cNvPr id="363" name="Text 355"/>
          <p:cNvSpPr/>
          <p:nvPr/>
        </p:nvSpPr>
        <p:spPr>
          <a:xfrm>
            <a:off x="4279900" y="5181600"/>
            <a:ext cx="5842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413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550" dirty="0"/>
          </a:p>
        </p:txBody>
      </p:sp>
      <p:sp>
        <p:nvSpPr>
          <p:cNvPr id="364" name="Shape 356"/>
          <p:cNvSpPr/>
          <p:nvPr/>
        </p:nvSpPr>
        <p:spPr>
          <a:xfrm>
            <a:off x="3009900" y="5410200"/>
            <a:ext cx="63500" cy="203200"/>
          </a:xfrm>
          <a:prstGeom prst="line">
            <a:avLst/>
          </a:prstGeom>
          <a:noFill/>
          <a:ln w="50800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365" name="Shape 357"/>
          <p:cNvSpPr/>
          <p:nvPr/>
        </p:nvSpPr>
        <p:spPr>
          <a:xfrm>
            <a:off x="3302000" y="4610100"/>
            <a:ext cx="76200" cy="127000"/>
          </a:xfrm>
          <a:prstGeom prst="rect">
            <a:avLst/>
          </a:prstGeom>
          <a:solidFill>
            <a:srgbClr val="E8D8B0"/>
          </a:solidFill>
          <a:ln w="6350">
            <a:solidFill>
              <a:srgbClr val="B8A888"/>
            </a:solidFill>
            <a:prstDash val="solid"/>
          </a:ln>
        </p:spPr>
      </p:sp>
      <p:sp>
        <p:nvSpPr>
          <p:cNvPr id="366" name="Shape 358"/>
          <p:cNvSpPr/>
          <p:nvPr/>
        </p:nvSpPr>
        <p:spPr>
          <a:xfrm>
            <a:off x="3378200" y="4610100"/>
            <a:ext cx="76200" cy="127000"/>
          </a:xfrm>
          <a:prstGeom prst="rect">
            <a:avLst/>
          </a:prstGeom>
          <a:solidFill>
            <a:srgbClr val="FFFFFF"/>
          </a:solidFill>
          <a:ln w="6350">
            <a:solidFill>
              <a:srgbClr val="B8A888"/>
            </a:solidFill>
            <a:prstDash val="solid"/>
          </a:ln>
        </p:spPr>
      </p:sp>
      <p:sp>
        <p:nvSpPr>
          <p:cNvPr id="367" name="Shape 359"/>
          <p:cNvSpPr/>
          <p:nvPr/>
        </p:nvSpPr>
        <p:spPr>
          <a:xfrm>
            <a:off x="3454400" y="4610100"/>
            <a:ext cx="76200" cy="127000"/>
          </a:xfrm>
          <a:prstGeom prst="rect">
            <a:avLst/>
          </a:prstGeom>
          <a:solidFill>
            <a:srgbClr val="E8D8B0"/>
          </a:solidFill>
          <a:ln w="6350">
            <a:solidFill>
              <a:srgbClr val="B8A888"/>
            </a:solidFill>
            <a:prstDash val="solid"/>
          </a:ln>
        </p:spPr>
      </p:sp>
      <p:sp>
        <p:nvSpPr>
          <p:cNvPr id="368" name="Shape 360"/>
          <p:cNvSpPr/>
          <p:nvPr/>
        </p:nvSpPr>
        <p:spPr>
          <a:xfrm>
            <a:off x="3530600" y="4610100"/>
            <a:ext cx="76200" cy="127000"/>
          </a:xfrm>
          <a:prstGeom prst="rect">
            <a:avLst/>
          </a:prstGeom>
          <a:solidFill>
            <a:srgbClr val="FFFFFF"/>
          </a:solidFill>
          <a:ln w="6350">
            <a:solidFill>
              <a:srgbClr val="B8A888"/>
            </a:solidFill>
            <a:prstDash val="solid"/>
          </a:ln>
        </p:spPr>
      </p:sp>
      <p:sp>
        <p:nvSpPr>
          <p:cNvPr id="369" name="Text 361"/>
          <p:cNvSpPr/>
          <p:nvPr/>
        </p:nvSpPr>
        <p:spPr>
          <a:xfrm>
            <a:off x="3124200" y="4597400"/>
            <a:ext cx="1524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pPr algn="l" indent="0" marL="0">
              <a:buNone/>
            </a:pPr>
            <a:r>
              <a:rPr lang="en-US" sz="42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50" dirty="0"/>
          </a:p>
        </p:txBody>
      </p:sp>
      <p:sp>
        <p:nvSpPr>
          <p:cNvPr id="370" name="Shape 362"/>
          <p:cNvSpPr/>
          <p:nvPr/>
        </p:nvSpPr>
        <p:spPr>
          <a:xfrm>
            <a:off x="3098800" y="4762500"/>
            <a:ext cx="266700" cy="317500"/>
          </a:xfrm>
          <a:prstGeom prst="rect">
            <a:avLst/>
          </a:prstGeom>
          <a:solidFill>
            <a:srgbClr val="FFFFFF"/>
          </a:solidFill>
          <a:ln w="15875">
            <a:solidFill>
              <a:srgbClr val="CC2222"/>
            </a:solidFill>
            <a:prstDash val="solid"/>
          </a:ln>
        </p:spPr>
      </p:sp>
      <p:sp>
        <p:nvSpPr>
          <p:cNvPr id="371" name="Text 363"/>
          <p:cNvSpPr/>
          <p:nvPr/>
        </p:nvSpPr>
        <p:spPr>
          <a:xfrm>
            <a:off x="3098800" y="4762500"/>
            <a:ext cx="2667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40" b="1" baseline="-40000" dirty="0">
                <a:solidFill>
                  <a:srgbClr val="CC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pPr algn="ctr" indent="0" marL="0">
              <a:buNone/>
            </a:pPr>
            <a:r>
              <a:rPr lang="en-US" sz="413" b="1" baseline="3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(0)</a:t>
            </a:r>
            <a:endParaRPr lang="en-US" sz="550" dirty="0"/>
          </a:p>
        </p:txBody>
      </p:sp>
      <p:sp>
        <p:nvSpPr>
          <p:cNvPr id="372" name="Shape 364"/>
          <p:cNvSpPr/>
          <p:nvPr/>
        </p:nvSpPr>
        <p:spPr>
          <a:xfrm>
            <a:off x="3296285" y="4546600"/>
            <a:ext cx="11430" cy="508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373" name="Shape 365"/>
          <p:cNvSpPr/>
          <p:nvPr/>
        </p:nvSpPr>
        <p:spPr>
          <a:xfrm>
            <a:off x="3268980" y="4483100"/>
            <a:ext cx="66040" cy="6985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374" name="Shape 366"/>
          <p:cNvSpPr/>
          <p:nvPr/>
        </p:nvSpPr>
        <p:spPr>
          <a:xfrm>
            <a:off x="3258185" y="5092700"/>
            <a:ext cx="11430" cy="381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375" name="Shape 367"/>
          <p:cNvSpPr/>
          <p:nvPr/>
        </p:nvSpPr>
        <p:spPr>
          <a:xfrm>
            <a:off x="3230880" y="5029200"/>
            <a:ext cx="66040" cy="6985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376" name="Shape 368"/>
          <p:cNvSpPr/>
          <p:nvPr/>
        </p:nvSpPr>
        <p:spPr>
          <a:xfrm>
            <a:off x="1651000" y="4419600"/>
            <a:ext cx="165100" cy="723900"/>
          </a:xfrm>
          <a:prstGeom prst="line">
            <a:avLst/>
          </a:prstGeom>
          <a:noFill/>
          <a:ln w="9525">
            <a:solidFill>
              <a:srgbClr val="C00000"/>
            </a:solidFill>
            <a:prstDash val="dash"/>
          </a:ln>
        </p:spPr>
      </p:sp>
      <p:sp>
        <p:nvSpPr>
          <p:cNvPr id="377" name="Text 369"/>
          <p:cNvSpPr/>
          <p:nvPr/>
        </p:nvSpPr>
        <p:spPr>
          <a:xfrm>
            <a:off x="3771900" y="6057900"/>
            <a:ext cx="4851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 Head </a:t>
            </a:r>
            <a:pPr algn="ctr" indent="0" marL="0">
              <a:buNone/>
            </a:pPr>
            <a:r>
              <a:rPr lang="en-US" sz="1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 Attention of Word </a:t>
            </a:r>
            <a:pPr algn="ctr" indent="0" marL="0">
              <a:buNone/>
            </a:pPr>
            <a:r>
              <a:rPr lang="en-US" sz="19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0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71500"/>
            <a:ext cx="11137900" cy="6286500"/>
          </a:xfrm>
          <a:prstGeom prst="rect">
            <a:avLst/>
          </a:prstGeom>
          <a:solidFill>
            <a:srgbClr val="E9E9E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120855" y="655379"/>
            <a:ext cx="9448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25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 FF NN  for Multiplication of Multiple Vectors by Multiple Matrices</a:t>
            </a:r>
            <a:endParaRPr lang="en-US" sz="2125" dirty="0"/>
          </a:p>
        </p:txBody>
      </p:sp>
      <p:sp>
        <p:nvSpPr>
          <p:cNvPr id="6" name="Text 4"/>
          <p:cNvSpPr/>
          <p:nvPr/>
        </p:nvSpPr>
        <p:spPr>
          <a:xfrm>
            <a:off x="333455" y="974577"/>
            <a:ext cx="7366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90" b="1" i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Usage: Multiply Vectors of All Words by Multiple  (different) </a:t>
            </a:r>
            <a:endParaRPr lang="en-US" sz="1790" dirty="0"/>
          </a:p>
        </p:txBody>
      </p:sp>
      <p:sp>
        <p:nvSpPr>
          <p:cNvPr id="7" name="Text 5"/>
          <p:cNvSpPr/>
          <p:nvPr/>
        </p:nvSpPr>
        <p:spPr>
          <a:xfrm>
            <a:off x="7679026" y="983954"/>
            <a:ext cx="304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i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2050" dirty="0"/>
          </a:p>
        </p:txBody>
      </p:sp>
      <p:sp>
        <p:nvSpPr>
          <p:cNvPr id="8" name="Text 6"/>
          <p:cNvSpPr/>
          <p:nvPr/>
        </p:nvSpPr>
        <p:spPr>
          <a:xfrm>
            <a:off x="7919693" y="1153484"/>
            <a:ext cx="127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062376" y="974577"/>
            <a:ext cx="3556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90" b="1" i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(Keys of Multiple Heads)</a:t>
            </a:r>
            <a:endParaRPr lang="en-US" sz="1790" dirty="0"/>
          </a:p>
        </p:txBody>
      </p:sp>
      <p:sp>
        <p:nvSpPr>
          <p:cNvPr id="10" name="Shape 8"/>
          <p:cNvSpPr/>
          <p:nvPr/>
        </p:nvSpPr>
        <p:spPr>
          <a:xfrm>
            <a:off x="718162" y="1475267"/>
            <a:ext cx="9620722" cy="2737882"/>
          </a:xfrm>
          <a:prstGeom prst="roundRect">
            <a:avLst>
              <a:gd name="adj" fmla="val 2004"/>
            </a:avLst>
          </a:prstGeom>
          <a:solidFill>
            <a:srgbClr val="F2F1EF"/>
          </a:solidFill>
          <a:ln w="12700">
            <a:solidFill>
              <a:srgbClr val="D0D5D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52015" y="4279603"/>
            <a:ext cx="8353796" cy="2551813"/>
          </a:xfrm>
          <a:prstGeom prst="roundRect">
            <a:avLst>
              <a:gd name="adj" fmla="val 2150"/>
            </a:avLst>
          </a:prstGeom>
          <a:solidFill>
            <a:srgbClr val="F2F1EF"/>
          </a:solidFill>
          <a:ln w="12700">
            <a:solidFill>
              <a:srgbClr val="D0D5D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872281" y="1754371"/>
            <a:ext cx="1926784" cy="2339162"/>
          </a:xfrm>
          <a:prstGeom prst="roundRect">
            <a:avLst>
              <a:gd name="adj" fmla="val 2847"/>
            </a:avLst>
          </a:prstGeom>
          <a:solidFill>
            <a:srgbClr val="D4FCE6"/>
          </a:solidFill>
          <a:ln/>
        </p:spPr>
      </p:sp>
      <p:sp>
        <p:nvSpPr>
          <p:cNvPr id="13" name="Shape 11"/>
          <p:cNvSpPr/>
          <p:nvPr/>
        </p:nvSpPr>
        <p:spPr>
          <a:xfrm>
            <a:off x="6049811" y="1741081"/>
            <a:ext cx="1939981" cy="2365743"/>
          </a:xfrm>
          <a:prstGeom prst="roundRect">
            <a:avLst>
              <a:gd name="adj" fmla="val 2828"/>
            </a:avLst>
          </a:prstGeom>
          <a:solidFill>
            <a:srgbClr val="F8E6D0"/>
          </a:solidFill>
          <a:ln/>
        </p:spPr>
      </p:sp>
      <p:sp>
        <p:nvSpPr>
          <p:cNvPr id="14" name="Shape 12"/>
          <p:cNvSpPr/>
          <p:nvPr/>
        </p:nvSpPr>
        <p:spPr>
          <a:xfrm>
            <a:off x="8174552" y="1741081"/>
            <a:ext cx="1926784" cy="2365743"/>
          </a:xfrm>
          <a:prstGeom prst="roundRect">
            <a:avLst>
              <a:gd name="adj" fmla="val 2847"/>
            </a:avLst>
          </a:prstGeom>
          <a:solidFill>
            <a:srgbClr val="D5D5FB"/>
          </a:solidFill>
          <a:ln/>
        </p:spPr>
      </p:sp>
      <p:sp>
        <p:nvSpPr>
          <p:cNvPr id="15" name="Shape 13"/>
          <p:cNvSpPr/>
          <p:nvPr/>
        </p:nvSpPr>
        <p:spPr>
          <a:xfrm>
            <a:off x="3951464" y="2013540"/>
            <a:ext cx="336550" cy="234950"/>
          </a:xfrm>
          <a:prstGeom prst="roundRect">
            <a:avLst>
              <a:gd name="adj" fmla="val 11676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51464" y="2013540"/>
            <a:ext cx="33655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426562" y="2013540"/>
            <a:ext cx="336550" cy="234950"/>
          </a:xfrm>
          <a:prstGeom prst="roundRect">
            <a:avLst>
              <a:gd name="adj" fmla="val 11676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26562" y="2013540"/>
            <a:ext cx="33655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914856" y="2013540"/>
            <a:ext cx="336550" cy="234950"/>
          </a:xfrm>
          <a:prstGeom prst="roundRect">
            <a:avLst>
              <a:gd name="adj" fmla="val 11676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14856" y="2013540"/>
            <a:ext cx="33655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363559" y="2013540"/>
            <a:ext cx="336550" cy="234950"/>
          </a:xfrm>
          <a:prstGeom prst="roundRect">
            <a:avLst>
              <a:gd name="adj" fmla="val 11676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63559" y="2013540"/>
            <a:ext cx="33655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951464" y="2511941"/>
            <a:ext cx="336550" cy="234950"/>
          </a:xfrm>
          <a:prstGeom prst="roundRect">
            <a:avLst>
              <a:gd name="adj" fmla="val 11676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951464" y="2511941"/>
            <a:ext cx="33655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426562" y="2511941"/>
            <a:ext cx="336550" cy="234950"/>
          </a:xfrm>
          <a:prstGeom prst="roundRect">
            <a:avLst>
              <a:gd name="adj" fmla="val 11676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426562" y="2511941"/>
            <a:ext cx="33655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914856" y="2511941"/>
            <a:ext cx="336550" cy="234950"/>
          </a:xfrm>
          <a:prstGeom prst="roundRect">
            <a:avLst>
              <a:gd name="adj" fmla="val 11676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14856" y="2511941"/>
            <a:ext cx="33655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363559" y="2511941"/>
            <a:ext cx="336550" cy="234950"/>
          </a:xfrm>
          <a:prstGeom prst="roundRect">
            <a:avLst>
              <a:gd name="adj" fmla="val 11676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363559" y="2511941"/>
            <a:ext cx="33655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951464" y="3063504"/>
            <a:ext cx="336550" cy="234950"/>
          </a:xfrm>
          <a:prstGeom prst="roundRect">
            <a:avLst>
              <a:gd name="adj" fmla="val 11676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951464" y="3063504"/>
            <a:ext cx="33655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426562" y="3063504"/>
            <a:ext cx="336550" cy="234950"/>
          </a:xfrm>
          <a:prstGeom prst="roundRect">
            <a:avLst>
              <a:gd name="adj" fmla="val 11676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426562" y="3063504"/>
            <a:ext cx="33655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914856" y="3063504"/>
            <a:ext cx="336550" cy="234950"/>
          </a:xfrm>
          <a:prstGeom prst="roundRect">
            <a:avLst>
              <a:gd name="adj" fmla="val 11676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914856" y="3063504"/>
            <a:ext cx="33655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363559" y="3063504"/>
            <a:ext cx="336550" cy="234950"/>
          </a:xfrm>
          <a:prstGeom prst="roundRect">
            <a:avLst>
              <a:gd name="adj" fmla="val 11676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363559" y="3063504"/>
            <a:ext cx="33655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951464" y="3575196"/>
            <a:ext cx="336550" cy="234950"/>
          </a:xfrm>
          <a:prstGeom prst="roundRect">
            <a:avLst>
              <a:gd name="adj" fmla="val 11676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51464" y="3575196"/>
            <a:ext cx="33655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426562" y="3575196"/>
            <a:ext cx="336550" cy="234950"/>
          </a:xfrm>
          <a:prstGeom prst="roundRect">
            <a:avLst>
              <a:gd name="adj" fmla="val 11676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426562" y="3575196"/>
            <a:ext cx="33655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914856" y="3575196"/>
            <a:ext cx="336550" cy="234950"/>
          </a:xfrm>
          <a:prstGeom prst="roundRect">
            <a:avLst>
              <a:gd name="adj" fmla="val 11676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914856" y="3575196"/>
            <a:ext cx="33655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63559" y="3575196"/>
            <a:ext cx="336550" cy="234950"/>
          </a:xfrm>
          <a:prstGeom prst="roundRect">
            <a:avLst>
              <a:gd name="adj" fmla="val 11676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63559" y="3575196"/>
            <a:ext cx="33655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142191" y="2013540"/>
            <a:ext cx="336550" cy="234950"/>
          </a:xfrm>
          <a:prstGeom prst="roundRect">
            <a:avLst>
              <a:gd name="adj" fmla="val 11676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142191" y="2013540"/>
            <a:ext cx="33655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17288" y="2013540"/>
            <a:ext cx="336550" cy="234950"/>
          </a:xfrm>
          <a:prstGeom prst="roundRect">
            <a:avLst>
              <a:gd name="adj" fmla="val 11676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17288" y="2013540"/>
            <a:ext cx="33655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118780" y="2013540"/>
            <a:ext cx="336550" cy="234950"/>
          </a:xfrm>
          <a:prstGeom prst="roundRect">
            <a:avLst>
              <a:gd name="adj" fmla="val 11676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118780" y="2013540"/>
            <a:ext cx="33655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554286" y="2013540"/>
            <a:ext cx="336550" cy="234950"/>
          </a:xfrm>
          <a:prstGeom prst="roundRect">
            <a:avLst>
              <a:gd name="adj" fmla="val 11676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554286" y="2013540"/>
            <a:ext cx="33655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142191" y="2511941"/>
            <a:ext cx="336550" cy="234950"/>
          </a:xfrm>
          <a:prstGeom prst="roundRect">
            <a:avLst>
              <a:gd name="adj" fmla="val 11676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142191" y="2511941"/>
            <a:ext cx="33655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617288" y="2511941"/>
            <a:ext cx="336550" cy="234950"/>
          </a:xfrm>
          <a:prstGeom prst="roundRect">
            <a:avLst>
              <a:gd name="adj" fmla="val 11676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617288" y="2511941"/>
            <a:ext cx="33655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118780" y="2511941"/>
            <a:ext cx="336550" cy="234950"/>
          </a:xfrm>
          <a:prstGeom prst="roundRect">
            <a:avLst>
              <a:gd name="adj" fmla="val 11676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118780" y="2511941"/>
            <a:ext cx="33655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554286" y="2511941"/>
            <a:ext cx="336550" cy="234950"/>
          </a:xfrm>
          <a:prstGeom prst="roundRect">
            <a:avLst>
              <a:gd name="adj" fmla="val 11676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554286" y="2511941"/>
            <a:ext cx="33655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142191" y="3063504"/>
            <a:ext cx="336550" cy="234950"/>
          </a:xfrm>
          <a:prstGeom prst="roundRect">
            <a:avLst>
              <a:gd name="adj" fmla="val 11676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142191" y="3063504"/>
            <a:ext cx="33655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6617288" y="3063504"/>
            <a:ext cx="336550" cy="234950"/>
          </a:xfrm>
          <a:prstGeom prst="roundRect">
            <a:avLst>
              <a:gd name="adj" fmla="val 11676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617288" y="3063504"/>
            <a:ext cx="33655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118780" y="3063504"/>
            <a:ext cx="336550" cy="234950"/>
          </a:xfrm>
          <a:prstGeom prst="roundRect">
            <a:avLst>
              <a:gd name="adj" fmla="val 11676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118780" y="3063504"/>
            <a:ext cx="33655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7554286" y="3063504"/>
            <a:ext cx="336550" cy="234950"/>
          </a:xfrm>
          <a:prstGeom prst="roundRect">
            <a:avLst>
              <a:gd name="adj" fmla="val 11676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554286" y="3063504"/>
            <a:ext cx="33655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6142191" y="3575196"/>
            <a:ext cx="336550" cy="234950"/>
          </a:xfrm>
          <a:prstGeom prst="roundRect">
            <a:avLst>
              <a:gd name="adj" fmla="val 11676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42191" y="3575196"/>
            <a:ext cx="33655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6617288" y="3575196"/>
            <a:ext cx="336550" cy="234950"/>
          </a:xfrm>
          <a:prstGeom prst="roundRect">
            <a:avLst>
              <a:gd name="adj" fmla="val 11676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617288" y="3575196"/>
            <a:ext cx="33655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7118780" y="3575196"/>
            <a:ext cx="336550" cy="234950"/>
          </a:xfrm>
          <a:prstGeom prst="roundRect">
            <a:avLst>
              <a:gd name="adj" fmla="val 11676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118780" y="3575196"/>
            <a:ext cx="33655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>
            <a:off x="7554286" y="3575196"/>
            <a:ext cx="336550" cy="234950"/>
          </a:xfrm>
          <a:prstGeom prst="roundRect">
            <a:avLst>
              <a:gd name="adj" fmla="val 11676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7554286" y="3575196"/>
            <a:ext cx="33655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900" dirty="0"/>
          </a:p>
        </p:txBody>
      </p:sp>
      <p:sp>
        <p:nvSpPr>
          <p:cNvPr id="79" name="Shape 77"/>
          <p:cNvSpPr/>
          <p:nvPr/>
        </p:nvSpPr>
        <p:spPr>
          <a:xfrm>
            <a:off x="8253735" y="2013540"/>
            <a:ext cx="336550" cy="234950"/>
          </a:xfrm>
          <a:prstGeom prst="roundRect">
            <a:avLst>
              <a:gd name="adj" fmla="val 11676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8253735" y="2013540"/>
            <a:ext cx="33655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8728832" y="2013540"/>
            <a:ext cx="336550" cy="234950"/>
          </a:xfrm>
          <a:prstGeom prst="roundRect">
            <a:avLst>
              <a:gd name="adj" fmla="val 11676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8728832" y="2013540"/>
            <a:ext cx="33655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9230324" y="2013540"/>
            <a:ext cx="336550" cy="234950"/>
          </a:xfrm>
          <a:prstGeom prst="roundRect">
            <a:avLst>
              <a:gd name="adj" fmla="val 11676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9230324" y="2013540"/>
            <a:ext cx="33655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9665830" y="2013540"/>
            <a:ext cx="336550" cy="234950"/>
          </a:xfrm>
          <a:prstGeom prst="roundRect">
            <a:avLst>
              <a:gd name="adj" fmla="val 11676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9665830" y="2013540"/>
            <a:ext cx="33655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247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8253735" y="2511941"/>
            <a:ext cx="336550" cy="234950"/>
          </a:xfrm>
          <a:prstGeom prst="roundRect">
            <a:avLst>
              <a:gd name="adj" fmla="val 11676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253735" y="2511941"/>
            <a:ext cx="33655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sp>
        <p:nvSpPr>
          <p:cNvPr id="89" name="Shape 87"/>
          <p:cNvSpPr/>
          <p:nvPr/>
        </p:nvSpPr>
        <p:spPr>
          <a:xfrm>
            <a:off x="8728832" y="2511941"/>
            <a:ext cx="336550" cy="234950"/>
          </a:xfrm>
          <a:prstGeom prst="roundRect">
            <a:avLst>
              <a:gd name="adj" fmla="val 11676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728832" y="2511941"/>
            <a:ext cx="33655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  <p:sp>
        <p:nvSpPr>
          <p:cNvPr id="91" name="Shape 89"/>
          <p:cNvSpPr/>
          <p:nvPr/>
        </p:nvSpPr>
        <p:spPr>
          <a:xfrm>
            <a:off x="9230324" y="2511941"/>
            <a:ext cx="336550" cy="234950"/>
          </a:xfrm>
          <a:prstGeom prst="roundRect">
            <a:avLst>
              <a:gd name="adj" fmla="val 11676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9230324" y="2511941"/>
            <a:ext cx="33655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900" dirty="0"/>
          </a:p>
        </p:txBody>
      </p:sp>
      <p:sp>
        <p:nvSpPr>
          <p:cNvPr id="93" name="Shape 91"/>
          <p:cNvSpPr/>
          <p:nvPr/>
        </p:nvSpPr>
        <p:spPr>
          <a:xfrm>
            <a:off x="9665830" y="2511941"/>
            <a:ext cx="336550" cy="234950"/>
          </a:xfrm>
          <a:prstGeom prst="roundRect">
            <a:avLst>
              <a:gd name="adj" fmla="val 11676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665830" y="2511941"/>
            <a:ext cx="33655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B04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900" dirty="0"/>
          </a:p>
        </p:txBody>
      </p:sp>
      <p:sp>
        <p:nvSpPr>
          <p:cNvPr id="95" name="Shape 93"/>
          <p:cNvSpPr/>
          <p:nvPr/>
        </p:nvSpPr>
        <p:spPr>
          <a:xfrm>
            <a:off x="8253735" y="3063504"/>
            <a:ext cx="336550" cy="234950"/>
          </a:xfrm>
          <a:prstGeom prst="roundRect">
            <a:avLst>
              <a:gd name="adj" fmla="val 11676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253735" y="3063504"/>
            <a:ext cx="33655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  <p:sp>
        <p:nvSpPr>
          <p:cNvPr id="97" name="Shape 95"/>
          <p:cNvSpPr/>
          <p:nvPr/>
        </p:nvSpPr>
        <p:spPr>
          <a:xfrm>
            <a:off x="8728832" y="3063504"/>
            <a:ext cx="336550" cy="234950"/>
          </a:xfrm>
          <a:prstGeom prst="roundRect">
            <a:avLst>
              <a:gd name="adj" fmla="val 11676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728832" y="3063504"/>
            <a:ext cx="33655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  <p:sp>
        <p:nvSpPr>
          <p:cNvPr id="99" name="Shape 97"/>
          <p:cNvSpPr/>
          <p:nvPr/>
        </p:nvSpPr>
        <p:spPr>
          <a:xfrm>
            <a:off x="9230324" y="3063504"/>
            <a:ext cx="336550" cy="234950"/>
          </a:xfrm>
          <a:prstGeom prst="roundRect">
            <a:avLst>
              <a:gd name="adj" fmla="val 11676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9230324" y="3063504"/>
            <a:ext cx="33655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  <p:sp>
        <p:nvSpPr>
          <p:cNvPr id="101" name="Shape 99"/>
          <p:cNvSpPr/>
          <p:nvPr/>
        </p:nvSpPr>
        <p:spPr>
          <a:xfrm>
            <a:off x="9665830" y="3063504"/>
            <a:ext cx="336550" cy="234950"/>
          </a:xfrm>
          <a:prstGeom prst="roundRect">
            <a:avLst>
              <a:gd name="adj" fmla="val 11676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9665830" y="3063504"/>
            <a:ext cx="33655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F09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900" dirty="0"/>
          </a:p>
        </p:txBody>
      </p:sp>
      <p:sp>
        <p:nvSpPr>
          <p:cNvPr id="103" name="Shape 101"/>
          <p:cNvSpPr/>
          <p:nvPr/>
        </p:nvSpPr>
        <p:spPr>
          <a:xfrm>
            <a:off x="8253735" y="3575196"/>
            <a:ext cx="336550" cy="234950"/>
          </a:xfrm>
          <a:prstGeom prst="roundRect">
            <a:avLst>
              <a:gd name="adj" fmla="val 11676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253735" y="3575196"/>
            <a:ext cx="33655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  <p:sp>
        <p:nvSpPr>
          <p:cNvPr id="105" name="Shape 103"/>
          <p:cNvSpPr/>
          <p:nvPr/>
        </p:nvSpPr>
        <p:spPr>
          <a:xfrm>
            <a:off x="8728832" y="3575196"/>
            <a:ext cx="336550" cy="234950"/>
          </a:xfrm>
          <a:prstGeom prst="roundRect">
            <a:avLst>
              <a:gd name="adj" fmla="val 11676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728832" y="3575196"/>
            <a:ext cx="33655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  <p:sp>
        <p:nvSpPr>
          <p:cNvPr id="107" name="Shape 105"/>
          <p:cNvSpPr/>
          <p:nvPr/>
        </p:nvSpPr>
        <p:spPr>
          <a:xfrm>
            <a:off x="9230324" y="3575196"/>
            <a:ext cx="336550" cy="234950"/>
          </a:xfrm>
          <a:prstGeom prst="roundRect">
            <a:avLst>
              <a:gd name="adj" fmla="val 11676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9230324" y="3575196"/>
            <a:ext cx="33655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900" dirty="0"/>
          </a:p>
        </p:txBody>
      </p:sp>
      <p:sp>
        <p:nvSpPr>
          <p:cNvPr id="109" name="Shape 107"/>
          <p:cNvSpPr/>
          <p:nvPr/>
        </p:nvSpPr>
        <p:spPr>
          <a:xfrm>
            <a:off x="9665830" y="3575196"/>
            <a:ext cx="336550" cy="234950"/>
          </a:xfrm>
          <a:prstGeom prst="roundRect">
            <a:avLst>
              <a:gd name="adj" fmla="val 11676"/>
            </a:avLst>
          </a:prstGeom>
          <a:solidFill>
            <a:srgbClr val="FCF9C8"/>
          </a:solidFill>
          <a:ln w="9525">
            <a:solidFill>
              <a:srgbClr val="8B7B3A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9665830" y="3575196"/>
            <a:ext cx="33655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6CB8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900" dirty="0"/>
          </a:p>
        </p:txBody>
      </p:sp>
      <p:sp>
        <p:nvSpPr>
          <p:cNvPr id="111" name="Text 109"/>
          <p:cNvSpPr/>
          <p:nvPr/>
        </p:nvSpPr>
        <p:spPr>
          <a:xfrm>
            <a:off x="4404145" y="1532564"/>
            <a:ext cx="203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1200" dirty="0"/>
          </a:p>
        </p:txBody>
      </p:sp>
      <p:sp>
        <p:nvSpPr>
          <p:cNvPr id="112" name="Text 110"/>
          <p:cNvSpPr/>
          <p:nvPr/>
        </p:nvSpPr>
        <p:spPr>
          <a:xfrm>
            <a:off x="4553923" y="1650704"/>
            <a:ext cx="1016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endParaRPr lang="en-US" sz="700" dirty="0"/>
          </a:p>
        </p:txBody>
      </p:sp>
      <p:sp>
        <p:nvSpPr>
          <p:cNvPr id="113" name="Text 111"/>
          <p:cNvSpPr/>
          <p:nvPr/>
        </p:nvSpPr>
        <p:spPr>
          <a:xfrm>
            <a:off x="4664110" y="1532564"/>
            <a:ext cx="889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</a:t>
            </a:r>
            <a:pPr algn="l" indent="0" marL="0">
              <a:buNone/>
            </a:pPr>
            <a:r>
              <a:rPr lang="en-US" sz="115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1</a:t>
            </a:r>
            <a:endParaRPr lang="en-US" sz="1150" dirty="0"/>
          </a:p>
        </p:txBody>
      </p:sp>
      <p:sp>
        <p:nvSpPr>
          <p:cNvPr id="114" name="Text 112"/>
          <p:cNvSpPr/>
          <p:nvPr/>
        </p:nvSpPr>
        <p:spPr>
          <a:xfrm>
            <a:off x="6515688" y="1532564"/>
            <a:ext cx="203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1200" dirty="0"/>
          </a:p>
        </p:txBody>
      </p:sp>
      <p:sp>
        <p:nvSpPr>
          <p:cNvPr id="115" name="Text 113"/>
          <p:cNvSpPr/>
          <p:nvPr/>
        </p:nvSpPr>
        <p:spPr>
          <a:xfrm>
            <a:off x="6665467" y="1650704"/>
            <a:ext cx="1016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endParaRPr lang="en-US" sz="700" dirty="0"/>
          </a:p>
        </p:txBody>
      </p:sp>
      <p:sp>
        <p:nvSpPr>
          <p:cNvPr id="116" name="Text 114"/>
          <p:cNvSpPr/>
          <p:nvPr/>
        </p:nvSpPr>
        <p:spPr>
          <a:xfrm>
            <a:off x="6775654" y="1532564"/>
            <a:ext cx="889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</a:t>
            </a:r>
            <a:pPr algn="l" indent="0" marL="0">
              <a:buNone/>
            </a:pPr>
            <a:r>
              <a:rPr lang="en-US" sz="115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2</a:t>
            </a:r>
            <a:endParaRPr lang="en-US" sz="1150" dirty="0"/>
          </a:p>
        </p:txBody>
      </p:sp>
      <p:sp>
        <p:nvSpPr>
          <p:cNvPr id="117" name="Text 115"/>
          <p:cNvSpPr/>
          <p:nvPr/>
        </p:nvSpPr>
        <p:spPr>
          <a:xfrm>
            <a:off x="8666824" y="1532564"/>
            <a:ext cx="203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1200" dirty="0"/>
          </a:p>
        </p:txBody>
      </p:sp>
      <p:sp>
        <p:nvSpPr>
          <p:cNvPr id="118" name="Text 116"/>
          <p:cNvSpPr/>
          <p:nvPr/>
        </p:nvSpPr>
        <p:spPr>
          <a:xfrm>
            <a:off x="8816603" y="1650704"/>
            <a:ext cx="1016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endParaRPr lang="en-US" sz="700" dirty="0"/>
          </a:p>
        </p:txBody>
      </p:sp>
      <p:sp>
        <p:nvSpPr>
          <p:cNvPr id="119" name="Text 117"/>
          <p:cNvSpPr/>
          <p:nvPr/>
        </p:nvSpPr>
        <p:spPr>
          <a:xfrm>
            <a:off x="8926790" y="1532564"/>
            <a:ext cx="889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</a:t>
            </a:r>
            <a:pPr algn="l" indent="0" marL="0">
              <a:buNone/>
            </a:pPr>
            <a:r>
              <a:rPr lang="en-US" sz="115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3</a:t>
            </a:r>
            <a:endParaRPr lang="en-US" sz="1150" dirty="0"/>
          </a:p>
        </p:txBody>
      </p:sp>
      <p:sp>
        <p:nvSpPr>
          <p:cNvPr id="120" name="Shape 118"/>
          <p:cNvSpPr/>
          <p:nvPr/>
        </p:nvSpPr>
        <p:spPr>
          <a:xfrm>
            <a:off x="1919103" y="1787598"/>
            <a:ext cx="1742024" cy="431947"/>
          </a:xfrm>
          <a:prstGeom prst="roundRect">
            <a:avLst>
              <a:gd name="adj" fmla="val 29637"/>
            </a:avLst>
          </a:prstGeom>
          <a:solidFill>
            <a:srgbClr val="FFE3F9"/>
          </a:solidFill>
          <a:ln w="22225">
            <a:solidFill>
              <a:srgbClr val="C0000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2107163" y="1854716"/>
            <a:ext cx="285750" cy="285750"/>
          </a:xfrm>
          <a:prstGeom prst="ellipse">
            <a:avLst/>
          </a:prstGeom>
          <a:ln w="19050">
            <a:solidFill>
              <a:srgbClr val="C00000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2107163" y="1854716"/>
            <a:ext cx="28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23" name="Shape 121"/>
          <p:cNvSpPr/>
          <p:nvPr/>
        </p:nvSpPr>
        <p:spPr>
          <a:xfrm>
            <a:off x="2463486" y="1854716"/>
            <a:ext cx="285750" cy="285750"/>
          </a:xfrm>
          <a:prstGeom prst="ellipse">
            <a:avLst/>
          </a:prstGeom>
          <a:ln w="19050">
            <a:solidFill>
              <a:srgbClr val="C00000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2463486" y="1854716"/>
            <a:ext cx="28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25" name="Shape 123"/>
          <p:cNvSpPr/>
          <p:nvPr/>
        </p:nvSpPr>
        <p:spPr>
          <a:xfrm>
            <a:off x="2786816" y="1854716"/>
            <a:ext cx="285750" cy="285750"/>
          </a:xfrm>
          <a:prstGeom prst="ellipse">
            <a:avLst/>
          </a:prstGeom>
          <a:ln w="19050">
            <a:solidFill>
              <a:srgbClr val="C00000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2786816" y="1854716"/>
            <a:ext cx="28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27" name="Shape 125"/>
          <p:cNvSpPr/>
          <p:nvPr/>
        </p:nvSpPr>
        <p:spPr>
          <a:xfrm>
            <a:off x="3110146" y="1854716"/>
            <a:ext cx="285750" cy="285750"/>
          </a:xfrm>
          <a:prstGeom prst="ellipse">
            <a:avLst/>
          </a:prstGeom>
          <a:ln w="19050">
            <a:solidFill>
              <a:srgbClr val="C00000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3110146" y="1854716"/>
            <a:ext cx="28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29" name="Text 127"/>
          <p:cNvSpPr/>
          <p:nvPr/>
        </p:nvSpPr>
        <p:spPr>
          <a:xfrm>
            <a:off x="784148" y="1797788"/>
            <a:ext cx="965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 Vector</a:t>
            </a:r>
            <a:endParaRPr lang="en-US" sz="820" dirty="0"/>
          </a:p>
        </p:txBody>
      </p:sp>
      <p:sp>
        <p:nvSpPr>
          <p:cNvPr id="130" name="Text 128"/>
          <p:cNvSpPr/>
          <p:nvPr/>
        </p:nvSpPr>
        <p:spPr>
          <a:xfrm>
            <a:off x="850134" y="1950926"/>
            <a:ext cx="762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Word </a:t>
            </a:r>
            <a:pPr algn="l" indent="0" marL="0">
              <a:buNone/>
            </a:pPr>
            <a:r>
              <a:rPr lang="en-US" sz="120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</a:t>
            </a:r>
            <a:endParaRPr lang="en-US" sz="820" dirty="0"/>
          </a:p>
        </p:txBody>
      </p:sp>
      <p:sp>
        <p:nvSpPr>
          <p:cNvPr id="131" name="Text 129"/>
          <p:cNvSpPr/>
          <p:nvPr/>
        </p:nvSpPr>
        <p:spPr>
          <a:xfrm>
            <a:off x="1474874" y="1898944"/>
            <a:ext cx="228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i="1" dirty="0">
                <a:solidFill>
                  <a:srgbClr val="CC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endParaRPr lang="en-US" sz="1450" dirty="0"/>
          </a:p>
        </p:txBody>
      </p:sp>
      <p:sp>
        <p:nvSpPr>
          <p:cNvPr id="132" name="Text 130"/>
          <p:cNvSpPr/>
          <p:nvPr/>
        </p:nvSpPr>
        <p:spPr>
          <a:xfrm>
            <a:off x="1637353" y="2026461"/>
            <a:ext cx="1016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C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50" dirty="0"/>
          </a:p>
        </p:txBody>
      </p:sp>
      <p:sp>
        <p:nvSpPr>
          <p:cNvPr id="133" name="Shape 131"/>
          <p:cNvSpPr/>
          <p:nvPr/>
        </p:nvSpPr>
        <p:spPr>
          <a:xfrm>
            <a:off x="1919103" y="2272708"/>
            <a:ext cx="1742024" cy="431947"/>
          </a:xfrm>
          <a:prstGeom prst="roundRect">
            <a:avLst>
              <a:gd name="adj" fmla="val 29637"/>
            </a:avLst>
          </a:prstGeom>
          <a:solidFill>
            <a:srgbClr val="FFE3F9"/>
          </a:solidFill>
          <a:ln w="22225">
            <a:solidFill>
              <a:srgbClr val="C0000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2107163" y="2339826"/>
            <a:ext cx="285750" cy="285750"/>
          </a:xfrm>
          <a:prstGeom prst="ellipse">
            <a:avLst/>
          </a:prstGeom>
          <a:ln w="19050">
            <a:solidFill>
              <a:srgbClr val="C00000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2107163" y="2339826"/>
            <a:ext cx="28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36" name="Shape 134"/>
          <p:cNvSpPr/>
          <p:nvPr/>
        </p:nvSpPr>
        <p:spPr>
          <a:xfrm>
            <a:off x="2463486" y="2339826"/>
            <a:ext cx="285750" cy="285750"/>
          </a:xfrm>
          <a:prstGeom prst="ellipse">
            <a:avLst/>
          </a:prstGeom>
          <a:ln w="19050">
            <a:solidFill>
              <a:srgbClr val="C00000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2463486" y="2339826"/>
            <a:ext cx="28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38" name="Shape 136"/>
          <p:cNvSpPr/>
          <p:nvPr/>
        </p:nvSpPr>
        <p:spPr>
          <a:xfrm>
            <a:off x="2786816" y="2339826"/>
            <a:ext cx="285750" cy="285750"/>
          </a:xfrm>
          <a:prstGeom prst="ellipse">
            <a:avLst/>
          </a:prstGeom>
          <a:ln w="19050">
            <a:solidFill>
              <a:srgbClr val="C00000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2786816" y="2339826"/>
            <a:ext cx="28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40" name="Shape 138"/>
          <p:cNvSpPr/>
          <p:nvPr/>
        </p:nvSpPr>
        <p:spPr>
          <a:xfrm>
            <a:off x="3110146" y="2339826"/>
            <a:ext cx="285750" cy="285750"/>
          </a:xfrm>
          <a:prstGeom prst="ellipse">
            <a:avLst/>
          </a:prstGeom>
          <a:ln w="19050">
            <a:solidFill>
              <a:srgbClr val="C00000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3110146" y="2339826"/>
            <a:ext cx="28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42" name="Text 140"/>
          <p:cNvSpPr/>
          <p:nvPr/>
        </p:nvSpPr>
        <p:spPr>
          <a:xfrm>
            <a:off x="784148" y="2282898"/>
            <a:ext cx="965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 Vector</a:t>
            </a:r>
            <a:endParaRPr lang="en-US" sz="820" dirty="0"/>
          </a:p>
        </p:txBody>
      </p:sp>
      <p:sp>
        <p:nvSpPr>
          <p:cNvPr id="143" name="Text 141"/>
          <p:cNvSpPr/>
          <p:nvPr/>
        </p:nvSpPr>
        <p:spPr>
          <a:xfrm>
            <a:off x="850134" y="2436036"/>
            <a:ext cx="762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Word </a:t>
            </a:r>
            <a:pPr algn="l" indent="0" marL="0">
              <a:buNone/>
            </a:pPr>
            <a:r>
              <a:rPr lang="en-US" sz="120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</a:t>
            </a:r>
            <a:endParaRPr lang="en-US" sz="820" dirty="0"/>
          </a:p>
        </p:txBody>
      </p:sp>
      <p:sp>
        <p:nvSpPr>
          <p:cNvPr id="144" name="Text 142"/>
          <p:cNvSpPr/>
          <p:nvPr/>
        </p:nvSpPr>
        <p:spPr>
          <a:xfrm>
            <a:off x="1474874" y="2384055"/>
            <a:ext cx="228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i="1" dirty="0">
                <a:solidFill>
                  <a:srgbClr val="CC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endParaRPr lang="en-US" sz="1450" dirty="0"/>
          </a:p>
        </p:txBody>
      </p:sp>
      <p:sp>
        <p:nvSpPr>
          <p:cNvPr id="145" name="Text 143"/>
          <p:cNvSpPr/>
          <p:nvPr/>
        </p:nvSpPr>
        <p:spPr>
          <a:xfrm>
            <a:off x="1637353" y="2511571"/>
            <a:ext cx="1016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C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50" dirty="0"/>
          </a:p>
        </p:txBody>
      </p:sp>
      <p:sp>
        <p:nvSpPr>
          <p:cNvPr id="146" name="Shape 144"/>
          <p:cNvSpPr/>
          <p:nvPr/>
        </p:nvSpPr>
        <p:spPr>
          <a:xfrm>
            <a:off x="1919103" y="2757818"/>
            <a:ext cx="1742024" cy="431947"/>
          </a:xfrm>
          <a:prstGeom prst="roundRect">
            <a:avLst>
              <a:gd name="adj" fmla="val 29637"/>
            </a:avLst>
          </a:prstGeom>
          <a:solidFill>
            <a:srgbClr val="FFE3F9"/>
          </a:solidFill>
          <a:ln w="22225">
            <a:solidFill>
              <a:srgbClr val="C0000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2107163" y="2824936"/>
            <a:ext cx="285750" cy="285750"/>
          </a:xfrm>
          <a:prstGeom prst="ellipse">
            <a:avLst/>
          </a:prstGeom>
          <a:ln w="19050">
            <a:solidFill>
              <a:srgbClr val="C00000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2107163" y="2824936"/>
            <a:ext cx="28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49" name="Shape 147"/>
          <p:cNvSpPr/>
          <p:nvPr/>
        </p:nvSpPr>
        <p:spPr>
          <a:xfrm>
            <a:off x="2463486" y="2824936"/>
            <a:ext cx="285750" cy="285750"/>
          </a:xfrm>
          <a:prstGeom prst="ellipse">
            <a:avLst/>
          </a:prstGeom>
          <a:ln w="19050">
            <a:solidFill>
              <a:srgbClr val="C00000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2463486" y="2824936"/>
            <a:ext cx="28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51" name="Shape 149"/>
          <p:cNvSpPr/>
          <p:nvPr/>
        </p:nvSpPr>
        <p:spPr>
          <a:xfrm>
            <a:off x="2786816" y="2824936"/>
            <a:ext cx="285750" cy="285750"/>
          </a:xfrm>
          <a:prstGeom prst="ellipse">
            <a:avLst/>
          </a:prstGeom>
          <a:ln w="19050">
            <a:solidFill>
              <a:srgbClr val="C0000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2786816" y="2824936"/>
            <a:ext cx="28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53" name="Shape 151"/>
          <p:cNvSpPr/>
          <p:nvPr/>
        </p:nvSpPr>
        <p:spPr>
          <a:xfrm>
            <a:off x="3110146" y="2824936"/>
            <a:ext cx="285750" cy="285750"/>
          </a:xfrm>
          <a:prstGeom prst="ellipse">
            <a:avLst/>
          </a:prstGeom>
          <a:ln w="19050">
            <a:solidFill>
              <a:srgbClr val="C00000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3110146" y="2824936"/>
            <a:ext cx="28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55" name="Text 153"/>
          <p:cNvSpPr/>
          <p:nvPr/>
        </p:nvSpPr>
        <p:spPr>
          <a:xfrm>
            <a:off x="784148" y="2768008"/>
            <a:ext cx="965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 Vector</a:t>
            </a:r>
            <a:endParaRPr lang="en-US" sz="820" dirty="0"/>
          </a:p>
        </p:txBody>
      </p:sp>
      <p:sp>
        <p:nvSpPr>
          <p:cNvPr id="156" name="Text 154"/>
          <p:cNvSpPr/>
          <p:nvPr/>
        </p:nvSpPr>
        <p:spPr>
          <a:xfrm>
            <a:off x="850134" y="2921146"/>
            <a:ext cx="762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Word </a:t>
            </a:r>
            <a:pPr algn="l" indent="0" marL="0">
              <a:buNone/>
            </a:pPr>
            <a:r>
              <a:rPr lang="en-US" sz="120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</a:t>
            </a:r>
            <a:endParaRPr lang="en-US" sz="820" dirty="0"/>
          </a:p>
        </p:txBody>
      </p:sp>
      <p:sp>
        <p:nvSpPr>
          <p:cNvPr id="157" name="Text 155"/>
          <p:cNvSpPr/>
          <p:nvPr/>
        </p:nvSpPr>
        <p:spPr>
          <a:xfrm>
            <a:off x="1474874" y="2869165"/>
            <a:ext cx="228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i="1" dirty="0">
                <a:solidFill>
                  <a:srgbClr val="CC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endParaRPr lang="en-US" sz="1450" dirty="0"/>
          </a:p>
        </p:txBody>
      </p:sp>
      <p:sp>
        <p:nvSpPr>
          <p:cNvPr id="158" name="Text 156"/>
          <p:cNvSpPr/>
          <p:nvPr/>
        </p:nvSpPr>
        <p:spPr>
          <a:xfrm>
            <a:off x="1637353" y="2996682"/>
            <a:ext cx="1016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C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50" dirty="0"/>
          </a:p>
        </p:txBody>
      </p:sp>
      <p:sp>
        <p:nvSpPr>
          <p:cNvPr id="159" name="Shape 157"/>
          <p:cNvSpPr/>
          <p:nvPr/>
        </p:nvSpPr>
        <p:spPr>
          <a:xfrm>
            <a:off x="1919103" y="3242929"/>
            <a:ext cx="1742024" cy="431947"/>
          </a:xfrm>
          <a:prstGeom prst="roundRect">
            <a:avLst>
              <a:gd name="adj" fmla="val 29637"/>
            </a:avLst>
          </a:prstGeom>
          <a:solidFill>
            <a:srgbClr val="FFE3F9"/>
          </a:solidFill>
          <a:ln w="22225">
            <a:solidFill>
              <a:srgbClr val="C0000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2107163" y="3310047"/>
            <a:ext cx="285750" cy="285750"/>
          </a:xfrm>
          <a:prstGeom prst="ellipse">
            <a:avLst/>
          </a:prstGeom>
          <a:ln w="19050">
            <a:solidFill>
              <a:srgbClr val="C00000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2107163" y="3310047"/>
            <a:ext cx="28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62" name="Shape 160"/>
          <p:cNvSpPr/>
          <p:nvPr/>
        </p:nvSpPr>
        <p:spPr>
          <a:xfrm>
            <a:off x="2463486" y="3310047"/>
            <a:ext cx="285750" cy="285750"/>
          </a:xfrm>
          <a:prstGeom prst="ellipse">
            <a:avLst/>
          </a:prstGeom>
          <a:ln w="19050">
            <a:solidFill>
              <a:srgbClr val="C00000"/>
            </a:solidFill>
            <a:prstDash val="solid"/>
          </a:ln>
        </p:spPr>
      </p:sp>
      <p:sp>
        <p:nvSpPr>
          <p:cNvPr id="163" name="Text 161"/>
          <p:cNvSpPr/>
          <p:nvPr/>
        </p:nvSpPr>
        <p:spPr>
          <a:xfrm>
            <a:off x="2463486" y="3310047"/>
            <a:ext cx="28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64" name="Shape 162"/>
          <p:cNvSpPr/>
          <p:nvPr/>
        </p:nvSpPr>
        <p:spPr>
          <a:xfrm>
            <a:off x="2786816" y="3310047"/>
            <a:ext cx="285750" cy="285750"/>
          </a:xfrm>
          <a:prstGeom prst="ellipse">
            <a:avLst/>
          </a:prstGeom>
          <a:ln w="19050">
            <a:solidFill>
              <a:srgbClr val="C00000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2786816" y="3310047"/>
            <a:ext cx="28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66" name="Shape 164"/>
          <p:cNvSpPr/>
          <p:nvPr/>
        </p:nvSpPr>
        <p:spPr>
          <a:xfrm>
            <a:off x="3110146" y="3310047"/>
            <a:ext cx="285750" cy="285750"/>
          </a:xfrm>
          <a:prstGeom prst="ellipse">
            <a:avLst/>
          </a:prstGeom>
          <a:ln w="19050">
            <a:solidFill>
              <a:srgbClr val="C00000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3110146" y="3310047"/>
            <a:ext cx="28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68" name="Text 166"/>
          <p:cNvSpPr/>
          <p:nvPr/>
        </p:nvSpPr>
        <p:spPr>
          <a:xfrm>
            <a:off x="784148" y="3253118"/>
            <a:ext cx="965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 Vector</a:t>
            </a:r>
            <a:endParaRPr lang="en-US" sz="820" dirty="0"/>
          </a:p>
        </p:txBody>
      </p:sp>
      <p:sp>
        <p:nvSpPr>
          <p:cNvPr id="169" name="Text 167"/>
          <p:cNvSpPr/>
          <p:nvPr/>
        </p:nvSpPr>
        <p:spPr>
          <a:xfrm>
            <a:off x="850134" y="3406257"/>
            <a:ext cx="762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Word </a:t>
            </a:r>
            <a:pPr algn="l" indent="0" marL="0">
              <a:buNone/>
            </a:pPr>
            <a:r>
              <a:rPr lang="en-US" sz="120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</a:t>
            </a:r>
            <a:endParaRPr lang="en-US" sz="820" dirty="0"/>
          </a:p>
        </p:txBody>
      </p:sp>
      <p:sp>
        <p:nvSpPr>
          <p:cNvPr id="170" name="Text 168"/>
          <p:cNvSpPr/>
          <p:nvPr/>
        </p:nvSpPr>
        <p:spPr>
          <a:xfrm>
            <a:off x="1474874" y="3354275"/>
            <a:ext cx="228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i="1" dirty="0">
                <a:solidFill>
                  <a:srgbClr val="CC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endParaRPr lang="en-US" sz="1450" dirty="0"/>
          </a:p>
        </p:txBody>
      </p:sp>
      <p:sp>
        <p:nvSpPr>
          <p:cNvPr id="171" name="Text 169"/>
          <p:cNvSpPr/>
          <p:nvPr/>
        </p:nvSpPr>
        <p:spPr>
          <a:xfrm>
            <a:off x="1637353" y="3481792"/>
            <a:ext cx="1016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C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50" dirty="0"/>
          </a:p>
        </p:txBody>
      </p:sp>
      <p:sp>
        <p:nvSpPr>
          <p:cNvPr id="172" name="Shape 170"/>
          <p:cNvSpPr/>
          <p:nvPr/>
        </p:nvSpPr>
        <p:spPr>
          <a:xfrm>
            <a:off x="1919103" y="3728039"/>
            <a:ext cx="1742024" cy="431947"/>
          </a:xfrm>
          <a:prstGeom prst="roundRect">
            <a:avLst>
              <a:gd name="adj" fmla="val 29637"/>
            </a:avLst>
          </a:prstGeom>
          <a:solidFill>
            <a:srgbClr val="FFE3F9"/>
          </a:solidFill>
          <a:ln w="22225">
            <a:solidFill>
              <a:srgbClr val="C0000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2107163" y="3795157"/>
            <a:ext cx="285750" cy="285750"/>
          </a:xfrm>
          <a:prstGeom prst="ellipse">
            <a:avLst/>
          </a:prstGeom>
          <a:ln w="19050">
            <a:solidFill>
              <a:srgbClr val="C00000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2107163" y="3795157"/>
            <a:ext cx="28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75" name="Shape 173"/>
          <p:cNvSpPr/>
          <p:nvPr/>
        </p:nvSpPr>
        <p:spPr>
          <a:xfrm>
            <a:off x="2463486" y="3795157"/>
            <a:ext cx="285750" cy="285750"/>
          </a:xfrm>
          <a:prstGeom prst="ellipse">
            <a:avLst/>
          </a:prstGeom>
          <a:ln w="19050">
            <a:solidFill>
              <a:srgbClr val="C00000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2463486" y="3795157"/>
            <a:ext cx="28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77" name="Shape 175"/>
          <p:cNvSpPr/>
          <p:nvPr/>
        </p:nvSpPr>
        <p:spPr>
          <a:xfrm>
            <a:off x="2786816" y="3795157"/>
            <a:ext cx="285750" cy="285750"/>
          </a:xfrm>
          <a:prstGeom prst="ellipse">
            <a:avLst/>
          </a:prstGeom>
          <a:ln w="19050">
            <a:solidFill>
              <a:srgbClr val="C00000"/>
            </a:solidFill>
            <a:prstDash val="solid"/>
          </a:ln>
        </p:spPr>
      </p:sp>
      <p:sp>
        <p:nvSpPr>
          <p:cNvPr id="178" name="Text 176"/>
          <p:cNvSpPr/>
          <p:nvPr/>
        </p:nvSpPr>
        <p:spPr>
          <a:xfrm>
            <a:off x="2786816" y="3795157"/>
            <a:ext cx="28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79" name="Shape 177"/>
          <p:cNvSpPr/>
          <p:nvPr/>
        </p:nvSpPr>
        <p:spPr>
          <a:xfrm>
            <a:off x="3110146" y="3795157"/>
            <a:ext cx="285750" cy="285750"/>
          </a:xfrm>
          <a:prstGeom prst="ellipse">
            <a:avLst/>
          </a:prstGeom>
          <a:ln w="19050">
            <a:solidFill>
              <a:srgbClr val="C00000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3110146" y="3795157"/>
            <a:ext cx="28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7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81" name="Text 179"/>
          <p:cNvSpPr/>
          <p:nvPr/>
        </p:nvSpPr>
        <p:spPr>
          <a:xfrm>
            <a:off x="784148" y="3738228"/>
            <a:ext cx="965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 Vector</a:t>
            </a:r>
            <a:endParaRPr lang="en-US" sz="820" dirty="0"/>
          </a:p>
        </p:txBody>
      </p:sp>
      <p:sp>
        <p:nvSpPr>
          <p:cNvPr id="182" name="Text 180"/>
          <p:cNvSpPr/>
          <p:nvPr/>
        </p:nvSpPr>
        <p:spPr>
          <a:xfrm>
            <a:off x="850134" y="3891367"/>
            <a:ext cx="762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Word </a:t>
            </a:r>
            <a:pPr algn="l" indent="0" marL="0">
              <a:buNone/>
            </a:pPr>
            <a:r>
              <a:rPr lang="en-US" sz="120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#5</a:t>
            </a:r>
            <a:endParaRPr lang="en-US" sz="820" dirty="0"/>
          </a:p>
        </p:txBody>
      </p:sp>
      <p:sp>
        <p:nvSpPr>
          <p:cNvPr id="183" name="Text 181"/>
          <p:cNvSpPr/>
          <p:nvPr/>
        </p:nvSpPr>
        <p:spPr>
          <a:xfrm>
            <a:off x="1474874" y="3839385"/>
            <a:ext cx="2286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i="1" dirty="0">
                <a:solidFill>
                  <a:srgbClr val="CC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endParaRPr lang="en-US" sz="1450" dirty="0"/>
          </a:p>
        </p:txBody>
      </p:sp>
      <p:sp>
        <p:nvSpPr>
          <p:cNvPr id="184" name="Text 182"/>
          <p:cNvSpPr/>
          <p:nvPr/>
        </p:nvSpPr>
        <p:spPr>
          <a:xfrm>
            <a:off x="1637353" y="3966902"/>
            <a:ext cx="1016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C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50" dirty="0"/>
          </a:p>
        </p:txBody>
      </p:sp>
      <p:pic>
        <p:nvPicPr>
          <p:cNvPr id="185" name="Image 0" descr="/home/ahmed/Projects/ai_llm_slides/videos/deep-learning/002_transformers_part2/recreated_pptx/build/assets/s016r2_emb_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13526" y="1741081"/>
            <a:ext cx="184760" cy="2472069"/>
          </a:xfrm>
          <a:prstGeom prst="rect">
            <a:avLst/>
          </a:prstGeom>
        </p:spPr>
      </p:pic>
      <p:pic>
        <p:nvPicPr>
          <p:cNvPr id="186" name="Image 1" descr="/home/ahmed/Projects/ai_llm_slides/videos/deep-learning/002_transformers_part2/recreated_pptx/build/assets/s016r2_emb_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5141" y="1741081"/>
            <a:ext cx="171563" cy="2472069"/>
          </a:xfrm>
          <a:prstGeom prst="rect">
            <a:avLst/>
          </a:prstGeom>
        </p:spPr>
      </p:pic>
      <p:pic>
        <p:nvPicPr>
          <p:cNvPr id="187" name="Image 2" descr="/home/ahmed/Projects/ai_llm_slides/videos/deep-learning/002_transformers_part2/recreated_pptx/build/assets/s016_paren_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3507" y="1674627"/>
            <a:ext cx="263943" cy="2458778"/>
          </a:xfrm>
          <a:prstGeom prst="rect">
            <a:avLst/>
          </a:prstGeom>
        </p:spPr>
      </p:pic>
      <p:pic>
        <p:nvPicPr>
          <p:cNvPr id="188" name="Image 3" descr="/home/ahmed/Projects/ai_llm_slides/videos/deep-learning/002_transformers_part2/recreated_pptx/build/assets/s016_paren_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82562" y="1674627"/>
            <a:ext cx="250746" cy="2458778"/>
          </a:xfrm>
          <a:prstGeom prst="rect">
            <a:avLst/>
          </a:prstGeom>
        </p:spPr>
      </p:pic>
      <p:sp>
        <p:nvSpPr>
          <p:cNvPr id="189" name="Text 183"/>
          <p:cNvSpPr/>
          <p:nvPr/>
        </p:nvSpPr>
        <p:spPr>
          <a:xfrm>
            <a:off x="3193487" y="5245393"/>
            <a:ext cx="38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2600" dirty="0"/>
          </a:p>
        </p:txBody>
      </p:sp>
      <p:sp>
        <p:nvSpPr>
          <p:cNvPr id="190" name="Shape 184"/>
          <p:cNvSpPr/>
          <p:nvPr/>
        </p:nvSpPr>
        <p:spPr>
          <a:xfrm>
            <a:off x="3707317" y="4452382"/>
            <a:ext cx="2071953" cy="325622"/>
          </a:xfrm>
          <a:prstGeom prst="roundRect">
            <a:avLst>
              <a:gd name="adj" fmla="val 47739"/>
            </a:avLst>
          </a:prstGeom>
          <a:solidFill>
            <a:srgbClr val="D4FCE6"/>
          </a:solidFill>
          <a:ln/>
        </p:spPr>
      </p:sp>
      <p:sp>
        <p:nvSpPr>
          <p:cNvPr id="191" name="Shape 185"/>
          <p:cNvSpPr/>
          <p:nvPr/>
        </p:nvSpPr>
        <p:spPr>
          <a:xfrm>
            <a:off x="3707317" y="4857748"/>
            <a:ext cx="2071953" cy="325622"/>
          </a:xfrm>
          <a:prstGeom prst="roundRect">
            <a:avLst>
              <a:gd name="adj" fmla="val 47739"/>
            </a:avLst>
          </a:prstGeom>
          <a:solidFill>
            <a:srgbClr val="D4FCE6"/>
          </a:solidFill>
          <a:ln/>
        </p:spPr>
      </p:sp>
      <p:sp>
        <p:nvSpPr>
          <p:cNvPr id="192" name="Shape 186"/>
          <p:cNvSpPr/>
          <p:nvPr/>
        </p:nvSpPr>
        <p:spPr>
          <a:xfrm>
            <a:off x="3707317" y="5256468"/>
            <a:ext cx="2071953" cy="325622"/>
          </a:xfrm>
          <a:prstGeom prst="roundRect">
            <a:avLst>
              <a:gd name="adj" fmla="val 47739"/>
            </a:avLst>
          </a:prstGeom>
          <a:solidFill>
            <a:srgbClr val="D4FCE6"/>
          </a:solidFill>
          <a:ln/>
        </p:spPr>
      </p:sp>
      <p:sp>
        <p:nvSpPr>
          <p:cNvPr id="193" name="Shape 187"/>
          <p:cNvSpPr/>
          <p:nvPr/>
        </p:nvSpPr>
        <p:spPr>
          <a:xfrm>
            <a:off x="3707317" y="5661835"/>
            <a:ext cx="2071953" cy="325622"/>
          </a:xfrm>
          <a:prstGeom prst="roundRect">
            <a:avLst>
              <a:gd name="adj" fmla="val 47739"/>
            </a:avLst>
          </a:prstGeom>
          <a:solidFill>
            <a:srgbClr val="D4FCE6"/>
          </a:solidFill>
          <a:ln/>
        </p:spPr>
      </p:sp>
      <p:sp>
        <p:nvSpPr>
          <p:cNvPr id="194" name="Shape 188"/>
          <p:cNvSpPr/>
          <p:nvPr/>
        </p:nvSpPr>
        <p:spPr>
          <a:xfrm>
            <a:off x="3707317" y="6060555"/>
            <a:ext cx="2071953" cy="325622"/>
          </a:xfrm>
          <a:prstGeom prst="roundRect">
            <a:avLst>
              <a:gd name="adj" fmla="val 47739"/>
            </a:avLst>
          </a:prstGeom>
          <a:solidFill>
            <a:srgbClr val="D4FCE6"/>
          </a:solidFill>
          <a:ln/>
        </p:spPr>
      </p:sp>
      <p:sp>
        <p:nvSpPr>
          <p:cNvPr id="195" name="Shape 189"/>
          <p:cNvSpPr/>
          <p:nvPr/>
        </p:nvSpPr>
        <p:spPr>
          <a:xfrm>
            <a:off x="5871650" y="4452382"/>
            <a:ext cx="2296304" cy="325622"/>
          </a:xfrm>
          <a:prstGeom prst="roundRect">
            <a:avLst>
              <a:gd name="adj" fmla="val 47739"/>
            </a:avLst>
          </a:prstGeom>
          <a:solidFill>
            <a:srgbClr val="F8E6D0"/>
          </a:solidFill>
          <a:ln/>
        </p:spPr>
      </p:sp>
      <p:sp>
        <p:nvSpPr>
          <p:cNvPr id="196" name="Shape 190"/>
          <p:cNvSpPr/>
          <p:nvPr/>
        </p:nvSpPr>
        <p:spPr>
          <a:xfrm>
            <a:off x="5871650" y="4857748"/>
            <a:ext cx="2296304" cy="325622"/>
          </a:xfrm>
          <a:prstGeom prst="roundRect">
            <a:avLst>
              <a:gd name="adj" fmla="val 47739"/>
            </a:avLst>
          </a:prstGeom>
          <a:solidFill>
            <a:srgbClr val="F8E6D0"/>
          </a:solidFill>
          <a:ln/>
        </p:spPr>
      </p:sp>
      <p:sp>
        <p:nvSpPr>
          <p:cNvPr id="197" name="Shape 191"/>
          <p:cNvSpPr/>
          <p:nvPr/>
        </p:nvSpPr>
        <p:spPr>
          <a:xfrm>
            <a:off x="5871650" y="5256468"/>
            <a:ext cx="2296304" cy="325622"/>
          </a:xfrm>
          <a:prstGeom prst="roundRect">
            <a:avLst>
              <a:gd name="adj" fmla="val 47739"/>
            </a:avLst>
          </a:prstGeom>
          <a:solidFill>
            <a:srgbClr val="F8E6D0"/>
          </a:solidFill>
          <a:ln/>
        </p:spPr>
      </p:sp>
      <p:sp>
        <p:nvSpPr>
          <p:cNvPr id="198" name="Shape 192"/>
          <p:cNvSpPr/>
          <p:nvPr/>
        </p:nvSpPr>
        <p:spPr>
          <a:xfrm>
            <a:off x="5871650" y="5661835"/>
            <a:ext cx="2296304" cy="325622"/>
          </a:xfrm>
          <a:prstGeom prst="roundRect">
            <a:avLst>
              <a:gd name="adj" fmla="val 47739"/>
            </a:avLst>
          </a:prstGeom>
          <a:solidFill>
            <a:srgbClr val="F8E6D0"/>
          </a:solidFill>
          <a:ln/>
        </p:spPr>
      </p:sp>
      <p:sp>
        <p:nvSpPr>
          <p:cNvPr id="199" name="Shape 193"/>
          <p:cNvSpPr/>
          <p:nvPr/>
        </p:nvSpPr>
        <p:spPr>
          <a:xfrm>
            <a:off x="5871650" y="6060555"/>
            <a:ext cx="2296304" cy="325622"/>
          </a:xfrm>
          <a:prstGeom prst="roundRect">
            <a:avLst>
              <a:gd name="adj" fmla="val 47739"/>
            </a:avLst>
          </a:prstGeom>
          <a:solidFill>
            <a:srgbClr val="F8E6D0"/>
          </a:solidFill>
          <a:ln/>
        </p:spPr>
      </p:sp>
      <p:sp>
        <p:nvSpPr>
          <p:cNvPr id="200" name="Shape 194"/>
          <p:cNvSpPr/>
          <p:nvPr/>
        </p:nvSpPr>
        <p:spPr>
          <a:xfrm>
            <a:off x="8247136" y="4452382"/>
            <a:ext cx="1900390" cy="325622"/>
          </a:xfrm>
          <a:prstGeom prst="roundRect">
            <a:avLst>
              <a:gd name="adj" fmla="val 47739"/>
            </a:avLst>
          </a:prstGeom>
          <a:solidFill>
            <a:srgbClr val="D5D5FB"/>
          </a:solidFill>
          <a:ln/>
        </p:spPr>
      </p:sp>
      <p:sp>
        <p:nvSpPr>
          <p:cNvPr id="201" name="Shape 195"/>
          <p:cNvSpPr/>
          <p:nvPr/>
        </p:nvSpPr>
        <p:spPr>
          <a:xfrm>
            <a:off x="8247136" y="4857748"/>
            <a:ext cx="1900390" cy="325622"/>
          </a:xfrm>
          <a:prstGeom prst="roundRect">
            <a:avLst>
              <a:gd name="adj" fmla="val 47739"/>
            </a:avLst>
          </a:prstGeom>
          <a:solidFill>
            <a:srgbClr val="D5D5FB"/>
          </a:solidFill>
          <a:ln/>
        </p:spPr>
      </p:sp>
      <p:sp>
        <p:nvSpPr>
          <p:cNvPr id="202" name="Shape 196"/>
          <p:cNvSpPr/>
          <p:nvPr/>
        </p:nvSpPr>
        <p:spPr>
          <a:xfrm>
            <a:off x="8247136" y="5256468"/>
            <a:ext cx="1900390" cy="325622"/>
          </a:xfrm>
          <a:prstGeom prst="roundRect">
            <a:avLst>
              <a:gd name="adj" fmla="val 47739"/>
            </a:avLst>
          </a:prstGeom>
          <a:solidFill>
            <a:srgbClr val="D5D5FB"/>
          </a:solidFill>
          <a:ln/>
        </p:spPr>
      </p:sp>
      <p:sp>
        <p:nvSpPr>
          <p:cNvPr id="203" name="Shape 197"/>
          <p:cNvSpPr/>
          <p:nvPr/>
        </p:nvSpPr>
        <p:spPr>
          <a:xfrm>
            <a:off x="8247136" y="5661835"/>
            <a:ext cx="1900390" cy="325622"/>
          </a:xfrm>
          <a:prstGeom prst="roundRect">
            <a:avLst>
              <a:gd name="adj" fmla="val 47739"/>
            </a:avLst>
          </a:prstGeom>
          <a:solidFill>
            <a:srgbClr val="D5D5FB"/>
          </a:solidFill>
          <a:ln/>
        </p:spPr>
      </p:sp>
      <p:sp>
        <p:nvSpPr>
          <p:cNvPr id="204" name="Shape 198"/>
          <p:cNvSpPr/>
          <p:nvPr/>
        </p:nvSpPr>
        <p:spPr>
          <a:xfrm>
            <a:off x="8247136" y="6060555"/>
            <a:ext cx="1900390" cy="325622"/>
          </a:xfrm>
          <a:prstGeom prst="roundRect">
            <a:avLst>
              <a:gd name="adj" fmla="val 47739"/>
            </a:avLst>
          </a:prstGeom>
          <a:solidFill>
            <a:srgbClr val="D5D5FB"/>
          </a:solidFill>
          <a:ln/>
        </p:spPr>
      </p:sp>
      <p:sp>
        <p:nvSpPr>
          <p:cNvPr id="205" name="Shape 199"/>
          <p:cNvSpPr/>
          <p:nvPr/>
        </p:nvSpPr>
        <p:spPr>
          <a:xfrm>
            <a:off x="3878880" y="4478963"/>
            <a:ext cx="304800" cy="247650"/>
          </a:xfrm>
          <a:prstGeom prst="roundRect">
            <a:avLst>
              <a:gd name="adj" fmla="val 14769"/>
            </a:avLst>
          </a:prstGeom>
          <a:solidFill>
            <a:srgbClr val="FFFFFF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206" name="Text 200"/>
          <p:cNvSpPr/>
          <p:nvPr/>
        </p:nvSpPr>
        <p:spPr>
          <a:xfrm>
            <a:off x="3878880" y="4478963"/>
            <a:ext cx="30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07" name="Shape 201"/>
          <p:cNvSpPr/>
          <p:nvPr/>
        </p:nvSpPr>
        <p:spPr>
          <a:xfrm>
            <a:off x="4360576" y="4478963"/>
            <a:ext cx="304800" cy="247650"/>
          </a:xfrm>
          <a:prstGeom prst="roundRect">
            <a:avLst>
              <a:gd name="adj" fmla="val 14769"/>
            </a:avLst>
          </a:prstGeom>
          <a:solidFill>
            <a:srgbClr val="FFFFFF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208" name="Text 202"/>
          <p:cNvSpPr/>
          <p:nvPr/>
        </p:nvSpPr>
        <p:spPr>
          <a:xfrm>
            <a:off x="4360576" y="4478963"/>
            <a:ext cx="30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209" name="Shape 203"/>
          <p:cNvSpPr/>
          <p:nvPr/>
        </p:nvSpPr>
        <p:spPr>
          <a:xfrm>
            <a:off x="4829075" y="4478963"/>
            <a:ext cx="304800" cy="247650"/>
          </a:xfrm>
          <a:prstGeom prst="roundRect">
            <a:avLst>
              <a:gd name="adj" fmla="val 14769"/>
            </a:avLst>
          </a:prstGeom>
          <a:solidFill>
            <a:srgbClr val="FFFFFF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210" name="Text 204"/>
          <p:cNvSpPr/>
          <p:nvPr/>
        </p:nvSpPr>
        <p:spPr>
          <a:xfrm>
            <a:off x="4829075" y="4478963"/>
            <a:ext cx="30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11" name="Shape 205"/>
          <p:cNvSpPr/>
          <p:nvPr/>
        </p:nvSpPr>
        <p:spPr>
          <a:xfrm>
            <a:off x="5304172" y="4478963"/>
            <a:ext cx="304800" cy="247650"/>
          </a:xfrm>
          <a:prstGeom prst="roundRect">
            <a:avLst>
              <a:gd name="adj" fmla="val 14769"/>
            </a:avLst>
          </a:prstGeom>
          <a:solidFill>
            <a:srgbClr val="FFFFFF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212" name="Text 206"/>
          <p:cNvSpPr/>
          <p:nvPr/>
        </p:nvSpPr>
        <p:spPr>
          <a:xfrm>
            <a:off x="5304172" y="4478963"/>
            <a:ext cx="30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13" name="Shape 207"/>
          <p:cNvSpPr/>
          <p:nvPr/>
        </p:nvSpPr>
        <p:spPr>
          <a:xfrm>
            <a:off x="3878880" y="4884329"/>
            <a:ext cx="304800" cy="247650"/>
          </a:xfrm>
          <a:prstGeom prst="roundRect">
            <a:avLst>
              <a:gd name="adj" fmla="val 14769"/>
            </a:avLst>
          </a:prstGeom>
          <a:solidFill>
            <a:srgbClr val="FFFFFF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214" name="Text 208"/>
          <p:cNvSpPr/>
          <p:nvPr/>
        </p:nvSpPr>
        <p:spPr>
          <a:xfrm>
            <a:off x="3878880" y="4884329"/>
            <a:ext cx="30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15" name="Shape 209"/>
          <p:cNvSpPr/>
          <p:nvPr/>
        </p:nvSpPr>
        <p:spPr>
          <a:xfrm>
            <a:off x="4360576" y="4884329"/>
            <a:ext cx="304800" cy="247650"/>
          </a:xfrm>
          <a:prstGeom prst="roundRect">
            <a:avLst>
              <a:gd name="adj" fmla="val 14769"/>
            </a:avLst>
          </a:prstGeom>
          <a:solidFill>
            <a:srgbClr val="FFFFFF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216" name="Text 210"/>
          <p:cNvSpPr/>
          <p:nvPr/>
        </p:nvSpPr>
        <p:spPr>
          <a:xfrm>
            <a:off x="4360576" y="4884329"/>
            <a:ext cx="30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217" name="Shape 211"/>
          <p:cNvSpPr/>
          <p:nvPr/>
        </p:nvSpPr>
        <p:spPr>
          <a:xfrm>
            <a:off x="4829075" y="4884329"/>
            <a:ext cx="304800" cy="247650"/>
          </a:xfrm>
          <a:prstGeom prst="roundRect">
            <a:avLst>
              <a:gd name="adj" fmla="val 14769"/>
            </a:avLst>
          </a:prstGeom>
          <a:solidFill>
            <a:srgbClr val="FFFFFF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218" name="Text 212"/>
          <p:cNvSpPr/>
          <p:nvPr/>
        </p:nvSpPr>
        <p:spPr>
          <a:xfrm>
            <a:off x="4829075" y="4884329"/>
            <a:ext cx="30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19" name="Shape 213"/>
          <p:cNvSpPr/>
          <p:nvPr/>
        </p:nvSpPr>
        <p:spPr>
          <a:xfrm>
            <a:off x="5304172" y="4884329"/>
            <a:ext cx="304800" cy="247650"/>
          </a:xfrm>
          <a:prstGeom prst="roundRect">
            <a:avLst>
              <a:gd name="adj" fmla="val 14769"/>
            </a:avLst>
          </a:prstGeom>
          <a:solidFill>
            <a:srgbClr val="FFFFFF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220" name="Text 214"/>
          <p:cNvSpPr/>
          <p:nvPr/>
        </p:nvSpPr>
        <p:spPr>
          <a:xfrm>
            <a:off x="5304172" y="4884329"/>
            <a:ext cx="30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21" name="Shape 215"/>
          <p:cNvSpPr/>
          <p:nvPr/>
        </p:nvSpPr>
        <p:spPr>
          <a:xfrm>
            <a:off x="3878880" y="5283050"/>
            <a:ext cx="304800" cy="247650"/>
          </a:xfrm>
          <a:prstGeom prst="roundRect">
            <a:avLst>
              <a:gd name="adj" fmla="val 14769"/>
            </a:avLst>
          </a:prstGeom>
          <a:solidFill>
            <a:srgbClr val="FFFFFF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222" name="Text 216"/>
          <p:cNvSpPr/>
          <p:nvPr/>
        </p:nvSpPr>
        <p:spPr>
          <a:xfrm>
            <a:off x="3878880" y="5283050"/>
            <a:ext cx="30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23" name="Shape 217"/>
          <p:cNvSpPr/>
          <p:nvPr/>
        </p:nvSpPr>
        <p:spPr>
          <a:xfrm>
            <a:off x="4360576" y="5283050"/>
            <a:ext cx="304800" cy="247650"/>
          </a:xfrm>
          <a:prstGeom prst="roundRect">
            <a:avLst>
              <a:gd name="adj" fmla="val 14769"/>
            </a:avLst>
          </a:prstGeom>
          <a:solidFill>
            <a:srgbClr val="FFFFFF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224" name="Text 218"/>
          <p:cNvSpPr/>
          <p:nvPr/>
        </p:nvSpPr>
        <p:spPr>
          <a:xfrm>
            <a:off x="4360576" y="5283050"/>
            <a:ext cx="30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225" name="Shape 219"/>
          <p:cNvSpPr/>
          <p:nvPr/>
        </p:nvSpPr>
        <p:spPr>
          <a:xfrm>
            <a:off x="4829075" y="5283050"/>
            <a:ext cx="304800" cy="247650"/>
          </a:xfrm>
          <a:prstGeom prst="roundRect">
            <a:avLst>
              <a:gd name="adj" fmla="val 14769"/>
            </a:avLst>
          </a:prstGeom>
          <a:solidFill>
            <a:srgbClr val="FFFFFF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226" name="Text 220"/>
          <p:cNvSpPr/>
          <p:nvPr/>
        </p:nvSpPr>
        <p:spPr>
          <a:xfrm>
            <a:off x="4829075" y="5283050"/>
            <a:ext cx="30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27" name="Shape 221"/>
          <p:cNvSpPr/>
          <p:nvPr/>
        </p:nvSpPr>
        <p:spPr>
          <a:xfrm>
            <a:off x="5304172" y="5283050"/>
            <a:ext cx="304800" cy="247650"/>
          </a:xfrm>
          <a:prstGeom prst="roundRect">
            <a:avLst>
              <a:gd name="adj" fmla="val 14769"/>
            </a:avLst>
          </a:prstGeom>
          <a:solidFill>
            <a:srgbClr val="FFFFFF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228" name="Text 222"/>
          <p:cNvSpPr/>
          <p:nvPr/>
        </p:nvSpPr>
        <p:spPr>
          <a:xfrm>
            <a:off x="5304172" y="5283050"/>
            <a:ext cx="30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29" name="Shape 223"/>
          <p:cNvSpPr/>
          <p:nvPr/>
        </p:nvSpPr>
        <p:spPr>
          <a:xfrm>
            <a:off x="3878880" y="5688416"/>
            <a:ext cx="304800" cy="247650"/>
          </a:xfrm>
          <a:prstGeom prst="roundRect">
            <a:avLst>
              <a:gd name="adj" fmla="val 14769"/>
            </a:avLst>
          </a:prstGeom>
          <a:solidFill>
            <a:srgbClr val="FFFFFF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230" name="Text 224"/>
          <p:cNvSpPr/>
          <p:nvPr/>
        </p:nvSpPr>
        <p:spPr>
          <a:xfrm>
            <a:off x="3878880" y="5688416"/>
            <a:ext cx="30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31" name="Shape 225"/>
          <p:cNvSpPr/>
          <p:nvPr/>
        </p:nvSpPr>
        <p:spPr>
          <a:xfrm>
            <a:off x="4360576" y="5688416"/>
            <a:ext cx="304800" cy="247650"/>
          </a:xfrm>
          <a:prstGeom prst="roundRect">
            <a:avLst>
              <a:gd name="adj" fmla="val 14769"/>
            </a:avLst>
          </a:prstGeom>
          <a:solidFill>
            <a:srgbClr val="FFFFFF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232" name="Text 226"/>
          <p:cNvSpPr/>
          <p:nvPr/>
        </p:nvSpPr>
        <p:spPr>
          <a:xfrm>
            <a:off x="4360576" y="5688416"/>
            <a:ext cx="30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233" name="Shape 227"/>
          <p:cNvSpPr/>
          <p:nvPr/>
        </p:nvSpPr>
        <p:spPr>
          <a:xfrm>
            <a:off x="4829075" y="5688416"/>
            <a:ext cx="304800" cy="247650"/>
          </a:xfrm>
          <a:prstGeom prst="roundRect">
            <a:avLst>
              <a:gd name="adj" fmla="val 14769"/>
            </a:avLst>
          </a:prstGeom>
          <a:solidFill>
            <a:srgbClr val="FFFFFF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234" name="Text 228"/>
          <p:cNvSpPr/>
          <p:nvPr/>
        </p:nvSpPr>
        <p:spPr>
          <a:xfrm>
            <a:off x="4829075" y="5688416"/>
            <a:ext cx="30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35" name="Shape 229"/>
          <p:cNvSpPr/>
          <p:nvPr/>
        </p:nvSpPr>
        <p:spPr>
          <a:xfrm>
            <a:off x="5304172" y="5688416"/>
            <a:ext cx="304800" cy="247650"/>
          </a:xfrm>
          <a:prstGeom prst="roundRect">
            <a:avLst>
              <a:gd name="adj" fmla="val 14769"/>
            </a:avLst>
          </a:prstGeom>
          <a:solidFill>
            <a:srgbClr val="FFFFFF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236" name="Text 230"/>
          <p:cNvSpPr/>
          <p:nvPr/>
        </p:nvSpPr>
        <p:spPr>
          <a:xfrm>
            <a:off x="5304172" y="5688416"/>
            <a:ext cx="30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37" name="Shape 231"/>
          <p:cNvSpPr/>
          <p:nvPr/>
        </p:nvSpPr>
        <p:spPr>
          <a:xfrm>
            <a:off x="3878880" y="6087137"/>
            <a:ext cx="304800" cy="247650"/>
          </a:xfrm>
          <a:prstGeom prst="roundRect">
            <a:avLst>
              <a:gd name="adj" fmla="val 14769"/>
            </a:avLst>
          </a:prstGeom>
          <a:solidFill>
            <a:srgbClr val="FFFFFF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238" name="Text 232"/>
          <p:cNvSpPr/>
          <p:nvPr/>
        </p:nvSpPr>
        <p:spPr>
          <a:xfrm>
            <a:off x="3878880" y="6087137"/>
            <a:ext cx="30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39" name="Shape 233"/>
          <p:cNvSpPr/>
          <p:nvPr/>
        </p:nvSpPr>
        <p:spPr>
          <a:xfrm>
            <a:off x="4360576" y="6087137"/>
            <a:ext cx="304800" cy="247650"/>
          </a:xfrm>
          <a:prstGeom prst="roundRect">
            <a:avLst>
              <a:gd name="adj" fmla="val 14769"/>
            </a:avLst>
          </a:prstGeom>
          <a:solidFill>
            <a:srgbClr val="FFFFFF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240" name="Text 234"/>
          <p:cNvSpPr/>
          <p:nvPr/>
        </p:nvSpPr>
        <p:spPr>
          <a:xfrm>
            <a:off x="4360576" y="6087137"/>
            <a:ext cx="30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241" name="Shape 235"/>
          <p:cNvSpPr/>
          <p:nvPr/>
        </p:nvSpPr>
        <p:spPr>
          <a:xfrm>
            <a:off x="4829075" y="6087137"/>
            <a:ext cx="304800" cy="247650"/>
          </a:xfrm>
          <a:prstGeom prst="roundRect">
            <a:avLst>
              <a:gd name="adj" fmla="val 14769"/>
            </a:avLst>
          </a:prstGeom>
          <a:solidFill>
            <a:srgbClr val="FFFFFF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242" name="Text 236"/>
          <p:cNvSpPr/>
          <p:nvPr/>
        </p:nvSpPr>
        <p:spPr>
          <a:xfrm>
            <a:off x="4829075" y="6087137"/>
            <a:ext cx="30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43" name="Shape 237"/>
          <p:cNvSpPr/>
          <p:nvPr/>
        </p:nvSpPr>
        <p:spPr>
          <a:xfrm>
            <a:off x="5304172" y="6087137"/>
            <a:ext cx="304800" cy="247650"/>
          </a:xfrm>
          <a:prstGeom prst="roundRect">
            <a:avLst>
              <a:gd name="adj" fmla="val 14769"/>
            </a:avLst>
          </a:prstGeom>
          <a:solidFill>
            <a:srgbClr val="FFFFFF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244" name="Text 238"/>
          <p:cNvSpPr/>
          <p:nvPr/>
        </p:nvSpPr>
        <p:spPr>
          <a:xfrm>
            <a:off x="5304172" y="6087137"/>
            <a:ext cx="30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45" name="Shape 239"/>
          <p:cNvSpPr/>
          <p:nvPr/>
        </p:nvSpPr>
        <p:spPr>
          <a:xfrm>
            <a:off x="6036614" y="4478963"/>
            <a:ext cx="304800" cy="247650"/>
          </a:xfrm>
          <a:prstGeom prst="roundRect">
            <a:avLst>
              <a:gd name="adj" fmla="val 14769"/>
            </a:avLst>
          </a:prstGeom>
          <a:solidFill>
            <a:srgbClr val="FFFFFF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246" name="Text 240"/>
          <p:cNvSpPr/>
          <p:nvPr/>
        </p:nvSpPr>
        <p:spPr>
          <a:xfrm>
            <a:off x="6036614" y="4478963"/>
            <a:ext cx="30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47" name="Shape 241"/>
          <p:cNvSpPr/>
          <p:nvPr/>
        </p:nvSpPr>
        <p:spPr>
          <a:xfrm>
            <a:off x="6511711" y="4478963"/>
            <a:ext cx="304800" cy="247650"/>
          </a:xfrm>
          <a:prstGeom prst="roundRect">
            <a:avLst>
              <a:gd name="adj" fmla="val 14769"/>
            </a:avLst>
          </a:prstGeom>
          <a:solidFill>
            <a:srgbClr val="FFFFFF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248" name="Text 242"/>
          <p:cNvSpPr/>
          <p:nvPr/>
        </p:nvSpPr>
        <p:spPr>
          <a:xfrm>
            <a:off x="6511711" y="4478963"/>
            <a:ext cx="30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249" name="Shape 243"/>
          <p:cNvSpPr/>
          <p:nvPr/>
        </p:nvSpPr>
        <p:spPr>
          <a:xfrm>
            <a:off x="6980210" y="4478963"/>
            <a:ext cx="304800" cy="247650"/>
          </a:xfrm>
          <a:prstGeom prst="roundRect">
            <a:avLst>
              <a:gd name="adj" fmla="val 14769"/>
            </a:avLst>
          </a:prstGeom>
          <a:solidFill>
            <a:srgbClr val="FFFFFF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250" name="Text 244"/>
          <p:cNvSpPr/>
          <p:nvPr/>
        </p:nvSpPr>
        <p:spPr>
          <a:xfrm>
            <a:off x="6980210" y="4478963"/>
            <a:ext cx="30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51" name="Shape 245"/>
          <p:cNvSpPr/>
          <p:nvPr/>
        </p:nvSpPr>
        <p:spPr>
          <a:xfrm>
            <a:off x="7448709" y="4478963"/>
            <a:ext cx="304800" cy="247650"/>
          </a:xfrm>
          <a:prstGeom prst="roundRect">
            <a:avLst>
              <a:gd name="adj" fmla="val 14769"/>
            </a:avLst>
          </a:prstGeom>
          <a:solidFill>
            <a:srgbClr val="FFFFFF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252" name="Text 246"/>
          <p:cNvSpPr/>
          <p:nvPr/>
        </p:nvSpPr>
        <p:spPr>
          <a:xfrm>
            <a:off x="7448709" y="4478963"/>
            <a:ext cx="30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53" name="Shape 247"/>
          <p:cNvSpPr/>
          <p:nvPr/>
        </p:nvSpPr>
        <p:spPr>
          <a:xfrm>
            <a:off x="6036614" y="4884329"/>
            <a:ext cx="304800" cy="247650"/>
          </a:xfrm>
          <a:prstGeom prst="roundRect">
            <a:avLst>
              <a:gd name="adj" fmla="val 14769"/>
            </a:avLst>
          </a:prstGeom>
          <a:solidFill>
            <a:srgbClr val="FFFFFF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254" name="Text 248"/>
          <p:cNvSpPr/>
          <p:nvPr/>
        </p:nvSpPr>
        <p:spPr>
          <a:xfrm>
            <a:off x="6036614" y="4884329"/>
            <a:ext cx="30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55" name="Shape 249"/>
          <p:cNvSpPr/>
          <p:nvPr/>
        </p:nvSpPr>
        <p:spPr>
          <a:xfrm>
            <a:off x="6511711" y="4884329"/>
            <a:ext cx="304800" cy="247650"/>
          </a:xfrm>
          <a:prstGeom prst="roundRect">
            <a:avLst>
              <a:gd name="adj" fmla="val 14769"/>
            </a:avLst>
          </a:prstGeom>
          <a:solidFill>
            <a:srgbClr val="FFFFFF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256" name="Text 250"/>
          <p:cNvSpPr/>
          <p:nvPr/>
        </p:nvSpPr>
        <p:spPr>
          <a:xfrm>
            <a:off x="6511711" y="4884329"/>
            <a:ext cx="30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257" name="Shape 251"/>
          <p:cNvSpPr/>
          <p:nvPr/>
        </p:nvSpPr>
        <p:spPr>
          <a:xfrm>
            <a:off x="6980210" y="4884329"/>
            <a:ext cx="304800" cy="247650"/>
          </a:xfrm>
          <a:prstGeom prst="roundRect">
            <a:avLst>
              <a:gd name="adj" fmla="val 14769"/>
            </a:avLst>
          </a:prstGeom>
          <a:solidFill>
            <a:srgbClr val="FFFFFF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258" name="Text 252"/>
          <p:cNvSpPr/>
          <p:nvPr/>
        </p:nvSpPr>
        <p:spPr>
          <a:xfrm>
            <a:off x="6980210" y="4884329"/>
            <a:ext cx="30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59" name="Shape 253"/>
          <p:cNvSpPr/>
          <p:nvPr/>
        </p:nvSpPr>
        <p:spPr>
          <a:xfrm>
            <a:off x="7448709" y="4884329"/>
            <a:ext cx="304800" cy="247650"/>
          </a:xfrm>
          <a:prstGeom prst="roundRect">
            <a:avLst>
              <a:gd name="adj" fmla="val 14769"/>
            </a:avLst>
          </a:prstGeom>
          <a:solidFill>
            <a:srgbClr val="FFFFFF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260" name="Text 254"/>
          <p:cNvSpPr/>
          <p:nvPr/>
        </p:nvSpPr>
        <p:spPr>
          <a:xfrm>
            <a:off x="7448709" y="4884329"/>
            <a:ext cx="30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61" name="Shape 255"/>
          <p:cNvSpPr/>
          <p:nvPr/>
        </p:nvSpPr>
        <p:spPr>
          <a:xfrm>
            <a:off x="6036614" y="5283050"/>
            <a:ext cx="304800" cy="247650"/>
          </a:xfrm>
          <a:prstGeom prst="roundRect">
            <a:avLst>
              <a:gd name="adj" fmla="val 14769"/>
            </a:avLst>
          </a:prstGeom>
          <a:solidFill>
            <a:srgbClr val="FFFFFF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262" name="Text 256"/>
          <p:cNvSpPr/>
          <p:nvPr/>
        </p:nvSpPr>
        <p:spPr>
          <a:xfrm>
            <a:off x="6036614" y="5283050"/>
            <a:ext cx="30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63" name="Shape 257"/>
          <p:cNvSpPr/>
          <p:nvPr/>
        </p:nvSpPr>
        <p:spPr>
          <a:xfrm>
            <a:off x="6511711" y="5283050"/>
            <a:ext cx="304800" cy="247650"/>
          </a:xfrm>
          <a:prstGeom prst="roundRect">
            <a:avLst>
              <a:gd name="adj" fmla="val 14769"/>
            </a:avLst>
          </a:prstGeom>
          <a:solidFill>
            <a:srgbClr val="FFFFFF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264" name="Text 258"/>
          <p:cNvSpPr/>
          <p:nvPr/>
        </p:nvSpPr>
        <p:spPr>
          <a:xfrm>
            <a:off x="6511711" y="5283050"/>
            <a:ext cx="30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265" name="Shape 259"/>
          <p:cNvSpPr/>
          <p:nvPr/>
        </p:nvSpPr>
        <p:spPr>
          <a:xfrm>
            <a:off x="6980210" y="5283050"/>
            <a:ext cx="304800" cy="247650"/>
          </a:xfrm>
          <a:prstGeom prst="roundRect">
            <a:avLst>
              <a:gd name="adj" fmla="val 14769"/>
            </a:avLst>
          </a:prstGeom>
          <a:solidFill>
            <a:srgbClr val="FFFFFF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266" name="Text 260"/>
          <p:cNvSpPr/>
          <p:nvPr/>
        </p:nvSpPr>
        <p:spPr>
          <a:xfrm>
            <a:off x="6980210" y="5283050"/>
            <a:ext cx="30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67" name="Shape 261"/>
          <p:cNvSpPr/>
          <p:nvPr/>
        </p:nvSpPr>
        <p:spPr>
          <a:xfrm>
            <a:off x="7448709" y="5283050"/>
            <a:ext cx="304800" cy="247650"/>
          </a:xfrm>
          <a:prstGeom prst="roundRect">
            <a:avLst>
              <a:gd name="adj" fmla="val 14769"/>
            </a:avLst>
          </a:prstGeom>
          <a:solidFill>
            <a:srgbClr val="FFFFFF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268" name="Text 262"/>
          <p:cNvSpPr/>
          <p:nvPr/>
        </p:nvSpPr>
        <p:spPr>
          <a:xfrm>
            <a:off x="7448709" y="5283050"/>
            <a:ext cx="30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69" name="Shape 263"/>
          <p:cNvSpPr/>
          <p:nvPr/>
        </p:nvSpPr>
        <p:spPr>
          <a:xfrm>
            <a:off x="6036614" y="5688416"/>
            <a:ext cx="304800" cy="247650"/>
          </a:xfrm>
          <a:prstGeom prst="roundRect">
            <a:avLst>
              <a:gd name="adj" fmla="val 14769"/>
            </a:avLst>
          </a:prstGeom>
          <a:solidFill>
            <a:srgbClr val="FFFFFF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270" name="Text 264"/>
          <p:cNvSpPr/>
          <p:nvPr/>
        </p:nvSpPr>
        <p:spPr>
          <a:xfrm>
            <a:off x="6036614" y="5688416"/>
            <a:ext cx="30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71" name="Shape 265"/>
          <p:cNvSpPr/>
          <p:nvPr/>
        </p:nvSpPr>
        <p:spPr>
          <a:xfrm>
            <a:off x="6511711" y="5688416"/>
            <a:ext cx="304800" cy="247650"/>
          </a:xfrm>
          <a:prstGeom prst="roundRect">
            <a:avLst>
              <a:gd name="adj" fmla="val 14769"/>
            </a:avLst>
          </a:prstGeom>
          <a:solidFill>
            <a:srgbClr val="FFFFFF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272" name="Text 266"/>
          <p:cNvSpPr/>
          <p:nvPr/>
        </p:nvSpPr>
        <p:spPr>
          <a:xfrm>
            <a:off x="6511711" y="5688416"/>
            <a:ext cx="30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273" name="Shape 267"/>
          <p:cNvSpPr/>
          <p:nvPr/>
        </p:nvSpPr>
        <p:spPr>
          <a:xfrm>
            <a:off x="6980210" y="5688416"/>
            <a:ext cx="304800" cy="247650"/>
          </a:xfrm>
          <a:prstGeom prst="roundRect">
            <a:avLst>
              <a:gd name="adj" fmla="val 14769"/>
            </a:avLst>
          </a:prstGeom>
          <a:solidFill>
            <a:srgbClr val="FFFFFF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274" name="Text 268"/>
          <p:cNvSpPr/>
          <p:nvPr/>
        </p:nvSpPr>
        <p:spPr>
          <a:xfrm>
            <a:off x="6980210" y="5688416"/>
            <a:ext cx="30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75" name="Shape 269"/>
          <p:cNvSpPr/>
          <p:nvPr/>
        </p:nvSpPr>
        <p:spPr>
          <a:xfrm>
            <a:off x="7448709" y="5688416"/>
            <a:ext cx="304800" cy="247650"/>
          </a:xfrm>
          <a:prstGeom prst="roundRect">
            <a:avLst>
              <a:gd name="adj" fmla="val 14769"/>
            </a:avLst>
          </a:prstGeom>
          <a:solidFill>
            <a:srgbClr val="FFFFFF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276" name="Text 270"/>
          <p:cNvSpPr/>
          <p:nvPr/>
        </p:nvSpPr>
        <p:spPr>
          <a:xfrm>
            <a:off x="7448709" y="5688416"/>
            <a:ext cx="30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77" name="Shape 271"/>
          <p:cNvSpPr/>
          <p:nvPr/>
        </p:nvSpPr>
        <p:spPr>
          <a:xfrm>
            <a:off x="6036614" y="6087137"/>
            <a:ext cx="304800" cy="247650"/>
          </a:xfrm>
          <a:prstGeom prst="roundRect">
            <a:avLst>
              <a:gd name="adj" fmla="val 14769"/>
            </a:avLst>
          </a:prstGeom>
          <a:solidFill>
            <a:srgbClr val="FFFFFF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278" name="Text 272"/>
          <p:cNvSpPr/>
          <p:nvPr/>
        </p:nvSpPr>
        <p:spPr>
          <a:xfrm>
            <a:off x="6036614" y="6087137"/>
            <a:ext cx="30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79" name="Shape 273"/>
          <p:cNvSpPr/>
          <p:nvPr/>
        </p:nvSpPr>
        <p:spPr>
          <a:xfrm>
            <a:off x="6511711" y="6087137"/>
            <a:ext cx="304800" cy="247650"/>
          </a:xfrm>
          <a:prstGeom prst="roundRect">
            <a:avLst>
              <a:gd name="adj" fmla="val 14769"/>
            </a:avLst>
          </a:prstGeom>
          <a:solidFill>
            <a:srgbClr val="FFFFFF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280" name="Text 274"/>
          <p:cNvSpPr/>
          <p:nvPr/>
        </p:nvSpPr>
        <p:spPr>
          <a:xfrm>
            <a:off x="6511711" y="6087137"/>
            <a:ext cx="30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281" name="Shape 275"/>
          <p:cNvSpPr/>
          <p:nvPr/>
        </p:nvSpPr>
        <p:spPr>
          <a:xfrm>
            <a:off x="6980210" y="6087137"/>
            <a:ext cx="304800" cy="247650"/>
          </a:xfrm>
          <a:prstGeom prst="roundRect">
            <a:avLst>
              <a:gd name="adj" fmla="val 14769"/>
            </a:avLst>
          </a:prstGeom>
          <a:solidFill>
            <a:srgbClr val="FFFFFF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282" name="Text 276"/>
          <p:cNvSpPr/>
          <p:nvPr/>
        </p:nvSpPr>
        <p:spPr>
          <a:xfrm>
            <a:off x="6980210" y="6087137"/>
            <a:ext cx="30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83" name="Shape 277"/>
          <p:cNvSpPr/>
          <p:nvPr/>
        </p:nvSpPr>
        <p:spPr>
          <a:xfrm>
            <a:off x="7448709" y="6087137"/>
            <a:ext cx="304800" cy="247650"/>
          </a:xfrm>
          <a:prstGeom prst="roundRect">
            <a:avLst>
              <a:gd name="adj" fmla="val 14769"/>
            </a:avLst>
          </a:prstGeom>
          <a:solidFill>
            <a:srgbClr val="FFFFFF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284" name="Text 278"/>
          <p:cNvSpPr/>
          <p:nvPr/>
        </p:nvSpPr>
        <p:spPr>
          <a:xfrm>
            <a:off x="7448709" y="6087137"/>
            <a:ext cx="30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85" name="Shape 279"/>
          <p:cNvSpPr/>
          <p:nvPr/>
        </p:nvSpPr>
        <p:spPr>
          <a:xfrm>
            <a:off x="8167954" y="4478963"/>
            <a:ext cx="304800" cy="247650"/>
          </a:xfrm>
          <a:prstGeom prst="roundRect">
            <a:avLst>
              <a:gd name="adj" fmla="val 14769"/>
            </a:avLst>
          </a:prstGeom>
          <a:solidFill>
            <a:srgbClr val="FFFFFF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286" name="Text 280"/>
          <p:cNvSpPr/>
          <p:nvPr/>
        </p:nvSpPr>
        <p:spPr>
          <a:xfrm>
            <a:off x="8167954" y="4478963"/>
            <a:ext cx="30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87" name="Shape 281"/>
          <p:cNvSpPr/>
          <p:nvPr/>
        </p:nvSpPr>
        <p:spPr>
          <a:xfrm>
            <a:off x="8649650" y="4478963"/>
            <a:ext cx="304800" cy="247650"/>
          </a:xfrm>
          <a:prstGeom prst="roundRect">
            <a:avLst>
              <a:gd name="adj" fmla="val 14769"/>
            </a:avLst>
          </a:prstGeom>
          <a:solidFill>
            <a:srgbClr val="FFFFFF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288" name="Text 282"/>
          <p:cNvSpPr/>
          <p:nvPr/>
        </p:nvSpPr>
        <p:spPr>
          <a:xfrm>
            <a:off x="8649650" y="4478963"/>
            <a:ext cx="30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289" name="Shape 283"/>
          <p:cNvSpPr/>
          <p:nvPr/>
        </p:nvSpPr>
        <p:spPr>
          <a:xfrm>
            <a:off x="9124747" y="4478963"/>
            <a:ext cx="304800" cy="247650"/>
          </a:xfrm>
          <a:prstGeom prst="roundRect">
            <a:avLst>
              <a:gd name="adj" fmla="val 14769"/>
            </a:avLst>
          </a:prstGeom>
          <a:solidFill>
            <a:srgbClr val="FFFFFF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290" name="Text 284"/>
          <p:cNvSpPr/>
          <p:nvPr/>
        </p:nvSpPr>
        <p:spPr>
          <a:xfrm>
            <a:off x="9124747" y="4478963"/>
            <a:ext cx="30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91" name="Shape 285"/>
          <p:cNvSpPr/>
          <p:nvPr/>
        </p:nvSpPr>
        <p:spPr>
          <a:xfrm>
            <a:off x="9599844" y="4478963"/>
            <a:ext cx="304800" cy="247650"/>
          </a:xfrm>
          <a:prstGeom prst="roundRect">
            <a:avLst>
              <a:gd name="adj" fmla="val 14769"/>
            </a:avLst>
          </a:prstGeom>
          <a:solidFill>
            <a:srgbClr val="FFFFFF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292" name="Text 286"/>
          <p:cNvSpPr/>
          <p:nvPr/>
        </p:nvSpPr>
        <p:spPr>
          <a:xfrm>
            <a:off x="9599844" y="4478963"/>
            <a:ext cx="30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93" name="Shape 287"/>
          <p:cNvSpPr/>
          <p:nvPr/>
        </p:nvSpPr>
        <p:spPr>
          <a:xfrm>
            <a:off x="8167954" y="4884329"/>
            <a:ext cx="304800" cy="247650"/>
          </a:xfrm>
          <a:prstGeom prst="roundRect">
            <a:avLst>
              <a:gd name="adj" fmla="val 14769"/>
            </a:avLst>
          </a:prstGeom>
          <a:solidFill>
            <a:srgbClr val="FFFFFF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294" name="Text 288"/>
          <p:cNvSpPr/>
          <p:nvPr/>
        </p:nvSpPr>
        <p:spPr>
          <a:xfrm>
            <a:off x="8167954" y="4884329"/>
            <a:ext cx="30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95" name="Shape 289"/>
          <p:cNvSpPr/>
          <p:nvPr/>
        </p:nvSpPr>
        <p:spPr>
          <a:xfrm>
            <a:off x="8649650" y="4884329"/>
            <a:ext cx="304800" cy="247650"/>
          </a:xfrm>
          <a:prstGeom prst="roundRect">
            <a:avLst>
              <a:gd name="adj" fmla="val 14769"/>
            </a:avLst>
          </a:prstGeom>
          <a:solidFill>
            <a:srgbClr val="FFFFFF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296" name="Text 290"/>
          <p:cNvSpPr/>
          <p:nvPr/>
        </p:nvSpPr>
        <p:spPr>
          <a:xfrm>
            <a:off x="8649650" y="4884329"/>
            <a:ext cx="30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297" name="Shape 291"/>
          <p:cNvSpPr/>
          <p:nvPr/>
        </p:nvSpPr>
        <p:spPr>
          <a:xfrm>
            <a:off x="9124747" y="4884329"/>
            <a:ext cx="304800" cy="247650"/>
          </a:xfrm>
          <a:prstGeom prst="roundRect">
            <a:avLst>
              <a:gd name="adj" fmla="val 14769"/>
            </a:avLst>
          </a:prstGeom>
          <a:solidFill>
            <a:srgbClr val="FFFFFF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298" name="Text 292"/>
          <p:cNvSpPr/>
          <p:nvPr/>
        </p:nvSpPr>
        <p:spPr>
          <a:xfrm>
            <a:off x="9124747" y="4884329"/>
            <a:ext cx="30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99" name="Shape 293"/>
          <p:cNvSpPr/>
          <p:nvPr/>
        </p:nvSpPr>
        <p:spPr>
          <a:xfrm>
            <a:off x="9599844" y="4884329"/>
            <a:ext cx="304800" cy="247650"/>
          </a:xfrm>
          <a:prstGeom prst="roundRect">
            <a:avLst>
              <a:gd name="adj" fmla="val 14769"/>
            </a:avLst>
          </a:prstGeom>
          <a:solidFill>
            <a:srgbClr val="FFFFFF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300" name="Text 294"/>
          <p:cNvSpPr/>
          <p:nvPr/>
        </p:nvSpPr>
        <p:spPr>
          <a:xfrm>
            <a:off x="9599844" y="4884329"/>
            <a:ext cx="30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01" name="Shape 295"/>
          <p:cNvSpPr/>
          <p:nvPr/>
        </p:nvSpPr>
        <p:spPr>
          <a:xfrm>
            <a:off x="8167954" y="5283050"/>
            <a:ext cx="304800" cy="247650"/>
          </a:xfrm>
          <a:prstGeom prst="roundRect">
            <a:avLst>
              <a:gd name="adj" fmla="val 14769"/>
            </a:avLst>
          </a:prstGeom>
          <a:solidFill>
            <a:srgbClr val="FFFFFF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302" name="Text 296"/>
          <p:cNvSpPr/>
          <p:nvPr/>
        </p:nvSpPr>
        <p:spPr>
          <a:xfrm>
            <a:off x="8167954" y="5283050"/>
            <a:ext cx="30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303" name="Shape 297"/>
          <p:cNvSpPr/>
          <p:nvPr/>
        </p:nvSpPr>
        <p:spPr>
          <a:xfrm>
            <a:off x="8649650" y="5283050"/>
            <a:ext cx="304800" cy="247650"/>
          </a:xfrm>
          <a:prstGeom prst="roundRect">
            <a:avLst>
              <a:gd name="adj" fmla="val 14769"/>
            </a:avLst>
          </a:prstGeom>
          <a:solidFill>
            <a:srgbClr val="FFFFFF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304" name="Text 298"/>
          <p:cNvSpPr/>
          <p:nvPr/>
        </p:nvSpPr>
        <p:spPr>
          <a:xfrm>
            <a:off x="8649650" y="5283050"/>
            <a:ext cx="30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305" name="Shape 299"/>
          <p:cNvSpPr/>
          <p:nvPr/>
        </p:nvSpPr>
        <p:spPr>
          <a:xfrm>
            <a:off x="9124747" y="5283050"/>
            <a:ext cx="304800" cy="247650"/>
          </a:xfrm>
          <a:prstGeom prst="roundRect">
            <a:avLst>
              <a:gd name="adj" fmla="val 14769"/>
            </a:avLst>
          </a:prstGeom>
          <a:solidFill>
            <a:srgbClr val="FFFFFF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306" name="Text 300"/>
          <p:cNvSpPr/>
          <p:nvPr/>
        </p:nvSpPr>
        <p:spPr>
          <a:xfrm>
            <a:off x="9124747" y="5283050"/>
            <a:ext cx="30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307" name="Shape 301"/>
          <p:cNvSpPr/>
          <p:nvPr/>
        </p:nvSpPr>
        <p:spPr>
          <a:xfrm>
            <a:off x="9599844" y="5283050"/>
            <a:ext cx="304800" cy="247650"/>
          </a:xfrm>
          <a:prstGeom prst="roundRect">
            <a:avLst>
              <a:gd name="adj" fmla="val 14769"/>
            </a:avLst>
          </a:prstGeom>
          <a:solidFill>
            <a:srgbClr val="FFFFFF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308" name="Text 302"/>
          <p:cNvSpPr/>
          <p:nvPr/>
        </p:nvSpPr>
        <p:spPr>
          <a:xfrm>
            <a:off x="9599844" y="5283050"/>
            <a:ext cx="30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09" name="Shape 303"/>
          <p:cNvSpPr/>
          <p:nvPr/>
        </p:nvSpPr>
        <p:spPr>
          <a:xfrm>
            <a:off x="8167954" y="5688416"/>
            <a:ext cx="304800" cy="247650"/>
          </a:xfrm>
          <a:prstGeom prst="roundRect">
            <a:avLst>
              <a:gd name="adj" fmla="val 14769"/>
            </a:avLst>
          </a:prstGeom>
          <a:solidFill>
            <a:srgbClr val="FFFFFF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310" name="Text 304"/>
          <p:cNvSpPr/>
          <p:nvPr/>
        </p:nvSpPr>
        <p:spPr>
          <a:xfrm>
            <a:off x="8167954" y="5688416"/>
            <a:ext cx="30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311" name="Shape 305"/>
          <p:cNvSpPr/>
          <p:nvPr/>
        </p:nvSpPr>
        <p:spPr>
          <a:xfrm>
            <a:off x="8649650" y="5688416"/>
            <a:ext cx="304800" cy="247650"/>
          </a:xfrm>
          <a:prstGeom prst="roundRect">
            <a:avLst>
              <a:gd name="adj" fmla="val 14769"/>
            </a:avLst>
          </a:prstGeom>
          <a:solidFill>
            <a:srgbClr val="FFFFFF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312" name="Text 306"/>
          <p:cNvSpPr/>
          <p:nvPr/>
        </p:nvSpPr>
        <p:spPr>
          <a:xfrm>
            <a:off x="8649650" y="5688416"/>
            <a:ext cx="30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313" name="Shape 307"/>
          <p:cNvSpPr/>
          <p:nvPr/>
        </p:nvSpPr>
        <p:spPr>
          <a:xfrm>
            <a:off x="9124747" y="5688416"/>
            <a:ext cx="304800" cy="247650"/>
          </a:xfrm>
          <a:prstGeom prst="roundRect">
            <a:avLst>
              <a:gd name="adj" fmla="val 14769"/>
            </a:avLst>
          </a:prstGeom>
          <a:solidFill>
            <a:srgbClr val="FFFFFF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314" name="Text 308"/>
          <p:cNvSpPr/>
          <p:nvPr/>
        </p:nvSpPr>
        <p:spPr>
          <a:xfrm>
            <a:off x="9124747" y="5688416"/>
            <a:ext cx="30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315" name="Shape 309"/>
          <p:cNvSpPr/>
          <p:nvPr/>
        </p:nvSpPr>
        <p:spPr>
          <a:xfrm>
            <a:off x="9599844" y="5688416"/>
            <a:ext cx="304800" cy="247650"/>
          </a:xfrm>
          <a:prstGeom prst="roundRect">
            <a:avLst>
              <a:gd name="adj" fmla="val 14769"/>
            </a:avLst>
          </a:prstGeom>
          <a:solidFill>
            <a:srgbClr val="FFFFFF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316" name="Text 310"/>
          <p:cNvSpPr/>
          <p:nvPr/>
        </p:nvSpPr>
        <p:spPr>
          <a:xfrm>
            <a:off x="9599844" y="5688416"/>
            <a:ext cx="30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17" name="Shape 311"/>
          <p:cNvSpPr/>
          <p:nvPr/>
        </p:nvSpPr>
        <p:spPr>
          <a:xfrm>
            <a:off x="8167954" y="6087137"/>
            <a:ext cx="304800" cy="247650"/>
          </a:xfrm>
          <a:prstGeom prst="roundRect">
            <a:avLst>
              <a:gd name="adj" fmla="val 14769"/>
            </a:avLst>
          </a:prstGeom>
          <a:solidFill>
            <a:srgbClr val="FFFFFF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318" name="Text 312"/>
          <p:cNvSpPr/>
          <p:nvPr/>
        </p:nvSpPr>
        <p:spPr>
          <a:xfrm>
            <a:off x="8167954" y="6087137"/>
            <a:ext cx="30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319" name="Shape 313"/>
          <p:cNvSpPr/>
          <p:nvPr/>
        </p:nvSpPr>
        <p:spPr>
          <a:xfrm>
            <a:off x="8649650" y="6087137"/>
            <a:ext cx="304800" cy="247650"/>
          </a:xfrm>
          <a:prstGeom prst="roundRect">
            <a:avLst>
              <a:gd name="adj" fmla="val 14769"/>
            </a:avLst>
          </a:prstGeom>
          <a:solidFill>
            <a:srgbClr val="FFFFFF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320" name="Text 314"/>
          <p:cNvSpPr/>
          <p:nvPr/>
        </p:nvSpPr>
        <p:spPr>
          <a:xfrm>
            <a:off x="8649650" y="6087137"/>
            <a:ext cx="30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321" name="Shape 315"/>
          <p:cNvSpPr/>
          <p:nvPr/>
        </p:nvSpPr>
        <p:spPr>
          <a:xfrm>
            <a:off x="9124747" y="6087137"/>
            <a:ext cx="304800" cy="247650"/>
          </a:xfrm>
          <a:prstGeom prst="roundRect">
            <a:avLst>
              <a:gd name="adj" fmla="val 14769"/>
            </a:avLst>
          </a:prstGeom>
          <a:solidFill>
            <a:srgbClr val="FFFFFF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322" name="Text 316"/>
          <p:cNvSpPr/>
          <p:nvPr/>
        </p:nvSpPr>
        <p:spPr>
          <a:xfrm>
            <a:off x="9124747" y="6087137"/>
            <a:ext cx="30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323" name="Shape 317"/>
          <p:cNvSpPr/>
          <p:nvPr/>
        </p:nvSpPr>
        <p:spPr>
          <a:xfrm>
            <a:off x="9599844" y="6087137"/>
            <a:ext cx="304800" cy="247650"/>
          </a:xfrm>
          <a:prstGeom prst="roundRect">
            <a:avLst>
              <a:gd name="adj" fmla="val 14769"/>
            </a:avLst>
          </a:prstGeom>
          <a:solidFill>
            <a:srgbClr val="FFFFFF"/>
          </a:solidFill>
          <a:ln w="12700">
            <a:solidFill>
              <a:srgbClr val="8B7B3A"/>
            </a:solidFill>
            <a:prstDash val="solid"/>
          </a:ln>
        </p:spPr>
      </p:sp>
      <p:sp>
        <p:nvSpPr>
          <p:cNvPr id="324" name="Text 318"/>
          <p:cNvSpPr/>
          <p:nvPr/>
        </p:nvSpPr>
        <p:spPr>
          <a:xfrm>
            <a:off x="9599844" y="6087137"/>
            <a:ext cx="3048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pic>
        <p:nvPicPr>
          <p:cNvPr id="325" name="Image 4" descr="/home/ahmed/Projects/ai_llm_slides/videos/deep-learning/002_transformers_part2/recreated_pptx/build/assets/s016r2_pil_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34733" y="4425800"/>
            <a:ext cx="171563" cy="1993604"/>
          </a:xfrm>
          <a:prstGeom prst="rect">
            <a:avLst/>
          </a:prstGeom>
        </p:spPr>
      </p:pic>
      <p:pic>
        <p:nvPicPr>
          <p:cNvPr id="326" name="Image 5" descr="/home/ahmed/Projects/ai_llm_slides/videos/deep-learning/002_transformers_part2/recreated_pptx/build/assets/s016r2_pil_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48547" y="4425800"/>
            <a:ext cx="184760" cy="1993604"/>
          </a:xfrm>
          <a:prstGeom prst="rect">
            <a:avLst/>
          </a:prstGeom>
        </p:spPr>
      </p:pic>
      <p:sp>
        <p:nvSpPr>
          <p:cNvPr id="327" name="Text 319"/>
          <p:cNvSpPr/>
          <p:nvPr/>
        </p:nvSpPr>
        <p:spPr>
          <a:xfrm>
            <a:off x="3842723" y="6423243"/>
            <a:ext cx="1524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Corresponding</a:t>
            </a:r>
            <a:endParaRPr lang="en-US" sz="1100" dirty="0"/>
          </a:p>
        </p:txBody>
      </p:sp>
      <p:sp>
        <p:nvSpPr>
          <p:cNvPr id="328" name="Text 320"/>
          <p:cNvSpPr/>
          <p:nvPr/>
        </p:nvSpPr>
        <p:spPr>
          <a:xfrm>
            <a:off x="3842723" y="6576086"/>
            <a:ext cx="1524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Projections at </a:t>
            </a:r>
            <a:pPr algn="ctr" indent="0" marL="0">
              <a:buNone/>
            </a:pPr>
            <a:r>
              <a:rPr lang="en-US" sz="104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1</a:t>
            </a:r>
            <a:endParaRPr lang="en-US" sz="1040" dirty="0"/>
          </a:p>
        </p:txBody>
      </p:sp>
      <p:sp>
        <p:nvSpPr>
          <p:cNvPr id="329" name="Text 321"/>
          <p:cNvSpPr/>
          <p:nvPr/>
        </p:nvSpPr>
        <p:spPr>
          <a:xfrm>
            <a:off x="6482153" y="6423243"/>
            <a:ext cx="1524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Corresponding</a:t>
            </a:r>
            <a:endParaRPr lang="en-US" sz="1100" dirty="0"/>
          </a:p>
        </p:txBody>
      </p:sp>
      <p:sp>
        <p:nvSpPr>
          <p:cNvPr id="330" name="Text 322"/>
          <p:cNvSpPr/>
          <p:nvPr/>
        </p:nvSpPr>
        <p:spPr>
          <a:xfrm>
            <a:off x="6482153" y="6576086"/>
            <a:ext cx="1524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Projections at </a:t>
            </a:r>
            <a:pPr algn="ctr" indent="0" marL="0">
              <a:buNone/>
            </a:pPr>
            <a:r>
              <a:rPr lang="en-US" sz="104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2</a:t>
            </a:r>
            <a:endParaRPr lang="en-US" sz="1040" dirty="0"/>
          </a:p>
        </p:txBody>
      </p:sp>
      <p:sp>
        <p:nvSpPr>
          <p:cNvPr id="331" name="Text 323"/>
          <p:cNvSpPr/>
          <p:nvPr/>
        </p:nvSpPr>
        <p:spPr>
          <a:xfrm>
            <a:off x="8712471" y="6423243"/>
            <a:ext cx="1524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Corresponding</a:t>
            </a:r>
            <a:endParaRPr lang="en-US" sz="1100" dirty="0"/>
          </a:p>
        </p:txBody>
      </p:sp>
      <p:sp>
        <p:nvSpPr>
          <p:cNvPr id="332" name="Text 324"/>
          <p:cNvSpPr/>
          <p:nvPr/>
        </p:nvSpPr>
        <p:spPr>
          <a:xfrm>
            <a:off x="8712471" y="6576086"/>
            <a:ext cx="1524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Projections at </a:t>
            </a:r>
            <a:pPr algn="ctr" indent="0" marL="0">
              <a:buNone/>
            </a:pPr>
            <a:r>
              <a:rPr lang="en-US" sz="104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3</a:t>
            </a:r>
            <a:endParaRPr lang="en-US" sz="1040" dirty="0"/>
          </a:p>
        </p:txBody>
      </p:sp>
      <p:sp>
        <p:nvSpPr>
          <p:cNvPr id="333" name="Text 325"/>
          <p:cNvSpPr/>
          <p:nvPr/>
        </p:nvSpPr>
        <p:spPr>
          <a:xfrm>
            <a:off x="10177355" y="4495798"/>
            <a:ext cx="1524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Corresponding</a:t>
            </a:r>
            <a:endParaRPr lang="en-US" sz="850" dirty="0"/>
          </a:p>
        </p:txBody>
      </p:sp>
      <p:sp>
        <p:nvSpPr>
          <p:cNvPr id="334" name="Text 326"/>
          <p:cNvSpPr/>
          <p:nvPr/>
        </p:nvSpPr>
        <p:spPr>
          <a:xfrm>
            <a:off x="10177355" y="4628409"/>
            <a:ext cx="15240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Projection of Word </a:t>
            </a:r>
            <a:pPr algn="ctr" indent="0" marL="0">
              <a:buNone/>
            </a:pPr>
            <a:r>
              <a:rPr lang="en-US" sz="95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</a:t>
            </a:r>
            <a:endParaRPr lang="en-US" sz="950" dirty="0"/>
          </a:p>
        </p:txBody>
      </p:sp>
      <p:sp>
        <p:nvSpPr>
          <p:cNvPr id="335" name="Text 327"/>
          <p:cNvSpPr/>
          <p:nvPr/>
        </p:nvSpPr>
        <p:spPr>
          <a:xfrm>
            <a:off x="10177355" y="4893190"/>
            <a:ext cx="1524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Corresponding</a:t>
            </a:r>
            <a:endParaRPr lang="en-US" sz="850" dirty="0"/>
          </a:p>
        </p:txBody>
      </p:sp>
      <p:sp>
        <p:nvSpPr>
          <p:cNvPr id="336" name="Text 328"/>
          <p:cNvSpPr/>
          <p:nvPr/>
        </p:nvSpPr>
        <p:spPr>
          <a:xfrm>
            <a:off x="10177355" y="5025801"/>
            <a:ext cx="15240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Projection of Word </a:t>
            </a:r>
            <a:pPr algn="ctr" indent="0" marL="0">
              <a:buNone/>
            </a:pPr>
            <a:r>
              <a:rPr lang="en-US" sz="95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</a:t>
            </a:r>
            <a:endParaRPr lang="en-US" sz="950" dirty="0"/>
          </a:p>
        </p:txBody>
      </p:sp>
      <p:sp>
        <p:nvSpPr>
          <p:cNvPr id="337" name="Text 329"/>
          <p:cNvSpPr/>
          <p:nvPr/>
        </p:nvSpPr>
        <p:spPr>
          <a:xfrm>
            <a:off x="10177355" y="5290581"/>
            <a:ext cx="1524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Corresponding</a:t>
            </a:r>
            <a:endParaRPr lang="en-US" sz="850" dirty="0"/>
          </a:p>
        </p:txBody>
      </p:sp>
      <p:sp>
        <p:nvSpPr>
          <p:cNvPr id="338" name="Text 330"/>
          <p:cNvSpPr/>
          <p:nvPr/>
        </p:nvSpPr>
        <p:spPr>
          <a:xfrm>
            <a:off x="10177355" y="5423193"/>
            <a:ext cx="15240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Projection of Word </a:t>
            </a:r>
            <a:pPr algn="ctr" indent="0" marL="0">
              <a:buNone/>
            </a:pPr>
            <a:r>
              <a:rPr lang="en-US" sz="95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</a:t>
            </a:r>
            <a:endParaRPr lang="en-US" sz="950" dirty="0"/>
          </a:p>
        </p:txBody>
      </p:sp>
      <p:sp>
        <p:nvSpPr>
          <p:cNvPr id="339" name="Text 331"/>
          <p:cNvSpPr/>
          <p:nvPr/>
        </p:nvSpPr>
        <p:spPr>
          <a:xfrm>
            <a:off x="10177355" y="5687973"/>
            <a:ext cx="1524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Corresponding</a:t>
            </a:r>
            <a:endParaRPr lang="en-US" sz="850" dirty="0"/>
          </a:p>
        </p:txBody>
      </p:sp>
      <p:sp>
        <p:nvSpPr>
          <p:cNvPr id="340" name="Text 332"/>
          <p:cNvSpPr/>
          <p:nvPr/>
        </p:nvSpPr>
        <p:spPr>
          <a:xfrm>
            <a:off x="10177355" y="5820584"/>
            <a:ext cx="15240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Projection of Word </a:t>
            </a:r>
            <a:pPr algn="ctr" indent="0" marL="0">
              <a:buNone/>
            </a:pPr>
            <a:r>
              <a:rPr lang="en-US" sz="95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</a:t>
            </a:r>
            <a:endParaRPr lang="en-US" sz="950" dirty="0"/>
          </a:p>
        </p:txBody>
      </p:sp>
      <p:sp>
        <p:nvSpPr>
          <p:cNvPr id="341" name="Text 333"/>
          <p:cNvSpPr/>
          <p:nvPr/>
        </p:nvSpPr>
        <p:spPr>
          <a:xfrm>
            <a:off x="10177355" y="6085365"/>
            <a:ext cx="1524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Corresponding</a:t>
            </a:r>
            <a:endParaRPr lang="en-US" sz="850" dirty="0"/>
          </a:p>
        </p:txBody>
      </p:sp>
      <p:sp>
        <p:nvSpPr>
          <p:cNvPr id="342" name="Text 334"/>
          <p:cNvSpPr/>
          <p:nvPr/>
        </p:nvSpPr>
        <p:spPr>
          <a:xfrm>
            <a:off x="10177355" y="6217976"/>
            <a:ext cx="15240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Projection of Word </a:t>
            </a:r>
            <a:pPr algn="ctr" indent="0" marL="0">
              <a:buNone/>
            </a:pPr>
            <a:r>
              <a:rPr lang="en-US" sz="95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#5</a:t>
            </a:r>
            <a:endParaRPr lang="en-US" sz="950" dirty="0"/>
          </a:p>
        </p:txBody>
      </p:sp>
      <p:sp>
        <p:nvSpPr>
          <p:cNvPr id="343" name="Shape 335"/>
          <p:cNvSpPr/>
          <p:nvPr/>
        </p:nvSpPr>
        <p:spPr>
          <a:xfrm>
            <a:off x="612585" y="5542218"/>
            <a:ext cx="2560247" cy="1049965"/>
          </a:xfrm>
          <a:prstGeom prst="roundRect">
            <a:avLst>
              <a:gd name="adj" fmla="val 6096"/>
            </a:avLst>
          </a:prstGeom>
          <a:solidFill>
            <a:srgbClr val="FAFBEB"/>
          </a:solidFill>
          <a:ln w="28575">
            <a:solidFill>
              <a:srgbClr val="0000CC"/>
            </a:solidFill>
            <a:prstDash val="solid"/>
          </a:ln>
        </p:spPr>
      </p:sp>
      <p:sp>
        <p:nvSpPr>
          <p:cNvPr id="344" name="Shape 336"/>
          <p:cNvSpPr/>
          <p:nvPr/>
        </p:nvSpPr>
        <p:spPr>
          <a:xfrm>
            <a:off x="728060" y="5784773"/>
            <a:ext cx="57150" cy="57150"/>
          </a:xfrm>
          <a:prstGeom prst="ellipse">
            <a:avLst/>
          </a:prstGeom>
          <a:solidFill>
            <a:srgbClr val="0000CC"/>
          </a:solidFill>
          <a:ln/>
        </p:spPr>
      </p:sp>
      <p:sp>
        <p:nvSpPr>
          <p:cNvPr id="345" name="Text 337"/>
          <p:cNvSpPr/>
          <p:nvPr/>
        </p:nvSpPr>
        <p:spPr>
          <a:xfrm>
            <a:off x="929317" y="5725778"/>
            <a:ext cx="2164333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Sequence of  </a:t>
            </a:r>
            <a:pPr algn="l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Words</a:t>
            </a:r>
            <a:endParaRPr lang="en-US" sz="1100" dirty="0"/>
          </a:p>
        </p:txBody>
      </p:sp>
      <p:sp>
        <p:nvSpPr>
          <p:cNvPr id="346" name="Shape 338"/>
          <p:cNvSpPr/>
          <p:nvPr/>
        </p:nvSpPr>
        <p:spPr>
          <a:xfrm>
            <a:off x="728060" y="6077169"/>
            <a:ext cx="57150" cy="57150"/>
          </a:xfrm>
          <a:prstGeom prst="ellipse">
            <a:avLst/>
          </a:prstGeom>
          <a:solidFill>
            <a:srgbClr val="0000CC"/>
          </a:solidFill>
          <a:ln/>
        </p:spPr>
      </p:sp>
      <p:sp>
        <p:nvSpPr>
          <p:cNvPr id="347" name="Text 339"/>
          <p:cNvSpPr/>
          <p:nvPr/>
        </p:nvSpPr>
        <p:spPr>
          <a:xfrm>
            <a:off x="929317" y="6018173"/>
            <a:ext cx="2164333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 with  </a:t>
            </a:r>
            <a:pPr algn="l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Heads</a:t>
            </a:r>
            <a:endParaRPr lang="en-US" sz="1100" dirty="0"/>
          </a:p>
        </p:txBody>
      </p:sp>
      <p:sp>
        <p:nvSpPr>
          <p:cNvPr id="348" name="Shape 340"/>
          <p:cNvSpPr/>
          <p:nvPr/>
        </p:nvSpPr>
        <p:spPr>
          <a:xfrm>
            <a:off x="728060" y="6356273"/>
            <a:ext cx="57150" cy="57150"/>
          </a:xfrm>
          <a:prstGeom prst="ellipse">
            <a:avLst/>
          </a:prstGeom>
          <a:solidFill>
            <a:srgbClr val="0000CC"/>
          </a:solidFill>
          <a:ln/>
        </p:spPr>
      </p:sp>
      <p:sp>
        <p:nvSpPr>
          <p:cNvPr id="349" name="Text 341"/>
          <p:cNvSpPr/>
          <p:nvPr/>
        </p:nvSpPr>
        <p:spPr>
          <a:xfrm>
            <a:off x="929317" y="6297277"/>
            <a:ext cx="2164333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  Dimension=4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71500"/>
            <a:ext cx="11137900" cy="6286500"/>
          </a:xfrm>
          <a:prstGeom prst="rect">
            <a:avLst/>
          </a:prstGeom>
          <a:solidFill>
            <a:srgbClr val="E9E9E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080000" y="635000"/>
            <a:ext cx="889000" cy="279400"/>
          </a:xfrm>
          <a:prstGeom prst="roundRect">
            <a:avLst>
              <a:gd name="adj" fmla="val 13091"/>
            </a:avLst>
          </a:prstGeom>
          <a:solidFill>
            <a:srgbClr val="FFFFFF"/>
          </a:solidFill>
          <a:ln w="15875">
            <a:solidFill>
              <a:srgbClr val="2222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105400" y="666750"/>
            <a:ext cx="165100" cy="215900"/>
          </a:xfrm>
          <a:prstGeom prst="rect">
            <a:avLst/>
          </a:prstGeom>
          <a:solidFill>
            <a:srgbClr val="FCFFCB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275580" y="666750"/>
            <a:ext cx="165100" cy="215900"/>
          </a:xfrm>
          <a:prstGeom prst="rect">
            <a:avLst/>
          </a:prstGeom>
          <a:solidFill>
            <a:srgbClr val="F1FFDB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45760" y="666750"/>
            <a:ext cx="165100" cy="215900"/>
          </a:xfrm>
          <a:prstGeom prst="rect">
            <a:avLst/>
          </a:prstGeom>
          <a:solidFill>
            <a:srgbClr val="DFF0C8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615940" y="666750"/>
            <a:ext cx="165100" cy="215900"/>
          </a:xfrm>
          <a:prstGeom prst="rect">
            <a:avLst/>
          </a:prstGeom>
          <a:solidFill>
            <a:srgbClr val="EAE4EE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86120" y="666750"/>
            <a:ext cx="165100" cy="215900"/>
          </a:xfrm>
          <a:prstGeom prst="rect">
            <a:avLst/>
          </a:prstGeom>
          <a:solidFill>
            <a:srgbClr val="F6DAF3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84800" y="685800"/>
            <a:ext cx="254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7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600" b="1" baseline="-40000" dirty="0">
                <a:solidFill>
                  <a:srgbClr val="007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6007100" y="762000"/>
            <a:ext cx="330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1*d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778500" y="946150"/>
            <a:ext cx="0" cy="184150"/>
          </a:xfrm>
          <a:prstGeom prst="line">
            <a:avLst/>
          </a:prstGeom>
          <a:noFill/>
          <a:ln w="19050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14" name="Shape 12"/>
          <p:cNvSpPr/>
          <p:nvPr/>
        </p:nvSpPr>
        <p:spPr>
          <a:xfrm>
            <a:off x="5930900" y="1466850"/>
            <a:ext cx="0" cy="146050"/>
          </a:xfrm>
          <a:prstGeom prst="line">
            <a:avLst/>
          </a:prstGeom>
          <a:noFill/>
          <a:ln w="19050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15" name="Shape 13"/>
          <p:cNvSpPr/>
          <p:nvPr/>
        </p:nvSpPr>
        <p:spPr>
          <a:xfrm>
            <a:off x="3987800" y="1143000"/>
            <a:ext cx="3048000" cy="311150"/>
          </a:xfrm>
          <a:prstGeom prst="rect">
            <a:avLst/>
          </a:prstGeom>
          <a:solidFill>
            <a:srgbClr val="F6FAD5"/>
          </a:solidFill>
          <a:ln w="19050">
            <a:solidFill>
              <a:srgbClr val="D269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87800" y="1143000"/>
            <a:ext cx="3048000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 Transformation    [ T ] </a:t>
            </a:r>
            <a:pPr algn="ctr" indent="0" marL="0">
              <a:buNone/>
            </a:pPr>
            <a:r>
              <a:rPr lang="en-US" sz="7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pPr algn="ctr" indent="0" marL="0">
              <a:buNone/>
            </a:pPr>
            <a:r>
              <a:rPr lang="en-US" sz="650" b="1" baseline="-40000" dirty="0">
                <a:solidFill>
                  <a:srgbClr val="2F55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</a:t>
            </a:r>
            <a:pPr algn="ctr" indent="0" marL="0">
              <a:buNone/>
            </a:pPr>
            <a:r>
              <a:rPr lang="en-US" sz="7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</a:t>
            </a:r>
            <a:pPr algn="ctr" indent="0" marL="0">
              <a:buNone/>
            </a:pPr>
            <a:r>
              <a:rPr lang="en-US" sz="7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349500" y="1625600"/>
            <a:ext cx="6337300" cy="298450"/>
          </a:xfrm>
          <a:prstGeom prst="roundRect">
            <a:avLst>
              <a:gd name="adj" fmla="val 49940"/>
            </a:avLst>
          </a:prstGeom>
          <a:solidFill>
            <a:srgbClr val="F9FBBD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962400" y="1644650"/>
            <a:ext cx="914400" cy="260350"/>
          </a:xfrm>
          <a:prstGeom prst="rect">
            <a:avLst/>
          </a:prstGeom>
          <a:solidFill>
            <a:srgbClr val="BB4F07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91000" y="1657350"/>
            <a:ext cx="0" cy="234950"/>
          </a:xfrm>
          <a:prstGeom prst="line">
            <a:avLst/>
          </a:prstGeom>
          <a:noFill/>
          <a:ln w="6350">
            <a:solidFill>
              <a:srgbClr val="C9C9C9"/>
            </a:solidFill>
            <a:prstDash val="sysDot"/>
          </a:ln>
        </p:spPr>
      </p:sp>
      <p:sp>
        <p:nvSpPr>
          <p:cNvPr id="20" name="Shape 18"/>
          <p:cNvSpPr/>
          <p:nvPr/>
        </p:nvSpPr>
        <p:spPr>
          <a:xfrm>
            <a:off x="4419600" y="1657350"/>
            <a:ext cx="0" cy="234950"/>
          </a:xfrm>
          <a:prstGeom prst="line">
            <a:avLst/>
          </a:prstGeom>
          <a:noFill/>
          <a:ln w="6350">
            <a:solidFill>
              <a:srgbClr val="C9C9C9"/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4648200" y="1657350"/>
            <a:ext cx="0" cy="234950"/>
          </a:xfrm>
          <a:prstGeom prst="line">
            <a:avLst/>
          </a:prstGeom>
          <a:noFill/>
          <a:ln w="6350">
            <a:solidFill>
              <a:srgbClr val="C9C9C9"/>
            </a:solidFill>
            <a:prstDash val="sysDot"/>
          </a:ln>
        </p:spPr>
      </p:sp>
      <p:sp>
        <p:nvSpPr>
          <p:cNvPr id="22" name="Shape 20"/>
          <p:cNvSpPr/>
          <p:nvPr/>
        </p:nvSpPr>
        <p:spPr>
          <a:xfrm>
            <a:off x="4902200" y="1644650"/>
            <a:ext cx="927100" cy="260350"/>
          </a:xfrm>
          <a:prstGeom prst="rect">
            <a:avLst/>
          </a:prstGeom>
          <a:solidFill>
            <a:srgbClr val="777C5C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133975" y="1657350"/>
            <a:ext cx="0" cy="234950"/>
          </a:xfrm>
          <a:prstGeom prst="line">
            <a:avLst/>
          </a:prstGeom>
          <a:noFill/>
          <a:ln w="6350">
            <a:solidFill>
              <a:srgbClr val="C9C9C9"/>
            </a:solidFill>
            <a:prstDash val="sysDot"/>
          </a:ln>
        </p:spPr>
      </p:sp>
      <p:sp>
        <p:nvSpPr>
          <p:cNvPr id="24" name="Shape 22"/>
          <p:cNvSpPr/>
          <p:nvPr/>
        </p:nvSpPr>
        <p:spPr>
          <a:xfrm>
            <a:off x="5365750" y="1657350"/>
            <a:ext cx="0" cy="234950"/>
          </a:xfrm>
          <a:prstGeom prst="line">
            <a:avLst/>
          </a:prstGeom>
          <a:noFill/>
          <a:ln w="6350">
            <a:solidFill>
              <a:srgbClr val="C9C9C9"/>
            </a:solidFill>
            <a:prstDash val="sysDot"/>
          </a:ln>
        </p:spPr>
      </p:sp>
      <p:sp>
        <p:nvSpPr>
          <p:cNvPr id="25" name="Shape 23"/>
          <p:cNvSpPr/>
          <p:nvPr/>
        </p:nvSpPr>
        <p:spPr>
          <a:xfrm>
            <a:off x="5597525" y="1657350"/>
            <a:ext cx="0" cy="234950"/>
          </a:xfrm>
          <a:prstGeom prst="line">
            <a:avLst/>
          </a:prstGeom>
          <a:noFill/>
          <a:ln w="6350">
            <a:solidFill>
              <a:srgbClr val="C9C9C9"/>
            </a:solidFill>
            <a:prstDash val="sysDot"/>
          </a:ln>
        </p:spPr>
      </p:sp>
      <p:sp>
        <p:nvSpPr>
          <p:cNvPr id="26" name="Shape 24"/>
          <p:cNvSpPr/>
          <p:nvPr/>
        </p:nvSpPr>
        <p:spPr>
          <a:xfrm>
            <a:off x="5854700" y="1644650"/>
            <a:ext cx="914400" cy="260350"/>
          </a:xfrm>
          <a:prstGeom prst="rect">
            <a:avLst/>
          </a:prstGeom>
          <a:solidFill>
            <a:srgbClr val="F2F208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83300" y="1657350"/>
            <a:ext cx="0" cy="234950"/>
          </a:xfrm>
          <a:prstGeom prst="line">
            <a:avLst/>
          </a:prstGeom>
          <a:noFill/>
          <a:ln w="6350">
            <a:solidFill>
              <a:srgbClr val="C9C9C9"/>
            </a:solidFill>
            <a:prstDash val="sysDot"/>
          </a:ln>
        </p:spPr>
      </p:sp>
      <p:sp>
        <p:nvSpPr>
          <p:cNvPr id="28" name="Shape 26"/>
          <p:cNvSpPr/>
          <p:nvPr/>
        </p:nvSpPr>
        <p:spPr>
          <a:xfrm>
            <a:off x="6311900" y="1657350"/>
            <a:ext cx="0" cy="234950"/>
          </a:xfrm>
          <a:prstGeom prst="line">
            <a:avLst/>
          </a:prstGeom>
          <a:noFill/>
          <a:ln w="6350">
            <a:solidFill>
              <a:srgbClr val="C9C9C9"/>
            </a:solidFill>
            <a:prstDash val="sysDot"/>
          </a:ln>
        </p:spPr>
      </p:sp>
      <p:sp>
        <p:nvSpPr>
          <p:cNvPr id="29" name="Shape 27"/>
          <p:cNvSpPr/>
          <p:nvPr/>
        </p:nvSpPr>
        <p:spPr>
          <a:xfrm>
            <a:off x="6540500" y="1657350"/>
            <a:ext cx="0" cy="234950"/>
          </a:xfrm>
          <a:prstGeom prst="line">
            <a:avLst/>
          </a:prstGeom>
          <a:noFill/>
          <a:ln w="6350">
            <a:solidFill>
              <a:srgbClr val="C9C9C9"/>
            </a:solidFill>
            <a:prstDash val="sysDot"/>
          </a:ln>
        </p:spPr>
      </p:sp>
      <p:sp>
        <p:nvSpPr>
          <p:cNvPr id="30" name="Shape 28"/>
          <p:cNvSpPr/>
          <p:nvPr/>
        </p:nvSpPr>
        <p:spPr>
          <a:xfrm>
            <a:off x="6794500" y="1644650"/>
            <a:ext cx="914400" cy="260350"/>
          </a:xfrm>
          <a:prstGeom prst="rect">
            <a:avLst/>
          </a:prstGeom>
          <a:solidFill>
            <a:srgbClr val="AAFF71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23100" y="1657350"/>
            <a:ext cx="0" cy="234950"/>
          </a:xfrm>
          <a:prstGeom prst="line">
            <a:avLst/>
          </a:prstGeom>
          <a:noFill/>
          <a:ln w="6350">
            <a:solidFill>
              <a:srgbClr val="C9C9C9"/>
            </a:solidFill>
            <a:prstDash val="sysDot"/>
          </a:ln>
        </p:spPr>
      </p:sp>
      <p:sp>
        <p:nvSpPr>
          <p:cNvPr id="32" name="Shape 30"/>
          <p:cNvSpPr/>
          <p:nvPr/>
        </p:nvSpPr>
        <p:spPr>
          <a:xfrm>
            <a:off x="7251700" y="1657350"/>
            <a:ext cx="0" cy="234950"/>
          </a:xfrm>
          <a:prstGeom prst="line">
            <a:avLst/>
          </a:prstGeom>
          <a:noFill/>
          <a:ln w="6350">
            <a:solidFill>
              <a:srgbClr val="C9C9C9"/>
            </a:solidFill>
            <a:prstDash val="sysDot"/>
          </a:ln>
        </p:spPr>
      </p:sp>
      <p:sp>
        <p:nvSpPr>
          <p:cNvPr id="33" name="Shape 31"/>
          <p:cNvSpPr/>
          <p:nvPr/>
        </p:nvSpPr>
        <p:spPr>
          <a:xfrm>
            <a:off x="7480300" y="1657350"/>
            <a:ext cx="0" cy="234950"/>
          </a:xfrm>
          <a:prstGeom prst="line">
            <a:avLst/>
          </a:prstGeom>
          <a:noFill/>
          <a:ln w="6350">
            <a:solidFill>
              <a:srgbClr val="C9C9C9"/>
            </a:solidFill>
            <a:prstDash val="sysDot"/>
          </a:ln>
        </p:spPr>
      </p:sp>
      <p:sp>
        <p:nvSpPr>
          <p:cNvPr id="34" name="Shape 32"/>
          <p:cNvSpPr/>
          <p:nvPr/>
        </p:nvSpPr>
        <p:spPr>
          <a:xfrm>
            <a:off x="7734300" y="1644650"/>
            <a:ext cx="939800" cy="260350"/>
          </a:xfrm>
          <a:prstGeom prst="rect">
            <a:avLst/>
          </a:prstGeom>
          <a:solidFill>
            <a:srgbClr val="F3DEBC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969250" y="1657350"/>
            <a:ext cx="0" cy="234950"/>
          </a:xfrm>
          <a:prstGeom prst="line">
            <a:avLst/>
          </a:prstGeom>
          <a:noFill/>
          <a:ln w="6350">
            <a:solidFill>
              <a:srgbClr val="C9C9C9"/>
            </a:solidFill>
            <a:prstDash val="sysDot"/>
          </a:ln>
        </p:spPr>
      </p:sp>
      <p:sp>
        <p:nvSpPr>
          <p:cNvPr id="36" name="Shape 34"/>
          <p:cNvSpPr/>
          <p:nvPr/>
        </p:nvSpPr>
        <p:spPr>
          <a:xfrm>
            <a:off x="8204200" y="1657350"/>
            <a:ext cx="0" cy="234950"/>
          </a:xfrm>
          <a:prstGeom prst="line">
            <a:avLst/>
          </a:prstGeom>
          <a:noFill/>
          <a:ln w="6350">
            <a:solidFill>
              <a:srgbClr val="C9C9C9"/>
            </a:solidFill>
            <a:prstDash val="sysDot"/>
          </a:ln>
        </p:spPr>
      </p:sp>
      <p:sp>
        <p:nvSpPr>
          <p:cNvPr id="37" name="Shape 35"/>
          <p:cNvSpPr/>
          <p:nvPr/>
        </p:nvSpPr>
        <p:spPr>
          <a:xfrm>
            <a:off x="8439150" y="1657350"/>
            <a:ext cx="0" cy="234950"/>
          </a:xfrm>
          <a:prstGeom prst="line">
            <a:avLst/>
          </a:prstGeom>
          <a:noFill/>
          <a:ln w="6350">
            <a:solidFill>
              <a:srgbClr val="C9C9C9"/>
            </a:solidFill>
            <a:prstDash val="sysDot"/>
          </a:ln>
        </p:spPr>
      </p:sp>
      <p:sp>
        <p:nvSpPr>
          <p:cNvPr id="38" name="Text 36"/>
          <p:cNvSpPr/>
          <p:nvPr/>
        </p:nvSpPr>
        <p:spPr>
          <a:xfrm>
            <a:off x="4292600" y="1695450"/>
            <a:ext cx="2540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450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ctr" indent="0" marL="0">
              <a:buNone/>
            </a:pPr>
            <a:r>
              <a:rPr lang="en-US" sz="450" b="1" baseline="3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(t)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5238750" y="1695450"/>
            <a:ext cx="2540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450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ctr" indent="0" marL="0">
              <a:buNone/>
            </a:pPr>
            <a:r>
              <a:rPr lang="en-US" sz="450" b="1" baseline="3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(t)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6184900" y="1695450"/>
            <a:ext cx="2540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450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pPr algn="ctr" indent="0" marL="0">
              <a:buNone/>
            </a:pPr>
            <a:r>
              <a:rPr lang="en-US" sz="450" b="1" baseline="3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(t)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7124700" y="1695450"/>
            <a:ext cx="2540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450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pPr algn="ctr" indent="0" marL="0">
              <a:buNone/>
            </a:pPr>
            <a:r>
              <a:rPr lang="en-US" sz="450" b="1" baseline="3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(t)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8077200" y="1695450"/>
            <a:ext cx="2540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450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pPr algn="ctr" indent="0" marL="0">
              <a:buNone/>
            </a:pPr>
            <a:r>
              <a:rPr lang="en-US" sz="450" b="1" baseline="3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(t)</a:t>
            </a:r>
            <a:endParaRPr lang="en-US" sz="600" dirty="0"/>
          </a:p>
        </p:txBody>
      </p:sp>
      <p:sp>
        <p:nvSpPr>
          <p:cNvPr id="43" name="Shape 41"/>
          <p:cNvSpPr/>
          <p:nvPr/>
        </p:nvSpPr>
        <p:spPr>
          <a:xfrm>
            <a:off x="2349500" y="1625600"/>
            <a:ext cx="6337300" cy="298450"/>
          </a:xfrm>
          <a:prstGeom prst="roundRect">
            <a:avLst>
              <a:gd name="adj" fmla="val 49940"/>
            </a:avLst>
          </a:prstGeom>
          <a:ln w="12700">
            <a:solidFill>
              <a:srgbClr val="3A3A3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387600" y="1651000"/>
            <a:ext cx="1498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Concatenated Vector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3149600" y="1790700"/>
            <a:ext cx="736600" cy="120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1*</a:t>
            </a:r>
            <a:pPr algn="l" indent="0" marL="0">
              <a:buNone/>
            </a:pPr>
            <a:r>
              <a:rPr lang="en-US" sz="700" b="1" dirty="0">
                <a:solidFill>
                  <a:srgbClr val="2F55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dH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4279900" y="1936750"/>
            <a:ext cx="0" cy="1593850"/>
          </a:xfrm>
          <a:prstGeom prst="line">
            <a:avLst/>
          </a:prstGeom>
          <a:noFill/>
          <a:ln w="10160">
            <a:solidFill>
              <a:srgbClr val="B08585"/>
            </a:solidFill>
            <a:prstDash val="solid"/>
            <a:headEnd type="triangle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5219700" y="1936750"/>
            <a:ext cx="0" cy="1390650"/>
          </a:xfrm>
          <a:prstGeom prst="line">
            <a:avLst/>
          </a:prstGeom>
          <a:noFill/>
          <a:ln w="10160">
            <a:solidFill>
              <a:srgbClr val="B08585"/>
            </a:solidFill>
            <a:prstDash val="solid"/>
            <a:headEnd type="triangle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5524500" y="1936750"/>
            <a:ext cx="0" cy="1136650"/>
          </a:xfrm>
          <a:prstGeom prst="line">
            <a:avLst/>
          </a:prstGeom>
          <a:noFill/>
          <a:ln w="10160">
            <a:solidFill>
              <a:srgbClr val="B08585"/>
            </a:solidFill>
            <a:prstDash val="solid"/>
            <a:headEnd type="triangle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6007100" y="1936750"/>
            <a:ext cx="0" cy="819150"/>
          </a:xfrm>
          <a:prstGeom prst="line">
            <a:avLst/>
          </a:prstGeom>
          <a:noFill/>
          <a:ln w="10160">
            <a:solidFill>
              <a:srgbClr val="B08585"/>
            </a:solidFill>
            <a:prstDash val="solid"/>
            <a:headEnd type="triangle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6223000" y="1936750"/>
            <a:ext cx="0" cy="565150"/>
          </a:xfrm>
          <a:prstGeom prst="line">
            <a:avLst/>
          </a:prstGeom>
          <a:noFill/>
          <a:ln w="10160">
            <a:solidFill>
              <a:srgbClr val="B08585"/>
            </a:solidFill>
            <a:prstDash val="solid"/>
            <a:headEnd type="triangle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2971800" y="2438400"/>
            <a:ext cx="6959600" cy="3048000"/>
          </a:xfrm>
          <a:prstGeom prst="roundRect">
            <a:avLst>
              <a:gd name="adj" fmla="val 1800"/>
            </a:avLst>
          </a:prstGeom>
          <a:solidFill>
            <a:srgbClr val="F7E2CD"/>
          </a:solidFill>
          <a:ln/>
        </p:spPr>
      </p:sp>
      <p:sp>
        <p:nvSpPr>
          <p:cNvPr id="52" name="Shape 50"/>
          <p:cNvSpPr/>
          <p:nvPr/>
        </p:nvSpPr>
        <p:spPr>
          <a:xfrm>
            <a:off x="2400300" y="2641600"/>
            <a:ext cx="6959600" cy="3136900"/>
          </a:xfrm>
          <a:prstGeom prst="roundRect">
            <a:avLst>
              <a:gd name="adj" fmla="val 1749"/>
            </a:avLst>
          </a:prstGeom>
          <a:solidFill>
            <a:srgbClr val="D4FFE5"/>
          </a:solidFill>
          <a:ln/>
        </p:spPr>
      </p:sp>
      <p:sp>
        <p:nvSpPr>
          <p:cNvPr id="53" name="Shape 51"/>
          <p:cNvSpPr/>
          <p:nvPr/>
        </p:nvSpPr>
        <p:spPr>
          <a:xfrm>
            <a:off x="1930400" y="2946400"/>
            <a:ext cx="6959600" cy="3175000"/>
          </a:xfrm>
          <a:prstGeom prst="roundRect">
            <a:avLst>
              <a:gd name="adj" fmla="val 1728"/>
            </a:avLst>
          </a:prstGeom>
          <a:solidFill>
            <a:srgbClr val="F8FF9A"/>
          </a:solidFill>
          <a:ln/>
        </p:spPr>
      </p:sp>
      <p:sp>
        <p:nvSpPr>
          <p:cNvPr id="54" name="Shape 52"/>
          <p:cNvSpPr/>
          <p:nvPr/>
        </p:nvSpPr>
        <p:spPr>
          <a:xfrm>
            <a:off x="1320800" y="3200400"/>
            <a:ext cx="6959600" cy="3251200"/>
          </a:xfrm>
          <a:prstGeom prst="roundRect">
            <a:avLst>
              <a:gd name="adj" fmla="val 1688"/>
            </a:avLst>
          </a:prstGeom>
          <a:solidFill>
            <a:srgbClr val="C5C1F4"/>
          </a:solidFill>
          <a:ln/>
        </p:spPr>
      </p:sp>
      <p:sp>
        <p:nvSpPr>
          <p:cNvPr id="55" name="Shape 53"/>
          <p:cNvSpPr/>
          <p:nvPr/>
        </p:nvSpPr>
        <p:spPr>
          <a:xfrm>
            <a:off x="711200" y="3479800"/>
            <a:ext cx="6959600" cy="3200400"/>
          </a:xfrm>
          <a:prstGeom prst="roundRect">
            <a:avLst>
              <a:gd name="adj" fmla="val 1714"/>
            </a:avLst>
          </a:prstGeom>
          <a:solidFill>
            <a:srgbClr val="EF8C96"/>
          </a:solidFill>
          <a:ln/>
        </p:spPr>
      </p:sp>
      <p:sp>
        <p:nvSpPr>
          <p:cNvPr id="56" name="Shape 54"/>
          <p:cNvSpPr/>
          <p:nvPr/>
        </p:nvSpPr>
        <p:spPr>
          <a:xfrm>
            <a:off x="2616200" y="3536950"/>
            <a:ext cx="558800" cy="1778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9A9A9A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616200" y="3536950"/>
            <a:ext cx="558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4A5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Similarity</a:t>
            </a:r>
            <a:endParaRPr lang="en-US" sz="550" dirty="0"/>
          </a:p>
        </p:txBody>
      </p:sp>
      <p:sp>
        <p:nvSpPr>
          <p:cNvPr id="58" name="Shape 56"/>
          <p:cNvSpPr/>
          <p:nvPr/>
        </p:nvSpPr>
        <p:spPr>
          <a:xfrm>
            <a:off x="5435600" y="3536950"/>
            <a:ext cx="800100" cy="1778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9A9A9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435600" y="3536950"/>
            <a:ext cx="800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4A5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Weighted SUM</a:t>
            </a:r>
            <a:endParaRPr lang="en-US" sz="550" dirty="0"/>
          </a:p>
        </p:txBody>
      </p:sp>
      <p:sp>
        <p:nvSpPr>
          <p:cNvPr id="60" name="Shape 58"/>
          <p:cNvSpPr/>
          <p:nvPr/>
        </p:nvSpPr>
        <p:spPr>
          <a:xfrm>
            <a:off x="3962400" y="3530600"/>
            <a:ext cx="787400" cy="203200"/>
          </a:xfrm>
          <a:prstGeom prst="rect">
            <a:avLst/>
          </a:prstGeom>
          <a:solidFill>
            <a:srgbClr val="FFFFE3"/>
          </a:solidFill>
          <a:ln w="12700">
            <a:solidFill>
              <a:srgbClr val="2E8B57"/>
            </a:solidFill>
            <a:prstDash val="dash"/>
          </a:ln>
        </p:spPr>
      </p:sp>
      <p:sp>
        <p:nvSpPr>
          <p:cNvPr id="61" name="Text 59"/>
          <p:cNvSpPr/>
          <p:nvPr/>
        </p:nvSpPr>
        <p:spPr>
          <a:xfrm>
            <a:off x="3962400" y="3530600"/>
            <a:ext cx="787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4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00" dirty="0"/>
          </a:p>
        </p:txBody>
      </p:sp>
      <p:sp>
        <p:nvSpPr>
          <p:cNvPr id="62" name="Shape 60"/>
          <p:cNvSpPr/>
          <p:nvPr/>
        </p:nvSpPr>
        <p:spPr>
          <a:xfrm>
            <a:off x="7157720" y="3552825"/>
            <a:ext cx="381000" cy="184150"/>
          </a:xfrm>
          <a:prstGeom prst="ellipse">
            <a:avLst/>
          </a:prstGeom>
          <a:solidFill>
            <a:srgbClr val="141405"/>
          </a:solidFill>
          <a:ln/>
        </p:spPr>
      </p:sp>
      <p:sp>
        <p:nvSpPr>
          <p:cNvPr id="63" name="Text 61"/>
          <p:cNvSpPr/>
          <p:nvPr/>
        </p:nvSpPr>
        <p:spPr>
          <a:xfrm>
            <a:off x="7157720" y="3552825"/>
            <a:ext cx="381000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8E9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h=1</a:t>
            </a:r>
            <a:endParaRPr lang="en-US" sz="700" dirty="0"/>
          </a:p>
        </p:txBody>
      </p:sp>
      <p:sp>
        <p:nvSpPr>
          <p:cNvPr id="64" name="Shape 62"/>
          <p:cNvSpPr/>
          <p:nvPr/>
        </p:nvSpPr>
        <p:spPr>
          <a:xfrm>
            <a:off x="3175000" y="3276600"/>
            <a:ext cx="558800" cy="1778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9A9A9A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175000" y="3276600"/>
            <a:ext cx="558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4A5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Similarity</a:t>
            </a:r>
            <a:endParaRPr lang="en-US" sz="550" dirty="0"/>
          </a:p>
        </p:txBody>
      </p:sp>
      <p:sp>
        <p:nvSpPr>
          <p:cNvPr id="66" name="Shape 64"/>
          <p:cNvSpPr/>
          <p:nvPr/>
        </p:nvSpPr>
        <p:spPr>
          <a:xfrm>
            <a:off x="5994400" y="3276600"/>
            <a:ext cx="800100" cy="1778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9A9A9A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994400" y="3276600"/>
            <a:ext cx="800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4A5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Weighted SUM</a:t>
            </a:r>
            <a:endParaRPr lang="en-US" sz="550" dirty="0"/>
          </a:p>
        </p:txBody>
      </p:sp>
      <p:sp>
        <p:nvSpPr>
          <p:cNvPr id="68" name="Shape 66"/>
          <p:cNvSpPr/>
          <p:nvPr/>
        </p:nvSpPr>
        <p:spPr>
          <a:xfrm>
            <a:off x="4965700" y="3327400"/>
            <a:ext cx="508000" cy="177800"/>
          </a:xfrm>
          <a:prstGeom prst="rect">
            <a:avLst/>
          </a:prstGeom>
          <a:solidFill>
            <a:srgbClr val="9A86C8"/>
          </a:solidFill>
          <a:ln w="12700">
            <a:solidFill>
              <a:srgbClr val="2E8B57"/>
            </a:solidFill>
            <a:prstDash val="dash"/>
          </a:ln>
        </p:spPr>
      </p:sp>
      <p:sp>
        <p:nvSpPr>
          <p:cNvPr id="69" name="Text 67"/>
          <p:cNvSpPr/>
          <p:nvPr/>
        </p:nvSpPr>
        <p:spPr>
          <a:xfrm>
            <a:off x="4965700" y="33274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4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00" dirty="0"/>
          </a:p>
        </p:txBody>
      </p:sp>
      <p:sp>
        <p:nvSpPr>
          <p:cNvPr id="70" name="Shape 68"/>
          <p:cNvSpPr/>
          <p:nvPr/>
        </p:nvSpPr>
        <p:spPr>
          <a:xfrm>
            <a:off x="7833360" y="3272155"/>
            <a:ext cx="381000" cy="184150"/>
          </a:xfrm>
          <a:prstGeom prst="ellipse">
            <a:avLst/>
          </a:prstGeom>
          <a:solidFill>
            <a:srgbClr val="141405"/>
          </a:solidFill>
          <a:ln/>
        </p:spPr>
      </p:sp>
      <p:sp>
        <p:nvSpPr>
          <p:cNvPr id="71" name="Text 69"/>
          <p:cNvSpPr/>
          <p:nvPr/>
        </p:nvSpPr>
        <p:spPr>
          <a:xfrm>
            <a:off x="7833360" y="3272155"/>
            <a:ext cx="381000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8E9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h=2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3733800" y="3016250"/>
            <a:ext cx="558800" cy="1778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9A9A9A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3733800" y="3016250"/>
            <a:ext cx="558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4A5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Similarity</a:t>
            </a:r>
            <a:endParaRPr lang="en-US" sz="550" dirty="0"/>
          </a:p>
        </p:txBody>
      </p:sp>
      <p:sp>
        <p:nvSpPr>
          <p:cNvPr id="74" name="Shape 72"/>
          <p:cNvSpPr/>
          <p:nvPr/>
        </p:nvSpPr>
        <p:spPr>
          <a:xfrm>
            <a:off x="6553200" y="3016250"/>
            <a:ext cx="800100" cy="1778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9A9A9A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553200" y="3016250"/>
            <a:ext cx="800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4A5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Weighted SUM</a:t>
            </a:r>
            <a:endParaRPr lang="en-US" sz="550" dirty="0"/>
          </a:p>
        </p:txBody>
      </p:sp>
      <p:sp>
        <p:nvSpPr>
          <p:cNvPr id="76" name="Shape 74"/>
          <p:cNvSpPr/>
          <p:nvPr/>
        </p:nvSpPr>
        <p:spPr>
          <a:xfrm>
            <a:off x="5245100" y="3073400"/>
            <a:ext cx="558800" cy="203200"/>
          </a:xfrm>
          <a:prstGeom prst="rect">
            <a:avLst/>
          </a:prstGeom>
          <a:solidFill>
            <a:srgbClr val="A0400E"/>
          </a:solidFill>
          <a:ln w="12700">
            <a:solidFill>
              <a:srgbClr val="2E8B57"/>
            </a:solidFill>
            <a:prstDash val="dash"/>
          </a:ln>
        </p:spPr>
      </p:sp>
      <p:sp>
        <p:nvSpPr>
          <p:cNvPr id="77" name="Text 75"/>
          <p:cNvSpPr/>
          <p:nvPr/>
        </p:nvSpPr>
        <p:spPr>
          <a:xfrm>
            <a:off x="5245100" y="3073400"/>
            <a:ext cx="558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4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00" dirty="0"/>
          </a:p>
        </p:txBody>
      </p:sp>
      <p:sp>
        <p:nvSpPr>
          <p:cNvPr id="78" name="Shape 76"/>
          <p:cNvSpPr/>
          <p:nvPr/>
        </p:nvSpPr>
        <p:spPr>
          <a:xfrm>
            <a:off x="8357870" y="2992755"/>
            <a:ext cx="381000" cy="184150"/>
          </a:xfrm>
          <a:prstGeom prst="ellipse">
            <a:avLst/>
          </a:prstGeom>
          <a:solidFill>
            <a:srgbClr val="141405"/>
          </a:solidFill>
          <a:ln/>
        </p:spPr>
      </p:sp>
      <p:sp>
        <p:nvSpPr>
          <p:cNvPr id="79" name="Text 77"/>
          <p:cNvSpPr/>
          <p:nvPr/>
        </p:nvSpPr>
        <p:spPr>
          <a:xfrm>
            <a:off x="8357870" y="2992755"/>
            <a:ext cx="381000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8E9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h=3</a:t>
            </a:r>
            <a:endParaRPr lang="en-US" sz="700" dirty="0"/>
          </a:p>
        </p:txBody>
      </p:sp>
      <p:sp>
        <p:nvSpPr>
          <p:cNvPr id="80" name="Shape 78"/>
          <p:cNvSpPr/>
          <p:nvPr/>
        </p:nvSpPr>
        <p:spPr>
          <a:xfrm>
            <a:off x="4292600" y="2755900"/>
            <a:ext cx="558800" cy="1778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9A9A9A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292600" y="2755900"/>
            <a:ext cx="558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4A5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Similarity</a:t>
            </a:r>
            <a:endParaRPr lang="en-US" sz="550" dirty="0"/>
          </a:p>
        </p:txBody>
      </p:sp>
      <p:sp>
        <p:nvSpPr>
          <p:cNvPr id="82" name="Shape 80"/>
          <p:cNvSpPr/>
          <p:nvPr/>
        </p:nvSpPr>
        <p:spPr>
          <a:xfrm>
            <a:off x="7112000" y="2755900"/>
            <a:ext cx="800100" cy="1778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9A9A9A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7112000" y="2755900"/>
            <a:ext cx="800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4A5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Weighted SUM</a:t>
            </a:r>
            <a:endParaRPr lang="en-US" sz="550" dirty="0"/>
          </a:p>
        </p:txBody>
      </p:sp>
      <p:sp>
        <p:nvSpPr>
          <p:cNvPr id="84" name="Shape 82"/>
          <p:cNvSpPr/>
          <p:nvPr/>
        </p:nvSpPr>
        <p:spPr>
          <a:xfrm>
            <a:off x="5651500" y="2755900"/>
            <a:ext cx="711200" cy="190500"/>
          </a:xfrm>
          <a:prstGeom prst="rect">
            <a:avLst/>
          </a:prstGeom>
          <a:solidFill>
            <a:srgbClr val="4A4A4A"/>
          </a:solidFill>
          <a:ln w="12700">
            <a:solidFill>
              <a:srgbClr val="2E8B57"/>
            </a:solidFill>
            <a:prstDash val="dash"/>
          </a:ln>
        </p:spPr>
      </p:sp>
      <p:sp>
        <p:nvSpPr>
          <p:cNvPr id="85" name="Text 83"/>
          <p:cNvSpPr/>
          <p:nvPr/>
        </p:nvSpPr>
        <p:spPr>
          <a:xfrm>
            <a:off x="5651500" y="2755900"/>
            <a:ext cx="711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4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00" dirty="0"/>
          </a:p>
        </p:txBody>
      </p:sp>
      <p:sp>
        <p:nvSpPr>
          <p:cNvPr id="86" name="Shape 84"/>
          <p:cNvSpPr/>
          <p:nvPr/>
        </p:nvSpPr>
        <p:spPr>
          <a:xfrm>
            <a:off x="8914130" y="2752725"/>
            <a:ext cx="381000" cy="184150"/>
          </a:xfrm>
          <a:prstGeom prst="ellipse">
            <a:avLst/>
          </a:prstGeom>
          <a:solidFill>
            <a:srgbClr val="141405"/>
          </a:solidFill>
          <a:ln/>
        </p:spPr>
      </p:sp>
      <p:sp>
        <p:nvSpPr>
          <p:cNvPr id="87" name="Text 85"/>
          <p:cNvSpPr/>
          <p:nvPr/>
        </p:nvSpPr>
        <p:spPr>
          <a:xfrm>
            <a:off x="8914130" y="2752725"/>
            <a:ext cx="381000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8E9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h=4</a:t>
            </a:r>
            <a:endParaRPr lang="en-US" sz="700" dirty="0"/>
          </a:p>
        </p:txBody>
      </p:sp>
      <p:sp>
        <p:nvSpPr>
          <p:cNvPr id="88" name="Shape 86"/>
          <p:cNvSpPr/>
          <p:nvPr/>
        </p:nvSpPr>
        <p:spPr>
          <a:xfrm>
            <a:off x="4851400" y="2495550"/>
            <a:ext cx="558800" cy="1778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9A9A9A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851400" y="2495550"/>
            <a:ext cx="558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4A5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Similarity</a:t>
            </a:r>
            <a:endParaRPr lang="en-US" sz="550" dirty="0"/>
          </a:p>
        </p:txBody>
      </p:sp>
      <p:sp>
        <p:nvSpPr>
          <p:cNvPr id="90" name="Shape 88"/>
          <p:cNvSpPr/>
          <p:nvPr/>
        </p:nvSpPr>
        <p:spPr>
          <a:xfrm>
            <a:off x="7670800" y="2495550"/>
            <a:ext cx="800100" cy="1778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9A9A9A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7670800" y="2495550"/>
            <a:ext cx="8001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4A5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Weighted SUM</a:t>
            </a:r>
            <a:endParaRPr lang="en-US" sz="550" dirty="0"/>
          </a:p>
        </p:txBody>
      </p:sp>
      <p:sp>
        <p:nvSpPr>
          <p:cNvPr id="92" name="Shape 90"/>
          <p:cNvSpPr/>
          <p:nvPr/>
        </p:nvSpPr>
        <p:spPr>
          <a:xfrm>
            <a:off x="5969000" y="2501900"/>
            <a:ext cx="508000" cy="177800"/>
          </a:xfrm>
          <a:prstGeom prst="rect">
            <a:avLst/>
          </a:prstGeom>
          <a:solidFill>
            <a:srgbClr val="E0DC1E"/>
          </a:solidFill>
          <a:ln w="12700">
            <a:solidFill>
              <a:srgbClr val="2E8B57"/>
            </a:solidFill>
            <a:prstDash val="dash"/>
          </a:ln>
        </p:spPr>
      </p:sp>
      <p:sp>
        <p:nvSpPr>
          <p:cNvPr id="93" name="Text 91"/>
          <p:cNvSpPr/>
          <p:nvPr/>
        </p:nvSpPr>
        <p:spPr>
          <a:xfrm>
            <a:off x="5969000" y="2501900"/>
            <a:ext cx="508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4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00" dirty="0"/>
          </a:p>
        </p:txBody>
      </p:sp>
      <p:sp>
        <p:nvSpPr>
          <p:cNvPr id="94" name="Shape 92"/>
          <p:cNvSpPr/>
          <p:nvPr/>
        </p:nvSpPr>
        <p:spPr>
          <a:xfrm>
            <a:off x="9474200" y="2511425"/>
            <a:ext cx="381000" cy="184150"/>
          </a:xfrm>
          <a:prstGeom prst="ellipse">
            <a:avLst/>
          </a:prstGeom>
          <a:solidFill>
            <a:srgbClr val="141405"/>
          </a:solidFill>
          <a:ln/>
        </p:spPr>
      </p:sp>
      <p:sp>
        <p:nvSpPr>
          <p:cNvPr id="95" name="Text 93"/>
          <p:cNvSpPr/>
          <p:nvPr/>
        </p:nvSpPr>
        <p:spPr>
          <a:xfrm>
            <a:off x="9474200" y="2511425"/>
            <a:ext cx="381000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8E9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h=5</a:t>
            </a:r>
            <a:endParaRPr lang="en-US" sz="700" dirty="0"/>
          </a:p>
        </p:txBody>
      </p:sp>
      <p:sp>
        <p:nvSpPr>
          <p:cNvPr id="96" name="Shape 94"/>
          <p:cNvSpPr/>
          <p:nvPr/>
        </p:nvSpPr>
        <p:spPr>
          <a:xfrm>
            <a:off x="3733800" y="3175000"/>
            <a:ext cx="1016000" cy="355600"/>
          </a:xfrm>
          <a:prstGeom prst="ellipse">
            <a:avLst/>
          </a:prstGeom>
          <a:solidFill>
            <a:srgbClr val="C4C2F4"/>
          </a:solidFill>
          <a:ln w="9525">
            <a:solidFill>
              <a:srgbClr val="C9B8B0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3733800" y="3175000"/>
            <a:ext cx="1016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Probabilities</a:t>
            </a:r>
            <a:endParaRPr lang="en-US" sz="600" dirty="0"/>
          </a:p>
        </p:txBody>
      </p:sp>
      <p:sp>
        <p:nvSpPr>
          <p:cNvPr id="98" name="Shape 96"/>
          <p:cNvSpPr/>
          <p:nvPr/>
        </p:nvSpPr>
        <p:spPr>
          <a:xfrm>
            <a:off x="6172200" y="2247900"/>
            <a:ext cx="558800" cy="190500"/>
          </a:xfrm>
          <a:prstGeom prst="rect">
            <a:avLst/>
          </a:prstGeom>
          <a:solidFill>
            <a:srgbClr val="8ED08A"/>
          </a:solidFill>
          <a:ln w="12700">
            <a:solidFill>
              <a:srgbClr val="2E8B57"/>
            </a:solidFill>
            <a:prstDash val="dash"/>
          </a:ln>
        </p:spPr>
      </p:sp>
      <p:sp>
        <p:nvSpPr>
          <p:cNvPr id="99" name="Text 97"/>
          <p:cNvSpPr/>
          <p:nvPr/>
        </p:nvSpPr>
        <p:spPr>
          <a:xfrm>
            <a:off x="6172200" y="2247900"/>
            <a:ext cx="558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4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00" dirty="0"/>
          </a:p>
        </p:txBody>
      </p:sp>
      <p:sp>
        <p:nvSpPr>
          <p:cNvPr id="100" name="Shape 98"/>
          <p:cNvSpPr/>
          <p:nvPr/>
        </p:nvSpPr>
        <p:spPr>
          <a:xfrm>
            <a:off x="3213100" y="4254500"/>
            <a:ext cx="317500" cy="0"/>
          </a:xfrm>
          <a:prstGeom prst="line">
            <a:avLst/>
          </a:prstGeom>
          <a:noFill/>
          <a:ln w="12700">
            <a:solidFill>
              <a:srgbClr val="8B1A10"/>
            </a:solidFill>
            <a:prstDash val="solid"/>
            <a:tailEnd type="triangle"/>
          </a:ln>
        </p:spPr>
      </p:sp>
      <p:sp>
        <p:nvSpPr>
          <p:cNvPr id="101" name="Shape 99"/>
          <p:cNvSpPr/>
          <p:nvPr/>
        </p:nvSpPr>
        <p:spPr>
          <a:xfrm>
            <a:off x="3810000" y="4254500"/>
            <a:ext cx="406400" cy="0"/>
          </a:xfrm>
          <a:prstGeom prst="line">
            <a:avLst/>
          </a:prstGeom>
          <a:noFill/>
          <a:ln w="12700">
            <a:solidFill>
              <a:srgbClr val="8B1A10"/>
            </a:solidFill>
            <a:prstDash val="solid"/>
            <a:tailEnd type="triangle"/>
          </a:ln>
        </p:spPr>
      </p:sp>
      <p:sp>
        <p:nvSpPr>
          <p:cNvPr id="102" name="Shape 100"/>
          <p:cNvSpPr/>
          <p:nvPr/>
        </p:nvSpPr>
        <p:spPr>
          <a:xfrm>
            <a:off x="4508500" y="4254500"/>
            <a:ext cx="952500" cy="0"/>
          </a:xfrm>
          <a:prstGeom prst="line">
            <a:avLst/>
          </a:prstGeom>
          <a:noFill/>
          <a:ln w="12700">
            <a:solidFill>
              <a:srgbClr val="8B1A10"/>
            </a:solidFill>
            <a:prstDash val="solid"/>
            <a:tailEnd type="triangle"/>
          </a:ln>
        </p:spPr>
      </p:sp>
      <p:sp>
        <p:nvSpPr>
          <p:cNvPr id="103" name="Shape 101"/>
          <p:cNvSpPr/>
          <p:nvPr/>
        </p:nvSpPr>
        <p:spPr>
          <a:xfrm>
            <a:off x="3213100" y="4610100"/>
            <a:ext cx="317500" cy="0"/>
          </a:xfrm>
          <a:prstGeom prst="line">
            <a:avLst/>
          </a:prstGeom>
          <a:noFill/>
          <a:ln w="12700">
            <a:solidFill>
              <a:srgbClr val="8B1A10"/>
            </a:solidFill>
            <a:prstDash val="solid"/>
            <a:tailEnd type="triangle"/>
          </a:ln>
        </p:spPr>
      </p:sp>
      <p:sp>
        <p:nvSpPr>
          <p:cNvPr id="104" name="Shape 102"/>
          <p:cNvSpPr/>
          <p:nvPr/>
        </p:nvSpPr>
        <p:spPr>
          <a:xfrm>
            <a:off x="3810000" y="4610100"/>
            <a:ext cx="406400" cy="0"/>
          </a:xfrm>
          <a:prstGeom prst="line">
            <a:avLst/>
          </a:prstGeom>
          <a:noFill/>
          <a:ln w="12700">
            <a:solidFill>
              <a:srgbClr val="8B1A10"/>
            </a:solidFill>
            <a:prstDash val="solid"/>
            <a:tailEnd type="triangle"/>
          </a:ln>
        </p:spPr>
      </p:sp>
      <p:sp>
        <p:nvSpPr>
          <p:cNvPr id="105" name="Shape 103"/>
          <p:cNvSpPr/>
          <p:nvPr/>
        </p:nvSpPr>
        <p:spPr>
          <a:xfrm>
            <a:off x="4508500" y="4610100"/>
            <a:ext cx="952500" cy="0"/>
          </a:xfrm>
          <a:prstGeom prst="line">
            <a:avLst/>
          </a:prstGeom>
          <a:noFill/>
          <a:ln w="12700">
            <a:solidFill>
              <a:srgbClr val="8B1A10"/>
            </a:solidFill>
            <a:prstDash val="solid"/>
            <a:tailEnd type="triangle"/>
          </a:ln>
        </p:spPr>
      </p:sp>
      <p:sp>
        <p:nvSpPr>
          <p:cNvPr id="106" name="Shape 104"/>
          <p:cNvSpPr/>
          <p:nvPr/>
        </p:nvSpPr>
        <p:spPr>
          <a:xfrm>
            <a:off x="3213100" y="4965700"/>
            <a:ext cx="317500" cy="0"/>
          </a:xfrm>
          <a:prstGeom prst="line">
            <a:avLst/>
          </a:prstGeom>
          <a:noFill/>
          <a:ln w="12700">
            <a:solidFill>
              <a:srgbClr val="8B1A10"/>
            </a:solidFill>
            <a:prstDash val="solid"/>
            <a:tailEnd type="triangle"/>
          </a:ln>
        </p:spPr>
      </p:sp>
      <p:sp>
        <p:nvSpPr>
          <p:cNvPr id="107" name="Shape 105"/>
          <p:cNvSpPr/>
          <p:nvPr/>
        </p:nvSpPr>
        <p:spPr>
          <a:xfrm>
            <a:off x="3810000" y="4965700"/>
            <a:ext cx="406400" cy="0"/>
          </a:xfrm>
          <a:prstGeom prst="line">
            <a:avLst/>
          </a:prstGeom>
          <a:noFill/>
          <a:ln w="12700">
            <a:solidFill>
              <a:srgbClr val="8B1A10"/>
            </a:solidFill>
            <a:prstDash val="solid"/>
            <a:tailEnd type="triangle"/>
          </a:ln>
        </p:spPr>
      </p:sp>
      <p:sp>
        <p:nvSpPr>
          <p:cNvPr id="108" name="Shape 106"/>
          <p:cNvSpPr/>
          <p:nvPr/>
        </p:nvSpPr>
        <p:spPr>
          <a:xfrm>
            <a:off x="4508500" y="4965700"/>
            <a:ext cx="952500" cy="0"/>
          </a:xfrm>
          <a:prstGeom prst="line">
            <a:avLst/>
          </a:prstGeom>
          <a:noFill/>
          <a:ln w="12700">
            <a:solidFill>
              <a:srgbClr val="8B1A10"/>
            </a:solidFill>
            <a:prstDash val="solid"/>
            <a:tailEnd type="triangle"/>
          </a:ln>
        </p:spPr>
      </p:sp>
      <p:sp>
        <p:nvSpPr>
          <p:cNvPr id="109" name="Shape 107"/>
          <p:cNvSpPr/>
          <p:nvPr/>
        </p:nvSpPr>
        <p:spPr>
          <a:xfrm>
            <a:off x="3213100" y="5321300"/>
            <a:ext cx="317500" cy="0"/>
          </a:xfrm>
          <a:prstGeom prst="line">
            <a:avLst/>
          </a:prstGeom>
          <a:noFill/>
          <a:ln w="12700">
            <a:solidFill>
              <a:srgbClr val="8B1A10"/>
            </a:solidFill>
            <a:prstDash val="solid"/>
            <a:tailEnd type="triangle"/>
          </a:ln>
        </p:spPr>
      </p:sp>
      <p:sp>
        <p:nvSpPr>
          <p:cNvPr id="110" name="Shape 108"/>
          <p:cNvSpPr/>
          <p:nvPr/>
        </p:nvSpPr>
        <p:spPr>
          <a:xfrm>
            <a:off x="3810000" y="5321300"/>
            <a:ext cx="406400" cy="0"/>
          </a:xfrm>
          <a:prstGeom prst="line">
            <a:avLst/>
          </a:prstGeom>
          <a:noFill/>
          <a:ln w="12700">
            <a:solidFill>
              <a:srgbClr val="8B1A10"/>
            </a:solidFill>
            <a:prstDash val="solid"/>
            <a:tailEnd type="triangle"/>
          </a:ln>
        </p:spPr>
      </p:sp>
      <p:sp>
        <p:nvSpPr>
          <p:cNvPr id="111" name="Shape 109"/>
          <p:cNvSpPr/>
          <p:nvPr/>
        </p:nvSpPr>
        <p:spPr>
          <a:xfrm>
            <a:off x="4508500" y="5321300"/>
            <a:ext cx="952500" cy="0"/>
          </a:xfrm>
          <a:prstGeom prst="line">
            <a:avLst/>
          </a:prstGeom>
          <a:noFill/>
          <a:ln w="12700">
            <a:solidFill>
              <a:srgbClr val="8B1A10"/>
            </a:solidFill>
            <a:prstDash val="solid"/>
            <a:tailEnd type="triangle"/>
          </a:ln>
        </p:spPr>
      </p:sp>
      <p:sp>
        <p:nvSpPr>
          <p:cNvPr id="112" name="Text 110"/>
          <p:cNvSpPr/>
          <p:nvPr/>
        </p:nvSpPr>
        <p:spPr>
          <a:xfrm>
            <a:off x="3238500" y="3835400"/>
            <a:ext cx="304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K.q</a:t>
            </a:r>
            <a:endParaRPr lang="en-US" sz="650" dirty="0"/>
          </a:p>
        </p:txBody>
      </p:sp>
      <p:sp>
        <p:nvSpPr>
          <p:cNvPr id="113" name="Shape 111"/>
          <p:cNvSpPr/>
          <p:nvPr/>
        </p:nvSpPr>
        <p:spPr>
          <a:xfrm>
            <a:off x="3530600" y="3822700"/>
            <a:ext cx="279400" cy="1778000"/>
          </a:xfrm>
          <a:prstGeom prst="roundRect">
            <a:avLst>
              <a:gd name="adj" fmla="val 29455"/>
            </a:avLst>
          </a:prstGeom>
          <a:solidFill>
            <a:srgbClr val="FBD8E8"/>
          </a:solidFill>
          <a:ln w="9525">
            <a:solidFill>
              <a:srgbClr val="E8A8C8"/>
            </a:solidFill>
            <a:prstDash val="solid"/>
          </a:ln>
        </p:spPr>
      </p:sp>
      <p:pic>
        <p:nvPicPr>
          <p:cNvPr id="114" name="Image 0" descr="/home/ahmed/Projects/ai_llm_slides/videos/deep-learning/001_transformers_part1/recreated_pptx/build/assets/eq_scaling_pill_r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49650" y="4038600"/>
            <a:ext cx="236217" cy="1126239"/>
          </a:xfrm>
          <a:prstGeom prst="rect">
            <a:avLst/>
          </a:prstGeom>
        </p:spPr>
      </p:pic>
      <p:pic>
        <p:nvPicPr>
          <p:cNvPr id="115" name="Image 1" descr="/home/ahmed/Projects/ai_llm_slides/videos/deep-learning/001_transformers_part1/recreated_pptx/build/assets/eq_kq_sqrt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0800" y="3733800"/>
            <a:ext cx="225555" cy="289563"/>
          </a:xfrm>
          <a:prstGeom prst="rect">
            <a:avLst/>
          </a:prstGeom>
        </p:spPr>
      </p:pic>
      <p:sp>
        <p:nvSpPr>
          <p:cNvPr id="116" name="Shape 112"/>
          <p:cNvSpPr/>
          <p:nvPr/>
        </p:nvSpPr>
        <p:spPr>
          <a:xfrm>
            <a:off x="4216400" y="3822700"/>
            <a:ext cx="292100" cy="1778000"/>
          </a:xfrm>
          <a:prstGeom prst="roundRect">
            <a:avLst>
              <a:gd name="adj" fmla="val 28174"/>
            </a:avLst>
          </a:prstGeom>
          <a:solidFill>
            <a:srgbClr val="E4D8F4"/>
          </a:solidFill>
          <a:ln w="9525">
            <a:solidFill>
              <a:srgbClr val="C8B8E8"/>
            </a:solidFill>
            <a:prstDash val="solid"/>
          </a:ln>
        </p:spPr>
      </p:sp>
      <p:pic>
        <p:nvPicPr>
          <p:cNvPr id="117" name="Image 2" descr="/home/ahmed/Projects/ai_llm_slides/videos/deep-learning/001_transformers_part1/recreated_pptx/build/assets/eq_softmax_pill_ro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5300" y="4470400"/>
            <a:ext cx="111255" cy="524253"/>
          </a:xfrm>
          <a:prstGeom prst="rect">
            <a:avLst/>
          </a:prstGeom>
        </p:spPr>
      </p:pic>
      <p:sp>
        <p:nvSpPr>
          <p:cNvPr id="118" name="Shape 113"/>
          <p:cNvSpPr/>
          <p:nvPr/>
        </p:nvSpPr>
        <p:spPr>
          <a:xfrm>
            <a:off x="4800600" y="3517900"/>
            <a:ext cx="406400" cy="-76200"/>
          </a:xfrm>
          <a:prstGeom prst="line">
            <a:avLst/>
          </a:prstGeom>
          <a:noFill/>
          <a:ln w="31750">
            <a:solidFill>
              <a:srgbClr val="00AA00"/>
            </a:solidFill>
            <a:prstDash val="solid"/>
            <a:tailEnd type="triangle"/>
          </a:ln>
        </p:spPr>
      </p:sp>
      <p:sp>
        <p:nvSpPr>
          <p:cNvPr id="119" name="Shape 114"/>
          <p:cNvSpPr/>
          <p:nvPr/>
        </p:nvSpPr>
        <p:spPr>
          <a:xfrm>
            <a:off x="5003800" y="3670300"/>
            <a:ext cx="762000" cy="431800"/>
          </a:xfrm>
          <a:prstGeom prst="rect">
            <a:avLst/>
          </a:prstGeom>
          <a:solidFill>
            <a:srgbClr val="FFFFFF"/>
          </a:solidFill>
          <a:ln w="15875">
            <a:solidFill>
              <a:srgbClr val="2F55C8"/>
            </a:solidFill>
            <a:prstDash val="solid"/>
          </a:ln>
        </p:spPr>
      </p:sp>
      <p:sp>
        <p:nvSpPr>
          <p:cNvPr id="120" name="Text 115"/>
          <p:cNvSpPr/>
          <p:nvPr/>
        </p:nvSpPr>
        <p:spPr>
          <a:xfrm>
            <a:off x="5003800" y="3670300"/>
            <a:ext cx="762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F55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Σ</a:t>
            </a:r>
            <a:endParaRPr lang="en-US" sz="2000" dirty="0"/>
          </a:p>
        </p:txBody>
      </p:sp>
      <p:sp>
        <p:nvSpPr>
          <p:cNvPr id="121" name="Shape 116"/>
          <p:cNvSpPr/>
          <p:nvPr/>
        </p:nvSpPr>
        <p:spPr>
          <a:xfrm>
            <a:off x="2362200" y="5854700"/>
            <a:ext cx="279400" cy="228600"/>
          </a:xfrm>
          <a:prstGeom prst="roundRect">
            <a:avLst>
              <a:gd name="adj" fmla="val 12000"/>
            </a:avLst>
          </a:prstGeom>
          <a:solidFill>
            <a:srgbClr val="F3F0E8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122" name="Shape 117"/>
          <p:cNvSpPr/>
          <p:nvPr/>
        </p:nvSpPr>
        <p:spPr>
          <a:xfrm>
            <a:off x="2387600" y="5886450"/>
            <a:ext cx="50800" cy="165100"/>
          </a:xfrm>
          <a:prstGeom prst="rect">
            <a:avLst/>
          </a:prstGeom>
          <a:solidFill>
            <a:srgbClr val="F9FF96"/>
          </a:solidFill>
          <a:ln w="5080">
            <a:solidFill>
              <a:srgbClr val="C9C9C9"/>
            </a:solidFill>
            <a:prstDash val="solid"/>
          </a:ln>
        </p:spPr>
      </p:sp>
      <p:sp>
        <p:nvSpPr>
          <p:cNvPr id="123" name="Shape 118"/>
          <p:cNvSpPr/>
          <p:nvPr/>
        </p:nvSpPr>
        <p:spPr>
          <a:xfrm>
            <a:off x="2444750" y="5886450"/>
            <a:ext cx="50800" cy="165100"/>
          </a:xfrm>
          <a:prstGeom prst="rect">
            <a:avLst/>
          </a:prstGeom>
          <a:solidFill>
            <a:srgbClr val="FFFFFF"/>
          </a:solidFill>
          <a:ln w="5080">
            <a:solidFill>
              <a:srgbClr val="C9C9C9"/>
            </a:solidFill>
            <a:prstDash val="solid"/>
          </a:ln>
        </p:spPr>
      </p:sp>
      <p:sp>
        <p:nvSpPr>
          <p:cNvPr id="124" name="Shape 119"/>
          <p:cNvSpPr/>
          <p:nvPr/>
        </p:nvSpPr>
        <p:spPr>
          <a:xfrm>
            <a:off x="2501900" y="5886450"/>
            <a:ext cx="50800" cy="165100"/>
          </a:xfrm>
          <a:prstGeom prst="rect">
            <a:avLst/>
          </a:prstGeom>
          <a:solidFill>
            <a:srgbClr val="F08B96"/>
          </a:solidFill>
          <a:ln w="5080">
            <a:solidFill>
              <a:srgbClr val="C9C9C9"/>
            </a:solidFill>
            <a:prstDash val="solid"/>
          </a:ln>
        </p:spPr>
      </p:sp>
      <p:sp>
        <p:nvSpPr>
          <p:cNvPr id="125" name="Shape 120"/>
          <p:cNvSpPr/>
          <p:nvPr/>
        </p:nvSpPr>
        <p:spPr>
          <a:xfrm>
            <a:off x="2559050" y="5886450"/>
            <a:ext cx="50800" cy="165100"/>
          </a:xfrm>
          <a:prstGeom prst="rect">
            <a:avLst/>
          </a:prstGeom>
          <a:solidFill>
            <a:srgbClr val="EAE4EE"/>
          </a:solidFill>
          <a:ln w="5080">
            <a:solidFill>
              <a:srgbClr val="C9C9C9"/>
            </a:solidFill>
            <a:prstDash val="solid"/>
          </a:ln>
        </p:spPr>
      </p:sp>
      <p:sp>
        <p:nvSpPr>
          <p:cNvPr id="126" name="Text 121"/>
          <p:cNvSpPr/>
          <p:nvPr/>
        </p:nvSpPr>
        <p:spPr>
          <a:xfrm>
            <a:off x="2057400" y="5816600"/>
            <a:ext cx="279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pPr algn="ctr" indent="0" marL="0">
              <a:buNone/>
            </a:pPr>
            <a:r>
              <a:rPr lang="en-US" sz="6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27" name="Shape 122"/>
          <p:cNvSpPr/>
          <p:nvPr/>
        </p:nvSpPr>
        <p:spPr>
          <a:xfrm>
            <a:off x="2679700" y="5689600"/>
            <a:ext cx="330200" cy="520700"/>
          </a:xfrm>
          <a:prstGeom prst="rect">
            <a:avLst/>
          </a:prstGeom>
          <a:solidFill>
            <a:srgbClr val="FFFFFF"/>
          </a:solidFill>
          <a:ln w="12700">
            <a:solidFill>
              <a:srgbClr val="CC2222"/>
            </a:solidFill>
            <a:prstDash val="solid"/>
          </a:ln>
        </p:spPr>
      </p:sp>
      <p:sp>
        <p:nvSpPr>
          <p:cNvPr id="128" name="Text 123"/>
          <p:cNvSpPr/>
          <p:nvPr/>
        </p:nvSpPr>
        <p:spPr>
          <a:xfrm>
            <a:off x="2679700" y="5689600"/>
            <a:ext cx="330200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51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pPr algn="ctr" indent="0" marL="0">
              <a:buNone/>
            </a:pPr>
            <a:r>
              <a:rPr lang="en-US" sz="480" b="1" baseline="3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(0)</a:t>
            </a:r>
            <a:endParaRPr lang="en-US" sz="600" dirty="0"/>
          </a:p>
        </p:txBody>
      </p:sp>
      <p:sp>
        <p:nvSpPr>
          <p:cNvPr id="129" name="Shape 124"/>
          <p:cNvSpPr/>
          <p:nvPr/>
        </p:nvSpPr>
        <p:spPr>
          <a:xfrm>
            <a:off x="2844800" y="6210300"/>
            <a:ext cx="0" cy="762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  <a:tailEnd type="triangle"/>
          </a:ln>
        </p:spPr>
      </p:sp>
      <p:sp>
        <p:nvSpPr>
          <p:cNvPr id="130" name="Shape 125"/>
          <p:cNvSpPr/>
          <p:nvPr/>
        </p:nvSpPr>
        <p:spPr>
          <a:xfrm>
            <a:off x="1905000" y="6248400"/>
            <a:ext cx="2514600" cy="368300"/>
          </a:xfrm>
          <a:prstGeom prst="roundRect">
            <a:avLst>
              <a:gd name="adj" fmla="val 12414"/>
            </a:avLst>
          </a:prstGeom>
          <a:solidFill>
            <a:srgbClr val="E8FCE8"/>
          </a:solidFill>
          <a:ln w="15875">
            <a:solidFill>
              <a:srgbClr val="2E8B57"/>
            </a:solidFill>
            <a:prstDash val="dash"/>
          </a:ln>
        </p:spPr>
      </p:sp>
      <p:sp>
        <p:nvSpPr>
          <p:cNvPr id="131" name="Shape 126"/>
          <p:cNvSpPr/>
          <p:nvPr/>
        </p:nvSpPr>
        <p:spPr>
          <a:xfrm>
            <a:off x="1981200" y="6311900"/>
            <a:ext cx="127000" cy="177800"/>
          </a:xfrm>
          <a:prstGeom prst="rect">
            <a:avLst/>
          </a:prstGeom>
          <a:solidFill>
            <a:srgbClr val="F9FF96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132" name="Shape 127"/>
          <p:cNvSpPr/>
          <p:nvPr/>
        </p:nvSpPr>
        <p:spPr>
          <a:xfrm>
            <a:off x="2114550" y="6311900"/>
            <a:ext cx="127000" cy="177800"/>
          </a:xfrm>
          <a:prstGeom prst="rect">
            <a:avLst/>
          </a:prstGeom>
          <a:solidFill>
            <a:srgbClr val="FFFFF0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133" name="Shape 128"/>
          <p:cNvSpPr/>
          <p:nvPr/>
        </p:nvSpPr>
        <p:spPr>
          <a:xfrm>
            <a:off x="2247900" y="6311900"/>
            <a:ext cx="127000" cy="177800"/>
          </a:xfrm>
          <a:prstGeom prst="rect">
            <a:avLst/>
          </a:prstGeom>
          <a:solidFill>
            <a:srgbClr val="F6DAF3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134" name="Shape 129"/>
          <p:cNvSpPr/>
          <p:nvPr/>
        </p:nvSpPr>
        <p:spPr>
          <a:xfrm>
            <a:off x="2381250" y="6311900"/>
            <a:ext cx="127000" cy="177800"/>
          </a:xfrm>
          <a:prstGeom prst="rect">
            <a:avLst/>
          </a:prstGeom>
          <a:solidFill>
            <a:srgbClr val="EAE4EE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135" name="Text 130"/>
          <p:cNvSpPr/>
          <p:nvPr/>
        </p:nvSpPr>
        <p:spPr>
          <a:xfrm>
            <a:off x="1968500" y="6311900"/>
            <a:ext cx="558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75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00" dirty="0"/>
          </a:p>
        </p:txBody>
      </p:sp>
      <p:sp>
        <p:nvSpPr>
          <p:cNvPr id="136" name="Shape 131"/>
          <p:cNvSpPr/>
          <p:nvPr/>
        </p:nvSpPr>
        <p:spPr>
          <a:xfrm>
            <a:off x="2590800" y="6311900"/>
            <a:ext cx="127000" cy="177800"/>
          </a:xfrm>
          <a:prstGeom prst="rect">
            <a:avLst/>
          </a:prstGeom>
          <a:solidFill>
            <a:srgbClr val="F6DAF3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137" name="Shape 132"/>
          <p:cNvSpPr/>
          <p:nvPr/>
        </p:nvSpPr>
        <p:spPr>
          <a:xfrm>
            <a:off x="2724150" y="6311900"/>
            <a:ext cx="127000" cy="177800"/>
          </a:xfrm>
          <a:prstGeom prst="rect">
            <a:avLst/>
          </a:prstGeom>
          <a:solidFill>
            <a:srgbClr val="F2C8F0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138" name="Shape 133"/>
          <p:cNvSpPr/>
          <p:nvPr/>
        </p:nvSpPr>
        <p:spPr>
          <a:xfrm>
            <a:off x="2857500" y="6311900"/>
            <a:ext cx="127000" cy="177800"/>
          </a:xfrm>
          <a:prstGeom prst="rect">
            <a:avLst/>
          </a:prstGeom>
          <a:solidFill>
            <a:srgbClr val="F6DAF3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139" name="Shape 134"/>
          <p:cNvSpPr/>
          <p:nvPr/>
        </p:nvSpPr>
        <p:spPr>
          <a:xfrm>
            <a:off x="2990850" y="6311900"/>
            <a:ext cx="127000" cy="177800"/>
          </a:xfrm>
          <a:prstGeom prst="rect">
            <a:avLst/>
          </a:prstGeom>
          <a:solidFill>
            <a:srgbClr val="F2C8F0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140" name="Text 135"/>
          <p:cNvSpPr/>
          <p:nvPr/>
        </p:nvSpPr>
        <p:spPr>
          <a:xfrm>
            <a:off x="2578100" y="6311900"/>
            <a:ext cx="558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488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50" dirty="0"/>
          </a:p>
        </p:txBody>
      </p:sp>
      <p:sp>
        <p:nvSpPr>
          <p:cNvPr id="141" name="Shape 136"/>
          <p:cNvSpPr/>
          <p:nvPr/>
        </p:nvSpPr>
        <p:spPr>
          <a:xfrm>
            <a:off x="2578100" y="6299200"/>
            <a:ext cx="558800" cy="203200"/>
          </a:xfrm>
          <a:prstGeom prst="rect">
            <a:avLst/>
          </a:prstGeom>
          <a:ln w="15875">
            <a:solidFill>
              <a:srgbClr val="C00000"/>
            </a:solidFill>
            <a:prstDash val="sysDot"/>
          </a:ln>
        </p:spPr>
      </p:sp>
      <p:sp>
        <p:nvSpPr>
          <p:cNvPr id="142" name="Shape 137"/>
          <p:cNvSpPr/>
          <p:nvPr/>
        </p:nvSpPr>
        <p:spPr>
          <a:xfrm>
            <a:off x="3200400" y="6311900"/>
            <a:ext cx="127000" cy="177800"/>
          </a:xfrm>
          <a:prstGeom prst="rect">
            <a:avLst/>
          </a:prstGeom>
          <a:solidFill>
            <a:srgbClr val="F9FF96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143" name="Shape 138"/>
          <p:cNvSpPr/>
          <p:nvPr/>
        </p:nvSpPr>
        <p:spPr>
          <a:xfrm>
            <a:off x="3333750" y="6311900"/>
            <a:ext cx="127000" cy="177800"/>
          </a:xfrm>
          <a:prstGeom prst="rect">
            <a:avLst/>
          </a:prstGeom>
          <a:solidFill>
            <a:srgbClr val="FFFFF0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144" name="Shape 139"/>
          <p:cNvSpPr/>
          <p:nvPr/>
        </p:nvSpPr>
        <p:spPr>
          <a:xfrm>
            <a:off x="3467100" y="6311900"/>
            <a:ext cx="127000" cy="177800"/>
          </a:xfrm>
          <a:prstGeom prst="rect">
            <a:avLst/>
          </a:prstGeom>
          <a:solidFill>
            <a:srgbClr val="F6DAF3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145" name="Shape 140"/>
          <p:cNvSpPr/>
          <p:nvPr/>
        </p:nvSpPr>
        <p:spPr>
          <a:xfrm>
            <a:off x="3600450" y="6311900"/>
            <a:ext cx="127000" cy="177800"/>
          </a:xfrm>
          <a:prstGeom prst="rect">
            <a:avLst/>
          </a:prstGeom>
          <a:solidFill>
            <a:srgbClr val="EAE4EE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146" name="Text 141"/>
          <p:cNvSpPr/>
          <p:nvPr/>
        </p:nvSpPr>
        <p:spPr>
          <a:xfrm>
            <a:off x="3187700" y="6311900"/>
            <a:ext cx="558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75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00" dirty="0"/>
          </a:p>
        </p:txBody>
      </p:sp>
      <p:sp>
        <p:nvSpPr>
          <p:cNvPr id="147" name="Shape 142"/>
          <p:cNvSpPr/>
          <p:nvPr/>
        </p:nvSpPr>
        <p:spPr>
          <a:xfrm>
            <a:off x="3810000" y="6311900"/>
            <a:ext cx="127000" cy="177800"/>
          </a:xfrm>
          <a:prstGeom prst="rect">
            <a:avLst/>
          </a:prstGeom>
          <a:solidFill>
            <a:srgbClr val="F9FF96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148" name="Shape 143"/>
          <p:cNvSpPr/>
          <p:nvPr/>
        </p:nvSpPr>
        <p:spPr>
          <a:xfrm>
            <a:off x="3943350" y="6311900"/>
            <a:ext cx="127000" cy="177800"/>
          </a:xfrm>
          <a:prstGeom prst="rect">
            <a:avLst/>
          </a:prstGeom>
          <a:solidFill>
            <a:srgbClr val="FFFFF0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149" name="Shape 144"/>
          <p:cNvSpPr/>
          <p:nvPr/>
        </p:nvSpPr>
        <p:spPr>
          <a:xfrm>
            <a:off x="4076700" y="6311900"/>
            <a:ext cx="127000" cy="177800"/>
          </a:xfrm>
          <a:prstGeom prst="rect">
            <a:avLst/>
          </a:prstGeom>
          <a:solidFill>
            <a:srgbClr val="F6DAF3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150" name="Shape 145"/>
          <p:cNvSpPr/>
          <p:nvPr/>
        </p:nvSpPr>
        <p:spPr>
          <a:xfrm>
            <a:off x="4210050" y="6311900"/>
            <a:ext cx="127000" cy="177800"/>
          </a:xfrm>
          <a:prstGeom prst="rect">
            <a:avLst/>
          </a:prstGeom>
          <a:solidFill>
            <a:srgbClr val="EAE4EE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151" name="Text 146"/>
          <p:cNvSpPr/>
          <p:nvPr/>
        </p:nvSpPr>
        <p:spPr>
          <a:xfrm>
            <a:off x="3797300" y="6311900"/>
            <a:ext cx="558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75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500" dirty="0"/>
          </a:p>
        </p:txBody>
      </p:sp>
      <p:sp>
        <p:nvSpPr>
          <p:cNvPr id="152" name="Shape 147"/>
          <p:cNvSpPr/>
          <p:nvPr/>
        </p:nvSpPr>
        <p:spPr>
          <a:xfrm>
            <a:off x="2603500" y="6692900"/>
            <a:ext cx="241300" cy="-355600"/>
          </a:xfrm>
          <a:prstGeom prst="line">
            <a:avLst/>
          </a:prstGeom>
          <a:noFill/>
          <a:ln w="28575">
            <a:solidFill>
              <a:srgbClr val="C00000"/>
            </a:solidFill>
            <a:prstDash val="solid"/>
            <a:tailEnd type="triangle"/>
          </a:ln>
        </p:spPr>
      </p:sp>
      <p:pic>
        <p:nvPicPr>
          <p:cNvPr id="153" name="Image 3" descr="/home/ahmed/Projects/ai_llm_slides/videos/deep-learning/001_transformers_part1/recreated_pptx/build/assets/bottom_curv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1000" y="5740400"/>
            <a:ext cx="4762497" cy="1041401"/>
          </a:xfrm>
          <a:prstGeom prst="rect">
            <a:avLst/>
          </a:prstGeom>
        </p:spPr>
      </p:pic>
      <p:sp>
        <p:nvSpPr>
          <p:cNvPr id="154" name="Shape 148"/>
          <p:cNvSpPr/>
          <p:nvPr/>
        </p:nvSpPr>
        <p:spPr>
          <a:xfrm>
            <a:off x="7632700" y="4279900"/>
            <a:ext cx="546100" cy="990600"/>
          </a:xfrm>
          <a:prstGeom prst="roundRect">
            <a:avLst>
              <a:gd name="adj" fmla="val 8372"/>
            </a:avLst>
          </a:prstGeom>
          <a:solidFill>
            <a:srgbClr val="FFFFFF"/>
          </a:solidFill>
          <a:ln w="12700">
            <a:solidFill>
              <a:srgbClr val="1F6B3A"/>
            </a:solidFill>
            <a:prstDash val="sysDot"/>
          </a:ln>
        </p:spPr>
      </p:sp>
      <p:sp>
        <p:nvSpPr>
          <p:cNvPr id="155" name="Shape 149"/>
          <p:cNvSpPr/>
          <p:nvPr/>
        </p:nvSpPr>
        <p:spPr>
          <a:xfrm>
            <a:off x="7651750" y="4356100"/>
            <a:ext cx="95250" cy="152400"/>
          </a:xfrm>
          <a:prstGeom prst="rect">
            <a:avLst/>
          </a:prstGeom>
          <a:solidFill>
            <a:srgbClr val="DAD2CE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156" name="Shape 150"/>
          <p:cNvSpPr/>
          <p:nvPr/>
        </p:nvSpPr>
        <p:spPr>
          <a:xfrm>
            <a:off x="7755890" y="4356100"/>
            <a:ext cx="95250" cy="152400"/>
          </a:xfrm>
          <a:prstGeom prst="rect">
            <a:avLst/>
          </a:prstGeom>
          <a:solidFill>
            <a:srgbClr val="D8D2E0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157" name="Shape 151"/>
          <p:cNvSpPr/>
          <p:nvPr/>
        </p:nvSpPr>
        <p:spPr>
          <a:xfrm>
            <a:off x="7860030" y="4356100"/>
            <a:ext cx="95250" cy="152400"/>
          </a:xfrm>
          <a:prstGeom prst="rect">
            <a:avLst/>
          </a:prstGeom>
          <a:solidFill>
            <a:srgbClr val="E4D6D8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158" name="Shape 152"/>
          <p:cNvSpPr/>
          <p:nvPr/>
        </p:nvSpPr>
        <p:spPr>
          <a:xfrm>
            <a:off x="7964170" y="4356100"/>
            <a:ext cx="95250" cy="152400"/>
          </a:xfrm>
          <a:prstGeom prst="rect">
            <a:avLst/>
          </a:prstGeom>
          <a:solidFill>
            <a:srgbClr val="D8D2E0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159" name="Shape 153"/>
          <p:cNvSpPr/>
          <p:nvPr/>
        </p:nvSpPr>
        <p:spPr>
          <a:xfrm>
            <a:off x="8068310" y="4356100"/>
            <a:ext cx="95250" cy="152400"/>
          </a:xfrm>
          <a:prstGeom prst="rect">
            <a:avLst/>
          </a:prstGeom>
          <a:solidFill>
            <a:srgbClr val="DAD2CE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160" name="Shape 154"/>
          <p:cNvSpPr/>
          <p:nvPr/>
        </p:nvSpPr>
        <p:spPr>
          <a:xfrm>
            <a:off x="7651750" y="4356100"/>
            <a:ext cx="95250" cy="152400"/>
          </a:xfrm>
          <a:prstGeom prst="line">
            <a:avLst/>
          </a:prstGeom>
          <a:noFill/>
          <a:ln w="17780">
            <a:solidFill>
              <a:srgbClr val="C00000"/>
            </a:solidFill>
            <a:prstDash val="solid"/>
          </a:ln>
        </p:spPr>
      </p:sp>
      <p:sp>
        <p:nvSpPr>
          <p:cNvPr id="161" name="Shape 155"/>
          <p:cNvSpPr/>
          <p:nvPr/>
        </p:nvSpPr>
        <p:spPr>
          <a:xfrm>
            <a:off x="7651750" y="4356100"/>
            <a:ext cx="95250" cy="-152400"/>
          </a:xfrm>
          <a:prstGeom prst="line">
            <a:avLst/>
          </a:prstGeom>
          <a:noFill/>
          <a:ln w="17780">
            <a:solidFill>
              <a:srgbClr val="C00000"/>
            </a:solidFill>
            <a:prstDash val="solid"/>
          </a:ln>
        </p:spPr>
      </p:sp>
      <p:sp>
        <p:nvSpPr>
          <p:cNvPr id="162" name="Shape 156"/>
          <p:cNvSpPr/>
          <p:nvPr/>
        </p:nvSpPr>
        <p:spPr>
          <a:xfrm>
            <a:off x="7651750" y="4584700"/>
            <a:ext cx="95250" cy="152400"/>
          </a:xfrm>
          <a:prstGeom prst="rect">
            <a:avLst/>
          </a:prstGeom>
          <a:solidFill>
            <a:srgbClr val="D8D2E0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163" name="Shape 157"/>
          <p:cNvSpPr/>
          <p:nvPr/>
        </p:nvSpPr>
        <p:spPr>
          <a:xfrm>
            <a:off x="7755890" y="4584700"/>
            <a:ext cx="95250" cy="152400"/>
          </a:xfrm>
          <a:prstGeom prst="rect">
            <a:avLst/>
          </a:prstGeom>
          <a:solidFill>
            <a:srgbClr val="E4D6D8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164" name="Shape 158"/>
          <p:cNvSpPr/>
          <p:nvPr/>
        </p:nvSpPr>
        <p:spPr>
          <a:xfrm>
            <a:off x="7860030" y="4584700"/>
            <a:ext cx="95250" cy="152400"/>
          </a:xfrm>
          <a:prstGeom prst="rect">
            <a:avLst/>
          </a:prstGeom>
          <a:solidFill>
            <a:srgbClr val="D8D2E0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165" name="Shape 159"/>
          <p:cNvSpPr/>
          <p:nvPr/>
        </p:nvSpPr>
        <p:spPr>
          <a:xfrm>
            <a:off x="7964170" y="4584700"/>
            <a:ext cx="95250" cy="152400"/>
          </a:xfrm>
          <a:prstGeom prst="rect">
            <a:avLst/>
          </a:prstGeom>
          <a:solidFill>
            <a:srgbClr val="DAD2CE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166" name="Shape 160"/>
          <p:cNvSpPr/>
          <p:nvPr/>
        </p:nvSpPr>
        <p:spPr>
          <a:xfrm>
            <a:off x="8068310" y="4584700"/>
            <a:ext cx="95250" cy="152400"/>
          </a:xfrm>
          <a:prstGeom prst="rect">
            <a:avLst/>
          </a:prstGeom>
          <a:solidFill>
            <a:srgbClr val="DAD2CE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167" name="Shape 161"/>
          <p:cNvSpPr/>
          <p:nvPr/>
        </p:nvSpPr>
        <p:spPr>
          <a:xfrm>
            <a:off x="7651750" y="4584700"/>
            <a:ext cx="95250" cy="152400"/>
          </a:xfrm>
          <a:prstGeom prst="line">
            <a:avLst/>
          </a:prstGeom>
          <a:noFill/>
          <a:ln w="17780">
            <a:solidFill>
              <a:srgbClr val="C00000"/>
            </a:solidFill>
            <a:prstDash val="solid"/>
          </a:ln>
        </p:spPr>
      </p:sp>
      <p:sp>
        <p:nvSpPr>
          <p:cNvPr id="168" name="Shape 162"/>
          <p:cNvSpPr/>
          <p:nvPr/>
        </p:nvSpPr>
        <p:spPr>
          <a:xfrm>
            <a:off x="7651750" y="4584700"/>
            <a:ext cx="95250" cy="-152400"/>
          </a:xfrm>
          <a:prstGeom prst="line">
            <a:avLst/>
          </a:prstGeom>
          <a:noFill/>
          <a:ln w="17780">
            <a:solidFill>
              <a:srgbClr val="C00000"/>
            </a:solidFill>
            <a:prstDash val="solid"/>
          </a:ln>
        </p:spPr>
      </p:sp>
      <p:sp>
        <p:nvSpPr>
          <p:cNvPr id="169" name="Shape 163"/>
          <p:cNvSpPr/>
          <p:nvPr/>
        </p:nvSpPr>
        <p:spPr>
          <a:xfrm>
            <a:off x="7651750" y="4813300"/>
            <a:ext cx="95250" cy="152400"/>
          </a:xfrm>
          <a:prstGeom prst="rect">
            <a:avLst/>
          </a:prstGeom>
          <a:solidFill>
            <a:srgbClr val="E4D6D8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170" name="Shape 164"/>
          <p:cNvSpPr/>
          <p:nvPr/>
        </p:nvSpPr>
        <p:spPr>
          <a:xfrm>
            <a:off x="7755890" y="4813300"/>
            <a:ext cx="95250" cy="152400"/>
          </a:xfrm>
          <a:prstGeom prst="rect">
            <a:avLst/>
          </a:prstGeom>
          <a:solidFill>
            <a:srgbClr val="D8D2E0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171" name="Shape 165"/>
          <p:cNvSpPr/>
          <p:nvPr/>
        </p:nvSpPr>
        <p:spPr>
          <a:xfrm>
            <a:off x="7860030" y="4813300"/>
            <a:ext cx="95250" cy="152400"/>
          </a:xfrm>
          <a:prstGeom prst="rect">
            <a:avLst/>
          </a:prstGeom>
          <a:solidFill>
            <a:srgbClr val="DAD2CE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172" name="Shape 166"/>
          <p:cNvSpPr/>
          <p:nvPr/>
        </p:nvSpPr>
        <p:spPr>
          <a:xfrm>
            <a:off x="7964170" y="4813300"/>
            <a:ext cx="95250" cy="152400"/>
          </a:xfrm>
          <a:prstGeom prst="rect">
            <a:avLst/>
          </a:prstGeom>
          <a:solidFill>
            <a:srgbClr val="DAD2CE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173" name="Shape 167"/>
          <p:cNvSpPr/>
          <p:nvPr/>
        </p:nvSpPr>
        <p:spPr>
          <a:xfrm>
            <a:off x="8068310" y="4813300"/>
            <a:ext cx="95250" cy="152400"/>
          </a:xfrm>
          <a:prstGeom prst="rect">
            <a:avLst/>
          </a:prstGeom>
          <a:solidFill>
            <a:srgbClr val="D8D2E0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174" name="Shape 168"/>
          <p:cNvSpPr/>
          <p:nvPr/>
        </p:nvSpPr>
        <p:spPr>
          <a:xfrm>
            <a:off x="7651750" y="4813300"/>
            <a:ext cx="95250" cy="152400"/>
          </a:xfrm>
          <a:prstGeom prst="line">
            <a:avLst/>
          </a:prstGeom>
          <a:noFill/>
          <a:ln w="17780">
            <a:solidFill>
              <a:srgbClr val="C00000"/>
            </a:solidFill>
            <a:prstDash val="solid"/>
          </a:ln>
        </p:spPr>
      </p:sp>
      <p:sp>
        <p:nvSpPr>
          <p:cNvPr id="175" name="Shape 169"/>
          <p:cNvSpPr/>
          <p:nvPr/>
        </p:nvSpPr>
        <p:spPr>
          <a:xfrm>
            <a:off x="7651750" y="4813300"/>
            <a:ext cx="95250" cy="-152400"/>
          </a:xfrm>
          <a:prstGeom prst="line">
            <a:avLst/>
          </a:prstGeom>
          <a:noFill/>
          <a:ln w="17780">
            <a:solidFill>
              <a:srgbClr val="C00000"/>
            </a:solidFill>
            <a:prstDash val="solid"/>
          </a:ln>
        </p:spPr>
      </p:sp>
      <p:sp>
        <p:nvSpPr>
          <p:cNvPr id="176" name="Shape 170"/>
          <p:cNvSpPr/>
          <p:nvPr/>
        </p:nvSpPr>
        <p:spPr>
          <a:xfrm>
            <a:off x="7651750" y="5041900"/>
            <a:ext cx="95250" cy="152400"/>
          </a:xfrm>
          <a:prstGeom prst="rect">
            <a:avLst/>
          </a:prstGeom>
          <a:solidFill>
            <a:srgbClr val="D8D2E0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177" name="Shape 171"/>
          <p:cNvSpPr/>
          <p:nvPr/>
        </p:nvSpPr>
        <p:spPr>
          <a:xfrm>
            <a:off x="7755890" y="5041900"/>
            <a:ext cx="95250" cy="152400"/>
          </a:xfrm>
          <a:prstGeom prst="rect">
            <a:avLst/>
          </a:prstGeom>
          <a:solidFill>
            <a:srgbClr val="DAD2CE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178" name="Shape 172"/>
          <p:cNvSpPr/>
          <p:nvPr/>
        </p:nvSpPr>
        <p:spPr>
          <a:xfrm>
            <a:off x="7860030" y="5041900"/>
            <a:ext cx="95250" cy="152400"/>
          </a:xfrm>
          <a:prstGeom prst="rect">
            <a:avLst/>
          </a:prstGeom>
          <a:solidFill>
            <a:srgbClr val="DAD2CE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179" name="Shape 173"/>
          <p:cNvSpPr/>
          <p:nvPr/>
        </p:nvSpPr>
        <p:spPr>
          <a:xfrm>
            <a:off x="7964170" y="5041900"/>
            <a:ext cx="95250" cy="152400"/>
          </a:xfrm>
          <a:prstGeom prst="rect">
            <a:avLst/>
          </a:prstGeom>
          <a:solidFill>
            <a:srgbClr val="D8D2E0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180" name="Shape 174"/>
          <p:cNvSpPr/>
          <p:nvPr/>
        </p:nvSpPr>
        <p:spPr>
          <a:xfrm>
            <a:off x="8068310" y="5041900"/>
            <a:ext cx="95250" cy="152400"/>
          </a:xfrm>
          <a:prstGeom prst="rect">
            <a:avLst/>
          </a:prstGeom>
          <a:solidFill>
            <a:srgbClr val="E4D6D8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181" name="Shape 175"/>
          <p:cNvSpPr/>
          <p:nvPr/>
        </p:nvSpPr>
        <p:spPr>
          <a:xfrm>
            <a:off x="7651750" y="5041900"/>
            <a:ext cx="95250" cy="152400"/>
          </a:xfrm>
          <a:prstGeom prst="line">
            <a:avLst/>
          </a:prstGeom>
          <a:noFill/>
          <a:ln w="17780">
            <a:solidFill>
              <a:srgbClr val="C00000"/>
            </a:solidFill>
            <a:prstDash val="solid"/>
          </a:ln>
        </p:spPr>
      </p:sp>
      <p:sp>
        <p:nvSpPr>
          <p:cNvPr id="182" name="Shape 176"/>
          <p:cNvSpPr/>
          <p:nvPr/>
        </p:nvSpPr>
        <p:spPr>
          <a:xfrm>
            <a:off x="7651750" y="5041900"/>
            <a:ext cx="95250" cy="-152400"/>
          </a:xfrm>
          <a:prstGeom prst="line">
            <a:avLst/>
          </a:prstGeom>
          <a:noFill/>
          <a:ln w="17780">
            <a:solidFill>
              <a:srgbClr val="C00000"/>
            </a:solidFill>
            <a:prstDash val="solid"/>
          </a:ln>
        </p:spPr>
      </p:sp>
      <p:sp>
        <p:nvSpPr>
          <p:cNvPr id="183" name="Shape 177"/>
          <p:cNvSpPr/>
          <p:nvPr/>
        </p:nvSpPr>
        <p:spPr>
          <a:xfrm>
            <a:off x="8191500" y="4013200"/>
            <a:ext cx="546100" cy="990600"/>
          </a:xfrm>
          <a:prstGeom prst="roundRect">
            <a:avLst>
              <a:gd name="adj" fmla="val 8372"/>
            </a:avLst>
          </a:prstGeom>
          <a:solidFill>
            <a:srgbClr val="FFFFFF"/>
          </a:solidFill>
          <a:ln w="12700">
            <a:solidFill>
              <a:srgbClr val="1F6B3A"/>
            </a:solidFill>
            <a:prstDash val="sysDot"/>
          </a:ln>
        </p:spPr>
      </p:sp>
      <p:sp>
        <p:nvSpPr>
          <p:cNvPr id="184" name="Shape 178"/>
          <p:cNvSpPr/>
          <p:nvPr/>
        </p:nvSpPr>
        <p:spPr>
          <a:xfrm>
            <a:off x="8210550" y="4089400"/>
            <a:ext cx="95250" cy="152400"/>
          </a:xfrm>
          <a:prstGeom prst="rect">
            <a:avLst/>
          </a:prstGeom>
          <a:solidFill>
            <a:srgbClr val="DAD2CE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185" name="Shape 179"/>
          <p:cNvSpPr/>
          <p:nvPr/>
        </p:nvSpPr>
        <p:spPr>
          <a:xfrm>
            <a:off x="8314690" y="4089400"/>
            <a:ext cx="95250" cy="152400"/>
          </a:xfrm>
          <a:prstGeom prst="rect">
            <a:avLst/>
          </a:prstGeom>
          <a:solidFill>
            <a:srgbClr val="D8D2E0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186" name="Shape 180"/>
          <p:cNvSpPr/>
          <p:nvPr/>
        </p:nvSpPr>
        <p:spPr>
          <a:xfrm>
            <a:off x="8418830" y="4089400"/>
            <a:ext cx="95250" cy="152400"/>
          </a:xfrm>
          <a:prstGeom prst="rect">
            <a:avLst/>
          </a:prstGeom>
          <a:solidFill>
            <a:srgbClr val="E4D6D8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187" name="Shape 181"/>
          <p:cNvSpPr/>
          <p:nvPr/>
        </p:nvSpPr>
        <p:spPr>
          <a:xfrm>
            <a:off x="8522970" y="4089400"/>
            <a:ext cx="95250" cy="152400"/>
          </a:xfrm>
          <a:prstGeom prst="rect">
            <a:avLst/>
          </a:prstGeom>
          <a:solidFill>
            <a:srgbClr val="D8D2E0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188" name="Shape 182"/>
          <p:cNvSpPr/>
          <p:nvPr/>
        </p:nvSpPr>
        <p:spPr>
          <a:xfrm>
            <a:off x="8627110" y="4089400"/>
            <a:ext cx="95250" cy="152400"/>
          </a:xfrm>
          <a:prstGeom prst="rect">
            <a:avLst/>
          </a:prstGeom>
          <a:solidFill>
            <a:srgbClr val="DAD2CE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189" name="Shape 183"/>
          <p:cNvSpPr/>
          <p:nvPr/>
        </p:nvSpPr>
        <p:spPr>
          <a:xfrm>
            <a:off x="8210550" y="4089400"/>
            <a:ext cx="95250" cy="152400"/>
          </a:xfrm>
          <a:prstGeom prst="line">
            <a:avLst/>
          </a:prstGeom>
          <a:noFill/>
          <a:ln w="17780">
            <a:solidFill>
              <a:srgbClr val="C00000"/>
            </a:solidFill>
            <a:prstDash val="solid"/>
          </a:ln>
        </p:spPr>
      </p:sp>
      <p:sp>
        <p:nvSpPr>
          <p:cNvPr id="190" name="Shape 184"/>
          <p:cNvSpPr/>
          <p:nvPr/>
        </p:nvSpPr>
        <p:spPr>
          <a:xfrm>
            <a:off x="8210550" y="4089400"/>
            <a:ext cx="95250" cy="-152400"/>
          </a:xfrm>
          <a:prstGeom prst="line">
            <a:avLst/>
          </a:prstGeom>
          <a:noFill/>
          <a:ln w="17780">
            <a:solidFill>
              <a:srgbClr val="C00000"/>
            </a:solidFill>
            <a:prstDash val="solid"/>
          </a:ln>
        </p:spPr>
      </p:sp>
      <p:sp>
        <p:nvSpPr>
          <p:cNvPr id="191" name="Shape 185"/>
          <p:cNvSpPr/>
          <p:nvPr/>
        </p:nvSpPr>
        <p:spPr>
          <a:xfrm>
            <a:off x="8210550" y="4318000"/>
            <a:ext cx="95250" cy="152400"/>
          </a:xfrm>
          <a:prstGeom prst="rect">
            <a:avLst/>
          </a:prstGeom>
          <a:solidFill>
            <a:srgbClr val="D8D2E0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192" name="Shape 186"/>
          <p:cNvSpPr/>
          <p:nvPr/>
        </p:nvSpPr>
        <p:spPr>
          <a:xfrm>
            <a:off x="8314690" y="4318000"/>
            <a:ext cx="95250" cy="152400"/>
          </a:xfrm>
          <a:prstGeom prst="rect">
            <a:avLst/>
          </a:prstGeom>
          <a:solidFill>
            <a:srgbClr val="E4D6D8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193" name="Shape 187"/>
          <p:cNvSpPr/>
          <p:nvPr/>
        </p:nvSpPr>
        <p:spPr>
          <a:xfrm>
            <a:off x="8418830" y="4318000"/>
            <a:ext cx="95250" cy="152400"/>
          </a:xfrm>
          <a:prstGeom prst="rect">
            <a:avLst/>
          </a:prstGeom>
          <a:solidFill>
            <a:srgbClr val="D8D2E0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194" name="Shape 188"/>
          <p:cNvSpPr/>
          <p:nvPr/>
        </p:nvSpPr>
        <p:spPr>
          <a:xfrm>
            <a:off x="8522970" y="4318000"/>
            <a:ext cx="95250" cy="152400"/>
          </a:xfrm>
          <a:prstGeom prst="rect">
            <a:avLst/>
          </a:prstGeom>
          <a:solidFill>
            <a:srgbClr val="DAD2CE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195" name="Shape 189"/>
          <p:cNvSpPr/>
          <p:nvPr/>
        </p:nvSpPr>
        <p:spPr>
          <a:xfrm>
            <a:off x="8627110" y="4318000"/>
            <a:ext cx="95250" cy="152400"/>
          </a:xfrm>
          <a:prstGeom prst="rect">
            <a:avLst/>
          </a:prstGeom>
          <a:solidFill>
            <a:srgbClr val="DAD2CE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196" name="Shape 190"/>
          <p:cNvSpPr/>
          <p:nvPr/>
        </p:nvSpPr>
        <p:spPr>
          <a:xfrm>
            <a:off x="8210550" y="4318000"/>
            <a:ext cx="95250" cy="152400"/>
          </a:xfrm>
          <a:prstGeom prst="line">
            <a:avLst/>
          </a:prstGeom>
          <a:noFill/>
          <a:ln w="17780">
            <a:solidFill>
              <a:srgbClr val="C00000"/>
            </a:solidFill>
            <a:prstDash val="solid"/>
          </a:ln>
        </p:spPr>
      </p:sp>
      <p:sp>
        <p:nvSpPr>
          <p:cNvPr id="197" name="Shape 191"/>
          <p:cNvSpPr/>
          <p:nvPr/>
        </p:nvSpPr>
        <p:spPr>
          <a:xfrm>
            <a:off x="8210550" y="4318000"/>
            <a:ext cx="95250" cy="-152400"/>
          </a:xfrm>
          <a:prstGeom prst="line">
            <a:avLst/>
          </a:prstGeom>
          <a:noFill/>
          <a:ln w="17780">
            <a:solidFill>
              <a:srgbClr val="C00000"/>
            </a:solidFill>
            <a:prstDash val="solid"/>
          </a:ln>
        </p:spPr>
      </p:sp>
      <p:sp>
        <p:nvSpPr>
          <p:cNvPr id="198" name="Shape 192"/>
          <p:cNvSpPr/>
          <p:nvPr/>
        </p:nvSpPr>
        <p:spPr>
          <a:xfrm>
            <a:off x="8210550" y="4546600"/>
            <a:ext cx="95250" cy="152400"/>
          </a:xfrm>
          <a:prstGeom prst="rect">
            <a:avLst/>
          </a:prstGeom>
          <a:solidFill>
            <a:srgbClr val="E4D6D8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199" name="Shape 193"/>
          <p:cNvSpPr/>
          <p:nvPr/>
        </p:nvSpPr>
        <p:spPr>
          <a:xfrm>
            <a:off x="8314690" y="4546600"/>
            <a:ext cx="95250" cy="152400"/>
          </a:xfrm>
          <a:prstGeom prst="rect">
            <a:avLst/>
          </a:prstGeom>
          <a:solidFill>
            <a:srgbClr val="D8D2E0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200" name="Shape 194"/>
          <p:cNvSpPr/>
          <p:nvPr/>
        </p:nvSpPr>
        <p:spPr>
          <a:xfrm>
            <a:off x="8418830" y="4546600"/>
            <a:ext cx="95250" cy="152400"/>
          </a:xfrm>
          <a:prstGeom prst="rect">
            <a:avLst/>
          </a:prstGeom>
          <a:solidFill>
            <a:srgbClr val="DAD2CE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201" name="Shape 195"/>
          <p:cNvSpPr/>
          <p:nvPr/>
        </p:nvSpPr>
        <p:spPr>
          <a:xfrm>
            <a:off x="8522970" y="4546600"/>
            <a:ext cx="95250" cy="152400"/>
          </a:xfrm>
          <a:prstGeom prst="rect">
            <a:avLst/>
          </a:prstGeom>
          <a:solidFill>
            <a:srgbClr val="DAD2CE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202" name="Shape 196"/>
          <p:cNvSpPr/>
          <p:nvPr/>
        </p:nvSpPr>
        <p:spPr>
          <a:xfrm>
            <a:off x="8627110" y="4546600"/>
            <a:ext cx="95250" cy="152400"/>
          </a:xfrm>
          <a:prstGeom prst="rect">
            <a:avLst/>
          </a:prstGeom>
          <a:solidFill>
            <a:srgbClr val="D8D2E0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203" name="Shape 197"/>
          <p:cNvSpPr/>
          <p:nvPr/>
        </p:nvSpPr>
        <p:spPr>
          <a:xfrm>
            <a:off x="8210550" y="4546600"/>
            <a:ext cx="95250" cy="152400"/>
          </a:xfrm>
          <a:prstGeom prst="line">
            <a:avLst/>
          </a:prstGeom>
          <a:noFill/>
          <a:ln w="17780">
            <a:solidFill>
              <a:srgbClr val="C00000"/>
            </a:solidFill>
            <a:prstDash val="solid"/>
          </a:ln>
        </p:spPr>
      </p:sp>
      <p:sp>
        <p:nvSpPr>
          <p:cNvPr id="204" name="Shape 198"/>
          <p:cNvSpPr/>
          <p:nvPr/>
        </p:nvSpPr>
        <p:spPr>
          <a:xfrm>
            <a:off x="8210550" y="4546600"/>
            <a:ext cx="95250" cy="-152400"/>
          </a:xfrm>
          <a:prstGeom prst="line">
            <a:avLst/>
          </a:prstGeom>
          <a:noFill/>
          <a:ln w="17780">
            <a:solidFill>
              <a:srgbClr val="C00000"/>
            </a:solidFill>
            <a:prstDash val="solid"/>
          </a:ln>
        </p:spPr>
      </p:sp>
      <p:sp>
        <p:nvSpPr>
          <p:cNvPr id="205" name="Shape 199"/>
          <p:cNvSpPr/>
          <p:nvPr/>
        </p:nvSpPr>
        <p:spPr>
          <a:xfrm>
            <a:off x="8210550" y="4775200"/>
            <a:ext cx="95250" cy="152400"/>
          </a:xfrm>
          <a:prstGeom prst="rect">
            <a:avLst/>
          </a:prstGeom>
          <a:solidFill>
            <a:srgbClr val="D8D2E0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206" name="Shape 200"/>
          <p:cNvSpPr/>
          <p:nvPr/>
        </p:nvSpPr>
        <p:spPr>
          <a:xfrm>
            <a:off x="8314690" y="4775200"/>
            <a:ext cx="95250" cy="152400"/>
          </a:xfrm>
          <a:prstGeom prst="rect">
            <a:avLst/>
          </a:prstGeom>
          <a:solidFill>
            <a:srgbClr val="DAD2CE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207" name="Shape 201"/>
          <p:cNvSpPr/>
          <p:nvPr/>
        </p:nvSpPr>
        <p:spPr>
          <a:xfrm>
            <a:off x="8418830" y="4775200"/>
            <a:ext cx="95250" cy="152400"/>
          </a:xfrm>
          <a:prstGeom prst="rect">
            <a:avLst/>
          </a:prstGeom>
          <a:solidFill>
            <a:srgbClr val="DAD2CE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208" name="Shape 202"/>
          <p:cNvSpPr/>
          <p:nvPr/>
        </p:nvSpPr>
        <p:spPr>
          <a:xfrm>
            <a:off x="8522970" y="4775200"/>
            <a:ext cx="95250" cy="152400"/>
          </a:xfrm>
          <a:prstGeom prst="rect">
            <a:avLst/>
          </a:prstGeom>
          <a:solidFill>
            <a:srgbClr val="D8D2E0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209" name="Shape 203"/>
          <p:cNvSpPr/>
          <p:nvPr/>
        </p:nvSpPr>
        <p:spPr>
          <a:xfrm>
            <a:off x="8627110" y="4775200"/>
            <a:ext cx="95250" cy="152400"/>
          </a:xfrm>
          <a:prstGeom prst="rect">
            <a:avLst/>
          </a:prstGeom>
          <a:solidFill>
            <a:srgbClr val="E4D6D8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210" name="Shape 204"/>
          <p:cNvSpPr/>
          <p:nvPr/>
        </p:nvSpPr>
        <p:spPr>
          <a:xfrm>
            <a:off x="8210550" y="4775200"/>
            <a:ext cx="95250" cy="152400"/>
          </a:xfrm>
          <a:prstGeom prst="line">
            <a:avLst/>
          </a:prstGeom>
          <a:noFill/>
          <a:ln w="17780">
            <a:solidFill>
              <a:srgbClr val="C00000"/>
            </a:solidFill>
            <a:prstDash val="solid"/>
          </a:ln>
        </p:spPr>
      </p:sp>
      <p:sp>
        <p:nvSpPr>
          <p:cNvPr id="211" name="Shape 205"/>
          <p:cNvSpPr/>
          <p:nvPr/>
        </p:nvSpPr>
        <p:spPr>
          <a:xfrm>
            <a:off x="8210550" y="4775200"/>
            <a:ext cx="95250" cy="-152400"/>
          </a:xfrm>
          <a:prstGeom prst="line">
            <a:avLst/>
          </a:prstGeom>
          <a:noFill/>
          <a:ln w="17780">
            <a:solidFill>
              <a:srgbClr val="C00000"/>
            </a:solidFill>
            <a:prstDash val="solid"/>
          </a:ln>
        </p:spPr>
      </p:sp>
      <p:sp>
        <p:nvSpPr>
          <p:cNvPr id="212" name="Shape 206"/>
          <p:cNvSpPr/>
          <p:nvPr/>
        </p:nvSpPr>
        <p:spPr>
          <a:xfrm>
            <a:off x="8737600" y="3746500"/>
            <a:ext cx="546100" cy="990600"/>
          </a:xfrm>
          <a:prstGeom prst="roundRect">
            <a:avLst>
              <a:gd name="adj" fmla="val 8372"/>
            </a:avLst>
          </a:prstGeom>
          <a:solidFill>
            <a:srgbClr val="FFFFFF"/>
          </a:solidFill>
          <a:ln w="12700">
            <a:solidFill>
              <a:srgbClr val="1F6B3A"/>
            </a:solidFill>
            <a:prstDash val="sysDot"/>
          </a:ln>
        </p:spPr>
      </p:sp>
      <p:sp>
        <p:nvSpPr>
          <p:cNvPr id="213" name="Shape 207"/>
          <p:cNvSpPr/>
          <p:nvPr/>
        </p:nvSpPr>
        <p:spPr>
          <a:xfrm>
            <a:off x="8756650" y="3822700"/>
            <a:ext cx="95250" cy="152400"/>
          </a:xfrm>
          <a:prstGeom prst="rect">
            <a:avLst/>
          </a:prstGeom>
          <a:solidFill>
            <a:srgbClr val="DAD2CE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214" name="Shape 208"/>
          <p:cNvSpPr/>
          <p:nvPr/>
        </p:nvSpPr>
        <p:spPr>
          <a:xfrm>
            <a:off x="8860790" y="3822700"/>
            <a:ext cx="95250" cy="152400"/>
          </a:xfrm>
          <a:prstGeom prst="rect">
            <a:avLst/>
          </a:prstGeom>
          <a:solidFill>
            <a:srgbClr val="D8D2E0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215" name="Shape 209"/>
          <p:cNvSpPr/>
          <p:nvPr/>
        </p:nvSpPr>
        <p:spPr>
          <a:xfrm>
            <a:off x="8964930" y="3822700"/>
            <a:ext cx="95250" cy="152400"/>
          </a:xfrm>
          <a:prstGeom prst="rect">
            <a:avLst/>
          </a:prstGeom>
          <a:solidFill>
            <a:srgbClr val="E4D6D8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216" name="Shape 210"/>
          <p:cNvSpPr/>
          <p:nvPr/>
        </p:nvSpPr>
        <p:spPr>
          <a:xfrm>
            <a:off x="9069070" y="3822700"/>
            <a:ext cx="95250" cy="152400"/>
          </a:xfrm>
          <a:prstGeom prst="rect">
            <a:avLst/>
          </a:prstGeom>
          <a:solidFill>
            <a:srgbClr val="D8D2E0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217" name="Shape 211"/>
          <p:cNvSpPr/>
          <p:nvPr/>
        </p:nvSpPr>
        <p:spPr>
          <a:xfrm>
            <a:off x="9173210" y="3822700"/>
            <a:ext cx="95250" cy="152400"/>
          </a:xfrm>
          <a:prstGeom prst="rect">
            <a:avLst/>
          </a:prstGeom>
          <a:solidFill>
            <a:srgbClr val="DAD2CE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218" name="Shape 212"/>
          <p:cNvSpPr/>
          <p:nvPr/>
        </p:nvSpPr>
        <p:spPr>
          <a:xfrm>
            <a:off x="8756650" y="3822700"/>
            <a:ext cx="95250" cy="152400"/>
          </a:xfrm>
          <a:prstGeom prst="line">
            <a:avLst/>
          </a:prstGeom>
          <a:noFill/>
          <a:ln w="17780">
            <a:solidFill>
              <a:srgbClr val="C00000"/>
            </a:solidFill>
            <a:prstDash val="solid"/>
          </a:ln>
        </p:spPr>
      </p:sp>
      <p:sp>
        <p:nvSpPr>
          <p:cNvPr id="219" name="Shape 213"/>
          <p:cNvSpPr/>
          <p:nvPr/>
        </p:nvSpPr>
        <p:spPr>
          <a:xfrm>
            <a:off x="8756650" y="3822700"/>
            <a:ext cx="95250" cy="-152400"/>
          </a:xfrm>
          <a:prstGeom prst="line">
            <a:avLst/>
          </a:prstGeom>
          <a:noFill/>
          <a:ln w="17780">
            <a:solidFill>
              <a:srgbClr val="C00000"/>
            </a:solidFill>
            <a:prstDash val="solid"/>
          </a:ln>
        </p:spPr>
      </p:sp>
      <p:sp>
        <p:nvSpPr>
          <p:cNvPr id="220" name="Shape 214"/>
          <p:cNvSpPr/>
          <p:nvPr/>
        </p:nvSpPr>
        <p:spPr>
          <a:xfrm>
            <a:off x="8756650" y="4051300"/>
            <a:ext cx="95250" cy="152400"/>
          </a:xfrm>
          <a:prstGeom prst="rect">
            <a:avLst/>
          </a:prstGeom>
          <a:solidFill>
            <a:srgbClr val="D8D2E0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221" name="Shape 215"/>
          <p:cNvSpPr/>
          <p:nvPr/>
        </p:nvSpPr>
        <p:spPr>
          <a:xfrm>
            <a:off x="8860790" y="4051300"/>
            <a:ext cx="95250" cy="152400"/>
          </a:xfrm>
          <a:prstGeom prst="rect">
            <a:avLst/>
          </a:prstGeom>
          <a:solidFill>
            <a:srgbClr val="E4D6D8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222" name="Shape 216"/>
          <p:cNvSpPr/>
          <p:nvPr/>
        </p:nvSpPr>
        <p:spPr>
          <a:xfrm>
            <a:off x="8964930" y="4051300"/>
            <a:ext cx="95250" cy="152400"/>
          </a:xfrm>
          <a:prstGeom prst="rect">
            <a:avLst/>
          </a:prstGeom>
          <a:solidFill>
            <a:srgbClr val="D8D2E0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223" name="Shape 217"/>
          <p:cNvSpPr/>
          <p:nvPr/>
        </p:nvSpPr>
        <p:spPr>
          <a:xfrm>
            <a:off x="9069070" y="4051300"/>
            <a:ext cx="95250" cy="152400"/>
          </a:xfrm>
          <a:prstGeom prst="rect">
            <a:avLst/>
          </a:prstGeom>
          <a:solidFill>
            <a:srgbClr val="DAD2CE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224" name="Shape 218"/>
          <p:cNvSpPr/>
          <p:nvPr/>
        </p:nvSpPr>
        <p:spPr>
          <a:xfrm>
            <a:off x="9173210" y="4051300"/>
            <a:ext cx="95250" cy="152400"/>
          </a:xfrm>
          <a:prstGeom prst="rect">
            <a:avLst/>
          </a:prstGeom>
          <a:solidFill>
            <a:srgbClr val="DAD2CE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225" name="Shape 219"/>
          <p:cNvSpPr/>
          <p:nvPr/>
        </p:nvSpPr>
        <p:spPr>
          <a:xfrm>
            <a:off x="8756650" y="4051300"/>
            <a:ext cx="95250" cy="152400"/>
          </a:xfrm>
          <a:prstGeom prst="line">
            <a:avLst/>
          </a:prstGeom>
          <a:noFill/>
          <a:ln w="17780">
            <a:solidFill>
              <a:srgbClr val="C00000"/>
            </a:solidFill>
            <a:prstDash val="solid"/>
          </a:ln>
        </p:spPr>
      </p:sp>
      <p:sp>
        <p:nvSpPr>
          <p:cNvPr id="226" name="Shape 220"/>
          <p:cNvSpPr/>
          <p:nvPr/>
        </p:nvSpPr>
        <p:spPr>
          <a:xfrm>
            <a:off x="8756650" y="4051300"/>
            <a:ext cx="95250" cy="-152400"/>
          </a:xfrm>
          <a:prstGeom prst="line">
            <a:avLst/>
          </a:prstGeom>
          <a:noFill/>
          <a:ln w="17780">
            <a:solidFill>
              <a:srgbClr val="C00000"/>
            </a:solidFill>
            <a:prstDash val="solid"/>
          </a:ln>
        </p:spPr>
      </p:sp>
      <p:sp>
        <p:nvSpPr>
          <p:cNvPr id="227" name="Shape 221"/>
          <p:cNvSpPr/>
          <p:nvPr/>
        </p:nvSpPr>
        <p:spPr>
          <a:xfrm>
            <a:off x="8756650" y="4279900"/>
            <a:ext cx="95250" cy="152400"/>
          </a:xfrm>
          <a:prstGeom prst="rect">
            <a:avLst/>
          </a:prstGeom>
          <a:solidFill>
            <a:srgbClr val="E4D6D8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228" name="Shape 222"/>
          <p:cNvSpPr/>
          <p:nvPr/>
        </p:nvSpPr>
        <p:spPr>
          <a:xfrm>
            <a:off x="8860790" y="4279900"/>
            <a:ext cx="95250" cy="152400"/>
          </a:xfrm>
          <a:prstGeom prst="rect">
            <a:avLst/>
          </a:prstGeom>
          <a:solidFill>
            <a:srgbClr val="D8D2E0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229" name="Shape 223"/>
          <p:cNvSpPr/>
          <p:nvPr/>
        </p:nvSpPr>
        <p:spPr>
          <a:xfrm>
            <a:off x="8964930" y="4279900"/>
            <a:ext cx="95250" cy="152400"/>
          </a:xfrm>
          <a:prstGeom prst="rect">
            <a:avLst/>
          </a:prstGeom>
          <a:solidFill>
            <a:srgbClr val="DAD2CE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230" name="Shape 224"/>
          <p:cNvSpPr/>
          <p:nvPr/>
        </p:nvSpPr>
        <p:spPr>
          <a:xfrm>
            <a:off x="9069070" y="4279900"/>
            <a:ext cx="95250" cy="152400"/>
          </a:xfrm>
          <a:prstGeom prst="rect">
            <a:avLst/>
          </a:prstGeom>
          <a:solidFill>
            <a:srgbClr val="DAD2CE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231" name="Shape 225"/>
          <p:cNvSpPr/>
          <p:nvPr/>
        </p:nvSpPr>
        <p:spPr>
          <a:xfrm>
            <a:off x="9173210" y="4279900"/>
            <a:ext cx="95250" cy="152400"/>
          </a:xfrm>
          <a:prstGeom prst="rect">
            <a:avLst/>
          </a:prstGeom>
          <a:solidFill>
            <a:srgbClr val="D8D2E0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232" name="Shape 226"/>
          <p:cNvSpPr/>
          <p:nvPr/>
        </p:nvSpPr>
        <p:spPr>
          <a:xfrm>
            <a:off x="8756650" y="4279900"/>
            <a:ext cx="95250" cy="152400"/>
          </a:xfrm>
          <a:prstGeom prst="line">
            <a:avLst/>
          </a:prstGeom>
          <a:noFill/>
          <a:ln w="17780">
            <a:solidFill>
              <a:srgbClr val="C00000"/>
            </a:solidFill>
            <a:prstDash val="solid"/>
          </a:ln>
        </p:spPr>
      </p:sp>
      <p:sp>
        <p:nvSpPr>
          <p:cNvPr id="233" name="Shape 227"/>
          <p:cNvSpPr/>
          <p:nvPr/>
        </p:nvSpPr>
        <p:spPr>
          <a:xfrm>
            <a:off x="8756650" y="4279900"/>
            <a:ext cx="95250" cy="-152400"/>
          </a:xfrm>
          <a:prstGeom prst="line">
            <a:avLst/>
          </a:prstGeom>
          <a:noFill/>
          <a:ln w="17780">
            <a:solidFill>
              <a:srgbClr val="C00000"/>
            </a:solidFill>
            <a:prstDash val="solid"/>
          </a:ln>
        </p:spPr>
      </p:sp>
      <p:sp>
        <p:nvSpPr>
          <p:cNvPr id="234" name="Shape 228"/>
          <p:cNvSpPr/>
          <p:nvPr/>
        </p:nvSpPr>
        <p:spPr>
          <a:xfrm>
            <a:off x="8756650" y="4508500"/>
            <a:ext cx="95250" cy="152400"/>
          </a:xfrm>
          <a:prstGeom prst="rect">
            <a:avLst/>
          </a:prstGeom>
          <a:solidFill>
            <a:srgbClr val="D8D2E0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235" name="Shape 229"/>
          <p:cNvSpPr/>
          <p:nvPr/>
        </p:nvSpPr>
        <p:spPr>
          <a:xfrm>
            <a:off x="8860790" y="4508500"/>
            <a:ext cx="95250" cy="152400"/>
          </a:xfrm>
          <a:prstGeom prst="rect">
            <a:avLst/>
          </a:prstGeom>
          <a:solidFill>
            <a:srgbClr val="DAD2CE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236" name="Shape 230"/>
          <p:cNvSpPr/>
          <p:nvPr/>
        </p:nvSpPr>
        <p:spPr>
          <a:xfrm>
            <a:off x="8964930" y="4508500"/>
            <a:ext cx="95250" cy="152400"/>
          </a:xfrm>
          <a:prstGeom prst="rect">
            <a:avLst/>
          </a:prstGeom>
          <a:solidFill>
            <a:srgbClr val="DAD2CE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237" name="Shape 231"/>
          <p:cNvSpPr/>
          <p:nvPr/>
        </p:nvSpPr>
        <p:spPr>
          <a:xfrm>
            <a:off x="9069070" y="4508500"/>
            <a:ext cx="95250" cy="152400"/>
          </a:xfrm>
          <a:prstGeom prst="rect">
            <a:avLst/>
          </a:prstGeom>
          <a:solidFill>
            <a:srgbClr val="D8D2E0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238" name="Shape 232"/>
          <p:cNvSpPr/>
          <p:nvPr/>
        </p:nvSpPr>
        <p:spPr>
          <a:xfrm>
            <a:off x="9173210" y="4508500"/>
            <a:ext cx="95250" cy="152400"/>
          </a:xfrm>
          <a:prstGeom prst="rect">
            <a:avLst/>
          </a:prstGeom>
          <a:solidFill>
            <a:srgbClr val="E4D6D8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239" name="Shape 233"/>
          <p:cNvSpPr/>
          <p:nvPr/>
        </p:nvSpPr>
        <p:spPr>
          <a:xfrm>
            <a:off x="8756650" y="4508500"/>
            <a:ext cx="95250" cy="152400"/>
          </a:xfrm>
          <a:prstGeom prst="line">
            <a:avLst/>
          </a:prstGeom>
          <a:noFill/>
          <a:ln w="17780">
            <a:solidFill>
              <a:srgbClr val="C00000"/>
            </a:solidFill>
            <a:prstDash val="solid"/>
          </a:ln>
        </p:spPr>
      </p:sp>
      <p:sp>
        <p:nvSpPr>
          <p:cNvPr id="240" name="Shape 234"/>
          <p:cNvSpPr/>
          <p:nvPr/>
        </p:nvSpPr>
        <p:spPr>
          <a:xfrm>
            <a:off x="8756650" y="4508500"/>
            <a:ext cx="95250" cy="-152400"/>
          </a:xfrm>
          <a:prstGeom prst="line">
            <a:avLst/>
          </a:prstGeom>
          <a:noFill/>
          <a:ln w="17780">
            <a:solidFill>
              <a:srgbClr val="C00000"/>
            </a:solidFill>
            <a:prstDash val="solid"/>
          </a:ln>
        </p:spPr>
      </p:sp>
      <p:sp>
        <p:nvSpPr>
          <p:cNvPr id="241" name="Shape 235"/>
          <p:cNvSpPr/>
          <p:nvPr/>
        </p:nvSpPr>
        <p:spPr>
          <a:xfrm>
            <a:off x="9283700" y="3479800"/>
            <a:ext cx="546100" cy="990600"/>
          </a:xfrm>
          <a:prstGeom prst="roundRect">
            <a:avLst>
              <a:gd name="adj" fmla="val 8372"/>
            </a:avLst>
          </a:prstGeom>
          <a:solidFill>
            <a:srgbClr val="FFFFFF"/>
          </a:solidFill>
          <a:ln w="12700">
            <a:solidFill>
              <a:srgbClr val="1F6B3A"/>
            </a:solidFill>
            <a:prstDash val="sysDot"/>
          </a:ln>
        </p:spPr>
      </p:sp>
      <p:sp>
        <p:nvSpPr>
          <p:cNvPr id="242" name="Shape 236"/>
          <p:cNvSpPr/>
          <p:nvPr/>
        </p:nvSpPr>
        <p:spPr>
          <a:xfrm>
            <a:off x="9302750" y="3556000"/>
            <a:ext cx="95250" cy="152400"/>
          </a:xfrm>
          <a:prstGeom prst="rect">
            <a:avLst/>
          </a:prstGeom>
          <a:solidFill>
            <a:srgbClr val="DAD2CE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243" name="Shape 237"/>
          <p:cNvSpPr/>
          <p:nvPr/>
        </p:nvSpPr>
        <p:spPr>
          <a:xfrm>
            <a:off x="9406890" y="3556000"/>
            <a:ext cx="95250" cy="152400"/>
          </a:xfrm>
          <a:prstGeom prst="rect">
            <a:avLst/>
          </a:prstGeom>
          <a:solidFill>
            <a:srgbClr val="D8D2E0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244" name="Shape 238"/>
          <p:cNvSpPr/>
          <p:nvPr/>
        </p:nvSpPr>
        <p:spPr>
          <a:xfrm>
            <a:off x="9511030" y="3556000"/>
            <a:ext cx="95250" cy="152400"/>
          </a:xfrm>
          <a:prstGeom prst="rect">
            <a:avLst/>
          </a:prstGeom>
          <a:solidFill>
            <a:srgbClr val="E4D6D8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245" name="Shape 239"/>
          <p:cNvSpPr/>
          <p:nvPr/>
        </p:nvSpPr>
        <p:spPr>
          <a:xfrm>
            <a:off x="9615170" y="3556000"/>
            <a:ext cx="95250" cy="152400"/>
          </a:xfrm>
          <a:prstGeom prst="rect">
            <a:avLst/>
          </a:prstGeom>
          <a:solidFill>
            <a:srgbClr val="D8D2E0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246" name="Shape 240"/>
          <p:cNvSpPr/>
          <p:nvPr/>
        </p:nvSpPr>
        <p:spPr>
          <a:xfrm>
            <a:off x="9719310" y="3556000"/>
            <a:ext cx="95250" cy="152400"/>
          </a:xfrm>
          <a:prstGeom prst="rect">
            <a:avLst/>
          </a:prstGeom>
          <a:solidFill>
            <a:srgbClr val="DAD2CE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247" name="Shape 241"/>
          <p:cNvSpPr/>
          <p:nvPr/>
        </p:nvSpPr>
        <p:spPr>
          <a:xfrm>
            <a:off x="9302750" y="3556000"/>
            <a:ext cx="95250" cy="152400"/>
          </a:xfrm>
          <a:prstGeom prst="line">
            <a:avLst/>
          </a:prstGeom>
          <a:noFill/>
          <a:ln w="17780">
            <a:solidFill>
              <a:srgbClr val="C00000"/>
            </a:solidFill>
            <a:prstDash val="solid"/>
          </a:ln>
        </p:spPr>
      </p:sp>
      <p:sp>
        <p:nvSpPr>
          <p:cNvPr id="248" name="Shape 242"/>
          <p:cNvSpPr/>
          <p:nvPr/>
        </p:nvSpPr>
        <p:spPr>
          <a:xfrm>
            <a:off x="9302750" y="3556000"/>
            <a:ext cx="95250" cy="-152400"/>
          </a:xfrm>
          <a:prstGeom prst="line">
            <a:avLst/>
          </a:prstGeom>
          <a:noFill/>
          <a:ln w="17780">
            <a:solidFill>
              <a:srgbClr val="C00000"/>
            </a:solidFill>
            <a:prstDash val="solid"/>
          </a:ln>
        </p:spPr>
      </p:sp>
      <p:sp>
        <p:nvSpPr>
          <p:cNvPr id="249" name="Shape 243"/>
          <p:cNvSpPr/>
          <p:nvPr/>
        </p:nvSpPr>
        <p:spPr>
          <a:xfrm>
            <a:off x="9302750" y="3784600"/>
            <a:ext cx="95250" cy="152400"/>
          </a:xfrm>
          <a:prstGeom prst="rect">
            <a:avLst/>
          </a:prstGeom>
          <a:solidFill>
            <a:srgbClr val="D8D2E0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250" name="Shape 244"/>
          <p:cNvSpPr/>
          <p:nvPr/>
        </p:nvSpPr>
        <p:spPr>
          <a:xfrm>
            <a:off x="9406890" y="3784600"/>
            <a:ext cx="95250" cy="152400"/>
          </a:xfrm>
          <a:prstGeom prst="rect">
            <a:avLst/>
          </a:prstGeom>
          <a:solidFill>
            <a:srgbClr val="E4D6D8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251" name="Shape 245"/>
          <p:cNvSpPr/>
          <p:nvPr/>
        </p:nvSpPr>
        <p:spPr>
          <a:xfrm>
            <a:off x="9511030" y="3784600"/>
            <a:ext cx="95250" cy="152400"/>
          </a:xfrm>
          <a:prstGeom prst="rect">
            <a:avLst/>
          </a:prstGeom>
          <a:solidFill>
            <a:srgbClr val="D8D2E0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252" name="Shape 246"/>
          <p:cNvSpPr/>
          <p:nvPr/>
        </p:nvSpPr>
        <p:spPr>
          <a:xfrm>
            <a:off x="9615170" y="3784600"/>
            <a:ext cx="95250" cy="152400"/>
          </a:xfrm>
          <a:prstGeom prst="rect">
            <a:avLst/>
          </a:prstGeom>
          <a:solidFill>
            <a:srgbClr val="DAD2CE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253" name="Shape 247"/>
          <p:cNvSpPr/>
          <p:nvPr/>
        </p:nvSpPr>
        <p:spPr>
          <a:xfrm>
            <a:off x="9719310" y="3784600"/>
            <a:ext cx="95250" cy="152400"/>
          </a:xfrm>
          <a:prstGeom prst="rect">
            <a:avLst/>
          </a:prstGeom>
          <a:solidFill>
            <a:srgbClr val="DAD2CE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254" name="Shape 248"/>
          <p:cNvSpPr/>
          <p:nvPr/>
        </p:nvSpPr>
        <p:spPr>
          <a:xfrm>
            <a:off x="9302750" y="3784600"/>
            <a:ext cx="95250" cy="152400"/>
          </a:xfrm>
          <a:prstGeom prst="line">
            <a:avLst/>
          </a:prstGeom>
          <a:noFill/>
          <a:ln w="17780">
            <a:solidFill>
              <a:srgbClr val="C00000"/>
            </a:solidFill>
            <a:prstDash val="solid"/>
          </a:ln>
        </p:spPr>
      </p:sp>
      <p:sp>
        <p:nvSpPr>
          <p:cNvPr id="255" name="Shape 249"/>
          <p:cNvSpPr/>
          <p:nvPr/>
        </p:nvSpPr>
        <p:spPr>
          <a:xfrm>
            <a:off x="9302750" y="3784600"/>
            <a:ext cx="95250" cy="-152400"/>
          </a:xfrm>
          <a:prstGeom prst="line">
            <a:avLst/>
          </a:prstGeom>
          <a:noFill/>
          <a:ln w="17780">
            <a:solidFill>
              <a:srgbClr val="C00000"/>
            </a:solidFill>
            <a:prstDash val="solid"/>
          </a:ln>
        </p:spPr>
      </p:sp>
      <p:sp>
        <p:nvSpPr>
          <p:cNvPr id="256" name="Shape 250"/>
          <p:cNvSpPr/>
          <p:nvPr/>
        </p:nvSpPr>
        <p:spPr>
          <a:xfrm>
            <a:off x="9302750" y="4013200"/>
            <a:ext cx="95250" cy="152400"/>
          </a:xfrm>
          <a:prstGeom prst="rect">
            <a:avLst/>
          </a:prstGeom>
          <a:solidFill>
            <a:srgbClr val="E4D6D8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257" name="Shape 251"/>
          <p:cNvSpPr/>
          <p:nvPr/>
        </p:nvSpPr>
        <p:spPr>
          <a:xfrm>
            <a:off x="9406890" y="4013200"/>
            <a:ext cx="95250" cy="152400"/>
          </a:xfrm>
          <a:prstGeom prst="rect">
            <a:avLst/>
          </a:prstGeom>
          <a:solidFill>
            <a:srgbClr val="D8D2E0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258" name="Shape 252"/>
          <p:cNvSpPr/>
          <p:nvPr/>
        </p:nvSpPr>
        <p:spPr>
          <a:xfrm>
            <a:off x="9511030" y="4013200"/>
            <a:ext cx="95250" cy="152400"/>
          </a:xfrm>
          <a:prstGeom prst="rect">
            <a:avLst/>
          </a:prstGeom>
          <a:solidFill>
            <a:srgbClr val="DAD2CE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259" name="Shape 253"/>
          <p:cNvSpPr/>
          <p:nvPr/>
        </p:nvSpPr>
        <p:spPr>
          <a:xfrm>
            <a:off x="9615170" y="4013200"/>
            <a:ext cx="95250" cy="152400"/>
          </a:xfrm>
          <a:prstGeom prst="rect">
            <a:avLst/>
          </a:prstGeom>
          <a:solidFill>
            <a:srgbClr val="DAD2CE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260" name="Shape 254"/>
          <p:cNvSpPr/>
          <p:nvPr/>
        </p:nvSpPr>
        <p:spPr>
          <a:xfrm>
            <a:off x="9719310" y="4013200"/>
            <a:ext cx="95250" cy="152400"/>
          </a:xfrm>
          <a:prstGeom prst="rect">
            <a:avLst/>
          </a:prstGeom>
          <a:solidFill>
            <a:srgbClr val="D8D2E0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261" name="Shape 255"/>
          <p:cNvSpPr/>
          <p:nvPr/>
        </p:nvSpPr>
        <p:spPr>
          <a:xfrm>
            <a:off x="9302750" y="4013200"/>
            <a:ext cx="95250" cy="152400"/>
          </a:xfrm>
          <a:prstGeom prst="line">
            <a:avLst/>
          </a:prstGeom>
          <a:noFill/>
          <a:ln w="17780">
            <a:solidFill>
              <a:srgbClr val="C00000"/>
            </a:solidFill>
            <a:prstDash val="solid"/>
          </a:ln>
        </p:spPr>
      </p:sp>
      <p:sp>
        <p:nvSpPr>
          <p:cNvPr id="262" name="Shape 256"/>
          <p:cNvSpPr/>
          <p:nvPr/>
        </p:nvSpPr>
        <p:spPr>
          <a:xfrm>
            <a:off x="9302750" y="4013200"/>
            <a:ext cx="95250" cy="-152400"/>
          </a:xfrm>
          <a:prstGeom prst="line">
            <a:avLst/>
          </a:prstGeom>
          <a:noFill/>
          <a:ln w="17780">
            <a:solidFill>
              <a:srgbClr val="C00000"/>
            </a:solidFill>
            <a:prstDash val="solid"/>
          </a:ln>
        </p:spPr>
      </p:sp>
      <p:sp>
        <p:nvSpPr>
          <p:cNvPr id="263" name="Shape 257"/>
          <p:cNvSpPr/>
          <p:nvPr/>
        </p:nvSpPr>
        <p:spPr>
          <a:xfrm>
            <a:off x="9302750" y="4241800"/>
            <a:ext cx="95250" cy="152400"/>
          </a:xfrm>
          <a:prstGeom prst="rect">
            <a:avLst/>
          </a:prstGeom>
          <a:solidFill>
            <a:srgbClr val="D8D2E0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264" name="Shape 258"/>
          <p:cNvSpPr/>
          <p:nvPr/>
        </p:nvSpPr>
        <p:spPr>
          <a:xfrm>
            <a:off x="9406890" y="4241800"/>
            <a:ext cx="95250" cy="152400"/>
          </a:xfrm>
          <a:prstGeom prst="rect">
            <a:avLst/>
          </a:prstGeom>
          <a:solidFill>
            <a:srgbClr val="DAD2CE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265" name="Shape 259"/>
          <p:cNvSpPr/>
          <p:nvPr/>
        </p:nvSpPr>
        <p:spPr>
          <a:xfrm>
            <a:off x="9511030" y="4241800"/>
            <a:ext cx="95250" cy="152400"/>
          </a:xfrm>
          <a:prstGeom prst="rect">
            <a:avLst/>
          </a:prstGeom>
          <a:solidFill>
            <a:srgbClr val="DAD2CE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266" name="Shape 260"/>
          <p:cNvSpPr/>
          <p:nvPr/>
        </p:nvSpPr>
        <p:spPr>
          <a:xfrm>
            <a:off x="9615170" y="4241800"/>
            <a:ext cx="95250" cy="152400"/>
          </a:xfrm>
          <a:prstGeom prst="rect">
            <a:avLst/>
          </a:prstGeom>
          <a:solidFill>
            <a:srgbClr val="D8D2E0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267" name="Shape 261"/>
          <p:cNvSpPr/>
          <p:nvPr/>
        </p:nvSpPr>
        <p:spPr>
          <a:xfrm>
            <a:off x="9719310" y="4241800"/>
            <a:ext cx="95250" cy="152400"/>
          </a:xfrm>
          <a:prstGeom prst="rect">
            <a:avLst/>
          </a:prstGeom>
          <a:solidFill>
            <a:srgbClr val="E4D6D8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268" name="Shape 262"/>
          <p:cNvSpPr/>
          <p:nvPr/>
        </p:nvSpPr>
        <p:spPr>
          <a:xfrm>
            <a:off x="9302750" y="4241800"/>
            <a:ext cx="95250" cy="152400"/>
          </a:xfrm>
          <a:prstGeom prst="line">
            <a:avLst/>
          </a:prstGeom>
          <a:noFill/>
          <a:ln w="17780">
            <a:solidFill>
              <a:srgbClr val="C00000"/>
            </a:solidFill>
            <a:prstDash val="solid"/>
          </a:ln>
        </p:spPr>
      </p:sp>
      <p:sp>
        <p:nvSpPr>
          <p:cNvPr id="269" name="Shape 263"/>
          <p:cNvSpPr/>
          <p:nvPr/>
        </p:nvSpPr>
        <p:spPr>
          <a:xfrm>
            <a:off x="9302750" y="4241800"/>
            <a:ext cx="95250" cy="-152400"/>
          </a:xfrm>
          <a:prstGeom prst="line">
            <a:avLst/>
          </a:prstGeom>
          <a:noFill/>
          <a:ln w="17780">
            <a:solidFill>
              <a:srgbClr val="C00000"/>
            </a:solidFill>
            <a:prstDash val="solid"/>
          </a:ln>
        </p:spPr>
      </p:sp>
      <p:sp>
        <p:nvSpPr>
          <p:cNvPr id="270" name="Shape 264"/>
          <p:cNvSpPr/>
          <p:nvPr/>
        </p:nvSpPr>
        <p:spPr>
          <a:xfrm>
            <a:off x="9829800" y="3238500"/>
            <a:ext cx="546100" cy="990600"/>
          </a:xfrm>
          <a:prstGeom prst="roundRect">
            <a:avLst>
              <a:gd name="adj" fmla="val 8372"/>
            </a:avLst>
          </a:prstGeom>
          <a:solidFill>
            <a:srgbClr val="FFFFFF"/>
          </a:solidFill>
          <a:ln w="12700">
            <a:solidFill>
              <a:srgbClr val="1F6B3A"/>
            </a:solidFill>
            <a:prstDash val="sysDot"/>
          </a:ln>
        </p:spPr>
      </p:sp>
      <p:sp>
        <p:nvSpPr>
          <p:cNvPr id="271" name="Shape 265"/>
          <p:cNvSpPr/>
          <p:nvPr/>
        </p:nvSpPr>
        <p:spPr>
          <a:xfrm>
            <a:off x="9848850" y="3314700"/>
            <a:ext cx="95250" cy="152400"/>
          </a:xfrm>
          <a:prstGeom prst="rect">
            <a:avLst/>
          </a:prstGeom>
          <a:solidFill>
            <a:srgbClr val="DAD2CE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272" name="Shape 266"/>
          <p:cNvSpPr/>
          <p:nvPr/>
        </p:nvSpPr>
        <p:spPr>
          <a:xfrm>
            <a:off x="9952990" y="3314700"/>
            <a:ext cx="95250" cy="152400"/>
          </a:xfrm>
          <a:prstGeom prst="rect">
            <a:avLst/>
          </a:prstGeom>
          <a:solidFill>
            <a:srgbClr val="D8D2E0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273" name="Shape 267"/>
          <p:cNvSpPr/>
          <p:nvPr/>
        </p:nvSpPr>
        <p:spPr>
          <a:xfrm>
            <a:off x="10057130" y="3314700"/>
            <a:ext cx="95250" cy="152400"/>
          </a:xfrm>
          <a:prstGeom prst="rect">
            <a:avLst/>
          </a:prstGeom>
          <a:solidFill>
            <a:srgbClr val="E4D6D8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274" name="Shape 268"/>
          <p:cNvSpPr/>
          <p:nvPr/>
        </p:nvSpPr>
        <p:spPr>
          <a:xfrm>
            <a:off x="10161270" y="3314700"/>
            <a:ext cx="95250" cy="152400"/>
          </a:xfrm>
          <a:prstGeom prst="rect">
            <a:avLst/>
          </a:prstGeom>
          <a:solidFill>
            <a:srgbClr val="D8D2E0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275" name="Shape 269"/>
          <p:cNvSpPr/>
          <p:nvPr/>
        </p:nvSpPr>
        <p:spPr>
          <a:xfrm>
            <a:off x="10265410" y="3314700"/>
            <a:ext cx="95250" cy="152400"/>
          </a:xfrm>
          <a:prstGeom prst="rect">
            <a:avLst/>
          </a:prstGeom>
          <a:solidFill>
            <a:srgbClr val="DAD2CE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276" name="Shape 270"/>
          <p:cNvSpPr/>
          <p:nvPr/>
        </p:nvSpPr>
        <p:spPr>
          <a:xfrm>
            <a:off x="9848850" y="3314700"/>
            <a:ext cx="95250" cy="152400"/>
          </a:xfrm>
          <a:prstGeom prst="line">
            <a:avLst/>
          </a:prstGeom>
          <a:noFill/>
          <a:ln w="17780">
            <a:solidFill>
              <a:srgbClr val="C00000"/>
            </a:solidFill>
            <a:prstDash val="solid"/>
          </a:ln>
        </p:spPr>
      </p:sp>
      <p:sp>
        <p:nvSpPr>
          <p:cNvPr id="277" name="Shape 271"/>
          <p:cNvSpPr/>
          <p:nvPr/>
        </p:nvSpPr>
        <p:spPr>
          <a:xfrm>
            <a:off x="9848850" y="3314700"/>
            <a:ext cx="95250" cy="-152400"/>
          </a:xfrm>
          <a:prstGeom prst="line">
            <a:avLst/>
          </a:prstGeom>
          <a:noFill/>
          <a:ln w="17780">
            <a:solidFill>
              <a:srgbClr val="C00000"/>
            </a:solidFill>
            <a:prstDash val="solid"/>
          </a:ln>
        </p:spPr>
      </p:sp>
      <p:sp>
        <p:nvSpPr>
          <p:cNvPr id="278" name="Shape 272"/>
          <p:cNvSpPr/>
          <p:nvPr/>
        </p:nvSpPr>
        <p:spPr>
          <a:xfrm>
            <a:off x="9848850" y="3543300"/>
            <a:ext cx="95250" cy="152400"/>
          </a:xfrm>
          <a:prstGeom prst="rect">
            <a:avLst/>
          </a:prstGeom>
          <a:solidFill>
            <a:srgbClr val="D8D2E0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279" name="Shape 273"/>
          <p:cNvSpPr/>
          <p:nvPr/>
        </p:nvSpPr>
        <p:spPr>
          <a:xfrm>
            <a:off x="9952990" y="3543300"/>
            <a:ext cx="95250" cy="152400"/>
          </a:xfrm>
          <a:prstGeom prst="rect">
            <a:avLst/>
          </a:prstGeom>
          <a:solidFill>
            <a:srgbClr val="E4D6D8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280" name="Shape 274"/>
          <p:cNvSpPr/>
          <p:nvPr/>
        </p:nvSpPr>
        <p:spPr>
          <a:xfrm>
            <a:off x="10057130" y="3543300"/>
            <a:ext cx="95250" cy="152400"/>
          </a:xfrm>
          <a:prstGeom prst="rect">
            <a:avLst/>
          </a:prstGeom>
          <a:solidFill>
            <a:srgbClr val="D8D2E0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281" name="Shape 275"/>
          <p:cNvSpPr/>
          <p:nvPr/>
        </p:nvSpPr>
        <p:spPr>
          <a:xfrm>
            <a:off x="10161270" y="3543300"/>
            <a:ext cx="95250" cy="152400"/>
          </a:xfrm>
          <a:prstGeom prst="rect">
            <a:avLst/>
          </a:prstGeom>
          <a:solidFill>
            <a:srgbClr val="DAD2CE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282" name="Shape 276"/>
          <p:cNvSpPr/>
          <p:nvPr/>
        </p:nvSpPr>
        <p:spPr>
          <a:xfrm>
            <a:off x="10265410" y="3543300"/>
            <a:ext cx="95250" cy="152400"/>
          </a:xfrm>
          <a:prstGeom prst="rect">
            <a:avLst/>
          </a:prstGeom>
          <a:solidFill>
            <a:srgbClr val="DAD2CE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283" name="Shape 277"/>
          <p:cNvSpPr/>
          <p:nvPr/>
        </p:nvSpPr>
        <p:spPr>
          <a:xfrm>
            <a:off x="9848850" y="3543300"/>
            <a:ext cx="95250" cy="152400"/>
          </a:xfrm>
          <a:prstGeom prst="line">
            <a:avLst/>
          </a:prstGeom>
          <a:noFill/>
          <a:ln w="17780">
            <a:solidFill>
              <a:srgbClr val="C00000"/>
            </a:solidFill>
            <a:prstDash val="solid"/>
          </a:ln>
        </p:spPr>
      </p:sp>
      <p:sp>
        <p:nvSpPr>
          <p:cNvPr id="284" name="Shape 278"/>
          <p:cNvSpPr/>
          <p:nvPr/>
        </p:nvSpPr>
        <p:spPr>
          <a:xfrm>
            <a:off x="9848850" y="3543300"/>
            <a:ext cx="95250" cy="-152400"/>
          </a:xfrm>
          <a:prstGeom prst="line">
            <a:avLst/>
          </a:prstGeom>
          <a:noFill/>
          <a:ln w="17780">
            <a:solidFill>
              <a:srgbClr val="C00000"/>
            </a:solidFill>
            <a:prstDash val="solid"/>
          </a:ln>
        </p:spPr>
      </p:sp>
      <p:sp>
        <p:nvSpPr>
          <p:cNvPr id="285" name="Shape 279"/>
          <p:cNvSpPr/>
          <p:nvPr/>
        </p:nvSpPr>
        <p:spPr>
          <a:xfrm>
            <a:off x="9848850" y="3771900"/>
            <a:ext cx="95250" cy="152400"/>
          </a:xfrm>
          <a:prstGeom prst="rect">
            <a:avLst/>
          </a:prstGeom>
          <a:solidFill>
            <a:srgbClr val="E4D6D8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286" name="Shape 280"/>
          <p:cNvSpPr/>
          <p:nvPr/>
        </p:nvSpPr>
        <p:spPr>
          <a:xfrm>
            <a:off x="9952990" y="3771900"/>
            <a:ext cx="95250" cy="152400"/>
          </a:xfrm>
          <a:prstGeom prst="rect">
            <a:avLst/>
          </a:prstGeom>
          <a:solidFill>
            <a:srgbClr val="D8D2E0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287" name="Shape 281"/>
          <p:cNvSpPr/>
          <p:nvPr/>
        </p:nvSpPr>
        <p:spPr>
          <a:xfrm>
            <a:off x="10057130" y="3771900"/>
            <a:ext cx="95250" cy="152400"/>
          </a:xfrm>
          <a:prstGeom prst="rect">
            <a:avLst/>
          </a:prstGeom>
          <a:solidFill>
            <a:srgbClr val="DAD2CE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288" name="Shape 282"/>
          <p:cNvSpPr/>
          <p:nvPr/>
        </p:nvSpPr>
        <p:spPr>
          <a:xfrm>
            <a:off x="10161270" y="3771900"/>
            <a:ext cx="95250" cy="152400"/>
          </a:xfrm>
          <a:prstGeom prst="rect">
            <a:avLst/>
          </a:prstGeom>
          <a:solidFill>
            <a:srgbClr val="DAD2CE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289" name="Shape 283"/>
          <p:cNvSpPr/>
          <p:nvPr/>
        </p:nvSpPr>
        <p:spPr>
          <a:xfrm>
            <a:off x="10265410" y="3771900"/>
            <a:ext cx="95250" cy="152400"/>
          </a:xfrm>
          <a:prstGeom prst="rect">
            <a:avLst/>
          </a:prstGeom>
          <a:solidFill>
            <a:srgbClr val="D8D2E0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290" name="Shape 284"/>
          <p:cNvSpPr/>
          <p:nvPr/>
        </p:nvSpPr>
        <p:spPr>
          <a:xfrm>
            <a:off x="9848850" y="3771900"/>
            <a:ext cx="95250" cy="152400"/>
          </a:xfrm>
          <a:prstGeom prst="line">
            <a:avLst/>
          </a:prstGeom>
          <a:noFill/>
          <a:ln w="17780">
            <a:solidFill>
              <a:srgbClr val="C00000"/>
            </a:solidFill>
            <a:prstDash val="solid"/>
          </a:ln>
        </p:spPr>
      </p:sp>
      <p:sp>
        <p:nvSpPr>
          <p:cNvPr id="291" name="Shape 285"/>
          <p:cNvSpPr/>
          <p:nvPr/>
        </p:nvSpPr>
        <p:spPr>
          <a:xfrm>
            <a:off x="9848850" y="3771900"/>
            <a:ext cx="95250" cy="-152400"/>
          </a:xfrm>
          <a:prstGeom prst="line">
            <a:avLst/>
          </a:prstGeom>
          <a:noFill/>
          <a:ln w="17780">
            <a:solidFill>
              <a:srgbClr val="C00000"/>
            </a:solidFill>
            <a:prstDash val="solid"/>
          </a:ln>
        </p:spPr>
      </p:sp>
      <p:sp>
        <p:nvSpPr>
          <p:cNvPr id="292" name="Shape 286"/>
          <p:cNvSpPr/>
          <p:nvPr/>
        </p:nvSpPr>
        <p:spPr>
          <a:xfrm>
            <a:off x="9848850" y="4000500"/>
            <a:ext cx="95250" cy="152400"/>
          </a:xfrm>
          <a:prstGeom prst="rect">
            <a:avLst/>
          </a:prstGeom>
          <a:solidFill>
            <a:srgbClr val="D8D2E0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293" name="Shape 287"/>
          <p:cNvSpPr/>
          <p:nvPr/>
        </p:nvSpPr>
        <p:spPr>
          <a:xfrm>
            <a:off x="9952990" y="4000500"/>
            <a:ext cx="95250" cy="152400"/>
          </a:xfrm>
          <a:prstGeom prst="rect">
            <a:avLst/>
          </a:prstGeom>
          <a:solidFill>
            <a:srgbClr val="DAD2CE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294" name="Shape 288"/>
          <p:cNvSpPr/>
          <p:nvPr/>
        </p:nvSpPr>
        <p:spPr>
          <a:xfrm>
            <a:off x="10057130" y="4000500"/>
            <a:ext cx="95250" cy="152400"/>
          </a:xfrm>
          <a:prstGeom prst="rect">
            <a:avLst/>
          </a:prstGeom>
          <a:solidFill>
            <a:srgbClr val="DAD2CE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295" name="Shape 289"/>
          <p:cNvSpPr/>
          <p:nvPr/>
        </p:nvSpPr>
        <p:spPr>
          <a:xfrm>
            <a:off x="10161270" y="4000500"/>
            <a:ext cx="95250" cy="152400"/>
          </a:xfrm>
          <a:prstGeom prst="rect">
            <a:avLst/>
          </a:prstGeom>
          <a:solidFill>
            <a:srgbClr val="D8D2E0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296" name="Shape 290"/>
          <p:cNvSpPr/>
          <p:nvPr/>
        </p:nvSpPr>
        <p:spPr>
          <a:xfrm>
            <a:off x="10265410" y="4000500"/>
            <a:ext cx="95250" cy="152400"/>
          </a:xfrm>
          <a:prstGeom prst="rect">
            <a:avLst/>
          </a:prstGeom>
          <a:solidFill>
            <a:srgbClr val="E4D6D8"/>
          </a:solidFill>
          <a:ln w="5080">
            <a:solidFill>
              <a:srgbClr val="BFB8B4"/>
            </a:solidFill>
            <a:prstDash val="solid"/>
          </a:ln>
        </p:spPr>
      </p:sp>
      <p:sp>
        <p:nvSpPr>
          <p:cNvPr id="297" name="Shape 291"/>
          <p:cNvSpPr/>
          <p:nvPr/>
        </p:nvSpPr>
        <p:spPr>
          <a:xfrm>
            <a:off x="9848850" y="4000500"/>
            <a:ext cx="95250" cy="152400"/>
          </a:xfrm>
          <a:prstGeom prst="line">
            <a:avLst/>
          </a:prstGeom>
          <a:noFill/>
          <a:ln w="17780">
            <a:solidFill>
              <a:srgbClr val="C00000"/>
            </a:solidFill>
            <a:prstDash val="solid"/>
          </a:ln>
        </p:spPr>
      </p:sp>
      <p:sp>
        <p:nvSpPr>
          <p:cNvPr id="298" name="Shape 292"/>
          <p:cNvSpPr/>
          <p:nvPr/>
        </p:nvSpPr>
        <p:spPr>
          <a:xfrm>
            <a:off x="9848850" y="4000500"/>
            <a:ext cx="95250" cy="-152400"/>
          </a:xfrm>
          <a:prstGeom prst="line">
            <a:avLst/>
          </a:prstGeom>
          <a:noFill/>
          <a:ln w="17780">
            <a:solidFill>
              <a:srgbClr val="C00000"/>
            </a:solidFill>
            <a:prstDash val="solid"/>
          </a:ln>
        </p:spPr>
      </p:sp>
      <p:sp>
        <p:nvSpPr>
          <p:cNvPr id="299" name="Shape 293"/>
          <p:cNvSpPr/>
          <p:nvPr/>
        </p:nvSpPr>
        <p:spPr>
          <a:xfrm>
            <a:off x="8458200" y="4953000"/>
            <a:ext cx="0" cy="241300"/>
          </a:xfrm>
          <a:prstGeom prst="line">
            <a:avLst/>
          </a:prstGeom>
          <a:noFill/>
          <a:ln w="15875">
            <a:solidFill>
              <a:srgbClr val="00AA00"/>
            </a:solidFill>
            <a:prstDash val="solid"/>
            <a:headEnd type="triangle"/>
          </a:ln>
        </p:spPr>
      </p:sp>
      <p:sp>
        <p:nvSpPr>
          <p:cNvPr id="300" name="Shape 294"/>
          <p:cNvSpPr/>
          <p:nvPr/>
        </p:nvSpPr>
        <p:spPr>
          <a:xfrm>
            <a:off x="9004300" y="4686300"/>
            <a:ext cx="0" cy="241300"/>
          </a:xfrm>
          <a:prstGeom prst="line">
            <a:avLst/>
          </a:prstGeom>
          <a:noFill/>
          <a:ln w="15875">
            <a:solidFill>
              <a:srgbClr val="00AA00"/>
            </a:solidFill>
            <a:prstDash val="solid"/>
            <a:headEnd type="triangle"/>
          </a:ln>
        </p:spPr>
      </p:sp>
      <p:sp>
        <p:nvSpPr>
          <p:cNvPr id="301" name="Shape 295"/>
          <p:cNvSpPr/>
          <p:nvPr/>
        </p:nvSpPr>
        <p:spPr>
          <a:xfrm>
            <a:off x="9550400" y="4419600"/>
            <a:ext cx="0" cy="241300"/>
          </a:xfrm>
          <a:prstGeom prst="line">
            <a:avLst/>
          </a:prstGeom>
          <a:noFill/>
          <a:ln w="15875">
            <a:solidFill>
              <a:srgbClr val="00AA00"/>
            </a:solidFill>
            <a:prstDash val="solid"/>
            <a:headEnd type="triangle"/>
          </a:ln>
        </p:spPr>
      </p:sp>
      <p:sp>
        <p:nvSpPr>
          <p:cNvPr id="302" name="Shape 296"/>
          <p:cNvSpPr/>
          <p:nvPr/>
        </p:nvSpPr>
        <p:spPr>
          <a:xfrm>
            <a:off x="10337800" y="4178300"/>
            <a:ext cx="0" cy="215900"/>
          </a:xfrm>
          <a:prstGeom prst="line">
            <a:avLst/>
          </a:prstGeom>
          <a:noFill/>
          <a:ln w="15875">
            <a:solidFill>
              <a:srgbClr val="00AA00"/>
            </a:solidFill>
            <a:prstDash val="solid"/>
            <a:headEnd type="triangle"/>
          </a:ln>
        </p:spPr>
      </p:sp>
      <p:sp>
        <p:nvSpPr>
          <p:cNvPr id="303" name="Shape 297"/>
          <p:cNvSpPr/>
          <p:nvPr/>
        </p:nvSpPr>
        <p:spPr>
          <a:xfrm>
            <a:off x="7632700" y="5359400"/>
            <a:ext cx="546100" cy="279400"/>
          </a:xfrm>
          <a:prstGeom prst="rect">
            <a:avLst/>
          </a:prstGeom>
          <a:solidFill>
            <a:srgbClr val="FBD5DC"/>
          </a:solidFill>
          <a:ln w="11430">
            <a:solidFill>
              <a:srgbClr val="CC2222"/>
            </a:solidFill>
            <a:prstDash val="solid"/>
          </a:ln>
        </p:spPr>
      </p:sp>
      <p:sp>
        <p:nvSpPr>
          <p:cNvPr id="304" name="Text 298"/>
          <p:cNvSpPr/>
          <p:nvPr/>
        </p:nvSpPr>
        <p:spPr>
          <a:xfrm>
            <a:off x="7632700" y="5359400"/>
            <a:ext cx="5461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68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pPr algn="ctr" indent="0" marL="0">
              <a:buNone/>
            </a:pPr>
            <a:r>
              <a:rPr lang="en-US" sz="440" b="1" baseline="3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550" dirty="0"/>
          </a:p>
        </p:txBody>
      </p:sp>
      <p:sp>
        <p:nvSpPr>
          <p:cNvPr id="305" name="Shape 299"/>
          <p:cNvSpPr/>
          <p:nvPr/>
        </p:nvSpPr>
        <p:spPr>
          <a:xfrm>
            <a:off x="7632700" y="5867400"/>
            <a:ext cx="546100" cy="279400"/>
          </a:xfrm>
          <a:prstGeom prst="rect">
            <a:avLst/>
          </a:prstGeom>
          <a:solidFill>
            <a:srgbClr val="DFF0D5"/>
          </a:solidFill>
          <a:ln w="11430">
            <a:solidFill>
              <a:srgbClr val="2E8B57"/>
            </a:solidFill>
            <a:prstDash val="solid"/>
          </a:ln>
        </p:spPr>
      </p:sp>
      <p:sp>
        <p:nvSpPr>
          <p:cNvPr id="306" name="Text 300"/>
          <p:cNvSpPr/>
          <p:nvPr/>
        </p:nvSpPr>
        <p:spPr>
          <a:xfrm>
            <a:off x="7632700" y="5867400"/>
            <a:ext cx="5461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68" b="1" baseline="-40000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ctr" indent="0" marL="0">
              <a:buNone/>
            </a:pPr>
            <a:r>
              <a:rPr lang="en-US" sz="440" b="1" baseline="30000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550" dirty="0"/>
          </a:p>
        </p:txBody>
      </p:sp>
      <p:sp>
        <p:nvSpPr>
          <p:cNvPr id="307" name="Shape 301"/>
          <p:cNvSpPr/>
          <p:nvPr/>
        </p:nvSpPr>
        <p:spPr>
          <a:xfrm>
            <a:off x="7632700" y="6375400"/>
            <a:ext cx="546100" cy="279400"/>
          </a:xfrm>
          <a:prstGeom prst="rect">
            <a:avLst/>
          </a:prstGeom>
          <a:solidFill>
            <a:srgbClr val="D6E4F7"/>
          </a:solidFill>
          <a:ln w="11430">
            <a:solidFill>
              <a:srgbClr val="2F55C8"/>
            </a:solidFill>
            <a:prstDash val="solid"/>
          </a:ln>
        </p:spPr>
      </p:sp>
      <p:sp>
        <p:nvSpPr>
          <p:cNvPr id="308" name="Text 302"/>
          <p:cNvSpPr/>
          <p:nvPr/>
        </p:nvSpPr>
        <p:spPr>
          <a:xfrm>
            <a:off x="7632700" y="6375400"/>
            <a:ext cx="5461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2F55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68" b="1" baseline="-40000" dirty="0">
                <a:solidFill>
                  <a:srgbClr val="2F55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ctr" indent="0" marL="0">
              <a:buNone/>
            </a:pPr>
            <a:r>
              <a:rPr lang="en-US" sz="440" b="1" baseline="30000" dirty="0">
                <a:solidFill>
                  <a:srgbClr val="2F55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550" dirty="0"/>
          </a:p>
        </p:txBody>
      </p:sp>
      <p:sp>
        <p:nvSpPr>
          <p:cNvPr id="309" name="Shape 303"/>
          <p:cNvSpPr/>
          <p:nvPr/>
        </p:nvSpPr>
        <p:spPr>
          <a:xfrm>
            <a:off x="8191500" y="5092700"/>
            <a:ext cx="546100" cy="279400"/>
          </a:xfrm>
          <a:prstGeom prst="rect">
            <a:avLst/>
          </a:prstGeom>
          <a:solidFill>
            <a:srgbClr val="FBD5DC"/>
          </a:solidFill>
          <a:ln w="11430">
            <a:solidFill>
              <a:srgbClr val="CC2222"/>
            </a:solidFill>
            <a:prstDash val="solid"/>
          </a:ln>
        </p:spPr>
      </p:sp>
      <p:sp>
        <p:nvSpPr>
          <p:cNvPr id="310" name="Text 304"/>
          <p:cNvSpPr/>
          <p:nvPr/>
        </p:nvSpPr>
        <p:spPr>
          <a:xfrm>
            <a:off x="8191500" y="5092700"/>
            <a:ext cx="5461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68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pPr algn="ctr" indent="0" marL="0">
              <a:buNone/>
            </a:pPr>
            <a:r>
              <a:rPr lang="en-US" sz="440" b="1" baseline="3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</a:t>
            </a:r>
            <a:endParaRPr lang="en-US" sz="550" dirty="0"/>
          </a:p>
        </p:txBody>
      </p:sp>
      <p:sp>
        <p:nvSpPr>
          <p:cNvPr id="311" name="Shape 305"/>
          <p:cNvSpPr/>
          <p:nvPr/>
        </p:nvSpPr>
        <p:spPr>
          <a:xfrm>
            <a:off x="8191500" y="5600700"/>
            <a:ext cx="546100" cy="279400"/>
          </a:xfrm>
          <a:prstGeom prst="rect">
            <a:avLst/>
          </a:prstGeom>
          <a:solidFill>
            <a:srgbClr val="DFF0D5"/>
          </a:solidFill>
          <a:ln w="11430">
            <a:solidFill>
              <a:srgbClr val="2E8B57"/>
            </a:solidFill>
            <a:prstDash val="solid"/>
          </a:ln>
        </p:spPr>
      </p:sp>
      <p:sp>
        <p:nvSpPr>
          <p:cNvPr id="312" name="Text 306"/>
          <p:cNvSpPr/>
          <p:nvPr/>
        </p:nvSpPr>
        <p:spPr>
          <a:xfrm>
            <a:off x="8191500" y="5600700"/>
            <a:ext cx="5461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68" b="1" baseline="-40000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ctr" indent="0" marL="0">
              <a:buNone/>
            </a:pPr>
            <a:r>
              <a:rPr lang="en-US" sz="440" b="1" baseline="30000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</a:t>
            </a:r>
            <a:endParaRPr lang="en-US" sz="550" dirty="0"/>
          </a:p>
        </p:txBody>
      </p:sp>
      <p:sp>
        <p:nvSpPr>
          <p:cNvPr id="313" name="Shape 307"/>
          <p:cNvSpPr/>
          <p:nvPr/>
        </p:nvSpPr>
        <p:spPr>
          <a:xfrm>
            <a:off x="8191500" y="6108700"/>
            <a:ext cx="546100" cy="279400"/>
          </a:xfrm>
          <a:prstGeom prst="rect">
            <a:avLst/>
          </a:prstGeom>
          <a:solidFill>
            <a:srgbClr val="D6E4F7"/>
          </a:solidFill>
          <a:ln w="11430">
            <a:solidFill>
              <a:srgbClr val="2F55C8"/>
            </a:solidFill>
            <a:prstDash val="solid"/>
          </a:ln>
        </p:spPr>
      </p:sp>
      <p:sp>
        <p:nvSpPr>
          <p:cNvPr id="314" name="Text 308"/>
          <p:cNvSpPr/>
          <p:nvPr/>
        </p:nvSpPr>
        <p:spPr>
          <a:xfrm>
            <a:off x="8191500" y="6108700"/>
            <a:ext cx="5461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2F55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68" b="1" baseline="-40000" dirty="0">
                <a:solidFill>
                  <a:srgbClr val="2F55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ctr" indent="0" marL="0">
              <a:buNone/>
            </a:pPr>
            <a:r>
              <a:rPr lang="en-US" sz="440" b="1" baseline="30000" dirty="0">
                <a:solidFill>
                  <a:srgbClr val="2F55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</a:t>
            </a:r>
            <a:endParaRPr lang="en-US" sz="550" dirty="0"/>
          </a:p>
        </p:txBody>
      </p:sp>
      <p:sp>
        <p:nvSpPr>
          <p:cNvPr id="315" name="Shape 309"/>
          <p:cNvSpPr/>
          <p:nvPr/>
        </p:nvSpPr>
        <p:spPr>
          <a:xfrm>
            <a:off x="8737600" y="4826000"/>
            <a:ext cx="546100" cy="279400"/>
          </a:xfrm>
          <a:prstGeom prst="rect">
            <a:avLst/>
          </a:prstGeom>
          <a:solidFill>
            <a:srgbClr val="FBD5DC"/>
          </a:solidFill>
          <a:ln w="11430">
            <a:solidFill>
              <a:srgbClr val="CC2222"/>
            </a:solidFill>
            <a:prstDash val="solid"/>
          </a:ln>
        </p:spPr>
      </p:sp>
      <p:sp>
        <p:nvSpPr>
          <p:cNvPr id="316" name="Text 310"/>
          <p:cNvSpPr/>
          <p:nvPr/>
        </p:nvSpPr>
        <p:spPr>
          <a:xfrm>
            <a:off x="8737600" y="4826000"/>
            <a:ext cx="5461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68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pPr algn="ctr" indent="0" marL="0">
              <a:buNone/>
            </a:pPr>
            <a:r>
              <a:rPr lang="en-US" sz="440" b="1" baseline="3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</a:t>
            </a:r>
            <a:endParaRPr lang="en-US" sz="550" dirty="0"/>
          </a:p>
        </p:txBody>
      </p:sp>
      <p:sp>
        <p:nvSpPr>
          <p:cNvPr id="317" name="Shape 311"/>
          <p:cNvSpPr/>
          <p:nvPr/>
        </p:nvSpPr>
        <p:spPr>
          <a:xfrm>
            <a:off x="8737600" y="5334000"/>
            <a:ext cx="546100" cy="279400"/>
          </a:xfrm>
          <a:prstGeom prst="rect">
            <a:avLst/>
          </a:prstGeom>
          <a:solidFill>
            <a:srgbClr val="DFF0D5"/>
          </a:solidFill>
          <a:ln w="11430">
            <a:solidFill>
              <a:srgbClr val="2E8B57"/>
            </a:solidFill>
            <a:prstDash val="solid"/>
          </a:ln>
        </p:spPr>
      </p:sp>
      <p:sp>
        <p:nvSpPr>
          <p:cNvPr id="318" name="Text 312"/>
          <p:cNvSpPr/>
          <p:nvPr/>
        </p:nvSpPr>
        <p:spPr>
          <a:xfrm>
            <a:off x="8737600" y="5334000"/>
            <a:ext cx="5461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68" b="1" baseline="-40000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ctr" indent="0" marL="0">
              <a:buNone/>
            </a:pPr>
            <a:r>
              <a:rPr lang="en-US" sz="440" b="1" baseline="30000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</a:t>
            </a:r>
            <a:endParaRPr lang="en-US" sz="550" dirty="0"/>
          </a:p>
        </p:txBody>
      </p:sp>
      <p:sp>
        <p:nvSpPr>
          <p:cNvPr id="319" name="Shape 313"/>
          <p:cNvSpPr/>
          <p:nvPr/>
        </p:nvSpPr>
        <p:spPr>
          <a:xfrm>
            <a:off x="8737600" y="5842000"/>
            <a:ext cx="546100" cy="279400"/>
          </a:xfrm>
          <a:prstGeom prst="rect">
            <a:avLst/>
          </a:prstGeom>
          <a:solidFill>
            <a:srgbClr val="D6E4F7"/>
          </a:solidFill>
          <a:ln w="11430">
            <a:solidFill>
              <a:srgbClr val="2F55C8"/>
            </a:solidFill>
            <a:prstDash val="solid"/>
          </a:ln>
        </p:spPr>
      </p:sp>
      <p:sp>
        <p:nvSpPr>
          <p:cNvPr id="320" name="Text 314"/>
          <p:cNvSpPr/>
          <p:nvPr/>
        </p:nvSpPr>
        <p:spPr>
          <a:xfrm>
            <a:off x="8737600" y="5842000"/>
            <a:ext cx="5461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2F55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68" b="1" baseline="-40000" dirty="0">
                <a:solidFill>
                  <a:srgbClr val="2F55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ctr" indent="0" marL="0">
              <a:buNone/>
            </a:pPr>
            <a:r>
              <a:rPr lang="en-US" sz="440" b="1" baseline="30000" dirty="0">
                <a:solidFill>
                  <a:srgbClr val="2F55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</a:t>
            </a:r>
            <a:endParaRPr lang="en-US" sz="550" dirty="0"/>
          </a:p>
        </p:txBody>
      </p:sp>
      <p:sp>
        <p:nvSpPr>
          <p:cNvPr id="321" name="Shape 315"/>
          <p:cNvSpPr/>
          <p:nvPr/>
        </p:nvSpPr>
        <p:spPr>
          <a:xfrm>
            <a:off x="9283700" y="4559300"/>
            <a:ext cx="546100" cy="279400"/>
          </a:xfrm>
          <a:prstGeom prst="rect">
            <a:avLst/>
          </a:prstGeom>
          <a:solidFill>
            <a:srgbClr val="FBD5DC"/>
          </a:solidFill>
          <a:ln w="11430">
            <a:solidFill>
              <a:srgbClr val="CC2222"/>
            </a:solidFill>
            <a:prstDash val="solid"/>
          </a:ln>
        </p:spPr>
      </p:sp>
      <p:sp>
        <p:nvSpPr>
          <p:cNvPr id="322" name="Text 316"/>
          <p:cNvSpPr/>
          <p:nvPr/>
        </p:nvSpPr>
        <p:spPr>
          <a:xfrm>
            <a:off x="9283700" y="4559300"/>
            <a:ext cx="5461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68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pPr algn="ctr" indent="0" marL="0">
              <a:buNone/>
            </a:pPr>
            <a:r>
              <a:rPr lang="en-US" sz="440" b="1" baseline="3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</a:t>
            </a:r>
            <a:endParaRPr lang="en-US" sz="550" dirty="0"/>
          </a:p>
        </p:txBody>
      </p:sp>
      <p:sp>
        <p:nvSpPr>
          <p:cNvPr id="323" name="Shape 317"/>
          <p:cNvSpPr/>
          <p:nvPr/>
        </p:nvSpPr>
        <p:spPr>
          <a:xfrm>
            <a:off x="9283700" y="5067300"/>
            <a:ext cx="546100" cy="279400"/>
          </a:xfrm>
          <a:prstGeom prst="rect">
            <a:avLst/>
          </a:prstGeom>
          <a:solidFill>
            <a:srgbClr val="DFF0D5"/>
          </a:solidFill>
          <a:ln w="11430">
            <a:solidFill>
              <a:srgbClr val="2E8B57"/>
            </a:solidFill>
            <a:prstDash val="solid"/>
          </a:ln>
        </p:spPr>
      </p:sp>
      <p:sp>
        <p:nvSpPr>
          <p:cNvPr id="324" name="Text 318"/>
          <p:cNvSpPr/>
          <p:nvPr/>
        </p:nvSpPr>
        <p:spPr>
          <a:xfrm>
            <a:off x="9283700" y="5067300"/>
            <a:ext cx="5461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68" b="1" baseline="-40000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ctr" indent="0" marL="0">
              <a:buNone/>
            </a:pPr>
            <a:r>
              <a:rPr lang="en-US" sz="440" b="1" baseline="30000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</a:t>
            </a:r>
            <a:endParaRPr lang="en-US" sz="550" dirty="0"/>
          </a:p>
        </p:txBody>
      </p:sp>
      <p:sp>
        <p:nvSpPr>
          <p:cNvPr id="325" name="Shape 319"/>
          <p:cNvSpPr/>
          <p:nvPr/>
        </p:nvSpPr>
        <p:spPr>
          <a:xfrm>
            <a:off x="9283700" y="5575300"/>
            <a:ext cx="546100" cy="279400"/>
          </a:xfrm>
          <a:prstGeom prst="rect">
            <a:avLst/>
          </a:prstGeom>
          <a:solidFill>
            <a:srgbClr val="D6E4F7"/>
          </a:solidFill>
          <a:ln w="11430">
            <a:solidFill>
              <a:srgbClr val="2F55C8"/>
            </a:solidFill>
            <a:prstDash val="solid"/>
          </a:ln>
        </p:spPr>
      </p:sp>
      <p:sp>
        <p:nvSpPr>
          <p:cNvPr id="326" name="Text 320"/>
          <p:cNvSpPr/>
          <p:nvPr/>
        </p:nvSpPr>
        <p:spPr>
          <a:xfrm>
            <a:off x="9283700" y="5575300"/>
            <a:ext cx="5461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2F55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68" b="1" baseline="-40000" dirty="0">
                <a:solidFill>
                  <a:srgbClr val="2F55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ctr" indent="0" marL="0">
              <a:buNone/>
            </a:pPr>
            <a:r>
              <a:rPr lang="en-US" sz="440" b="1" baseline="30000" dirty="0">
                <a:solidFill>
                  <a:srgbClr val="2F55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</a:t>
            </a:r>
            <a:endParaRPr lang="en-US" sz="550" dirty="0"/>
          </a:p>
        </p:txBody>
      </p:sp>
      <p:sp>
        <p:nvSpPr>
          <p:cNvPr id="327" name="Shape 321"/>
          <p:cNvSpPr/>
          <p:nvPr/>
        </p:nvSpPr>
        <p:spPr>
          <a:xfrm>
            <a:off x="9829800" y="4292600"/>
            <a:ext cx="546100" cy="279400"/>
          </a:xfrm>
          <a:prstGeom prst="rect">
            <a:avLst/>
          </a:prstGeom>
          <a:solidFill>
            <a:srgbClr val="FBD5DC"/>
          </a:solidFill>
          <a:ln w="11430">
            <a:solidFill>
              <a:srgbClr val="CC2222"/>
            </a:solidFill>
            <a:prstDash val="solid"/>
          </a:ln>
        </p:spPr>
      </p:sp>
      <p:sp>
        <p:nvSpPr>
          <p:cNvPr id="328" name="Text 322"/>
          <p:cNvSpPr/>
          <p:nvPr/>
        </p:nvSpPr>
        <p:spPr>
          <a:xfrm>
            <a:off x="9829800" y="4292600"/>
            <a:ext cx="5461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68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pPr algn="ctr" indent="0" marL="0">
              <a:buNone/>
            </a:pPr>
            <a:r>
              <a:rPr lang="en-US" sz="440" b="1" baseline="3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</a:t>
            </a:r>
            <a:endParaRPr lang="en-US" sz="550" dirty="0"/>
          </a:p>
        </p:txBody>
      </p:sp>
      <p:sp>
        <p:nvSpPr>
          <p:cNvPr id="329" name="Shape 323"/>
          <p:cNvSpPr/>
          <p:nvPr/>
        </p:nvSpPr>
        <p:spPr>
          <a:xfrm>
            <a:off x="9829800" y="4800600"/>
            <a:ext cx="546100" cy="279400"/>
          </a:xfrm>
          <a:prstGeom prst="rect">
            <a:avLst/>
          </a:prstGeom>
          <a:solidFill>
            <a:srgbClr val="DFF0D5"/>
          </a:solidFill>
          <a:ln w="11430">
            <a:solidFill>
              <a:srgbClr val="2E8B57"/>
            </a:solidFill>
            <a:prstDash val="solid"/>
          </a:ln>
        </p:spPr>
      </p:sp>
      <p:sp>
        <p:nvSpPr>
          <p:cNvPr id="330" name="Text 324"/>
          <p:cNvSpPr/>
          <p:nvPr/>
        </p:nvSpPr>
        <p:spPr>
          <a:xfrm>
            <a:off x="9829800" y="4800600"/>
            <a:ext cx="5461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68" b="1" baseline="-40000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ctr" indent="0" marL="0">
              <a:buNone/>
            </a:pPr>
            <a:r>
              <a:rPr lang="en-US" sz="440" b="1" baseline="30000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</a:t>
            </a:r>
            <a:endParaRPr lang="en-US" sz="550" dirty="0"/>
          </a:p>
        </p:txBody>
      </p:sp>
      <p:sp>
        <p:nvSpPr>
          <p:cNvPr id="331" name="Shape 325"/>
          <p:cNvSpPr/>
          <p:nvPr/>
        </p:nvSpPr>
        <p:spPr>
          <a:xfrm>
            <a:off x="9829800" y="5308600"/>
            <a:ext cx="546100" cy="279400"/>
          </a:xfrm>
          <a:prstGeom prst="rect">
            <a:avLst/>
          </a:prstGeom>
          <a:solidFill>
            <a:srgbClr val="D6E4F7"/>
          </a:solidFill>
          <a:ln w="11430">
            <a:solidFill>
              <a:srgbClr val="2F55C8"/>
            </a:solidFill>
            <a:prstDash val="solid"/>
          </a:ln>
        </p:spPr>
      </p:sp>
      <p:sp>
        <p:nvSpPr>
          <p:cNvPr id="332" name="Text 326"/>
          <p:cNvSpPr/>
          <p:nvPr/>
        </p:nvSpPr>
        <p:spPr>
          <a:xfrm>
            <a:off x="9829800" y="5308600"/>
            <a:ext cx="5461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2F55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68" b="1" baseline="-40000" dirty="0">
                <a:solidFill>
                  <a:srgbClr val="2F55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ctr" indent="0" marL="0">
              <a:buNone/>
            </a:pPr>
            <a:r>
              <a:rPr lang="en-US" sz="440" b="1" baseline="30000" dirty="0">
                <a:solidFill>
                  <a:srgbClr val="2F55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</a:t>
            </a:r>
            <a:endParaRPr lang="en-US" sz="550" dirty="0"/>
          </a:p>
        </p:txBody>
      </p:sp>
      <p:sp>
        <p:nvSpPr>
          <p:cNvPr id="333" name="Shape 327"/>
          <p:cNvSpPr/>
          <p:nvPr/>
        </p:nvSpPr>
        <p:spPr>
          <a:xfrm>
            <a:off x="9321800" y="5918200"/>
            <a:ext cx="2146300" cy="825500"/>
          </a:xfrm>
          <a:prstGeom prst="roundRect">
            <a:avLst>
              <a:gd name="adj" fmla="val 6646"/>
            </a:avLst>
          </a:prstGeom>
          <a:solidFill>
            <a:srgbClr val="E6FCE6"/>
          </a:solidFill>
          <a:ln w="15875">
            <a:solidFill>
              <a:srgbClr val="2E8B57"/>
            </a:solidFill>
            <a:prstDash val="sysDot"/>
          </a:ln>
        </p:spPr>
      </p:sp>
      <p:sp>
        <p:nvSpPr>
          <p:cNvPr id="334" name="Shape 328"/>
          <p:cNvSpPr/>
          <p:nvPr/>
        </p:nvSpPr>
        <p:spPr>
          <a:xfrm>
            <a:off x="9448800" y="6045200"/>
            <a:ext cx="63500" cy="152400"/>
          </a:xfrm>
          <a:prstGeom prst="rect">
            <a:avLst/>
          </a:prstGeom>
          <a:solidFill>
            <a:srgbClr val="F9FF96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335" name="Shape 329"/>
          <p:cNvSpPr/>
          <p:nvPr/>
        </p:nvSpPr>
        <p:spPr>
          <a:xfrm>
            <a:off x="10744200" y="6045200"/>
            <a:ext cx="63500" cy="152400"/>
          </a:xfrm>
          <a:prstGeom prst="rect">
            <a:avLst/>
          </a:prstGeom>
          <a:solidFill>
            <a:srgbClr val="F9FF96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336" name="Shape 330"/>
          <p:cNvSpPr/>
          <p:nvPr/>
        </p:nvSpPr>
        <p:spPr>
          <a:xfrm>
            <a:off x="9512300" y="6045200"/>
            <a:ext cx="63500" cy="152400"/>
          </a:xfrm>
          <a:prstGeom prst="rect">
            <a:avLst/>
          </a:prstGeom>
          <a:solidFill>
            <a:srgbClr val="FFFFFF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337" name="Shape 331"/>
          <p:cNvSpPr/>
          <p:nvPr/>
        </p:nvSpPr>
        <p:spPr>
          <a:xfrm>
            <a:off x="10807700" y="6045200"/>
            <a:ext cx="63500" cy="152400"/>
          </a:xfrm>
          <a:prstGeom prst="rect">
            <a:avLst/>
          </a:prstGeom>
          <a:solidFill>
            <a:srgbClr val="FFFFFF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338" name="Shape 332"/>
          <p:cNvSpPr/>
          <p:nvPr/>
        </p:nvSpPr>
        <p:spPr>
          <a:xfrm>
            <a:off x="9575800" y="6045200"/>
            <a:ext cx="63500" cy="152400"/>
          </a:xfrm>
          <a:prstGeom prst="rect">
            <a:avLst/>
          </a:prstGeom>
          <a:solidFill>
            <a:srgbClr val="F6DAF3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339" name="Shape 333"/>
          <p:cNvSpPr/>
          <p:nvPr/>
        </p:nvSpPr>
        <p:spPr>
          <a:xfrm>
            <a:off x="10871200" y="6045200"/>
            <a:ext cx="63500" cy="152400"/>
          </a:xfrm>
          <a:prstGeom prst="rect">
            <a:avLst/>
          </a:prstGeom>
          <a:solidFill>
            <a:srgbClr val="F6DAF3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340" name="Shape 334"/>
          <p:cNvSpPr/>
          <p:nvPr/>
        </p:nvSpPr>
        <p:spPr>
          <a:xfrm>
            <a:off x="9639300" y="6045200"/>
            <a:ext cx="63500" cy="152400"/>
          </a:xfrm>
          <a:prstGeom prst="rect">
            <a:avLst/>
          </a:prstGeom>
          <a:solidFill>
            <a:srgbClr val="EAE4EE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341" name="Shape 335"/>
          <p:cNvSpPr/>
          <p:nvPr/>
        </p:nvSpPr>
        <p:spPr>
          <a:xfrm>
            <a:off x="10934700" y="6045200"/>
            <a:ext cx="63500" cy="152400"/>
          </a:xfrm>
          <a:prstGeom prst="rect">
            <a:avLst/>
          </a:prstGeom>
          <a:solidFill>
            <a:srgbClr val="EAE4EE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342" name="Shape 336"/>
          <p:cNvSpPr/>
          <p:nvPr/>
        </p:nvSpPr>
        <p:spPr>
          <a:xfrm>
            <a:off x="9702800" y="6045200"/>
            <a:ext cx="63500" cy="152400"/>
          </a:xfrm>
          <a:prstGeom prst="rect">
            <a:avLst/>
          </a:prstGeom>
          <a:solidFill>
            <a:srgbClr val="F9FF96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343" name="Shape 337"/>
          <p:cNvSpPr/>
          <p:nvPr/>
        </p:nvSpPr>
        <p:spPr>
          <a:xfrm>
            <a:off x="10998200" y="6045200"/>
            <a:ext cx="63500" cy="152400"/>
          </a:xfrm>
          <a:prstGeom prst="rect">
            <a:avLst/>
          </a:prstGeom>
          <a:solidFill>
            <a:srgbClr val="F9FF96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344" name="Shape 338"/>
          <p:cNvSpPr/>
          <p:nvPr/>
        </p:nvSpPr>
        <p:spPr>
          <a:xfrm>
            <a:off x="9766300" y="6045200"/>
            <a:ext cx="63500" cy="152400"/>
          </a:xfrm>
          <a:prstGeom prst="rect">
            <a:avLst/>
          </a:prstGeom>
          <a:solidFill>
            <a:srgbClr val="FFFFFF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345" name="Shape 339"/>
          <p:cNvSpPr/>
          <p:nvPr/>
        </p:nvSpPr>
        <p:spPr>
          <a:xfrm>
            <a:off x="11061700" y="6045200"/>
            <a:ext cx="63500" cy="152400"/>
          </a:xfrm>
          <a:prstGeom prst="rect">
            <a:avLst/>
          </a:prstGeom>
          <a:solidFill>
            <a:srgbClr val="FFFFFF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346" name="Shape 340"/>
          <p:cNvSpPr/>
          <p:nvPr/>
        </p:nvSpPr>
        <p:spPr>
          <a:xfrm>
            <a:off x="9829800" y="6045200"/>
            <a:ext cx="63500" cy="152400"/>
          </a:xfrm>
          <a:prstGeom prst="rect">
            <a:avLst/>
          </a:prstGeom>
          <a:solidFill>
            <a:srgbClr val="F6DAF3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347" name="Shape 341"/>
          <p:cNvSpPr/>
          <p:nvPr/>
        </p:nvSpPr>
        <p:spPr>
          <a:xfrm>
            <a:off x="11125200" y="6045200"/>
            <a:ext cx="63500" cy="152400"/>
          </a:xfrm>
          <a:prstGeom prst="rect">
            <a:avLst/>
          </a:prstGeom>
          <a:solidFill>
            <a:srgbClr val="F6DAF3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348" name="Shape 342"/>
          <p:cNvSpPr/>
          <p:nvPr/>
        </p:nvSpPr>
        <p:spPr>
          <a:xfrm>
            <a:off x="9893300" y="6045200"/>
            <a:ext cx="63500" cy="152400"/>
          </a:xfrm>
          <a:prstGeom prst="rect">
            <a:avLst/>
          </a:prstGeom>
          <a:solidFill>
            <a:srgbClr val="EAE4EE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349" name="Shape 343"/>
          <p:cNvSpPr/>
          <p:nvPr/>
        </p:nvSpPr>
        <p:spPr>
          <a:xfrm>
            <a:off x="11188700" y="6045200"/>
            <a:ext cx="63500" cy="152400"/>
          </a:xfrm>
          <a:prstGeom prst="rect">
            <a:avLst/>
          </a:prstGeom>
          <a:solidFill>
            <a:srgbClr val="EAE4EE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350" name="Text 344"/>
          <p:cNvSpPr/>
          <p:nvPr/>
        </p:nvSpPr>
        <p:spPr>
          <a:xfrm>
            <a:off x="9448800" y="6248400"/>
            <a:ext cx="5080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1*d</a:t>
            </a:r>
            <a:endParaRPr lang="en-US" sz="600" dirty="0"/>
          </a:p>
        </p:txBody>
      </p:sp>
      <p:sp>
        <p:nvSpPr>
          <p:cNvPr id="351" name="Text 345"/>
          <p:cNvSpPr/>
          <p:nvPr/>
        </p:nvSpPr>
        <p:spPr>
          <a:xfrm>
            <a:off x="10998200" y="6248400"/>
            <a:ext cx="5080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1*d</a:t>
            </a:r>
            <a:endParaRPr lang="en-US" sz="600" dirty="0"/>
          </a:p>
        </p:txBody>
      </p:sp>
      <p:sp>
        <p:nvSpPr>
          <p:cNvPr id="352" name="Shape 346"/>
          <p:cNvSpPr/>
          <p:nvPr/>
        </p:nvSpPr>
        <p:spPr>
          <a:xfrm>
            <a:off x="10109200" y="6007100"/>
            <a:ext cx="406400" cy="355600"/>
          </a:xfrm>
          <a:prstGeom prst="rect">
            <a:avLst/>
          </a:prstGeom>
          <a:solidFill>
            <a:srgbClr val="FBE8B8"/>
          </a:solidFill>
          <a:ln w="15875">
            <a:solidFill>
              <a:srgbClr val="333333"/>
            </a:solidFill>
            <a:prstDash val="solid"/>
          </a:ln>
        </p:spPr>
      </p:sp>
      <p:sp>
        <p:nvSpPr>
          <p:cNvPr id="353" name="Text 347"/>
          <p:cNvSpPr/>
          <p:nvPr/>
        </p:nvSpPr>
        <p:spPr>
          <a:xfrm>
            <a:off x="10109200" y="6007100"/>
            <a:ext cx="4064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1200" dirty="0"/>
          </a:p>
        </p:txBody>
      </p:sp>
      <p:sp>
        <p:nvSpPr>
          <p:cNvPr id="354" name="Text 348"/>
          <p:cNvSpPr/>
          <p:nvPr/>
        </p:nvSpPr>
        <p:spPr>
          <a:xfrm>
            <a:off x="10185400" y="6388100"/>
            <a:ext cx="6096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d*d</a:t>
            </a:r>
            <a:endParaRPr lang="en-US" sz="600" dirty="0"/>
          </a:p>
        </p:txBody>
      </p:sp>
      <p:sp>
        <p:nvSpPr>
          <p:cNvPr id="355" name="Text 349"/>
          <p:cNvSpPr/>
          <p:nvPr/>
        </p:nvSpPr>
        <p:spPr>
          <a:xfrm>
            <a:off x="10541000" y="6070600"/>
            <a:ext cx="177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1200" dirty="0"/>
          </a:p>
        </p:txBody>
      </p:sp>
      <p:sp>
        <p:nvSpPr>
          <p:cNvPr id="356" name="Text 350"/>
          <p:cNvSpPr/>
          <p:nvPr/>
        </p:nvSpPr>
        <p:spPr>
          <a:xfrm>
            <a:off x="9398000" y="6527800"/>
            <a:ext cx="19939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F55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d: Embedding Length</a:t>
            </a:r>
            <a:endParaRPr lang="en-US" sz="700" dirty="0"/>
          </a:p>
        </p:txBody>
      </p:sp>
      <p:sp>
        <p:nvSpPr>
          <p:cNvPr id="357" name="Text 351"/>
          <p:cNvSpPr/>
          <p:nvPr/>
        </p:nvSpPr>
        <p:spPr>
          <a:xfrm>
            <a:off x="6350000" y="609600"/>
            <a:ext cx="508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 Head Self Attention of Word </a:t>
            </a:r>
            <a:pPr algn="ctr" indent="0" marL="0">
              <a:buNone/>
            </a:pPr>
            <a:r>
              <a:rPr lang="en-US" sz="2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14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358" name="Shape 352"/>
          <p:cNvSpPr/>
          <p:nvPr/>
        </p:nvSpPr>
        <p:spPr>
          <a:xfrm>
            <a:off x="1168400" y="4038600"/>
            <a:ext cx="457200" cy="1574800"/>
          </a:xfrm>
          <a:prstGeom prst="roundRect">
            <a:avLst>
              <a:gd name="adj" fmla="val 10000"/>
            </a:avLst>
          </a:prstGeom>
          <a:solidFill>
            <a:srgbClr val="F3F3F0"/>
          </a:solidFill>
          <a:ln w="15875">
            <a:solidFill>
              <a:srgbClr val="2E8B57"/>
            </a:solidFill>
            <a:prstDash val="dash"/>
          </a:ln>
        </p:spPr>
      </p:sp>
      <p:sp>
        <p:nvSpPr>
          <p:cNvPr id="359" name="Shape 353"/>
          <p:cNvSpPr/>
          <p:nvPr/>
        </p:nvSpPr>
        <p:spPr>
          <a:xfrm>
            <a:off x="1219200" y="4114800"/>
            <a:ext cx="355600" cy="279400"/>
          </a:xfrm>
          <a:prstGeom prst="rect">
            <a:avLst/>
          </a:prstGeom>
          <a:solidFill>
            <a:srgbClr val="F6DAF3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360" name="Text 354"/>
          <p:cNvSpPr/>
          <p:nvPr/>
        </p:nvSpPr>
        <p:spPr>
          <a:xfrm>
            <a:off x="1219200" y="4114800"/>
            <a:ext cx="35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75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00" dirty="0"/>
          </a:p>
        </p:txBody>
      </p:sp>
      <p:sp>
        <p:nvSpPr>
          <p:cNvPr id="361" name="Shape 355"/>
          <p:cNvSpPr/>
          <p:nvPr/>
        </p:nvSpPr>
        <p:spPr>
          <a:xfrm>
            <a:off x="1447800" y="4254500"/>
            <a:ext cx="88900" cy="0"/>
          </a:xfrm>
          <a:prstGeom prst="line">
            <a:avLst/>
          </a:prstGeom>
          <a:noFill/>
          <a:ln w="12700">
            <a:solidFill>
              <a:srgbClr val="8B1A10"/>
            </a:solidFill>
            <a:prstDash val="solid"/>
            <a:tailEnd type="triangle"/>
          </a:ln>
        </p:spPr>
      </p:sp>
      <p:sp>
        <p:nvSpPr>
          <p:cNvPr id="362" name="Shape 356"/>
          <p:cNvSpPr/>
          <p:nvPr/>
        </p:nvSpPr>
        <p:spPr>
          <a:xfrm>
            <a:off x="1219200" y="4470400"/>
            <a:ext cx="355600" cy="279400"/>
          </a:xfrm>
          <a:prstGeom prst="rect">
            <a:avLst/>
          </a:prstGeom>
          <a:solidFill>
            <a:srgbClr val="EAE4EE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363" name="Text 357"/>
          <p:cNvSpPr/>
          <p:nvPr/>
        </p:nvSpPr>
        <p:spPr>
          <a:xfrm>
            <a:off x="1219200" y="4470400"/>
            <a:ext cx="35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75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00" dirty="0"/>
          </a:p>
        </p:txBody>
      </p:sp>
      <p:sp>
        <p:nvSpPr>
          <p:cNvPr id="364" name="Shape 358"/>
          <p:cNvSpPr/>
          <p:nvPr/>
        </p:nvSpPr>
        <p:spPr>
          <a:xfrm>
            <a:off x="1447800" y="4610100"/>
            <a:ext cx="88900" cy="0"/>
          </a:xfrm>
          <a:prstGeom prst="line">
            <a:avLst/>
          </a:prstGeom>
          <a:noFill/>
          <a:ln w="12700">
            <a:solidFill>
              <a:srgbClr val="8B1A10"/>
            </a:solidFill>
            <a:prstDash val="solid"/>
            <a:tailEnd type="triangle"/>
          </a:ln>
        </p:spPr>
      </p:sp>
      <p:sp>
        <p:nvSpPr>
          <p:cNvPr id="365" name="Shape 359"/>
          <p:cNvSpPr/>
          <p:nvPr/>
        </p:nvSpPr>
        <p:spPr>
          <a:xfrm>
            <a:off x="1219200" y="4826000"/>
            <a:ext cx="355600" cy="279400"/>
          </a:xfrm>
          <a:prstGeom prst="rect">
            <a:avLst/>
          </a:prstGeom>
          <a:solidFill>
            <a:srgbClr val="F6DAF3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366" name="Text 360"/>
          <p:cNvSpPr/>
          <p:nvPr/>
        </p:nvSpPr>
        <p:spPr>
          <a:xfrm>
            <a:off x="1219200" y="4826000"/>
            <a:ext cx="35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75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00" dirty="0"/>
          </a:p>
        </p:txBody>
      </p:sp>
      <p:sp>
        <p:nvSpPr>
          <p:cNvPr id="367" name="Shape 361"/>
          <p:cNvSpPr/>
          <p:nvPr/>
        </p:nvSpPr>
        <p:spPr>
          <a:xfrm>
            <a:off x="1447800" y="4965700"/>
            <a:ext cx="88900" cy="0"/>
          </a:xfrm>
          <a:prstGeom prst="line">
            <a:avLst/>
          </a:prstGeom>
          <a:noFill/>
          <a:ln w="12700">
            <a:solidFill>
              <a:srgbClr val="8B1A10"/>
            </a:solidFill>
            <a:prstDash val="solid"/>
            <a:tailEnd type="triangle"/>
          </a:ln>
        </p:spPr>
      </p:sp>
      <p:sp>
        <p:nvSpPr>
          <p:cNvPr id="368" name="Shape 362"/>
          <p:cNvSpPr/>
          <p:nvPr/>
        </p:nvSpPr>
        <p:spPr>
          <a:xfrm>
            <a:off x="1219200" y="5181600"/>
            <a:ext cx="355600" cy="279400"/>
          </a:xfrm>
          <a:prstGeom prst="rect">
            <a:avLst/>
          </a:prstGeom>
          <a:solidFill>
            <a:srgbClr val="EAE4EE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369" name="Text 363"/>
          <p:cNvSpPr/>
          <p:nvPr/>
        </p:nvSpPr>
        <p:spPr>
          <a:xfrm>
            <a:off x="1219200" y="5181600"/>
            <a:ext cx="35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375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500" dirty="0"/>
          </a:p>
        </p:txBody>
      </p:sp>
      <p:sp>
        <p:nvSpPr>
          <p:cNvPr id="370" name="Shape 364"/>
          <p:cNvSpPr/>
          <p:nvPr/>
        </p:nvSpPr>
        <p:spPr>
          <a:xfrm>
            <a:off x="1447800" y="5321300"/>
            <a:ext cx="88900" cy="0"/>
          </a:xfrm>
          <a:prstGeom prst="line">
            <a:avLst/>
          </a:prstGeom>
          <a:noFill/>
          <a:ln w="12700">
            <a:solidFill>
              <a:srgbClr val="8B1A10"/>
            </a:solidFill>
            <a:prstDash val="solid"/>
            <a:tailEnd type="triangle"/>
          </a:ln>
        </p:spPr>
      </p:sp>
      <p:sp>
        <p:nvSpPr>
          <p:cNvPr id="371" name="Shape 365"/>
          <p:cNvSpPr/>
          <p:nvPr/>
        </p:nvSpPr>
        <p:spPr>
          <a:xfrm>
            <a:off x="1549400" y="4089400"/>
            <a:ext cx="469900" cy="1473200"/>
          </a:xfrm>
          <a:prstGeom prst="rect">
            <a:avLst/>
          </a:prstGeom>
          <a:solidFill>
            <a:srgbClr val="F5CC50"/>
          </a:solidFill>
          <a:ln/>
        </p:spPr>
      </p:sp>
      <p:sp>
        <p:nvSpPr>
          <p:cNvPr id="372" name="Shape 366"/>
          <p:cNvSpPr/>
          <p:nvPr/>
        </p:nvSpPr>
        <p:spPr>
          <a:xfrm>
            <a:off x="1689100" y="4121150"/>
            <a:ext cx="292100" cy="266700"/>
          </a:xfrm>
          <a:prstGeom prst="rect">
            <a:avLst/>
          </a:prstGeom>
          <a:solidFill>
            <a:srgbClr val="D2E455"/>
          </a:solidFill>
          <a:ln w="12700">
            <a:solidFill>
              <a:srgbClr val="6B6B2A"/>
            </a:solidFill>
            <a:prstDash val="solid"/>
          </a:ln>
        </p:spPr>
      </p:sp>
      <p:sp>
        <p:nvSpPr>
          <p:cNvPr id="373" name="Text 367"/>
          <p:cNvSpPr/>
          <p:nvPr/>
        </p:nvSpPr>
        <p:spPr>
          <a:xfrm>
            <a:off x="1689100" y="4121150"/>
            <a:ext cx="2921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68" b="1" baseline="-4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ctr" indent="0" marL="0">
              <a:buNone/>
            </a:pPr>
            <a:r>
              <a:rPr lang="en-US" sz="440" b="1" baseline="3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(0)</a:t>
            </a:r>
            <a:endParaRPr lang="en-US" sz="550" dirty="0"/>
          </a:p>
        </p:txBody>
      </p:sp>
      <p:sp>
        <p:nvSpPr>
          <p:cNvPr id="374" name="Shape 368"/>
          <p:cNvSpPr/>
          <p:nvPr/>
        </p:nvSpPr>
        <p:spPr>
          <a:xfrm>
            <a:off x="2070100" y="4159250"/>
            <a:ext cx="88900" cy="190500"/>
          </a:xfrm>
          <a:prstGeom prst="rect">
            <a:avLst/>
          </a:prstGeom>
          <a:solidFill>
            <a:srgbClr val="F9FF96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375" name="Shape 369"/>
          <p:cNvSpPr/>
          <p:nvPr/>
        </p:nvSpPr>
        <p:spPr>
          <a:xfrm>
            <a:off x="2159000" y="4159250"/>
            <a:ext cx="88900" cy="190500"/>
          </a:xfrm>
          <a:prstGeom prst="rect">
            <a:avLst/>
          </a:prstGeom>
          <a:solidFill>
            <a:srgbClr val="FFFFFF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376" name="Shape 370"/>
          <p:cNvSpPr/>
          <p:nvPr/>
        </p:nvSpPr>
        <p:spPr>
          <a:xfrm>
            <a:off x="2247900" y="4159250"/>
            <a:ext cx="88900" cy="190500"/>
          </a:xfrm>
          <a:prstGeom prst="rect">
            <a:avLst/>
          </a:prstGeom>
          <a:solidFill>
            <a:srgbClr val="F08B96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377" name="Text 371"/>
          <p:cNvSpPr/>
          <p:nvPr/>
        </p:nvSpPr>
        <p:spPr>
          <a:xfrm>
            <a:off x="2247900" y="4000500"/>
            <a:ext cx="2032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buNone/>
            </a:pPr>
            <a:r>
              <a:rPr lang="en-US" sz="450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00" dirty="0"/>
          </a:p>
        </p:txBody>
      </p:sp>
      <p:sp>
        <p:nvSpPr>
          <p:cNvPr id="378" name="Shape 372"/>
          <p:cNvSpPr/>
          <p:nvPr/>
        </p:nvSpPr>
        <p:spPr>
          <a:xfrm>
            <a:off x="1689100" y="4476750"/>
            <a:ext cx="292100" cy="266700"/>
          </a:xfrm>
          <a:prstGeom prst="rect">
            <a:avLst/>
          </a:prstGeom>
          <a:solidFill>
            <a:srgbClr val="D2E455"/>
          </a:solidFill>
          <a:ln w="12700">
            <a:solidFill>
              <a:srgbClr val="6B6B2A"/>
            </a:solidFill>
            <a:prstDash val="solid"/>
          </a:ln>
        </p:spPr>
      </p:sp>
      <p:sp>
        <p:nvSpPr>
          <p:cNvPr id="379" name="Text 373"/>
          <p:cNvSpPr/>
          <p:nvPr/>
        </p:nvSpPr>
        <p:spPr>
          <a:xfrm>
            <a:off x="1689100" y="4476750"/>
            <a:ext cx="2921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68" b="1" baseline="-4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ctr" indent="0" marL="0">
              <a:buNone/>
            </a:pPr>
            <a:r>
              <a:rPr lang="en-US" sz="440" b="1" baseline="3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(0)</a:t>
            </a:r>
            <a:endParaRPr lang="en-US" sz="550" dirty="0"/>
          </a:p>
        </p:txBody>
      </p:sp>
      <p:sp>
        <p:nvSpPr>
          <p:cNvPr id="380" name="Shape 374"/>
          <p:cNvSpPr/>
          <p:nvPr/>
        </p:nvSpPr>
        <p:spPr>
          <a:xfrm>
            <a:off x="2070100" y="4514850"/>
            <a:ext cx="88900" cy="190500"/>
          </a:xfrm>
          <a:prstGeom prst="rect">
            <a:avLst/>
          </a:prstGeom>
          <a:solidFill>
            <a:srgbClr val="F9FF96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381" name="Shape 375"/>
          <p:cNvSpPr/>
          <p:nvPr/>
        </p:nvSpPr>
        <p:spPr>
          <a:xfrm>
            <a:off x="2159000" y="4514850"/>
            <a:ext cx="88900" cy="190500"/>
          </a:xfrm>
          <a:prstGeom prst="rect">
            <a:avLst/>
          </a:prstGeom>
          <a:solidFill>
            <a:srgbClr val="FFFFFF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382" name="Shape 376"/>
          <p:cNvSpPr/>
          <p:nvPr/>
        </p:nvSpPr>
        <p:spPr>
          <a:xfrm>
            <a:off x="2247900" y="4514850"/>
            <a:ext cx="88900" cy="190500"/>
          </a:xfrm>
          <a:prstGeom prst="rect">
            <a:avLst/>
          </a:prstGeom>
          <a:solidFill>
            <a:srgbClr val="F08B96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383" name="Text 377"/>
          <p:cNvSpPr/>
          <p:nvPr/>
        </p:nvSpPr>
        <p:spPr>
          <a:xfrm>
            <a:off x="2247900" y="4356100"/>
            <a:ext cx="2032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buNone/>
            </a:pPr>
            <a:r>
              <a:rPr lang="en-US" sz="450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00" dirty="0"/>
          </a:p>
        </p:txBody>
      </p:sp>
      <p:sp>
        <p:nvSpPr>
          <p:cNvPr id="384" name="Shape 378"/>
          <p:cNvSpPr/>
          <p:nvPr/>
        </p:nvSpPr>
        <p:spPr>
          <a:xfrm>
            <a:off x="1689100" y="4832350"/>
            <a:ext cx="292100" cy="266700"/>
          </a:xfrm>
          <a:prstGeom prst="rect">
            <a:avLst/>
          </a:prstGeom>
          <a:solidFill>
            <a:srgbClr val="D2E455"/>
          </a:solidFill>
          <a:ln w="12700">
            <a:solidFill>
              <a:srgbClr val="6B6B2A"/>
            </a:solidFill>
            <a:prstDash val="solid"/>
          </a:ln>
        </p:spPr>
      </p:sp>
      <p:sp>
        <p:nvSpPr>
          <p:cNvPr id="385" name="Text 379"/>
          <p:cNvSpPr/>
          <p:nvPr/>
        </p:nvSpPr>
        <p:spPr>
          <a:xfrm>
            <a:off x="1689100" y="4832350"/>
            <a:ext cx="2921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68" b="1" baseline="-4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ctr" indent="0" marL="0">
              <a:buNone/>
            </a:pPr>
            <a:r>
              <a:rPr lang="en-US" sz="440" b="1" baseline="3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(0)</a:t>
            </a:r>
            <a:endParaRPr lang="en-US" sz="550" dirty="0"/>
          </a:p>
        </p:txBody>
      </p:sp>
      <p:sp>
        <p:nvSpPr>
          <p:cNvPr id="386" name="Shape 380"/>
          <p:cNvSpPr/>
          <p:nvPr/>
        </p:nvSpPr>
        <p:spPr>
          <a:xfrm>
            <a:off x="2070100" y="4870450"/>
            <a:ext cx="88900" cy="190500"/>
          </a:xfrm>
          <a:prstGeom prst="rect">
            <a:avLst/>
          </a:prstGeom>
          <a:solidFill>
            <a:srgbClr val="F9FF96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387" name="Shape 381"/>
          <p:cNvSpPr/>
          <p:nvPr/>
        </p:nvSpPr>
        <p:spPr>
          <a:xfrm>
            <a:off x="2159000" y="4870450"/>
            <a:ext cx="88900" cy="190500"/>
          </a:xfrm>
          <a:prstGeom prst="rect">
            <a:avLst/>
          </a:prstGeom>
          <a:solidFill>
            <a:srgbClr val="FFFFFF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388" name="Shape 382"/>
          <p:cNvSpPr/>
          <p:nvPr/>
        </p:nvSpPr>
        <p:spPr>
          <a:xfrm>
            <a:off x="2247900" y="4870450"/>
            <a:ext cx="88900" cy="190500"/>
          </a:xfrm>
          <a:prstGeom prst="rect">
            <a:avLst/>
          </a:prstGeom>
          <a:solidFill>
            <a:srgbClr val="F08B96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389" name="Text 383"/>
          <p:cNvSpPr/>
          <p:nvPr/>
        </p:nvSpPr>
        <p:spPr>
          <a:xfrm>
            <a:off x="2247900" y="4711700"/>
            <a:ext cx="2032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buNone/>
            </a:pPr>
            <a:r>
              <a:rPr lang="en-US" sz="450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00" dirty="0"/>
          </a:p>
        </p:txBody>
      </p:sp>
      <p:sp>
        <p:nvSpPr>
          <p:cNvPr id="390" name="Shape 384"/>
          <p:cNvSpPr/>
          <p:nvPr/>
        </p:nvSpPr>
        <p:spPr>
          <a:xfrm>
            <a:off x="1689100" y="5187950"/>
            <a:ext cx="292100" cy="266700"/>
          </a:xfrm>
          <a:prstGeom prst="rect">
            <a:avLst/>
          </a:prstGeom>
          <a:solidFill>
            <a:srgbClr val="D2E455"/>
          </a:solidFill>
          <a:ln w="12700">
            <a:solidFill>
              <a:srgbClr val="6B6B2A"/>
            </a:solidFill>
            <a:prstDash val="solid"/>
          </a:ln>
        </p:spPr>
      </p:sp>
      <p:sp>
        <p:nvSpPr>
          <p:cNvPr id="391" name="Text 385"/>
          <p:cNvSpPr/>
          <p:nvPr/>
        </p:nvSpPr>
        <p:spPr>
          <a:xfrm>
            <a:off x="1689100" y="5187950"/>
            <a:ext cx="2921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68" b="1" baseline="-4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ctr" indent="0" marL="0">
              <a:buNone/>
            </a:pPr>
            <a:r>
              <a:rPr lang="en-US" sz="440" b="1" baseline="3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(0)</a:t>
            </a:r>
            <a:endParaRPr lang="en-US" sz="550" dirty="0"/>
          </a:p>
        </p:txBody>
      </p:sp>
      <p:sp>
        <p:nvSpPr>
          <p:cNvPr id="392" name="Shape 386"/>
          <p:cNvSpPr/>
          <p:nvPr/>
        </p:nvSpPr>
        <p:spPr>
          <a:xfrm>
            <a:off x="2070100" y="5226050"/>
            <a:ext cx="88900" cy="190500"/>
          </a:xfrm>
          <a:prstGeom prst="rect">
            <a:avLst/>
          </a:prstGeom>
          <a:solidFill>
            <a:srgbClr val="F9FF96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393" name="Shape 387"/>
          <p:cNvSpPr/>
          <p:nvPr/>
        </p:nvSpPr>
        <p:spPr>
          <a:xfrm>
            <a:off x="2159000" y="5226050"/>
            <a:ext cx="88900" cy="190500"/>
          </a:xfrm>
          <a:prstGeom prst="rect">
            <a:avLst/>
          </a:prstGeom>
          <a:solidFill>
            <a:srgbClr val="FFFFFF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394" name="Shape 388"/>
          <p:cNvSpPr/>
          <p:nvPr/>
        </p:nvSpPr>
        <p:spPr>
          <a:xfrm>
            <a:off x="2247900" y="5226050"/>
            <a:ext cx="88900" cy="190500"/>
          </a:xfrm>
          <a:prstGeom prst="rect">
            <a:avLst/>
          </a:prstGeom>
          <a:solidFill>
            <a:srgbClr val="F08B96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395" name="Text 389"/>
          <p:cNvSpPr/>
          <p:nvPr/>
        </p:nvSpPr>
        <p:spPr>
          <a:xfrm>
            <a:off x="2247900" y="5067300"/>
            <a:ext cx="2032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buNone/>
            </a:pPr>
            <a:r>
              <a:rPr lang="en-US" sz="450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00" dirty="0"/>
          </a:p>
        </p:txBody>
      </p:sp>
      <p:sp>
        <p:nvSpPr>
          <p:cNvPr id="396" name="Shape 390"/>
          <p:cNvSpPr/>
          <p:nvPr/>
        </p:nvSpPr>
        <p:spPr>
          <a:xfrm>
            <a:off x="2476500" y="3822700"/>
            <a:ext cx="736600" cy="1778000"/>
          </a:xfrm>
          <a:prstGeom prst="rect">
            <a:avLst/>
          </a:prstGeom>
          <a:solidFill>
            <a:srgbClr val="D8C0A8"/>
          </a:solidFill>
          <a:ln w="12700">
            <a:solidFill>
              <a:srgbClr val="8A6A48"/>
            </a:solidFill>
            <a:prstDash val="solid"/>
          </a:ln>
        </p:spPr>
      </p:sp>
      <p:sp>
        <p:nvSpPr>
          <p:cNvPr id="397" name="Text 391"/>
          <p:cNvSpPr/>
          <p:nvPr/>
        </p:nvSpPr>
        <p:spPr>
          <a:xfrm>
            <a:off x="2476500" y="3848100"/>
            <a:ext cx="736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700"/>
              </a:lnSpc>
              <a:buNone/>
            </a:pPr>
            <a:r>
              <a:rPr lang="en-US" sz="650" b="1" dirty="0">
                <a:solidFill>
                  <a:srgbClr val="5C2E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Dot</a:t>
            </a:r>
            <a:endParaRPr lang="en-US" sz="650" dirty="0"/>
          </a:p>
          <a:p>
            <a:pPr algn="ctr" indent="0" marL="0">
              <a:lnSpc>
                <a:spcPts val="700"/>
              </a:lnSpc>
              <a:buNone/>
            </a:pPr>
            <a:r>
              <a:rPr lang="en-US" sz="650" b="1" dirty="0">
                <a:solidFill>
                  <a:srgbClr val="5C2E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</a:t>
            </a:r>
            <a:endParaRPr lang="en-US" sz="650" dirty="0"/>
          </a:p>
        </p:txBody>
      </p:sp>
      <p:sp>
        <p:nvSpPr>
          <p:cNvPr id="398" name="Shape 392"/>
          <p:cNvSpPr/>
          <p:nvPr/>
        </p:nvSpPr>
        <p:spPr>
          <a:xfrm>
            <a:off x="2362200" y="4254500"/>
            <a:ext cx="596900" cy="0"/>
          </a:xfrm>
          <a:prstGeom prst="line">
            <a:avLst/>
          </a:prstGeom>
          <a:noFill/>
          <a:ln w="12700">
            <a:solidFill>
              <a:srgbClr val="A0400E"/>
            </a:solidFill>
            <a:prstDash val="solid"/>
            <a:tailEnd type="triangle"/>
          </a:ln>
        </p:spPr>
      </p:sp>
      <p:sp>
        <p:nvSpPr>
          <p:cNvPr id="399" name="Shape 393"/>
          <p:cNvSpPr/>
          <p:nvPr/>
        </p:nvSpPr>
        <p:spPr>
          <a:xfrm>
            <a:off x="2362200" y="4610100"/>
            <a:ext cx="444500" cy="0"/>
          </a:xfrm>
          <a:prstGeom prst="line">
            <a:avLst/>
          </a:prstGeom>
          <a:noFill/>
          <a:ln w="12700">
            <a:solidFill>
              <a:srgbClr val="A0400E"/>
            </a:solidFill>
            <a:prstDash val="solid"/>
            <a:tailEnd type="triangle"/>
          </a:ln>
        </p:spPr>
      </p:sp>
      <p:sp>
        <p:nvSpPr>
          <p:cNvPr id="400" name="Shape 394"/>
          <p:cNvSpPr/>
          <p:nvPr/>
        </p:nvSpPr>
        <p:spPr>
          <a:xfrm>
            <a:off x="2362200" y="4965700"/>
            <a:ext cx="317500" cy="0"/>
          </a:xfrm>
          <a:prstGeom prst="line">
            <a:avLst/>
          </a:prstGeom>
          <a:noFill/>
          <a:ln w="12700">
            <a:solidFill>
              <a:srgbClr val="A0400E"/>
            </a:solidFill>
            <a:prstDash val="solid"/>
            <a:tailEnd type="triangle"/>
          </a:ln>
        </p:spPr>
      </p:sp>
      <p:sp>
        <p:nvSpPr>
          <p:cNvPr id="401" name="Shape 395"/>
          <p:cNvSpPr/>
          <p:nvPr/>
        </p:nvSpPr>
        <p:spPr>
          <a:xfrm>
            <a:off x="2362200" y="5321300"/>
            <a:ext cx="215900" cy="0"/>
          </a:xfrm>
          <a:prstGeom prst="line">
            <a:avLst/>
          </a:prstGeom>
          <a:noFill/>
          <a:ln w="12700">
            <a:solidFill>
              <a:srgbClr val="A0400E"/>
            </a:solidFill>
            <a:prstDash val="solid"/>
            <a:tailEnd type="triangle"/>
          </a:ln>
        </p:spPr>
      </p:sp>
      <p:sp>
        <p:nvSpPr>
          <p:cNvPr id="402" name="Shape 396"/>
          <p:cNvSpPr/>
          <p:nvPr/>
        </p:nvSpPr>
        <p:spPr>
          <a:xfrm>
            <a:off x="2844800" y="5562600"/>
            <a:ext cx="-203200" cy="-190500"/>
          </a:xfrm>
          <a:prstGeom prst="line">
            <a:avLst/>
          </a:prstGeom>
          <a:noFill/>
          <a:ln w="11430">
            <a:solidFill>
              <a:srgbClr val="8B1A10"/>
            </a:solidFill>
            <a:prstDash val="solid"/>
            <a:tailEnd type="triangle"/>
          </a:ln>
        </p:spPr>
      </p:sp>
      <p:sp>
        <p:nvSpPr>
          <p:cNvPr id="403" name="Shape 397"/>
          <p:cNvSpPr/>
          <p:nvPr/>
        </p:nvSpPr>
        <p:spPr>
          <a:xfrm>
            <a:off x="2578100" y="5257800"/>
            <a:ext cx="127000" cy="127000"/>
          </a:xfrm>
          <a:prstGeom prst="ellipse">
            <a:avLst/>
          </a:prstGeom>
          <a:solidFill>
            <a:srgbClr val="BFE0F0"/>
          </a:solidFill>
          <a:ln w="12700">
            <a:solidFill>
              <a:srgbClr val="5A8AC8"/>
            </a:solidFill>
            <a:prstDash val="solid"/>
          </a:ln>
        </p:spPr>
      </p:sp>
      <p:sp>
        <p:nvSpPr>
          <p:cNvPr id="404" name="Shape 398"/>
          <p:cNvSpPr/>
          <p:nvPr/>
        </p:nvSpPr>
        <p:spPr>
          <a:xfrm>
            <a:off x="2616200" y="5295900"/>
            <a:ext cx="50800" cy="50800"/>
          </a:xfrm>
          <a:prstGeom prst="ellipse">
            <a:avLst/>
          </a:prstGeom>
          <a:solidFill>
            <a:srgbClr val="1F2A5C"/>
          </a:solidFill>
          <a:ln/>
        </p:spPr>
      </p:sp>
      <p:sp>
        <p:nvSpPr>
          <p:cNvPr id="405" name="Shape 399"/>
          <p:cNvSpPr/>
          <p:nvPr/>
        </p:nvSpPr>
        <p:spPr>
          <a:xfrm>
            <a:off x="2844800" y="5562600"/>
            <a:ext cx="-101600" cy="-546100"/>
          </a:xfrm>
          <a:prstGeom prst="line">
            <a:avLst/>
          </a:prstGeom>
          <a:noFill/>
          <a:ln w="11430">
            <a:solidFill>
              <a:srgbClr val="8B1A10"/>
            </a:solidFill>
            <a:prstDash val="solid"/>
            <a:tailEnd type="triangle"/>
          </a:ln>
        </p:spPr>
      </p:sp>
      <p:sp>
        <p:nvSpPr>
          <p:cNvPr id="406" name="Shape 400"/>
          <p:cNvSpPr/>
          <p:nvPr/>
        </p:nvSpPr>
        <p:spPr>
          <a:xfrm>
            <a:off x="2679700" y="4902200"/>
            <a:ext cx="127000" cy="127000"/>
          </a:xfrm>
          <a:prstGeom prst="ellipse">
            <a:avLst/>
          </a:prstGeom>
          <a:solidFill>
            <a:srgbClr val="BFE0F0"/>
          </a:solidFill>
          <a:ln w="12700">
            <a:solidFill>
              <a:srgbClr val="5A8AC8"/>
            </a:solidFill>
            <a:prstDash val="solid"/>
          </a:ln>
        </p:spPr>
      </p:sp>
      <p:sp>
        <p:nvSpPr>
          <p:cNvPr id="407" name="Shape 401"/>
          <p:cNvSpPr/>
          <p:nvPr/>
        </p:nvSpPr>
        <p:spPr>
          <a:xfrm>
            <a:off x="2717800" y="4940300"/>
            <a:ext cx="50800" cy="50800"/>
          </a:xfrm>
          <a:prstGeom prst="ellipse">
            <a:avLst/>
          </a:prstGeom>
          <a:solidFill>
            <a:srgbClr val="1F2A5C"/>
          </a:solidFill>
          <a:ln/>
        </p:spPr>
      </p:sp>
      <p:sp>
        <p:nvSpPr>
          <p:cNvPr id="408" name="Shape 402"/>
          <p:cNvSpPr/>
          <p:nvPr/>
        </p:nvSpPr>
        <p:spPr>
          <a:xfrm>
            <a:off x="2844800" y="5562600"/>
            <a:ext cx="25400" cy="-901700"/>
          </a:xfrm>
          <a:prstGeom prst="line">
            <a:avLst/>
          </a:prstGeom>
          <a:noFill/>
          <a:ln w="11430">
            <a:solidFill>
              <a:srgbClr val="8B1A10"/>
            </a:solidFill>
            <a:prstDash val="solid"/>
            <a:tailEnd type="triangle"/>
          </a:ln>
        </p:spPr>
      </p:sp>
      <p:sp>
        <p:nvSpPr>
          <p:cNvPr id="409" name="Shape 403"/>
          <p:cNvSpPr/>
          <p:nvPr/>
        </p:nvSpPr>
        <p:spPr>
          <a:xfrm>
            <a:off x="2806700" y="4546600"/>
            <a:ext cx="127000" cy="127000"/>
          </a:xfrm>
          <a:prstGeom prst="ellipse">
            <a:avLst/>
          </a:prstGeom>
          <a:solidFill>
            <a:srgbClr val="BFE0F0"/>
          </a:solidFill>
          <a:ln w="12700">
            <a:solidFill>
              <a:srgbClr val="5A8AC8"/>
            </a:solidFill>
            <a:prstDash val="solid"/>
          </a:ln>
        </p:spPr>
      </p:sp>
      <p:sp>
        <p:nvSpPr>
          <p:cNvPr id="410" name="Shape 404"/>
          <p:cNvSpPr/>
          <p:nvPr/>
        </p:nvSpPr>
        <p:spPr>
          <a:xfrm>
            <a:off x="2844800" y="4584700"/>
            <a:ext cx="50800" cy="50800"/>
          </a:xfrm>
          <a:prstGeom prst="ellipse">
            <a:avLst/>
          </a:prstGeom>
          <a:solidFill>
            <a:srgbClr val="1F2A5C"/>
          </a:solidFill>
          <a:ln/>
        </p:spPr>
      </p:sp>
      <p:sp>
        <p:nvSpPr>
          <p:cNvPr id="411" name="Shape 405"/>
          <p:cNvSpPr/>
          <p:nvPr/>
        </p:nvSpPr>
        <p:spPr>
          <a:xfrm>
            <a:off x="2844800" y="5562600"/>
            <a:ext cx="177800" cy="-1257300"/>
          </a:xfrm>
          <a:prstGeom prst="line">
            <a:avLst/>
          </a:prstGeom>
          <a:noFill/>
          <a:ln w="11430">
            <a:solidFill>
              <a:srgbClr val="8B1A10"/>
            </a:solidFill>
            <a:prstDash val="solid"/>
            <a:tailEnd type="triangle"/>
          </a:ln>
        </p:spPr>
      </p:sp>
      <p:sp>
        <p:nvSpPr>
          <p:cNvPr id="412" name="Shape 406"/>
          <p:cNvSpPr/>
          <p:nvPr/>
        </p:nvSpPr>
        <p:spPr>
          <a:xfrm>
            <a:off x="2959100" y="4191000"/>
            <a:ext cx="127000" cy="127000"/>
          </a:xfrm>
          <a:prstGeom prst="ellipse">
            <a:avLst/>
          </a:prstGeom>
          <a:solidFill>
            <a:srgbClr val="BFE0F0"/>
          </a:solidFill>
          <a:ln w="12700">
            <a:solidFill>
              <a:srgbClr val="5A8AC8"/>
            </a:solidFill>
            <a:prstDash val="solid"/>
          </a:ln>
        </p:spPr>
      </p:sp>
      <p:sp>
        <p:nvSpPr>
          <p:cNvPr id="413" name="Shape 407"/>
          <p:cNvSpPr/>
          <p:nvPr/>
        </p:nvSpPr>
        <p:spPr>
          <a:xfrm>
            <a:off x="2997200" y="4229100"/>
            <a:ext cx="50800" cy="50800"/>
          </a:xfrm>
          <a:prstGeom prst="ellipse">
            <a:avLst/>
          </a:prstGeom>
          <a:solidFill>
            <a:srgbClr val="1F2A5C"/>
          </a:solidFill>
          <a:ln/>
        </p:spPr>
      </p:sp>
      <p:sp>
        <p:nvSpPr>
          <p:cNvPr id="414" name="Shape 408"/>
          <p:cNvSpPr/>
          <p:nvPr/>
        </p:nvSpPr>
        <p:spPr>
          <a:xfrm>
            <a:off x="2844800" y="5626100"/>
            <a:ext cx="0" cy="254000"/>
          </a:xfrm>
          <a:prstGeom prst="line">
            <a:avLst/>
          </a:prstGeom>
          <a:noFill/>
          <a:ln w="19050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415" name="Shape 409"/>
          <p:cNvSpPr/>
          <p:nvPr/>
        </p:nvSpPr>
        <p:spPr>
          <a:xfrm>
            <a:off x="5486400" y="4159250"/>
            <a:ext cx="190500" cy="190500"/>
          </a:xfrm>
          <a:prstGeom prst="ellipse">
            <a:avLst/>
          </a:prstGeom>
          <a:solidFill>
            <a:srgbClr val="FCE8E8"/>
          </a:solidFill>
          <a:ln w="15875">
            <a:solidFill>
              <a:srgbClr val="CC2222"/>
            </a:solidFill>
            <a:prstDash val="solid"/>
          </a:ln>
        </p:spPr>
      </p:sp>
      <p:sp>
        <p:nvSpPr>
          <p:cNvPr id="416" name="Text 410"/>
          <p:cNvSpPr/>
          <p:nvPr/>
        </p:nvSpPr>
        <p:spPr>
          <a:xfrm>
            <a:off x="5486400" y="4159250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C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900" dirty="0"/>
          </a:p>
        </p:txBody>
      </p:sp>
      <p:sp>
        <p:nvSpPr>
          <p:cNvPr id="417" name="Shape 411"/>
          <p:cNvSpPr/>
          <p:nvPr/>
        </p:nvSpPr>
        <p:spPr>
          <a:xfrm>
            <a:off x="6375400" y="4254500"/>
            <a:ext cx="711200" cy="0"/>
          </a:xfrm>
          <a:prstGeom prst="line">
            <a:avLst/>
          </a:prstGeom>
          <a:noFill/>
          <a:ln w="11430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418" name="Text 412"/>
          <p:cNvSpPr/>
          <p:nvPr/>
        </p:nvSpPr>
        <p:spPr>
          <a:xfrm>
            <a:off x="5892800" y="4140200"/>
            <a:ext cx="1905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l" indent="0" marL="0">
              <a:buNone/>
            </a:pPr>
            <a:r>
              <a:rPr lang="en-US" sz="413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550" dirty="0"/>
          </a:p>
        </p:txBody>
      </p:sp>
      <p:sp>
        <p:nvSpPr>
          <p:cNvPr id="419" name="Shape 413"/>
          <p:cNvSpPr/>
          <p:nvPr/>
        </p:nvSpPr>
        <p:spPr>
          <a:xfrm>
            <a:off x="6096000" y="4165600"/>
            <a:ext cx="76200" cy="177800"/>
          </a:xfrm>
          <a:prstGeom prst="rect">
            <a:avLst/>
          </a:prstGeom>
          <a:solidFill>
            <a:srgbClr val="F9FF96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420" name="Shape 414"/>
          <p:cNvSpPr/>
          <p:nvPr/>
        </p:nvSpPr>
        <p:spPr>
          <a:xfrm>
            <a:off x="6172200" y="4165600"/>
            <a:ext cx="76200" cy="177800"/>
          </a:xfrm>
          <a:prstGeom prst="rect">
            <a:avLst/>
          </a:prstGeom>
          <a:solidFill>
            <a:srgbClr val="FFFFFF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421" name="Shape 415"/>
          <p:cNvSpPr/>
          <p:nvPr/>
        </p:nvSpPr>
        <p:spPr>
          <a:xfrm>
            <a:off x="6248400" y="4165600"/>
            <a:ext cx="76200" cy="177800"/>
          </a:xfrm>
          <a:prstGeom prst="rect">
            <a:avLst/>
          </a:prstGeom>
          <a:solidFill>
            <a:srgbClr val="F08B96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422" name="Shape 416"/>
          <p:cNvSpPr/>
          <p:nvPr/>
        </p:nvSpPr>
        <p:spPr>
          <a:xfrm>
            <a:off x="5486400" y="4514850"/>
            <a:ext cx="190500" cy="190500"/>
          </a:xfrm>
          <a:prstGeom prst="ellipse">
            <a:avLst/>
          </a:prstGeom>
          <a:solidFill>
            <a:srgbClr val="FCE8E8"/>
          </a:solidFill>
          <a:ln w="15875">
            <a:solidFill>
              <a:srgbClr val="CC2222"/>
            </a:solidFill>
            <a:prstDash val="solid"/>
          </a:ln>
        </p:spPr>
      </p:sp>
      <p:sp>
        <p:nvSpPr>
          <p:cNvPr id="423" name="Text 417"/>
          <p:cNvSpPr/>
          <p:nvPr/>
        </p:nvSpPr>
        <p:spPr>
          <a:xfrm>
            <a:off x="5486400" y="4514850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C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900" dirty="0"/>
          </a:p>
        </p:txBody>
      </p:sp>
      <p:sp>
        <p:nvSpPr>
          <p:cNvPr id="424" name="Shape 418"/>
          <p:cNvSpPr/>
          <p:nvPr/>
        </p:nvSpPr>
        <p:spPr>
          <a:xfrm>
            <a:off x="6375400" y="4610100"/>
            <a:ext cx="711200" cy="0"/>
          </a:xfrm>
          <a:prstGeom prst="line">
            <a:avLst/>
          </a:prstGeom>
          <a:noFill/>
          <a:ln w="11430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425" name="Text 419"/>
          <p:cNvSpPr/>
          <p:nvPr/>
        </p:nvSpPr>
        <p:spPr>
          <a:xfrm>
            <a:off x="5892800" y="4495800"/>
            <a:ext cx="1905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l" indent="0" marL="0">
              <a:buNone/>
            </a:pPr>
            <a:r>
              <a:rPr lang="en-US" sz="413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50" dirty="0"/>
          </a:p>
        </p:txBody>
      </p:sp>
      <p:sp>
        <p:nvSpPr>
          <p:cNvPr id="426" name="Shape 420"/>
          <p:cNvSpPr/>
          <p:nvPr/>
        </p:nvSpPr>
        <p:spPr>
          <a:xfrm>
            <a:off x="6096000" y="4521200"/>
            <a:ext cx="76200" cy="177800"/>
          </a:xfrm>
          <a:prstGeom prst="rect">
            <a:avLst/>
          </a:prstGeom>
          <a:solidFill>
            <a:srgbClr val="F9FF96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427" name="Shape 421"/>
          <p:cNvSpPr/>
          <p:nvPr/>
        </p:nvSpPr>
        <p:spPr>
          <a:xfrm>
            <a:off x="6172200" y="4521200"/>
            <a:ext cx="76200" cy="177800"/>
          </a:xfrm>
          <a:prstGeom prst="rect">
            <a:avLst/>
          </a:prstGeom>
          <a:solidFill>
            <a:srgbClr val="FFFFFF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428" name="Shape 422"/>
          <p:cNvSpPr/>
          <p:nvPr/>
        </p:nvSpPr>
        <p:spPr>
          <a:xfrm>
            <a:off x="6248400" y="4521200"/>
            <a:ext cx="76200" cy="177800"/>
          </a:xfrm>
          <a:prstGeom prst="rect">
            <a:avLst/>
          </a:prstGeom>
          <a:solidFill>
            <a:srgbClr val="F08B96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429" name="Shape 423"/>
          <p:cNvSpPr/>
          <p:nvPr/>
        </p:nvSpPr>
        <p:spPr>
          <a:xfrm>
            <a:off x="5486400" y="4870450"/>
            <a:ext cx="190500" cy="190500"/>
          </a:xfrm>
          <a:prstGeom prst="ellipse">
            <a:avLst/>
          </a:prstGeom>
          <a:solidFill>
            <a:srgbClr val="FCE8E8"/>
          </a:solidFill>
          <a:ln w="15875">
            <a:solidFill>
              <a:srgbClr val="CC2222"/>
            </a:solidFill>
            <a:prstDash val="solid"/>
          </a:ln>
        </p:spPr>
      </p:sp>
      <p:sp>
        <p:nvSpPr>
          <p:cNvPr id="430" name="Text 424"/>
          <p:cNvSpPr/>
          <p:nvPr/>
        </p:nvSpPr>
        <p:spPr>
          <a:xfrm>
            <a:off x="5486400" y="4870450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C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900" dirty="0"/>
          </a:p>
        </p:txBody>
      </p:sp>
      <p:sp>
        <p:nvSpPr>
          <p:cNvPr id="431" name="Shape 425"/>
          <p:cNvSpPr/>
          <p:nvPr/>
        </p:nvSpPr>
        <p:spPr>
          <a:xfrm>
            <a:off x="6375400" y="4965700"/>
            <a:ext cx="711200" cy="0"/>
          </a:xfrm>
          <a:prstGeom prst="line">
            <a:avLst/>
          </a:prstGeom>
          <a:noFill/>
          <a:ln w="11430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432" name="Text 426"/>
          <p:cNvSpPr/>
          <p:nvPr/>
        </p:nvSpPr>
        <p:spPr>
          <a:xfrm>
            <a:off x="5892800" y="4851400"/>
            <a:ext cx="1905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l" indent="0" marL="0">
              <a:buNone/>
            </a:pPr>
            <a:r>
              <a:rPr lang="en-US" sz="413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50" dirty="0"/>
          </a:p>
        </p:txBody>
      </p:sp>
      <p:sp>
        <p:nvSpPr>
          <p:cNvPr id="433" name="Shape 427"/>
          <p:cNvSpPr/>
          <p:nvPr/>
        </p:nvSpPr>
        <p:spPr>
          <a:xfrm>
            <a:off x="6096000" y="4876800"/>
            <a:ext cx="76200" cy="177800"/>
          </a:xfrm>
          <a:prstGeom prst="rect">
            <a:avLst/>
          </a:prstGeom>
          <a:solidFill>
            <a:srgbClr val="F9FF96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434" name="Shape 428"/>
          <p:cNvSpPr/>
          <p:nvPr/>
        </p:nvSpPr>
        <p:spPr>
          <a:xfrm>
            <a:off x="6172200" y="4876800"/>
            <a:ext cx="76200" cy="177800"/>
          </a:xfrm>
          <a:prstGeom prst="rect">
            <a:avLst/>
          </a:prstGeom>
          <a:solidFill>
            <a:srgbClr val="FFFFFF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435" name="Shape 429"/>
          <p:cNvSpPr/>
          <p:nvPr/>
        </p:nvSpPr>
        <p:spPr>
          <a:xfrm>
            <a:off x="6248400" y="4876800"/>
            <a:ext cx="76200" cy="177800"/>
          </a:xfrm>
          <a:prstGeom prst="rect">
            <a:avLst/>
          </a:prstGeom>
          <a:solidFill>
            <a:srgbClr val="F08B96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436" name="Shape 430"/>
          <p:cNvSpPr/>
          <p:nvPr/>
        </p:nvSpPr>
        <p:spPr>
          <a:xfrm>
            <a:off x="5486400" y="5226050"/>
            <a:ext cx="190500" cy="190500"/>
          </a:xfrm>
          <a:prstGeom prst="ellipse">
            <a:avLst/>
          </a:prstGeom>
          <a:solidFill>
            <a:srgbClr val="FCE8E8"/>
          </a:solidFill>
          <a:ln w="15875">
            <a:solidFill>
              <a:srgbClr val="CC2222"/>
            </a:solidFill>
            <a:prstDash val="solid"/>
          </a:ln>
        </p:spPr>
      </p:sp>
      <p:sp>
        <p:nvSpPr>
          <p:cNvPr id="437" name="Text 431"/>
          <p:cNvSpPr/>
          <p:nvPr/>
        </p:nvSpPr>
        <p:spPr>
          <a:xfrm>
            <a:off x="5486400" y="5226050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C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</a:t>
            </a:r>
            <a:endParaRPr lang="en-US" sz="900" dirty="0"/>
          </a:p>
        </p:txBody>
      </p:sp>
      <p:sp>
        <p:nvSpPr>
          <p:cNvPr id="438" name="Shape 432"/>
          <p:cNvSpPr/>
          <p:nvPr/>
        </p:nvSpPr>
        <p:spPr>
          <a:xfrm>
            <a:off x="6375400" y="5321300"/>
            <a:ext cx="711200" cy="0"/>
          </a:xfrm>
          <a:prstGeom prst="line">
            <a:avLst/>
          </a:prstGeom>
          <a:noFill/>
          <a:ln w="11430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439" name="Text 433"/>
          <p:cNvSpPr/>
          <p:nvPr/>
        </p:nvSpPr>
        <p:spPr>
          <a:xfrm>
            <a:off x="5892800" y="5207000"/>
            <a:ext cx="1905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l" indent="0" marL="0">
              <a:buNone/>
            </a:pPr>
            <a:r>
              <a:rPr lang="en-US" sz="413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50" dirty="0"/>
          </a:p>
        </p:txBody>
      </p:sp>
      <p:sp>
        <p:nvSpPr>
          <p:cNvPr id="440" name="Shape 434"/>
          <p:cNvSpPr/>
          <p:nvPr/>
        </p:nvSpPr>
        <p:spPr>
          <a:xfrm>
            <a:off x="6096000" y="5232400"/>
            <a:ext cx="76200" cy="177800"/>
          </a:xfrm>
          <a:prstGeom prst="rect">
            <a:avLst/>
          </a:prstGeom>
          <a:solidFill>
            <a:srgbClr val="F9FF96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441" name="Shape 435"/>
          <p:cNvSpPr/>
          <p:nvPr/>
        </p:nvSpPr>
        <p:spPr>
          <a:xfrm>
            <a:off x="6172200" y="5232400"/>
            <a:ext cx="76200" cy="177800"/>
          </a:xfrm>
          <a:prstGeom prst="rect">
            <a:avLst/>
          </a:prstGeom>
          <a:solidFill>
            <a:srgbClr val="FFFFFF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442" name="Shape 436"/>
          <p:cNvSpPr/>
          <p:nvPr/>
        </p:nvSpPr>
        <p:spPr>
          <a:xfrm>
            <a:off x="6248400" y="5232400"/>
            <a:ext cx="76200" cy="177800"/>
          </a:xfrm>
          <a:prstGeom prst="rect">
            <a:avLst/>
          </a:prstGeom>
          <a:solidFill>
            <a:srgbClr val="F08B96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443" name="Shape 437"/>
          <p:cNvSpPr/>
          <p:nvPr/>
        </p:nvSpPr>
        <p:spPr>
          <a:xfrm>
            <a:off x="5588000" y="4102100"/>
            <a:ext cx="0" cy="1143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444" name="Shape 438"/>
          <p:cNvSpPr/>
          <p:nvPr/>
        </p:nvSpPr>
        <p:spPr>
          <a:xfrm>
            <a:off x="6337300" y="4121150"/>
            <a:ext cx="482600" cy="266700"/>
          </a:xfrm>
          <a:prstGeom prst="rect">
            <a:avLst/>
          </a:prstGeom>
          <a:solidFill>
            <a:srgbClr val="F5CC50"/>
          </a:solidFill>
          <a:ln/>
        </p:spPr>
      </p:sp>
      <p:sp>
        <p:nvSpPr>
          <p:cNvPr id="445" name="Shape 439"/>
          <p:cNvSpPr/>
          <p:nvPr/>
        </p:nvSpPr>
        <p:spPr>
          <a:xfrm>
            <a:off x="6375400" y="4121150"/>
            <a:ext cx="406400" cy="266700"/>
          </a:xfrm>
          <a:prstGeom prst="rect">
            <a:avLst/>
          </a:prstGeom>
          <a:solidFill>
            <a:srgbClr val="D2E455"/>
          </a:solidFill>
          <a:ln w="12700">
            <a:solidFill>
              <a:srgbClr val="6B6B2A"/>
            </a:solidFill>
            <a:prstDash val="solid"/>
          </a:ln>
        </p:spPr>
      </p:sp>
      <p:sp>
        <p:nvSpPr>
          <p:cNvPr id="446" name="Text 440"/>
          <p:cNvSpPr/>
          <p:nvPr/>
        </p:nvSpPr>
        <p:spPr>
          <a:xfrm>
            <a:off x="6375400" y="4121150"/>
            <a:ext cx="4064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68" b="1" baseline="-4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ctr" indent="0" marL="0">
              <a:buNone/>
            </a:pPr>
            <a:r>
              <a:rPr lang="en-US" sz="440" b="1" baseline="3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(0)</a:t>
            </a:r>
            <a:endParaRPr lang="en-US" sz="550" dirty="0"/>
          </a:p>
        </p:txBody>
      </p:sp>
      <p:sp>
        <p:nvSpPr>
          <p:cNvPr id="447" name="Shape 441"/>
          <p:cNvSpPr/>
          <p:nvPr/>
        </p:nvSpPr>
        <p:spPr>
          <a:xfrm>
            <a:off x="6337300" y="4476750"/>
            <a:ext cx="482600" cy="266700"/>
          </a:xfrm>
          <a:prstGeom prst="rect">
            <a:avLst/>
          </a:prstGeom>
          <a:solidFill>
            <a:srgbClr val="F5CC50"/>
          </a:solidFill>
          <a:ln/>
        </p:spPr>
      </p:sp>
      <p:sp>
        <p:nvSpPr>
          <p:cNvPr id="448" name="Shape 442"/>
          <p:cNvSpPr/>
          <p:nvPr/>
        </p:nvSpPr>
        <p:spPr>
          <a:xfrm>
            <a:off x="6375400" y="4476750"/>
            <a:ext cx="406400" cy="266700"/>
          </a:xfrm>
          <a:prstGeom prst="rect">
            <a:avLst/>
          </a:prstGeom>
          <a:solidFill>
            <a:srgbClr val="D2E455"/>
          </a:solidFill>
          <a:ln w="12700">
            <a:solidFill>
              <a:srgbClr val="6B6B2A"/>
            </a:solidFill>
            <a:prstDash val="solid"/>
          </a:ln>
        </p:spPr>
      </p:sp>
      <p:sp>
        <p:nvSpPr>
          <p:cNvPr id="449" name="Text 443"/>
          <p:cNvSpPr/>
          <p:nvPr/>
        </p:nvSpPr>
        <p:spPr>
          <a:xfrm>
            <a:off x="6375400" y="4476750"/>
            <a:ext cx="4064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68" b="1" baseline="-4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ctr" indent="0" marL="0">
              <a:buNone/>
            </a:pPr>
            <a:r>
              <a:rPr lang="en-US" sz="440" b="1" baseline="3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(0)</a:t>
            </a:r>
            <a:endParaRPr lang="en-US" sz="550" dirty="0"/>
          </a:p>
        </p:txBody>
      </p:sp>
      <p:sp>
        <p:nvSpPr>
          <p:cNvPr id="450" name="Shape 444"/>
          <p:cNvSpPr/>
          <p:nvPr/>
        </p:nvSpPr>
        <p:spPr>
          <a:xfrm>
            <a:off x="6337300" y="4832350"/>
            <a:ext cx="482600" cy="266700"/>
          </a:xfrm>
          <a:prstGeom prst="rect">
            <a:avLst/>
          </a:prstGeom>
          <a:solidFill>
            <a:srgbClr val="F5CC50"/>
          </a:solidFill>
          <a:ln/>
        </p:spPr>
      </p:sp>
      <p:sp>
        <p:nvSpPr>
          <p:cNvPr id="451" name="Shape 445"/>
          <p:cNvSpPr/>
          <p:nvPr/>
        </p:nvSpPr>
        <p:spPr>
          <a:xfrm>
            <a:off x="6375400" y="4832350"/>
            <a:ext cx="406400" cy="266700"/>
          </a:xfrm>
          <a:prstGeom prst="rect">
            <a:avLst/>
          </a:prstGeom>
          <a:solidFill>
            <a:srgbClr val="D2E455"/>
          </a:solidFill>
          <a:ln w="12700">
            <a:solidFill>
              <a:srgbClr val="6B6B2A"/>
            </a:solidFill>
            <a:prstDash val="solid"/>
          </a:ln>
        </p:spPr>
      </p:sp>
      <p:sp>
        <p:nvSpPr>
          <p:cNvPr id="452" name="Text 446"/>
          <p:cNvSpPr/>
          <p:nvPr/>
        </p:nvSpPr>
        <p:spPr>
          <a:xfrm>
            <a:off x="6375400" y="4832350"/>
            <a:ext cx="4064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68" b="1" baseline="-4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ctr" indent="0" marL="0">
              <a:buNone/>
            </a:pPr>
            <a:r>
              <a:rPr lang="en-US" sz="440" b="1" baseline="3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(0)</a:t>
            </a:r>
            <a:endParaRPr lang="en-US" sz="550" dirty="0"/>
          </a:p>
        </p:txBody>
      </p:sp>
      <p:sp>
        <p:nvSpPr>
          <p:cNvPr id="453" name="Shape 447"/>
          <p:cNvSpPr/>
          <p:nvPr/>
        </p:nvSpPr>
        <p:spPr>
          <a:xfrm>
            <a:off x="6337300" y="5187950"/>
            <a:ext cx="482600" cy="266700"/>
          </a:xfrm>
          <a:prstGeom prst="rect">
            <a:avLst/>
          </a:prstGeom>
          <a:solidFill>
            <a:srgbClr val="F5CC50"/>
          </a:solidFill>
          <a:ln/>
        </p:spPr>
      </p:sp>
      <p:sp>
        <p:nvSpPr>
          <p:cNvPr id="454" name="Shape 448"/>
          <p:cNvSpPr/>
          <p:nvPr/>
        </p:nvSpPr>
        <p:spPr>
          <a:xfrm>
            <a:off x="6375400" y="5187950"/>
            <a:ext cx="406400" cy="266700"/>
          </a:xfrm>
          <a:prstGeom prst="rect">
            <a:avLst/>
          </a:prstGeom>
          <a:solidFill>
            <a:srgbClr val="D2E455"/>
          </a:solidFill>
          <a:ln w="12700">
            <a:solidFill>
              <a:srgbClr val="6B6B2A"/>
            </a:solidFill>
            <a:prstDash val="solid"/>
          </a:ln>
        </p:spPr>
      </p:sp>
      <p:sp>
        <p:nvSpPr>
          <p:cNvPr id="455" name="Text 449"/>
          <p:cNvSpPr/>
          <p:nvPr/>
        </p:nvSpPr>
        <p:spPr>
          <a:xfrm>
            <a:off x="6375400" y="5187950"/>
            <a:ext cx="4064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468" b="1" baseline="-4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ctr" indent="0" marL="0">
              <a:buNone/>
            </a:pPr>
            <a:r>
              <a:rPr lang="en-US" sz="440" b="1" baseline="3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(0)</a:t>
            </a:r>
            <a:endParaRPr lang="en-US" sz="550" dirty="0"/>
          </a:p>
        </p:txBody>
      </p:sp>
      <p:sp>
        <p:nvSpPr>
          <p:cNvPr id="456" name="Shape 450"/>
          <p:cNvSpPr/>
          <p:nvPr/>
        </p:nvSpPr>
        <p:spPr>
          <a:xfrm>
            <a:off x="7086600" y="4064000"/>
            <a:ext cx="584200" cy="142240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2E8B57"/>
            </a:solidFill>
            <a:prstDash val="dash"/>
          </a:ln>
        </p:spPr>
      </p:sp>
      <p:sp>
        <p:nvSpPr>
          <p:cNvPr id="457" name="Text 451"/>
          <p:cNvSpPr/>
          <p:nvPr/>
        </p:nvSpPr>
        <p:spPr>
          <a:xfrm>
            <a:off x="7124700" y="4140200"/>
            <a:ext cx="15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375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00" dirty="0"/>
          </a:p>
        </p:txBody>
      </p:sp>
      <p:sp>
        <p:nvSpPr>
          <p:cNvPr id="458" name="Shape 452"/>
          <p:cNvSpPr/>
          <p:nvPr/>
        </p:nvSpPr>
        <p:spPr>
          <a:xfrm>
            <a:off x="7289800" y="4140200"/>
            <a:ext cx="120650" cy="203200"/>
          </a:xfrm>
          <a:prstGeom prst="rect">
            <a:avLst/>
          </a:prstGeom>
          <a:solidFill>
            <a:srgbClr val="F9FF96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459" name="Shape 453"/>
          <p:cNvSpPr/>
          <p:nvPr/>
        </p:nvSpPr>
        <p:spPr>
          <a:xfrm>
            <a:off x="7410450" y="4140200"/>
            <a:ext cx="120650" cy="203200"/>
          </a:xfrm>
          <a:prstGeom prst="rect">
            <a:avLst/>
          </a:prstGeom>
          <a:solidFill>
            <a:srgbClr val="FFFFF0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460" name="Shape 454"/>
          <p:cNvSpPr/>
          <p:nvPr/>
        </p:nvSpPr>
        <p:spPr>
          <a:xfrm>
            <a:off x="7531100" y="4140200"/>
            <a:ext cx="120650" cy="203200"/>
          </a:xfrm>
          <a:prstGeom prst="rect">
            <a:avLst/>
          </a:prstGeom>
          <a:solidFill>
            <a:srgbClr val="F6DAF3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461" name="Text 455"/>
          <p:cNvSpPr/>
          <p:nvPr/>
        </p:nvSpPr>
        <p:spPr>
          <a:xfrm>
            <a:off x="7124700" y="4483100"/>
            <a:ext cx="15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375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00" dirty="0"/>
          </a:p>
        </p:txBody>
      </p:sp>
      <p:sp>
        <p:nvSpPr>
          <p:cNvPr id="462" name="Shape 456"/>
          <p:cNvSpPr/>
          <p:nvPr/>
        </p:nvSpPr>
        <p:spPr>
          <a:xfrm>
            <a:off x="7289800" y="4483100"/>
            <a:ext cx="120650" cy="203200"/>
          </a:xfrm>
          <a:prstGeom prst="rect">
            <a:avLst/>
          </a:prstGeom>
          <a:solidFill>
            <a:srgbClr val="EAE4EE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463" name="Shape 457"/>
          <p:cNvSpPr/>
          <p:nvPr/>
        </p:nvSpPr>
        <p:spPr>
          <a:xfrm>
            <a:off x="7410450" y="4483100"/>
            <a:ext cx="120650" cy="203200"/>
          </a:xfrm>
          <a:prstGeom prst="rect">
            <a:avLst/>
          </a:prstGeom>
          <a:solidFill>
            <a:srgbClr val="F9FF96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464" name="Shape 458"/>
          <p:cNvSpPr/>
          <p:nvPr/>
        </p:nvSpPr>
        <p:spPr>
          <a:xfrm>
            <a:off x="7531100" y="4483100"/>
            <a:ext cx="120650" cy="203200"/>
          </a:xfrm>
          <a:prstGeom prst="rect">
            <a:avLst/>
          </a:prstGeom>
          <a:solidFill>
            <a:srgbClr val="FFFFF0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465" name="Text 459"/>
          <p:cNvSpPr/>
          <p:nvPr/>
        </p:nvSpPr>
        <p:spPr>
          <a:xfrm>
            <a:off x="7124700" y="4826000"/>
            <a:ext cx="15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375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00" dirty="0"/>
          </a:p>
        </p:txBody>
      </p:sp>
      <p:sp>
        <p:nvSpPr>
          <p:cNvPr id="466" name="Shape 460"/>
          <p:cNvSpPr/>
          <p:nvPr/>
        </p:nvSpPr>
        <p:spPr>
          <a:xfrm>
            <a:off x="7289800" y="4826000"/>
            <a:ext cx="120650" cy="203200"/>
          </a:xfrm>
          <a:prstGeom prst="rect">
            <a:avLst/>
          </a:prstGeom>
          <a:solidFill>
            <a:srgbClr val="F6DAF3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467" name="Shape 461"/>
          <p:cNvSpPr/>
          <p:nvPr/>
        </p:nvSpPr>
        <p:spPr>
          <a:xfrm>
            <a:off x="7410450" y="4826000"/>
            <a:ext cx="120650" cy="203200"/>
          </a:xfrm>
          <a:prstGeom prst="rect">
            <a:avLst/>
          </a:prstGeom>
          <a:solidFill>
            <a:srgbClr val="EAE4EE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468" name="Shape 462"/>
          <p:cNvSpPr/>
          <p:nvPr/>
        </p:nvSpPr>
        <p:spPr>
          <a:xfrm>
            <a:off x="7531100" y="4826000"/>
            <a:ext cx="120650" cy="203200"/>
          </a:xfrm>
          <a:prstGeom prst="rect">
            <a:avLst/>
          </a:prstGeom>
          <a:solidFill>
            <a:srgbClr val="F9FF96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469" name="Text 463"/>
          <p:cNvSpPr/>
          <p:nvPr/>
        </p:nvSpPr>
        <p:spPr>
          <a:xfrm>
            <a:off x="7124700" y="5168900"/>
            <a:ext cx="15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" b="1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buNone/>
            </a:pPr>
            <a:r>
              <a:rPr lang="en-US" sz="375" b="1" baseline="-40000" dirty="0">
                <a:solidFill>
                  <a:srgbClr val="A0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500" dirty="0"/>
          </a:p>
        </p:txBody>
      </p:sp>
      <p:sp>
        <p:nvSpPr>
          <p:cNvPr id="470" name="Shape 464"/>
          <p:cNvSpPr/>
          <p:nvPr/>
        </p:nvSpPr>
        <p:spPr>
          <a:xfrm>
            <a:off x="7289800" y="5168900"/>
            <a:ext cx="120650" cy="203200"/>
          </a:xfrm>
          <a:prstGeom prst="rect">
            <a:avLst/>
          </a:prstGeom>
          <a:solidFill>
            <a:srgbClr val="FFFFF0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471" name="Shape 465"/>
          <p:cNvSpPr/>
          <p:nvPr/>
        </p:nvSpPr>
        <p:spPr>
          <a:xfrm>
            <a:off x="7410450" y="5168900"/>
            <a:ext cx="120650" cy="203200"/>
          </a:xfrm>
          <a:prstGeom prst="rect">
            <a:avLst/>
          </a:prstGeom>
          <a:solidFill>
            <a:srgbClr val="F6DAF3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472" name="Shape 466"/>
          <p:cNvSpPr/>
          <p:nvPr/>
        </p:nvSpPr>
        <p:spPr>
          <a:xfrm>
            <a:off x="7531100" y="5168900"/>
            <a:ext cx="120650" cy="203200"/>
          </a:xfrm>
          <a:prstGeom prst="rect">
            <a:avLst/>
          </a:prstGeom>
          <a:solidFill>
            <a:srgbClr val="EAE4EE"/>
          </a:solidFill>
          <a:ln w="6350">
            <a:solidFill>
              <a:srgbClr val="C9C9C9"/>
            </a:solidFill>
            <a:prstDash val="solid"/>
          </a:ln>
        </p:spPr>
      </p:sp>
      <p:sp>
        <p:nvSpPr>
          <p:cNvPr id="473" name="Shape 467"/>
          <p:cNvSpPr/>
          <p:nvPr/>
        </p:nvSpPr>
        <p:spPr>
          <a:xfrm>
            <a:off x="7010400" y="5740400"/>
            <a:ext cx="203200" cy="114300"/>
          </a:xfrm>
          <a:prstGeom prst="line">
            <a:avLst/>
          </a:prstGeom>
          <a:noFill/>
          <a:ln w="88900">
            <a:solidFill>
              <a:srgbClr val="C00000"/>
            </a:solidFill>
            <a:prstDash val="solid"/>
          </a:ln>
        </p:spPr>
      </p:sp>
      <p:sp>
        <p:nvSpPr>
          <p:cNvPr id="474" name="Shape 468"/>
          <p:cNvSpPr/>
          <p:nvPr/>
        </p:nvSpPr>
        <p:spPr>
          <a:xfrm>
            <a:off x="7213600" y="5854700"/>
            <a:ext cx="660400" cy="-317500"/>
          </a:xfrm>
          <a:prstGeom prst="line">
            <a:avLst/>
          </a:prstGeom>
          <a:noFill/>
          <a:ln w="88900">
            <a:solidFill>
              <a:srgbClr val="C00000"/>
            </a:solidFill>
            <a:prstDash val="solid"/>
          </a:ln>
        </p:spPr>
      </p:sp>
      <p:sp>
        <p:nvSpPr>
          <p:cNvPr id="475" name="Shape 469"/>
          <p:cNvSpPr/>
          <p:nvPr/>
        </p:nvSpPr>
        <p:spPr>
          <a:xfrm>
            <a:off x="7874000" y="5537200"/>
            <a:ext cx="1016000" cy="-508000"/>
          </a:xfrm>
          <a:prstGeom prst="line">
            <a:avLst/>
          </a:prstGeom>
          <a:noFill/>
          <a:ln w="88900">
            <a:solidFill>
              <a:srgbClr val="C00000"/>
            </a:solidFill>
            <a:prstDash val="solid"/>
          </a:ln>
        </p:spPr>
      </p:sp>
      <p:sp>
        <p:nvSpPr>
          <p:cNvPr id="476" name="Shape 470"/>
          <p:cNvSpPr/>
          <p:nvPr/>
        </p:nvSpPr>
        <p:spPr>
          <a:xfrm>
            <a:off x="8890000" y="5029200"/>
            <a:ext cx="889000" cy="-444500"/>
          </a:xfrm>
          <a:prstGeom prst="line">
            <a:avLst/>
          </a:prstGeom>
          <a:noFill/>
          <a:ln w="88900">
            <a:solidFill>
              <a:srgbClr val="C00000"/>
            </a:solidFill>
            <a:prstDash val="solid"/>
          </a:ln>
        </p:spPr>
      </p:sp>
      <p:sp>
        <p:nvSpPr>
          <p:cNvPr id="477" name="Shape 471"/>
          <p:cNvSpPr/>
          <p:nvPr/>
        </p:nvSpPr>
        <p:spPr>
          <a:xfrm rot="3780000">
            <a:off x="9829800" y="4241800"/>
            <a:ext cx="304800" cy="2540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478" name="Text 472"/>
          <p:cNvSpPr/>
          <p:nvPr/>
        </p:nvSpPr>
        <p:spPr>
          <a:xfrm rot="19320000">
            <a:off x="9321800" y="4572000"/>
            <a:ext cx="1219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i="1" dirty="0">
                <a:solidFill>
                  <a:srgbClr val="0033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pPr algn="ctr" indent="0" marL="0">
              <a:buNone/>
            </a:pPr>
            <a:r>
              <a:rPr lang="en-US" sz="1000" b="1" i="1" dirty="0">
                <a:solidFill>
                  <a:srgbClr val="0033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</a:t>
            </a:r>
            <a:pPr algn="ctr" indent="0" marL="0">
              <a:buNone/>
            </a:pPr>
            <a:r>
              <a:rPr lang="en-US" sz="1000" b="1" i="1" dirty="0">
                <a:solidFill>
                  <a:srgbClr val="0033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” Heads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71500"/>
            <a:ext cx="11137900" cy="6286500"/>
          </a:xfrm>
          <a:prstGeom prst="rect">
            <a:avLst/>
          </a:prstGeom>
          <a:solidFill>
            <a:srgbClr val="E9E9E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977388" y="3744849"/>
            <a:ext cx="5325237" cy="189928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38100" dist="25400" dir="5400000">
              <a:srgbClr val="000000">
                <a:alpha val="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81660" y="2545501"/>
            <a:ext cx="10972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96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Adding Position Information</a:t>
            </a:r>
            <a:endParaRPr lang="en-US" sz="3960" dirty="0"/>
          </a:p>
        </p:txBody>
      </p:sp>
      <p:sp>
        <p:nvSpPr>
          <p:cNvPr id="7" name="Text 5"/>
          <p:cNvSpPr/>
          <p:nvPr/>
        </p:nvSpPr>
        <p:spPr>
          <a:xfrm>
            <a:off x="3342513" y="3942316"/>
            <a:ext cx="5334000" cy="63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10" b="1" spc="15" kern="0" dirty="0">
                <a:solidFill>
                  <a:srgbClr val="000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[1] Position </a:t>
            </a:r>
            <a:pPr algn="l" indent="0" marL="0">
              <a:buNone/>
            </a:pPr>
            <a:r>
              <a:rPr lang="en-US" sz="311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Encoding</a:t>
            </a:r>
            <a:endParaRPr lang="en-US" sz="3110" dirty="0"/>
          </a:p>
        </p:txBody>
      </p:sp>
      <p:sp>
        <p:nvSpPr>
          <p:cNvPr id="8" name="Text 6"/>
          <p:cNvSpPr/>
          <p:nvPr/>
        </p:nvSpPr>
        <p:spPr>
          <a:xfrm>
            <a:off x="3342513" y="4818870"/>
            <a:ext cx="5334000" cy="63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10" b="1" spc="15" kern="0" dirty="0">
                <a:solidFill>
                  <a:srgbClr val="000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[2] Position </a:t>
            </a:r>
            <a:pPr algn="l" indent="0" marL="0">
              <a:buNone/>
            </a:pPr>
            <a:r>
              <a:rPr lang="en-US" sz="3110" b="1" dirty="0">
                <a:solidFill>
                  <a:srgbClr val="CC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</a:t>
            </a:r>
            <a:endParaRPr lang="en-US" sz="311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71500"/>
            <a:ext cx="11137900" cy="6286500"/>
          </a:xfrm>
          <a:prstGeom prst="rect">
            <a:avLst/>
          </a:prstGeom>
          <a:solidFill>
            <a:srgbClr val="E9E9E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778000" y="609600"/>
            <a:ext cx="8636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 – Decoder Transformer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7264400" y="1308100"/>
            <a:ext cx="4114800" cy="5372100"/>
          </a:xfrm>
          <a:prstGeom prst="rect">
            <a:avLst/>
          </a:prstGeom>
          <a:ln w="19050">
            <a:solidFill>
              <a:srgbClr val="00A0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27900" y="1371600"/>
            <a:ext cx="2044700" cy="5257800"/>
          </a:xfrm>
          <a:prstGeom prst="rect">
            <a:avLst/>
          </a:prstGeom>
          <a:solidFill>
            <a:srgbClr val="FBECDB"/>
          </a:solidFill>
          <a:ln/>
        </p:spPr>
      </p:sp>
      <p:sp>
        <p:nvSpPr>
          <p:cNvPr id="8" name="Shape 6"/>
          <p:cNvSpPr/>
          <p:nvPr/>
        </p:nvSpPr>
        <p:spPr>
          <a:xfrm>
            <a:off x="9398000" y="1371600"/>
            <a:ext cx="1955800" cy="5257800"/>
          </a:xfrm>
          <a:prstGeom prst="rect">
            <a:avLst/>
          </a:prstGeom>
          <a:solidFill>
            <a:srgbClr val="C8F8E0"/>
          </a:solidFill>
          <a:ln/>
        </p:spPr>
      </p:sp>
      <p:sp>
        <p:nvSpPr>
          <p:cNvPr id="9" name="Text 7"/>
          <p:cNvSpPr/>
          <p:nvPr/>
        </p:nvSpPr>
        <p:spPr>
          <a:xfrm>
            <a:off x="7378700" y="1422400"/>
            <a:ext cx="1066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388600" y="1422400"/>
            <a:ext cx="914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i="1" dirty="0">
                <a:solidFill>
                  <a:srgbClr val="0E7D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Decoder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610600" y="3187700"/>
            <a:ext cx="850900" cy="203200"/>
          </a:xfrm>
          <a:prstGeom prst="rect">
            <a:avLst/>
          </a:prstGeom>
          <a:solidFill>
            <a:srgbClr val="FFFF00"/>
          </a:solidFill>
          <a:ln/>
        </p:spPr>
      </p:sp>
      <p:sp>
        <p:nvSpPr>
          <p:cNvPr id="12" name="Shape 10"/>
          <p:cNvSpPr/>
          <p:nvPr/>
        </p:nvSpPr>
        <p:spPr>
          <a:xfrm>
            <a:off x="9271000" y="3390900"/>
            <a:ext cx="190500" cy="520700"/>
          </a:xfrm>
          <a:prstGeom prst="rect">
            <a:avLst/>
          </a:prstGeom>
          <a:solidFill>
            <a:srgbClr val="FFFF00"/>
          </a:solidFill>
          <a:ln/>
        </p:spPr>
      </p:sp>
      <p:sp>
        <p:nvSpPr>
          <p:cNvPr id="13" name="Shape 11"/>
          <p:cNvSpPr/>
          <p:nvPr/>
        </p:nvSpPr>
        <p:spPr>
          <a:xfrm>
            <a:off x="9398000" y="3898900"/>
            <a:ext cx="596900" cy="203200"/>
          </a:xfrm>
          <a:prstGeom prst="rect">
            <a:avLst/>
          </a:prstGeom>
          <a:solidFill>
            <a:srgbClr val="FFFF00"/>
          </a:solidFill>
          <a:ln/>
        </p:spPr>
      </p:sp>
      <p:sp>
        <p:nvSpPr>
          <p:cNvPr id="14" name="Shape 12"/>
          <p:cNvSpPr/>
          <p:nvPr/>
        </p:nvSpPr>
        <p:spPr>
          <a:xfrm>
            <a:off x="7975600" y="3390900"/>
            <a:ext cx="1270000" cy="1803400"/>
          </a:xfrm>
          <a:prstGeom prst="roundRect">
            <a:avLst>
              <a:gd name="adj" fmla="val 4320"/>
            </a:avLst>
          </a:prstGeom>
          <a:solidFill>
            <a:srgbClr val="C8A888"/>
          </a:solidFill>
          <a:ln w="15875">
            <a:solidFill>
              <a:srgbClr val="7B4B2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01000" y="3651250"/>
            <a:ext cx="1206500" cy="0"/>
          </a:xfrm>
          <a:prstGeom prst="line">
            <a:avLst/>
          </a:prstGeom>
          <a:noFill/>
          <a:ln w="6350">
            <a:solidFill>
              <a:srgbClr val="7B4B2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01000" y="4006850"/>
            <a:ext cx="1206500" cy="0"/>
          </a:xfrm>
          <a:prstGeom prst="line">
            <a:avLst/>
          </a:prstGeom>
          <a:noFill/>
          <a:ln w="6350">
            <a:solidFill>
              <a:srgbClr val="7B4B2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01000" y="4540250"/>
            <a:ext cx="1206500" cy="0"/>
          </a:xfrm>
          <a:prstGeom prst="line">
            <a:avLst/>
          </a:prstGeom>
          <a:noFill/>
          <a:ln w="6350">
            <a:solidFill>
              <a:srgbClr val="7B4B2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26400" y="3708400"/>
            <a:ext cx="0" cy="1422400"/>
          </a:xfrm>
          <a:prstGeom prst="line">
            <a:avLst/>
          </a:prstGeom>
          <a:noFill/>
          <a:ln w="9525">
            <a:solidFill>
              <a:srgbClr val="7B4B2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53400" y="4038600"/>
            <a:ext cx="0" cy="330200"/>
          </a:xfrm>
          <a:prstGeom prst="line">
            <a:avLst/>
          </a:prstGeom>
          <a:noFill/>
          <a:ln w="9525">
            <a:solidFill>
              <a:srgbClr val="7B4B2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67700" y="3657600"/>
            <a:ext cx="876300" cy="342900"/>
          </a:xfrm>
          <a:prstGeom prst="rect">
            <a:avLst/>
          </a:prstGeom>
          <a:solidFill>
            <a:srgbClr val="B0B070"/>
          </a:solidFill>
          <a:ln w="9525">
            <a:solidFill>
              <a:srgbClr val="7B4B2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67700" y="3657600"/>
            <a:ext cx="8763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</a:t>
            </a:r>
            <a:endParaRPr lang="en-US" sz="95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001000" y="3390900"/>
            <a:ext cx="12319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&amp; Norm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001000" y="4241800"/>
            <a:ext cx="12319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&amp; Norm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001000" y="4521200"/>
            <a:ext cx="12319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Multi-Head</a:t>
            </a:r>
            <a:endParaRPr lang="en-US" sz="95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8566150" y="3606800"/>
            <a:ext cx="76200" cy="57150"/>
          </a:xfrm>
          <a:prstGeom prst="triangle">
            <a:avLst/>
          </a:prstGeom>
          <a:solidFill>
            <a:srgbClr val="7B4B2A"/>
          </a:solidFill>
          <a:ln w="6350">
            <a:solidFill>
              <a:srgbClr val="7B4B2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566150" y="3975100"/>
            <a:ext cx="76200" cy="57150"/>
          </a:xfrm>
          <a:prstGeom prst="triangle">
            <a:avLst/>
          </a:prstGeom>
          <a:solidFill>
            <a:srgbClr val="7B4B2A"/>
          </a:solidFill>
          <a:ln w="6350">
            <a:solidFill>
              <a:srgbClr val="7B4B2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566150" y="4508500"/>
            <a:ext cx="76200" cy="57150"/>
          </a:xfrm>
          <a:prstGeom prst="triangle">
            <a:avLst/>
          </a:prstGeom>
          <a:solidFill>
            <a:srgbClr val="7B4B2A"/>
          </a:solidFill>
          <a:ln w="6350">
            <a:solidFill>
              <a:srgbClr val="7B4B2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50250" y="5010150"/>
            <a:ext cx="152400" cy="152400"/>
          </a:xfrm>
          <a:prstGeom prst="ellipse">
            <a:avLst/>
          </a:prstGeom>
          <a:solidFill>
            <a:srgbClr val="2A26A0"/>
          </a:solidFill>
          <a:ln w="6350">
            <a:solidFill>
              <a:srgbClr val="2A26A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350250" y="5010150"/>
            <a:ext cx="1524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8756650" y="5016500"/>
            <a:ext cx="139700" cy="139700"/>
          </a:xfrm>
          <a:prstGeom prst="ellipse">
            <a:avLst/>
          </a:prstGeom>
          <a:solidFill>
            <a:srgbClr val="2A26A0"/>
          </a:solidFill>
          <a:ln w="6350">
            <a:solidFill>
              <a:srgbClr val="2A26A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56650" y="50165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9042400" y="5016500"/>
            <a:ext cx="139700" cy="139700"/>
          </a:xfrm>
          <a:prstGeom prst="ellipse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042400" y="50165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8718550" y="5194300"/>
            <a:ext cx="0" cy="76200"/>
          </a:xfrm>
          <a:prstGeom prst="line">
            <a:avLst/>
          </a:prstGeom>
          <a:noFill/>
          <a:ln w="9525">
            <a:solidFill>
              <a:srgbClr val="2F2F2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718550" y="5651500"/>
            <a:ext cx="0" cy="88900"/>
          </a:xfrm>
          <a:prstGeom prst="line">
            <a:avLst/>
          </a:prstGeom>
          <a:noFill/>
          <a:ln w="9525">
            <a:solidFill>
              <a:srgbClr val="2F2F2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674100" y="5632450"/>
            <a:ext cx="88900" cy="76200"/>
          </a:xfrm>
          <a:prstGeom prst="triangle">
            <a:avLst/>
          </a:prstGeom>
          <a:solidFill>
            <a:srgbClr val="2F2F2F"/>
          </a:solidFill>
          <a:ln w="6350">
            <a:solidFill>
              <a:srgbClr val="2F2F2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242300" y="5270500"/>
            <a:ext cx="1003300" cy="381000"/>
          </a:xfrm>
          <a:prstGeom prst="roundRect">
            <a:avLst>
              <a:gd name="adj" fmla="val 12000"/>
            </a:avLst>
          </a:prstGeom>
          <a:solidFill>
            <a:srgbClr val="B08058"/>
          </a:solidFill>
          <a:ln w="12700">
            <a:solidFill>
              <a:srgbClr val="6E442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242300" y="5334000"/>
            <a:ext cx="241300" cy="241300"/>
          </a:xfrm>
          <a:prstGeom prst="ellipse">
            <a:avLst/>
          </a:prstGeom>
          <a:ln w="15875">
            <a:solidFill>
              <a:srgbClr val="6E442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293100" y="5454650"/>
            <a:ext cx="139700" cy="0"/>
          </a:xfrm>
          <a:prstGeom prst="line">
            <a:avLst/>
          </a:prstGeom>
          <a:noFill/>
          <a:ln w="15875">
            <a:solidFill>
              <a:srgbClr val="6E442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362950" y="5384800"/>
            <a:ext cx="0" cy="139700"/>
          </a:xfrm>
          <a:prstGeom prst="line">
            <a:avLst/>
          </a:prstGeom>
          <a:noFill/>
          <a:ln w="15875">
            <a:solidFill>
              <a:srgbClr val="6E442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8559800" y="5410200"/>
            <a:ext cx="76200" cy="101600"/>
          </a:xfrm>
          <a:prstGeom prst="line">
            <a:avLst/>
          </a:prstGeom>
          <a:noFill/>
          <a:ln w="12700">
            <a:solidFill>
              <a:srgbClr val="6E442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636000" y="5410200"/>
            <a:ext cx="76200" cy="101600"/>
          </a:xfrm>
          <a:prstGeom prst="line">
            <a:avLst/>
          </a:prstGeom>
          <a:noFill/>
          <a:ln w="12700">
            <a:solidFill>
              <a:srgbClr val="6E442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8712200" y="5410200"/>
            <a:ext cx="76200" cy="101600"/>
          </a:xfrm>
          <a:prstGeom prst="line">
            <a:avLst/>
          </a:prstGeom>
          <a:noFill/>
          <a:ln w="12700">
            <a:solidFill>
              <a:srgbClr val="6E442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788400" y="5410200"/>
            <a:ext cx="76200" cy="101600"/>
          </a:xfrm>
          <a:prstGeom prst="line">
            <a:avLst/>
          </a:prstGeom>
          <a:noFill/>
          <a:ln w="12700">
            <a:solidFill>
              <a:srgbClr val="6E442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543800" y="5283200"/>
            <a:ext cx="7112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Positional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Encoding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8229600" y="5702300"/>
            <a:ext cx="1117600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077200" y="5638800"/>
            <a:ext cx="1155700" cy="508000"/>
          </a:xfrm>
          <a:prstGeom prst="rect">
            <a:avLst>
              <a:gd name="adj" fmla="val 9000"/>
            </a:avLst>
          </a:prstGeom>
          <a:solidFill>
            <a:srgbClr val="B08058"/>
          </a:solidFill>
          <a:ln w="12700">
            <a:solidFill>
              <a:srgbClr val="6E4423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293100" y="5664200"/>
            <a:ext cx="863600" cy="317500"/>
          </a:xfrm>
          <a:prstGeom prst="rect">
            <a:avLst/>
          </a:prstGeom>
          <a:solidFill>
            <a:srgbClr val="C8A888"/>
          </a:solidFill>
          <a:ln w="9525">
            <a:solidFill>
              <a:srgbClr val="6E442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293100" y="5664200"/>
            <a:ext cx="863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850" b="1" dirty="0">
                <a:solidFill>
                  <a:srgbClr val="33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</a:t>
            </a:r>
            <a:endParaRPr lang="en-US" sz="850" dirty="0"/>
          </a:p>
          <a:p>
            <a:pPr algn="ctr" indent="0" marL="0">
              <a:lnSpc>
                <a:spcPts val="1050"/>
              </a:lnSpc>
              <a:buNone/>
            </a:pPr>
            <a:r>
              <a:rPr lang="en-US" sz="850" b="1" dirty="0">
                <a:solidFill>
                  <a:srgbClr val="33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 flipH="1">
            <a:off x="8128000" y="5664200"/>
            <a:ext cx="101600" cy="8890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359900" y="5664200"/>
            <a:ext cx="101600" cy="8890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312150" y="6286500"/>
            <a:ext cx="127000" cy="228600"/>
          </a:xfrm>
          <a:prstGeom prst="rect">
            <a:avLst/>
          </a:prstGeom>
          <a:solidFill>
            <a:srgbClr val="C00000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267700" y="6197600"/>
            <a:ext cx="215900" cy="101600"/>
          </a:xfrm>
          <a:prstGeom prst="triangle">
            <a:avLst/>
          </a:prstGeom>
          <a:solidFill>
            <a:srgbClr val="C00000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432800" y="6273800"/>
            <a:ext cx="558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7588250" y="4184650"/>
            <a:ext cx="317500" cy="317500"/>
          </a:xfrm>
          <a:prstGeom prst="ellipse">
            <a:avLst/>
          </a:prstGeom>
          <a:solidFill>
            <a:srgbClr val="C8A888"/>
          </a:solidFill>
          <a:ln w="9525">
            <a:solidFill>
              <a:srgbClr val="7B4B2A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588250" y="4184650"/>
            <a:ext cx="3175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x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9448800" y="2552700"/>
            <a:ext cx="1231900" cy="1333500"/>
          </a:xfrm>
          <a:prstGeom prst="roundRect">
            <a:avLst>
              <a:gd name="adj" fmla="val 3711"/>
            </a:avLst>
          </a:prstGeom>
          <a:solidFill>
            <a:srgbClr val="B0B070"/>
          </a:solidFill>
          <a:ln w="12700">
            <a:solidFill>
              <a:srgbClr val="4A736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9461500" y="2787650"/>
            <a:ext cx="1206500" cy="0"/>
          </a:xfrm>
          <a:prstGeom prst="line">
            <a:avLst/>
          </a:prstGeom>
          <a:noFill/>
          <a:ln w="9525">
            <a:solidFill>
              <a:srgbClr val="4A736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9461500" y="3168650"/>
            <a:ext cx="1206500" cy="0"/>
          </a:xfrm>
          <a:prstGeom prst="line">
            <a:avLst/>
          </a:prstGeom>
          <a:noFill/>
          <a:ln w="9525">
            <a:solidFill>
              <a:srgbClr val="4A736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9461500" y="3359150"/>
            <a:ext cx="1206500" cy="0"/>
          </a:xfrm>
          <a:prstGeom prst="line">
            <a:avLst/>
          </a:prstGeom>
          <a:noFill/>
          <a:ln w="9525">
            <a:solidFill>
              <a:srgbClr val="4A736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9569450" y="2565400"/>
            <a:ext cx="0" cy="1308100"/>
          </a:xfrm>
          <a:prstGeom prst="line">
            <a:avLst/>
          </a:prstGeom>
          <a:noFill/>
          <a:ln w="6350">
            <a:solidFill>
              <a:srgbClr val="4A4A4A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0394950" y="2565400"/>
            <a:ext cx="0" cy="1308100"/>
          </a:xfrm>
          <a:prstGeom prst="line">
            <a:avLst/>
          </a:prstGeom>
          <a:noFill/>
          <a:ln w="6350">
            <a:solidFill>
              <a:srgbClr val="4A4A4A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474200" y="2565400"/>
            <a:ext cx="1193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&amp; Norm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9474200" y="2806700"/>
            <a:ext cx="11938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</a:t>
            </a:r>
            <a:endParaRPr lang="en-US" sz="95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9474200" y="3175000"/>
            <a:ext cx="119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&amp; Norm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9474200" y="3365500"/>
            <a:ext cx="11938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Multi-Head</a:t>
            </a:r>
            <a:endParaRPr lang="en-US" sz="95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9474200" y="4152900"/>
            <a:ext cx="1117600" cy="1028700"/>
          </a:xfrm>
          <a:prstGeom prst="roundRect">
            <a:avLst>
              <a:gd name="adj" fmla="val 5333"/>
            </a:avLst>
          </a:prstGeom>
          <a:solidFill>
            <a:srgbClr val="CE8ADC"/>
          </a:solidFill>
          <a:ln w="12700">
            <a:solidFill>
              <a:srgbClr val="56236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499600" y="4197350"/>
            <a:ext cx="876300" cy="0"/>
          </a:xfrm>
          <a:prstGeom prst="line">
            <a:avLst/>
          </a:prstGeom>
          <a:noFill/>
          <a:ln w="9525">
            <a:solidFill>
              <a:srgbClr val="56236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499600" y="4413250"/>
            <a:ext cx="876300" cy="0"/>
          </a:xfrm>
          <a:prstGeom prst="line">
            <a:avLst/>
          </a:prstGeom>
          <a:noFill/>
          <a:ln w="9525">
            <a:solidFill>
              <a:srgbClr val="56236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499600" y="4870450"/>
            <a:ext cx="876300" cy="0"/>
          </a:xfrm>
          <a:prstGeom prst="line">
            <a:avLst/>
          </a:prstGeom>
          <a:noFill/>
          <a:ln w="9525">
            <a:solidFill>
              <a:srgbClr val="56236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0394950" y="4191000"/>
            <a:ext cx="0" cy="965200"/>
          </a:xfrm>
          <a:prstGeom prst="line">
            <a:avLst/>
          </a:prstGeom>
          <a:noFill/>
          <a:ln w="9525">
            <a:solidFill>
              <a:srgbClr val="562366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9499600" y="4203700"/>
            <a:ext cx="8763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&amp; Norm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9499600" y="4419600"/>
            <a:ext cx="8763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Masked</a:t>
            </a:r>
            <a:endParaRPr lang="en-US" sz="850" dirty="0"/>
          </a:p>
          <a:p>
            <a:pPr algn="ctr" indent="0" marL="0">
              <a:lnSpc>
                <a:spcPts val="105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Multi-Head</a:t>
            </a:r>
            <a:endParaRPr lang="en-US" sz="850" dirty="0"/>
          </a:p>
          <a:p>
            <a:pPr algn="ctr" indent="0" marL="0">
              <a:lnSpc>
                <a:spcPts val="105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9467850" y="4889500"/>
            <a:ext cx="165100" cy="165100"/>
          </a:xfrm>
          <a:prstGeom prst="ellipse">
            <a:avLst/>
          </a:prstGeom>
          <a:solidFill>
            <a:srgbClr val="2A26A0"/>
          </a:solidFill>
          <a:ln w="6350">
            <a:solidFill>
              <a:srgbClr val="2A26A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467850" y="4889500"/>
            <a:ext cx="1651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700" dirty="0"/>
          </a:p>
        </p:txBody>
      </p:sp>
      <p:sp>
        <p:nvSpPr>
          <p:cNvPr id="76" name="Shape 74"/>
          <p:cNvSpPr/>
          <p:nvPr/>
        </p:nvSpPr>
        <p:spPr>
          <a:xfrm>
            <a:off x="10001250" y="4876800"/>
            <a:ext cx="190500" cy="190500"/>
          </a:xfrm>
          <a:prstGeom prst="ellipse">
            <a:avLst/>
          </a:prstGeom>
          <a:solidFill>
            <a:srgbClr val="2A26A0"/>
          </a:solidFill>
          <a:ln w="6350">
            <a:solidFill>
              <a:srgbClr val="2A26A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0001250" y="4876800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endParaRPr lang="en-US" sz="700" dirty="0"/>
          </a:p>
        </p:txBody>
      </p:sp>
      <p:sp>
        <p:nvSpPr>
          <p:cNvPr id="78" name="Shape 76"/>
          <p:cNvSpPr/>
          <p:nvPr/>
        </p:nvSpPr>
        <p:spPr>
          <a:xfrm>
            <a:off x="10363200" y="4902200"/>
            <a:ext cx="139700" cy="139700"/>
          </a:xfrm>
          <a:prstGeom prst="ellipse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10363200" y="49022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endParaRPr lang="en-US" sz="700" dirty="0"/>
          </a:p>
        </p:txBody>
      </p:sp>
      <p:sp>
        <p:nvSpPr>
          <p:cNvPr id="80" name="Shape 78"/>
          <p:cNvSpPr/>
          <p:nvPr/>
        </p:nvSpPr>
        <p:spPr>
          <a:xfrm>
            <a:off x="9442450" y="3949700"/>
            <a:ext cx="127000" cy="127000"/>
          </a:xfrm>
          <a:prstGeom prst="ellipse">
            <a:avLst/>
          </a:prstGeom>
          <a:solidFill>
            <a:srgbClr val="2A26A0"/>
          </a:solidFill>
          <a:ln w="6350">
            <a:solidFill>
              <a:srgbClr val="2A26A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9442450" y="3949700"/>
            <a:ext cx="1270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650" dirty="0"/>
          </a:p>
        </p:txBody>
      </p:sp>
      <p:sp>
        <p:nvSpPr>
          <p:cNvPr id="82" name="Shape 80"/>
          <p:cNvSpPr/>
          <p:nvPr/>
        </p:nvSpPr>
        <p:spPr>
          <a:xfrm>
            <a:off x="9759950" y="3962400"/>
            <a:ext cx="114300" cy="114300"/>
          </a:xfrm>
          <a:prstGeom prst="ellipse">
            <a:avLst/>
          </a:prstGeom>
          <a:solidFill>
            <a:srgbClr val="2A26A0"/>
          </a:solidFill>
          <a:ln w="6350">
            <a:solidFill>
              <a:srgbClr val="2A26A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9759950" y="3962400"/>
            <a:ext cx="1143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endParaRPr lang="en-US" sz="650" dirty="0"/>
          </a:p>
        </p:txBody>
      </p:sp>
      <p:sp>
        <p:nvSpPr>
          <p:cNvPr id="84" name="Shape 82"/>
          <p:cNvSpPr/>
          <p:nvPr/>
        </p:nvSpPr>
        <p:spPr>
          <a:xfrm>
            <a:off x="10350500" y="3956050"/>
            <a:ext cx="127000" cy="127000"/>
          </a:xfrm>
          <a:prstGeom prst="ellipse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10350500" y="3956050"/>
            <a:ext cx="1270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endParaRPr lang="en-US" sz="650" dirty="0"/>
          </a:p>
        </p:txBody>
      </p:sp>
      <p:sp>
        <p:nvSpPr>
          <p:cNvPr id="86" name="Shape 84"/>
          <p:cNvSpPr/>
          <p:nvPr/>
        </p:nvSpPr>
        <p:spPr>
          <a:xfrm>
            <a:off x="9423400" y="1511300"/>
            <a:ext cx="101600" cy="266700"/>
          </a:xfrm>
          <a:prstGeom prst="rect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9499600" y="1454150"/>
            <a:ext cx="165100" cy="114300"/>
          </a:xfrm>
          <a:prstGeom prst="triangle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9410700" y="1485900"/>
            <a:ext cx="0" cy="2794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9664700" y="1422400"/>
            <a:ext cx="647700" cy="203200"/>
          </a:xfrm>
          <a:prstGeom prst="roundRect">
            <a:avLst>
              <a:gd name="adj" fmla="val 18000"/>
            </a:avLst>
          </a:prstGeom>
          <a:solidFill>
            <a:srgbClr val="FFFF00"/>
          </a:solidFill>
          <a:ln/>
        </p:spPr>
      </p:sp>
      <p:sp>
        <p:nvSpPr>
          <p:cNvPr id="90" name="Text 88"/>
          <p:cNvSpPr/>
          <p:nvPr/>
        </p:nvSpPr>
        <p:spPr>
          <a:xfrm>
            <a:off x="9664700" y="1422400"/>
            <a:ext cx="6477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800" dirty="0"/>
          </a:p>
        </p:txBody>
      </p:sp>
      <p:sp>
        <p:nvSpPr>
          <p:cNvPr id="91" name="Text 89"/>
          <p:cNvSpPr/>
          <p:nvPr/>
        </p:nvSpPr>
        <p:spPr>
          <a:xfrm>
            <a:off x="9601200" y="1612900"/>
            <a:ext cx="76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Probabilities</a:t>
            </a:r>
            <a:endParaRPr lang="en-US" sz="800" dirty="0"/>
          </a:p>
        </p:txBody>
      </p:sp>
      <p:sp>
        <p:nvSpPr>
          <p:cNvPr id="92" name="Shape 90"/>
          <p:cNvSpPr/>
          <p:nvPr/>
        </p:nvSpPr>
        <p:spPr>
          <a:xfrm>
            <a:off x="9550400" y="1930400"/>
            <a:ext cx="850900" cy="177800"/>
          </a:xfrm>
          <a:prstGeom prst="rect">
            <a:avLst/>
          </a:prstGeom>
          <a:solidFill>
            <a:srgbClr val="A8ECBC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9550400" y="1930400"/>
            <a:ext cx="850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Softmax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9550400" y="2247900"/>
            <a:ext cx="850900" cy="177800"/>
          </a:xfrm>
          <a:prstGeom prst="rect">
            <a:avLst/>
          </a:prstGeom>
          <a:solidFill>
            <a:srgbClr val="B0E4CE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9550400" y="2247900"/>
            <a:ext cx="850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9975850" y="1790700"/>
            <a:ext cx="0" cy="139700"/>
          </a:xfrm>
          <a:prstGeom prst="line">
            <a:avLst/>
          </a:prstGeom>
          <a:noFill/>
          <a:ln w="9525">
            <a:solidFill>
              <a:srgbClr val="2F2F2F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9975850" y="2095500"/>
            <a:ext cx="0" cy="152400"/>
          </a:xfrm>
          <a:prstGeom prst="line">
            <a:avLst/>
          </a:prstGeom>
          <a:noFill/>
          <a:ln w="9525">
            <a:solidFill>
              <a:srgbClr val="2F2F2F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975850" y="2425700"/>
            <a:ext cx="0" cy="127000"/>
          </a:xfrm>
          <a:prstGeom prst="line">
            <a:avLst/>
          </a:prstGeom>
          <a:noFill/>
          <a:ln w="9525">
            <a:solidFill>
              <a:srgbClr val="2F2F2F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9975850" y="3886200"/>
            <a:ext cx="0" cy="2349500"/>
          </a:xfrm>
          <a:prstGeom prst="line">
            <a:avLst/>
          </a:prstGeom>
          <a:noFill/>
          <a:ln w="9525">
            <a:solidFill>
              <a:srgbClr val="2F2F2F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9937750" y="1797050"/>
            <a:ext cx="76200" cy="63500"/>
          </a:xfrm>
          <a:prstGeom prst="triangle">
            <a:avLst/>
          </a:prstGeom>
          <a:solidFill>
            <a:srgbClr val="2F2F2F"/>
          </a:solidFill>
          <a:ln w="6350">
            <a:solidFill>
              <a:srgbClr val="2F2F2F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9937750" y="2101850"/>
            <a:ext cx="76200" cy="63500"/>
          </a:xfrm>
          <a:prstGeom prst="triangle">
            <a:avLst/>
          </a:prstGeom>
          <a:solidFill>
            <a:srgbClr val="2F2F2F"/>
          </a:solidFill>
          <a:ln w="6350">
            <a:solidFill>
              <a:srgbClr val="2F2F2F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9937750" y="2432050"/>
            <a:ext cx="76200" cy="63500"/>
          </a:xfrm>
          <a:prstGeom prst="triangle">
            <a:avLst/>
          </a:prstGeom>
          <a:solidFill>
            <a:srgbClr val="2F2F2F"/>
          </a:solidFill>
          <a:ln w="6350">
            <a:solidFill>
              <a:srgbClr val="2F2F2F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9867900" y="5226050"/>
            <a:ext cx="203200" cy="203200"/>
          </a:xfrm>
          <a:prstGeom prst="ellipse">
            <a:avLst/>
          </a:prstGeom>
          <a:solidFill>
            <a:srgbClr val="C8F8E0"/>
          </a:solidFill>
          <a:ln w="15875">
            <a:solidFill>
              <a:srgbClr val="2F2F2F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9912350" y="5327650"/>
            <a:ext cx="114300" cy="0"/>
          </a:xfrm>
          <a:prstGeom prst="line">
            <a:avLst/>
          </a:prstGeom>
          <a:noFill/>
          <a:ln w="15875">
            <a:solidFill>
              <a:srgbClr val="2F2F2F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9969500" y="5270500"/>
            <a:ext cx="0" cy="114300"/>
          </a:xfrm>
          <a:prstGeom prst="line">
            <a:avLst/>
          </a:prstGeom>
          <a:noFill/>
          <a:ln w="15875">
            <a:solidFill>
              <a:srgbClr val="2F2F2F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10071100" y="5327650"/>
            <a:ext cx="38100" cy="0"/>
          </a:xfrm>
          <a:prstGeom prst="line">
            <a:avLst/>
          </a:prstGeom>
          <a:noFill/>
          <a:ln w="15875">
            <a:solidFill>
              <a:srgbClr val="2F2F2F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10096500" y="5219700"/>
            <a:ext cx="228600" cy="228600"/>
          </a:xfrm>
          <a:prstGeom prst="ellipse">
            <a:avLst/>
          </a:prstGeom>
          <a:solidFill>
            <a:srgbClr val="C8F8E0"/>
          </a:solidFill>
          <a:ln w="15875">
            <a:solidFill>
              <a:srgbClr val="2F2F2F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 flipV="1">
            <a:off x="10140950" y="5289550"/>
            <a:ext cx="34925" cy="88900"/>
          </a:xfrm>
          <a:prstGeom prst="line">
            <a:avLst/>
          </a:prstGeom>
          <a:noFill/>
          <a:ln w="12700">
            <a:solidFill>
              <a:srgbClr val="2F2F2F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10175875" y="5289550"/>
            <a:ext cx="34925" cy="88900"/>
          </a:xfrm>
          <a:prstGeom prst="line">
            <a:avLst/>
          </a:prstGeom>
          <a:noFill/>
          <a:ln w="12700">
            <a:solidFill>
              <a:srgbClr val="2F2F2F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 flipV="1">
            <a:off x="10210800" y="5289550"/>
            <a:ext cx="34925" cy="88900"/>
          </a:xfrm>
          <a:prstGeom prst="line">
            <a:avLst/>
          </a:prstGeom>
          <a:noFill/>
          <a:ln w="12700">
            <a:solidFill>
              <a:srgbClr val="2F2F2F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10245725" y="5289550"/>
            <a:ext cx="34925" cy="88900"/>
          </a:xfrm>
          <a:prstGeom prst="line">
            <a:avLst/>
          </a:prstGeom>
          <a:noFill/>
          <a:ln w="12700">
            <a:solidFill>
              <a:srgbClr val="2F2F2F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10617200" y="5321300"/>
            <a:ext cx="6096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Positional</a:t>
            </a:r>
            <a:endParaRPr lang="en-US" sz="950" dirty="0"/>
          </a:p>
          <a:p>
            <a:pPr algn="l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Encoding</a:t>
            </a:r>
            <a:endParaRPr lang="en-US" sz="950" dirty="0"/>
          </a:p>
        </p:txBody>
      </p:sp>
      <p:sp>
        <p:nvSpPr>
          <p:cNvPr id="113" name="Shape 111"/>
          <p:cNvSpPr/>
          <p:nvPr/>
        </p:nvSpPr>
        <p:spPr>
          <a:xfrm>
            <a:off x="9512300" y="5295900"/>
            <a:ext cx="965200" cy="825500"/>
          </a:xfrm>
          <a:prstGeom prst="roundRect">
            <a:avLst>
              <a:gd name="adj" fmla="val 5538"/>
            </a:avLst>
          </a:prstGeom>
          <a:solidFill>
            <a:srgbClr val="B8706C"/>
          </a:solidFill>
          <a:ln w="12700">
            <a:solidFill>
              <a:srgbClr val="753029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9601200" y="5664200"/>
            <a:ext cx="800100" cy="317500"/>
          </a:xfrm>
          <a:prstGeom prst="rect">
            <a:avLst/>
          </a:prstGeom>
          <a:ln w="9525">
            <a:solidFill>
              <a:srgbClr val="753029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9601200" y="5664200"/>
            <a:ext cx="8001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850" b="1" dirty="0">
                <a:solidFill>
                  <a:srgbClr val="33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850" dirty="0"/>
          </a:p>
          <a:p>
            <a:pPr algn="ctr" indent="0" marL="0">
              <a:lnSpc>
                <a:spcPts val="1050"/>
              </a:lnSpc>
              <a:buNone/>
            </a:pPr>
            <a:r>
              <a:rPr lang="en-US" sz="850" b="1" dirty="0">
                <a:solidFill>
                  <a:srgbClr val="33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</a:t>
            </a:r>
            <a:endParaRPr lang="en-US" sz="850" dirty="0"/>
          </a:p>
        </p:txBody>
      </p:sp>
      <p:sp>
        <p:nvSpPr>
          <p:cNvPr id="116" name="Shape 114"/>
          <p:cNvSpPr/>
          <p:nvPr/>
        </p:nvSpPr>
        <p:spPr>
          <a:xfrm>
            <a:off x="9664700" y="6248400"/>
            <a:ext cx="647700" cy="241300"/>
          </a:xfrm>
          <a:prstGeom prst="rect">
            <a:avLst/>
          </a:prstGeom>
          <a:solidFill>
            <a:srgbClr val="FFFF00"/>
          </a:solidFill>
          <a:ln/>
        </p:spPr>
      </p:sp>
      <p:sp>
        <p:nvSpPr>
          <p:cNvPr id="117" name="Text 115"/>
          <p:cNvSpPr/>
          <p:nvPr/>
        </p:nvSpPr>
        <p:spPr>
          <a:xfrm>
            <a:off x="9664700" y="6248400"/>
            <a:ext cx="6477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</a:t>
            </a:r>
            <a:endParaRPr lang="en-US" sz="1100" dirty="0"/>
          </a:p>
        </p:txBody>
      </p:sp>
      <p:sp>
        <p:nvSpPr>
          <p:cNvPr id="118" name="Text 116"/>
          <p:cNvSpPr/>
          <p:nvPr/>
        </p:nvSpPr>
        <p:spPr>
          <a:xfrm>
            <a:off x="9499600" y="6451600"/>
            <a:ext cx="965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C8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(shifted right)</a:t>
            </a:r>
            <a:endParaRPr lang="en-US" sz="900" dirty="0"/>
          </a:p>
        </p:txBody>
      </p:sp>
      <p:sp>
        <p:nvSpPr>
          <p:cNvPr id="119" name="Shape 117"/>
          <p:cNvSpPr/>
          <p:nvPr/>
        </p:nvSpPr>
        <p:spPr>
          <a:xfrm>
            <a:off x="10737850" y="3816350"/>
            <a:ext cx="266700" cy="266700"/>
          </a:xfrm>
          <a:prstGeom prst="ellipse">
            <a:avLst/>
          </a:prstGeom>
          <a:solidFill>
            <a:srgbClr val="B0B070"/>
          </a:solidFill>
          <a:ln w="9525">
            <a:solidFill>
              <a:srgbClr val="4A7360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10737850" y="3816350"/>
            <a:ext cx="266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x</a:t>
            </a:r>
            <a:endParaRPr lang="en-US" sz="750" dirty="0"/>
          </a:p>
        </p:txBody>
      </p:sp>
      <p:sp>
        <p:nvSpPr>
          <p:cNvPr id="121" name="Shape 119"/>
          <p:cNvSpPr/>
          <p:nvPr/>
        </p:nvSpPr>
        <p:spPr>
          <a:xfrm>
            <a:off x="10680700" y="2578100"/>
            <a:ext cx="0" cy="2692400"/>
          </a:xfrm>
          <a:prstGeom prst="line">
            <a:avLst/>
          </a:prstGeom>
          <a:noFill/>
          <a:ln w="12700">
            <a:solidFill>
              <a:srgbClr val="4A736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 flipV="1">
            <a:off x="8788400" y="3276600"/>
            <a:ext cx="0" cy="1143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8788400" y="3276600"/>
            <a:ext cx="558800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9347200" y="3276600"/>
            <a:ext cx="0" cy="6731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9347200" y="3949700"/>
            <a:ext cx="95250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 flipV="1">
            <a:off x="8890000" y="3327400"/>
            <a:ext cx="0" cy="635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8890000" y="3327400"/>
            <a:ext cx="520700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9410700" y="3327400"/>
            <a:ext cx="0" cy="6858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9410700" y="4013200"/>
            <a:ext cx="349250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10414000" y="1511300"/>
            <a:ext cx="381000" cy="393700"/>
          </a:xfrm>
          <a:prstGeom prst="line">
            <a:avLst/>
          </a:prstGeom>
          <a:noFill/>
          <a:ln w="15875">
            <a:solidFill>
              <a:srgbClr val="6B2A28"/>
            </a:solidFill>
            <a:prstDash val="dashDot"/>
          </a:ln>
        </p:spPr>
      </p:sp>
      <p:sp>
        <p:nvSpPr>
          <p:cNvPr id="131" name="Shape 129"/>
          <p:cNvSpPr/>
          <p:nvPr/>
        </p:nvSpPr>
        <p:spPr>
          <a:xfrm>
            <a:off x="10795000" y="1905000"/>
            <a:ext cx="330200" cy="635000"/>
          </a:xfrm>
          <a:prstGeom prst="line">
            <a:avLst/>
          </a:prstGeom>
          <a:noFill/>
          <a:ln w="15875">
            <a:solidFill>
              <a:srgbClr val="6B2A28"/>
            </a:solidFill>
            <a:prstDash val="dashDot"/>
          </a:ln>
        </p:spPr>
      </p:sp>
      <p:sp>
        <p:nvSpPr>
          <p:cNvPr id="132" name="Shape 130"/>
          <p:cNvSpPr/>
          <p:nvPr/>
        </p:nvSpPr>
        <p:spPr>
          <a:xfrm>
            <a:off x="11125200" y="2540000"/>
            <a:ext cx="152400" cy="1270000"/>
          </a:xfrm>
          <a:prstGeom prst="line">
            <a:avLst/>
          </a:prstGeom>
          <a:noFill/>
          <a:ln w="15875">
            <a:solidFill>
              <a:srgbClr val="6B2A28"/>
            </a:solidFill>
            <a:prstDash val="dashDot"/>
          </a:ln>
        </p:spPr>
      </p:sp>
      <p:sp>
        <p:nvSpPr>
          <p:cNvPr id="133" name="Shape 131"/>
          <p:cNvSpPr/>
          <p:nvPr/>
        </p:nvSpPr>
        <p:spPr>
          <a:xfrm flipH="1">
            <a:off x="11226800" y="3810000"/>
            <a:ext cx="50800" cy="1524000"/>
          </a:xfrm>
          <a:prstGeom prst="line">
            <a:avLst/>
          </a:prstGeom>
          <a:noFill/>
          <a:ln w="15875">
            <a:solidFill>
              <a:srgbClr val="6B2A28"/>
            </a:solidFill>
            <a:prstDash val="dashDot"/>
          </a:ln>
        </p:spPr>
      </p:sp>
      <p:sp>
        <p:nvSpPr>
          <p:cNvPr id="134" name="Shape 132"/>
          <p:cNvSpPr/>
          <p:nvPr/>
        </p:nvSpPr>
        <p:spPr>
          <a:xfrm flipH="1">
            <a:off x="10388600" y="5334000"/>
            <a:ext cx="838200" cy="914400"/>
          </a:xfrm>
          <a:prstGeom prst="line">
            <a:avLst/>
          </a:prstGeom>
          <a:noFill/>
          <a:ln w="15875">
            <a:solidFill>
              <a:srgbClr val="6B2A28"/>
            </a:solidFill>
            <a:prstDash val="dashDot"/>
            <a:tailEnd type="triangle"/>
          </a:ln>
        </p:spPr>
      </p:sp>
      <p:sp>
        <p:nvSpPr>
          <p:cNvPr id="135" name="Text 133"/>
          <p:cNvSpPr/>
          <p:nvPr/>
        </p:nvSpPr>
        <p:spPr>
          <a:xfrm>
            <a:off x="685800" y="2882900"/>
            <a:ext cx="1879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Scaled Dot-Product</a:t>
            </a:r>
            <a:endParaRPr lang="en-US" sz="15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5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</a:t>
            </a:r>
            <a:endParaRPr lang="en-US" sz="1500" dirty="0"/>
          </a:p>
        </p:txBody>
      </p:sp>
      <p:sp>
        <p:nvSpPr>
          <p:cNvPr id="136" name="Shape 134"/>
          <p:cNvSpPr/>
          <p:nvPr/>
        </p:nvSpPr>
        <p:spPr>
          <a:xfrm>
            <a:off x="749300" y="3416300"/>
            <a:ext cx="1651000" cy="2819400"/>
          </a:xfrm>
          <a:prstGeom prst="rect">
            <a:avLst/>
          </a:prstGeom>
          <a:ln w="28575">
            <a:solidFill>
              <a:srgbClr val="1B723F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711200" y="3378200"/>
            <a:ext cx="76200" cy="76200"/>
          </a:xfrm>
          <a:prstGeom prst="rect">
            <a:avLst/>
          </a:prstGeom>
          <a:solidFill>
            <a:srgbClr val="1B723F"/>
          </a:solidFill>
          <a:ln w="3175">
            <a:solidFill>
              <a:srgbClr val="1B723F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2362200" y="3378200"/>
            <a:ext cx="76200" cy="76200"/>
          </a:xfrm>
          <a:prstGeom prst="rect">
            <a:avLst/>
          </a:prstGeom>
          <a:solidFill>
            <a:srgbClr val="1B723F"/>
          </a:solidFill>
          <a:ln w="3175">
            <a:solidFill>
              <a:srgbClr val="1B723F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711200" y="6197600"/>
            <a:ext cx="76200" cy="76200"/>
          </a:xfrm>
          <a:prstGeom prst="rect">
            <a:avLst/>
          </a:prstGeom>
          <a:solidFill>
            <a:srgbClr val="1B723F"/>
          </a:solidFill>
          <a:ln w="3175">
            <a:solidFill>
              <a:srgbClr val="1B723F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2362200" y="6197600"/>
            <a:ext cx="76200" cy="76200"/>
          </a:xfrm>
          <a:prstGeom prst="rect">
            <a:avLst/>
          </a:prstGeom>
          <a:solidFill>
            <a:srgbClr val="1B723F"/>
          </a:solidFill>
          <a:ln w="3175">
            <a:solidFill>
              <a:srgbClr val="1B723F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1066800" y="5918200"/>
            <a:ext cx="190500" cy="190500"/>
          </a:xfrm>
          <a:prstGeom prst="ellipse">
            <a:avLst/>
          </a:prstGeom>
          <a:solidFill>
            <a:srgbClr val="990000"/>
          </a:solidFill>
          <a:ln w="6350">
            <a:solidFill>
              <a:srgbClr val="990000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1066800" y="5918200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endParaRPr lang="en-US" sz="750" dirty="0"/>
          </a:p>
        </p:txBody>
      </p:sp>
      <p:sp>
        <p:nvSpPr>
          <p:cNvPr id="143" name="Shape 141"/>
          <p:cNvSpPr/>
          <p:nvPr/>
        </p:nvSpPr>
        <p:spPr>
          <a:xfrm>
            <a:off x="1517650" y="5899150"/>
            <a:ext cx="215900" cy="215900"/>
          </a:xfrm>
          <a:prstGeom prst="ellipse">
            <a:avLst/>
          </a:prstGeom>
          <a:solidFill>
            <a:srgbClr val="0000A1"/>
          </a:solidFill>
          <a:ln w="6350">
            <a:solidFill>
              <a:srgbClr val="0000A1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1517650" y="5899150"/>
            <a:ext cx="2159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endParaRPr lang="en-US" sz="750" dirty="0"/>
          </a:p>
        </p:txBody>
      </p:sp>
      <p:sp>
        <p:nvSpPr>
          <p:cNvPr id="145" name="Shape 143"/>
          <p:cNvSpPr/>
          <p:nvPr/>
        </p:nvSpPr>
        <p:spPr>
          <a:xfrm>
            <a:off x="2000250" y="5892800"/>
            <a:ext cx="228600" cy="228600"/>
          </a:xfrm>
          <a:prstGeom prst="ellipse">
            <a:avLst/>
          </a:prstGeom>
          <a:solidFill>
            <a:srgbClr val="0000A1"/>
          </a:solidFill>
          <a:ln w="6350">
            <a:solidFill>
              <a:srgbClr val="0000A1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2000250" y="589280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750" dirty="0"/>
          </a:p>
        </p:txBody>
      </p:sp>
      <p:sp>
        <p:nvSpPr>
          <p:cNvPr id="147" name="Shape 145"/>
          <p:cNvSpPr/>
          <p:nvPr/>
        </p:nvSpPr>
        <p:spPr>
          <a:xfrm>
            <a:off x="965200" y="5448300"/>
            <a:ext cx="1117600" cy="203200"/>
          </a:xfrm>
          <a:prstGeom prst="rect">
            <a:avLst/>
          </a:prstGeom>
          <a:solidFill>
            <a:srgbClr val="C0B9DA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965200" y="5448300"/>
            <a:ext cx="1117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MatMul</a:t>
            </a:r>
            <a:endParaRPr lang="en-US" sz="800" dirty="0"/>
          </a:p>
        </p:txBody>
      </p:sp>
      <p:sp>
        <p:nvSpPr>
          <p:cNvPr id="149" name="Shape 147"/>
          <p:cNvSpPr/>
          <p:nvPr/>
        </p:nvSpPr>
        <p:spPr>
          <a:xfrm>
            <a:off x="1181100" y="5041900"/>
            <a:ext cx="482600" cy="152400"/>
          </a:xfrm>
          <a:prstGeom prst="rect">
            <a:avLst/>
          </a:prstGeom>
          <a:solidFill>
            <a:srgbClr val="FCFBC5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1181100" y="5041900"/>
            <a:ext cx="482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700" dirty="0"/>
          </a:p>
        </p:txBody>
      </p:sp>
      <p:sp>
        <p:nvSpPr>
          <p:cNvPr id="151" name="Shape 149"/>
          <p:cNvSpPr/>
          <p:nvPr/>
        </p:nvSpPr>
        <p:spPr>
          <a:xfrm>
            <a:off x="977900" y="4610100"/>
            <a:ext cx="876300" cy="177800"/>
          </a:xfrm>
          <a:prstGeom prst="rect">
            <a:avLst/>
          </a:prstGeom>
          <a:solidFill>
            <a:srgbClr val="EEC3D7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977900" y="4610100"/>
            <a:ext cx="8763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 (opt.)</a:t>
            </a:r>
            <a:endParaRPr lang="en-US" sz="700" dirty="0"/>
          </a:p>
        </p:txBody>
      </p:sp>
      <p:sp>
        <p:nvSpPr>
          <p:cNvPr id="153" name="Shape 151"/>
          <p:cNvSpPr/>
          <p:nvPr/>
        </p:nvSpPr>
        <p:spPr>
          <a:xfrm>
            <a:off x="1016000" y="4191000"/>
            <a:ext cx="787400" cy="190500"/>
          </a:xfrm>
          <a:prstGeom prst="rect">
            <a:avLst/>
          </a:prstGeom>
          <a:solidFill>
            <a:srgbClr val="C8E9CE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1016000" y="4191000"/>
            <a:ext cx="787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SoftMax</a:t>
            </a:r>
            <a:endParaRPr lang="en-US" sz="700" dirty="0"/>
          </a:p>
        </p:txBody>
      </p:sp>
      <p:sp>
        <p:nvSpPr>
          <p:cNvPr id="155" name="Shape 153"/>
          <p:cNvSpPr/>
          <p:nvPr/>
        </p:nvSpPr>
        <p:spPr>
          <a:xfrm>
            <a:off x="1333500" y="3733800"/>
            <a:ext cx="863600" cy="228600"/>
          </a:xfrm>
          <a:prstGeom prst="rect">
            <a:avLst/>
          </a:prstGeom>
          <a:solidFill>
            <a:srgbClr val="C0B9DA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1333500" y="3733800"/>
            <a:ext cx="86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MatMul</a:t>
            </a:r>
            <a:endParaRPr lang="en-US" sz="800" dirty="0"/>
          </a:p>
        </p:txBody>
      </p:sp>
      <p:sp>
        <p:nvSpPr>
          <p:cNvPr id="157" name="Shape 155"/>
          <p:cNvSpPr/>
          <p:nvPr/>
        </p:nvSpPr>
        <p:spPr>
          <a:xfrm flipV="1">
            <a:off x="1162050" y="5664200"/>
            <a:ext cx="0" cy="2540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158" name="Shape 156"/>
          <p:cNvSpPr/>
          <p:nvPr/>
        </p:nvSpPr>
        <p:spPr>
          <a:xfrm flipV="1">
            <a:off x="1625600" y="5664200"/>
            <a:ext cx="0" cy="2286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159" name="Shape 157"/>
          <p:cNvSpPr/>
          <p:nvPr/>
        </p:nvSpPr>
        <p:spPr>
          <a:xfrm flipV="1">
            <a:off x="1422400" y="5207000"/>
            <a:ext cx="0" cy="2413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160" name="Shape 158"/>
          <p:cNvSpPr/>
          <p:nvPr/>
        </p:nvSpPr>
        <p:spPr>
          <a:xfrm flipV="1">
            <a:off x="1422400" y="4800600"/>
            <a:ext cx="0" cy="2413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161" name="Shape 159"/>
          <p:cNvSpPr/>
          <p:nvPr/>
        </p:nvSpPr>
        <p:spPr>
          <a:xfrm flipV="1">
            <a:off x="1422400" y="4394200"/>
            <a:ext cx="0" cy="2159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162" name="Shape 160"/>
          <p:cNvSpPr/>
          <p:nvPr/>
        </p:nvSpPr>
        <p:spPr>
          <a:xfrm flipV="1">
            <a:off x="1422400" y="3975100"/>
            <a:ext cx="0" cy="2159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163" name="Shape 161"/>
          <p:cNvSpPr/>
          <p:nvPr/>
        </p:nvSpPr>
        <p:spPr>
          <a:xfrm flipV="1">
            <a:off x="1765300" y="3441700"/>
            <a:ext cx="0" cy="2921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164" name="Shape 162"/>
          <p:cNvSpPr/>
          <p:nvPr/>
        </p:nvSpPr>
        <p:spPr>
          <a:xfrm flipV="1">
            <a:off x="2114550" y="3975100"/>
            <a:ext cx="0" cy="19177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165" name="Text 163"/>
          <p:cNvSpPr/>
          <p:nvPr/>
        </p:nvSpPr>
        <p:spPr>
          <a:xfrm>
            <a:off x="3733800" y="2667000"/>
            <a:ext cx="254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Multi-Head Attention</a:t>
            </a:r>
            <a:endParaRPr lang="en-US" sz="1500" dirty="0"/>
          </a:p>
        </p:txBody>
      </p:sp>
      <p:sp>
        <p:nvSpPr>
          <p:cNvPr id="166" name="Shape 164"/>
          <p:cNvSpPr/>
          <p:nvPr/>
        </p:nvSpPr>
        <p:spPr>
          <a:xfrm>
            <a:off x="3810000" y="3124200"/>
            <a:ext cx="2641600" cy="3416300"/>
          </a:xfrm>
          <a:prstGeom prst="rect">
            <a:avLst/>
          </a:prstGeom>
          <a:ln w="28575">
            <a:solidFill>
              <a:srgbClr val="1B723F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3771900" y="3086100"/>
            <a:ext cx="76200" cy="76200"/>
          </a:xfrm>
          <a:prstGeom prst="rect">
            <a:avLst/>
          </a:prstGeom>
          <a:solidFill>
            <a:srgbClr val="1B723F"/>
          </a:solidFill>
          <a:ln w="3175">
            <a:solidFill>
              <a:srgbClr val="1B723F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413500" y="3086100"/>
            <a:ext cx="76200" cy="76200"/>
          </a:xfrm>
          <a:prstGeom prst="rect">
            <a:avLst/>
          </a:prstGeom>
          <a:solidFill>
            <a:srgbClr val="1B723F"/>
          </a:solidFill>
          <a:ln w="3175">
            <a:solidFill>
              <a:srgbClr val="1B723F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3771900" y="6502400"/>
            <a:ext cx="76200" cy="76200"/>
          </a:xfrm>
          <a:prstGeom prst="rect">
            <a:avLst/>
          </a:prstGeom>
          <a:solidFill>
            <a:srgbClr val="1B723F"/>
          </a:solidFill>
          <a:ln w="3175">
            <a:solidFill>
              <a:srgbClr val="1B723F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6413500" y="6502400"/>
            <a:ext cx="76200" cy="76200"/>
          </a:xfrm>
          <a:prstGeom prst="rect">
            <a:avLst/>
          </a:prstGeom>
          <a:solidFill>
            <a:srgbClr val="1B723F"/>
          </a:solidFill>
          <a:ln w="3175">
            <a:solidFill>
              <a:srgbClr val="1B723F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4724400" y="3289300"/>
            <a:ext cx="596900" cy="292100"/>
          </a:xfrm>
          <a:prstGeom prst="rect">
            <a:avLst/>
          </a:prstGeom>
          <a:solidFill>
            <a:srgbClr val="E4E4E4"/>
          </a:solidFill>
          <a:ln w="9525">
            <a:solidFill>
              <a:srgbClr val="ABABAB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4622800" y="3378200"/>
            <a:ext cx="596900" cy="292100"/>
          </a:xfrm>
          <a:prstGeom prst="rect">
            <a:avLst/>
          </a:prstGeom>
          <a:solidFill>
            <a:srgbClr val="E9EDEA"/>
          </a:solidFill>
          <a:ln w="9525">
            <a:solidFill>
              <a:srgbClr val="808080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4622800" y="3378200"/>
            <a:ext cx="5969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</a:t>
            </a:r>
            <a:endParaRPr lang="en-US" sz="800" dirty="0"/>
          </a:p>
        </p:txBody>
      </p:sp>
      <p:sp>
        <p:nvSpPr>
          <p:cNvPr id="174" name="Shape 172"/>
          <p:cNvSpPr/>
          <p:nvPr/>
        </p:nvSpPr>
        <p:spPr>
          <a:xfrm flipV="1">
            <a:off x="4914900" y="3175000"/>
            <a:ext cx="0" cy="2032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175" name="Shape 173"/>
          <p:cNvSpPr/>
          <p:nvPr/>
        </p:nvSpPr>
        <p:spPr>
          <a:xfrm>
            <a:off x="4622800" y="3962400"/>
            <a:ext cx="584200" cy="177800"/>
          </a:xfrm>
          <a:prstGeom prst="rect">
            <a:avLst/>
          </a:prstGeom>
          <a:solidFill>
            <a:srgbClr val="F8FBC6"/>
          </a:solidFill>
          <a:ln w="6350">
            <a:solidFill>
              <a:srgbClr val="404040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4622800" y="3962400"/>
            <a:ext cx="584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Concat</a:t>
            </a:r>
            <a:endParaRPr lang="en-US" sz="750" dirty="0"/>
          </a:p>
        </p:txBody>
      </p:sp>
      <p:sp>
        <p:nvSpPr>
          <p:cNvPr id="177" name="Shape 175"/>
          <p:cNvSpPr/>
          <p:nvPr/>
        </p:nvSpPr>
        <p:spPr>
          <a:xfrm flipV="1">
            <a:off x="4914900" y="3683000"/>
            <a:ext cx="0" cy="2794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178" name="Shape 176"/>
          <p:cNvSpPr/>
          <p:nvPr/>
        </p:nvSpPr>
        <p:spPr>
          <a:xfrm flipV="1">
            <a:off x="4813300" y="3708400"/>
            <a:ext cx="0" cy="254000"/>
          </a:xfrm>
          <a:prstGeom prst="line">
            <a:avLst/>
          </a:prstGeom>
          <a:noFill/>
          <a:ln w="9525">
            <a:solidFill>
              <a:srgbClr val="8A8A8A"/>
            </a:solidFill>
            <a:prstDash val="solid"/>
            <a:tailEnd type="triangle"/>
          </a:ln>
        </p:spPr>
      </p:sp>
      <p:sp>
        <p:nvSpPr>
          <p:cNvPr id="179" name="Shape 177"/>
          <p:cNvSpPr/>
          <p:nvPr/>
        </p:nvSpPr>
        <p:spPr>
          <a:xfrm flipV="1">
            <a:off x="5016500" y="3708400"/>
            <a:ext cx="0" cy="254000"/>
          </a:xfrm>
          <a:prstGeom prst="line">
            <a:avLst/>
          </a:prstGeom>
          <a:noFill/>
          <a:ln w="9525">
            <a:solidFill>
              <a:srgbClr val="8A8A8A"/>
            </a:solidFill>
            <a:prstDash val="solid"/>
            <a:tailEnd type="triangle"/>
          </a:ln>
        </p:spPr>
      </p:sp>
      <p:sp>
        <p:nvSpPr>
          <p:cNvPr id="180" name="Shape 178"/>
          <p:cNvSpPr/>
          <p:nvPr/>
        </p:nvSpPr>
        <p:spPr>
          <a:xfrm>
            <a:off x="4025900" y="4356100"/>
            <a:ext cx="2044700" cy="406400"/>
          </a:xfrm>
          <a:prstGeom prst="rect">
            <a:avLst/>
          </a:prstGeom>
          <a:solidFill>
            <a:srgbClr val="E4E4E4"/>
          </a:solidFill>
          <a:ln w="9525">
            <a:solidFill>
              <a:srgbClr val="ABABAB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3848100" y="4495800"/>
            <a:ext cx="2184400" cy="533400"/>
          </a:xfrm>
          <a:prstGeom prst="rect">
            <a:avLst/>
          </a:prstGeom>
          <a:ln w="19050">
            <a:solidFill>
              <a:srgbClr val="C0000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3924300" y="4572000"/>
            <a:ext cx="2044700" cy="406400"/>
          </a:xfrm>
          <a:prstGeom prst="rect">
            <a:avLst/>
          </a:prstGeom>
          <a:solidFill>
            <a:srgbClr val="BB93AE"/>
          </a:solidFill>
          <a:ln w="12700">
            <a:solidFill>
              <a:srgbClr val="BB93AE"/>
            </a:solidFill>
            <a:prstDash val="solid"/>
          </a:ln>
        </p:spPr>
      </p:sp>
      <p:sp>
        <p:nvSpPr>
          <p:cNvPr id="183" name="Text 181"/>
          <p:cNvSpPr/>
          <p:nvPr/>
        </p:nvSpPr>
        <p:spPr>
          <a:xfrm>
            <a:off x="3924300" y="4572000"/>
            <a:ext cx="20447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Scaled Dot-Product</a:t>
            </a:r>
            <a:endParaRPr lang="en-US" sz="8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</a:t>
            </a:r>
            <a:endParaRPr lang="en-US" sz="800" dirty="0"/>
          </a:p>
        </p:txBody>
      </p:sp>
      <p:sp>
        <p:nvSpPr>
          <p:cNvPr id="184" name="Shape 182"/>
          <p:cNvSpPr/>
          <p:nvPr/>
        </p:nvSpPr>
        <p:spPr>
          <a:xfrm>
            <a:off x="4013200" y="5041900"/>
            <a:ext cx="533400" cy="228600"/>
          </a:xfrm>
          <a:prstGeom prst="rect">
            <a:avLst/>
          </a:prstGeom>
          <a:solidFill>
            <a:srgbClr val="E4E4E4"/>
          </a:solidFill>
          <a:ln w="9525">
            <a:solidFill>
              <a:srgbClr val="ABABAB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3924300" y="5118100"/>
            <a:ext cx="533400" cy="228600"/>
          </a:xfrm>
          <a:prstGeom prst="rect">
            <a:avLst/>
          </a:prstGeom>
          <a:solidFill>
            <a:srgbClr val="E9EDEA"/>
          </a:solidFill>
          <a:ln w="9525">
            <a:solidFill>
              <a:srgbClr val="808080"/>
            </a:solidFill>
            <a:prstDash val="solid"/>
          </a:ln>
        </p:spPr>
      </p:sp>
      <p:sp>
        <p:nvSpPr>
          <p:cNvPr id="186" name="Text 184"/>
          <p:cNvSpPr/>
          <p:nvPr/>
        </p:nvSpPr>
        <p:spPr>
          <a:xfrm>
            <a:off x="3924300" y="5118100"/>
            <a:ext cx="533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</a:t>
            </a:r>
            <a:endParaRPr lang="en-US" sz="750" dirty="0"/>
          </a:p>
        </p:txBody>
      </p:sp>
      <p:sp>
        <p:nvSpPr>
          <p:cNvPr id="187" name="Shape 185"/>
          <p:cNvSpPr/>
          <p:nvPr/>
        </p:nvSpPr>
        <p:spPr>
          <a:xfrm flipV="1">
            <a:off x="4191000" y="5041900"/>
            <a:ext cx="0" cy="762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188" name="Shape 186"/>
          <p:cNvSpPr/>
          <p:nvPr/>
        </p:nvSpPr>
        <p:spPr>
          <a:xfrm flipV="1">
            <a:off x="4114800" y="5054600"/>
            <a:ext cx="0" cy="63500"/>
          </a:xfrm>
          <a:prstGeom prst="line">
            <a:avLst/>
          </a:prstGeom>
          <a:noFill/>
          <a:ln w="9525">
            <a:solidFill>
              <a:srgbClr val="8A8A8A"/>
            </a:solidFill>
            <a:prstDash val="solid"/>
            <a:tailEnd type="triangle"/>
          </a:ln>
        </p:spPr>
      </p:sp>
      <p:sp>
        <p:nvSpPr>
          <p:cNvPr id="189" name="Shape 187"/>
          <p:cNvSpPr/>
          <p:nvPr/>
        </p:nvSpPr>
        <p:spPr>
          <a:xfrm flipV="1">
            <a:off x="4267200" y="5054600"/>
            <a:ext cx="0" cy="63500"/>
          </a:xfrm>
          <a:prstGeom prst="line">
            <a:avLst/>
          </a:prstGeom>
          <a:noFill/>
          <a:ln w="9525">
            <a:solidFill>
              <a:srgbClr val="8A8A8A"/>
            </a:solidFill>
            <a:prstDash val="solid"/>
            <a:tailEnd type="triangle"/>
          </a:ln>
        </p:spPr>
      </p:sp>
      <p:sp>
        <p:nvSpPr>
          <p:cNvPr id="190" name="Shape 188"/>
          <p:cNvSpPr/>
          <p:nvPr/>
        </p:nvSpPr>
        <p:spPr>
          <a:xfrm>
            <a:off x="4648200" y="5041900"/>
            <a:ext cx="609600" cy="228600"/>
          </a:xfrm>
          <a:prstGeom prst="rect">
            <a:avLst/>
          </a:prstGeom>
          <a:solidFill>
            <a:srgbClr val="E4E4E4"/>
          </a:solidFill>
          <a:ln w="9525">
            <a:solidFill>
              <a:srgbClr val="ABABAB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4559300" y="5118100"/>
            <a:ext cx="609600" cy="228600"/>
          </a:xfrm>
          <a:prstGeom prst="rect">
            <a:avLst/>
          </a:prstGeom>
          <a:solidFill>
            <a:srgbClr val="E9EDEA"/>
          </a:solidFill>
          <a:ln w="9525">
            <a:solidFill>
              <a:srgbClr val="808080"/>
            </a:solidFill>
            <a:prstDash val="solid"/>
          </a:ln>
        </p:spPr>
      </p:sp>
      <p:sp>
        <p:nvSpPr>
          <p:cNvPr id="192" name="Text 190"/>
          <p:cNvSpPr/>
          <p:nvPr/>
        </p:nvSpPr>
        <p:spPr>
          <a:xfrm>
            <a:off x="4559300" y="51181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</a:t>
            </a:r>
            <a:endParaRPr lang="en-US" sz="750" dirty="0"/>
          </a:p>
        </p:txBody>
      </p:sp>
      <p:sp>
        <p:nvSpPr>
          <p:cNvPr id="193" name="Shape 191"/>
          <p:cNvSpPr/>
          <p:nvPr/>
        </p:nvSpPr>
        <p:spPr>
          <a:xfrm flipV="1">
            <a:off x="4864100" y="5041900"/>
            <a:ext cx="0" cy="762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194" name="Shape 192"/>
          <p:cNvSpPr/>
          <p:nvPr/>
        </p:nvSpPr>
        <p:spPr>
          <a:xfrm flipV="1">
            <a:off x="4787900" y="5054600"/>
            <a:ext cx="0" cy="63500"/>
          </a:xfrm>
          <a:prstGeom prst="line">
            <a:avLst/>
          </a:prstGeom>
          <a:noFill/>
          <a:ln w="9525">
            <a:solidFill>
              <a:srgbClr val="8A8A8A"/>
            </a:solidFill>
            <a:prstDash val="solid"/>
            <a:tailEnd type="triangle"/>
          </a:ln>
        </p:spPr>
      </p:sp>
      <p:sp>
        <p:nvSpPr>
          <p:cNvPr id="195" name="Shape 193"/>
          <p:cNvSpPr/>
          <p:nvPr/>
        </p:nvSpPr>
        <p:spPr>
          <a:xfrm flipV="1">
            <a:off x="4940300" y="5054600"/>
            <a:ext cx="0" cy="63500"/>
          </a:xfrm>
          <a:prstGeom prst="line">
            <a:avLst/>
          </a:prstGeom>
          <a:noFill/>
          <a:ln w="9525">
            <a:solidFill>
              <a:srgbClr val="8A8A8A"/>
            </a:solidFill>
            <a:prstDash val="solid"/>
            <a:tailEnd type="triangle"/>
          </a:ln>
        </p:spPr>
      </p:sp>
      <p:sp>
        <p:nvSpPr>
          <p:cNvPr id="196" name="Shape 194"/>
          <p:cNvSpPr/>
          <p:nvPr/>
        </p:nvSpPr>
        <p:spPr>
          <a:xfrm>
            <a:off x="5372100" y="5041900"/>
            <a:ext cx="609600" cy="228600"/>
          </a:xfrm>
          <a:prstGeom prst="rect">
            <a:avLst/>
          </a:prstGeom>
          <a:solidFill>
            <a:srgbClr val="E4E4E4"/>
          </a:solidFill>
          <a:ln w="9525">
            <a:solidFill>
              <a:srgbClr val="ABABAB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5283200" y="5118100"/>
            <a:ext cx="609600" cy="228600"/>
          </a:xfrm>
          <a:prstGeom prst="rect">
            <a:avLst/>
          </a:prstGeom>
          <a:solidFill>
            <a:srgbClr val="E9EDEA"/>
          </a:solidFill>
          <a:ln w="9525">
            <a:solidFill>
              <a:srgbClr val="808080"/>
            </a:solidFill>
            <a:prstDash val="solid"/>
          </a:ln>
        </p:spPr>
      </p:sp>
      <p:sp>
        <p:nvSpPr>
          <p:cNvPr id="198" name="Text 196"/>
          <p:cNvSpPr/>
          <p:nvPr/>
        </p:nvSpPr>
        <p:spPr>
          <a:xfrm>
            <a:off x="5283200" y="51181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</a:t>
            </a:r>
            <a:endParaRPr lang="en-US" sz="750" dirty="0"/>
          </a:p>
        </p:txBody>
      </p:sp>
      <p:sp>
        <p:nvSpPr>
          <p:cNvPr id="199" name="Shape 197"/>
          <p:cNvSpPr/>
          <p:nvPr/>
        </p:nvSpPr>
        <p:spPr>
          <a:xfrm flipV="1">
            <a:off x="5588000" y="5041900"/>
            <a:ext cx="0" cy="762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200" name="Shape 198"/>
          <p:cNvSpPr/>
          <p:nvPr/>
        </p:nvSpPr>
        <p:spPr>
          <a:xfrm flipV="1">
            <a:off x="5511800" y="5054600"/>
            <a:ext cx="0" cy="63500"/>
          </a:xfrm>
          <a:prstGeom prst="line">
            <a:avLst/>
          </a:prstGeom>
          <a:noFill/>
          <a:ln w="9525">
            <a:solidFill>
              <a:srgbClr val="8A8A8A"/>
            </a:solidFill>
            <a:prstDash val="solid"/>
            <a:tailEnd type="triangle"/>
          </a:ln>
        </p:spPr>
      </p:sp>
      <p:sp>
        <p:nvSpPr>
          <p:cNvPr id="201" name="Shape 199"/>
          <p:cNvSpPr/>
          <p:nvPr/>
        </p:nvSpPr>
        <p:spPr>
          <a:xfrm flipV="1">
            <a:off x="5664200" y="5054600"/>
            <a:ext cx="0" cy="63500"/>
          </a:xfrm>
          <a:prstGeom prst="line">
            <a:avLst/>
          </a:prstGeom>
          <a:noFill/>
          <a:ln w="9525">
            <a:solidFill>
              <a:srgbClr val="8A8A8A"/>
            </a:solidFill>
            <a:prstDash val="solid"/>
            <a:tailEnd type="triangle"/>
          </a:ln>
        </p:spPr>
      </p:sp>
      <p:sp>
        <p:nvSpPr>
          <p:cNvPr id="202" name="Shape 200"/>
          <p:cNvSpPr/>
          <p:nvPr/>
        </p:nvSpPr>
        <p:spPr>
          <a:xfrm>
            <a:off x="4076700" y="6210300"/>
            <a:ext cx="228600" cy="228600"/>
          </a:xfrm>
          <a:prstGeom prst="ellipse">
            <a:avLst/>
          </a:prstGeom>
          <a:solidFill>
            <a:srgbClr val="0000A1"/>
          </a:solidFill>
          <a:ln w="6350">
            <a:solidFill>
              <a:srgbClr val="0000A1"/>
            </a:solidFill>
            <a:prstDash val="solid"/>
          </a:ln>
        </p:spPr>
      </p:sp>
      <p:sp>
        <p:nvSpPr>
          <p:cNvPr id="203" name="Text 201"/>
          <p:cNvSpPr/>
          <p:nvPr/>
        </p:nvSpPr>
        <p:spPr>
          <a:xfrm>
            <a:off x="4076700" y="621030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750" dirty="0"/>
          </a:p>
        </p:txBody>
      </p:sp>
      <p:sp>
        <p:nvSpPr>
          <p:cNvPr id="204" name="Shape 202"/>
          <p:cNvSpPr/>
          <p:nvPr/>
        </p:nvSpPr>
        <p:spPr>
          <a:xfrm>
            <a:off x="4806950" y="6210300"/>
            <a:ext cx="228600" cy="228600"/>
          </a:xfrm>
          <a:prstGeom prst="ellipse">
            <a:avLst/>
          </a:prstGeom>
          <a:solidFill>
            <a:srgbClr val="0000A1"/>
          </a:solidFill>
          <a:ln w="6350">
            <a:solidFill>
              <a:srgbClr val="0000A1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4806950" y="621030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endParaRPr lang="en-US" sz="750" dirty="0"/>
          </a:p>
        </p:txBody>
      </p:sp>
      <p:sp>
        <p:nvSpPr>
          <p:cNvPr id="206" name="Shape 204"/>
          <p:cNvSpPr/>
          <p:nvPr/>
        </p:nvSpPr>
        <p:spPr>
          <a:xfrm>
            <a:off x="5549900" y="6229350"/>
            <a:ext cx="203200" cy="203200"/>
          </a:xfrm>
          <a:prstGeom prst="ellipse">
            <a:avLst/>
          </a:prstGeom>
          <a:solidFill>
            <a:srgbClr val="990000"/>
          </a:solidFill>
          <a:ln w="6350">
            <a:solidFill>
              <a:srgbClr val="990000"/>
            </a:solidFill>
            <a:prstDash val="solid"/>
          </a:ln>
        </p:spPr>
      </p:sp>
      <p:sp>
        <p:nvSpPr>
          <p:cNvPr id="207" name="Text 205"/>
          <p:cNvSpPr/>
          <p:nvPr/>
        </p:nvSpPr>
        <p:spPr>
          <a:xfrm>
            <a:off x="5549900" y="622935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endParaRPr lang="en-US" sz="750" dirty="0"/>
          </a:p>
        </p:txBody>
      </p:sp>
      <p:sp>
        <p:nvSpPr>
          <p:cNvPr id="208" name="Shape 206"/>
          <p:cNvSpPr/>
          <p:nvPr/>
        </p:nvSpPr>
        <p:spPr>
          <a:xfrm flipV="1">
            <a:off x="4191000" y="5359400"/>
            <a:ext cx="0" cy="8509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209" name="Shape 207"/>
          <p:cNvSpPr/>
          <p:nvPr/>
        </p:nvSpPr>
        <p:spPr>
          <a:xfrm flipV="1">
            <a:off x="4921250" y="5359400"/>
            <a:ext cx="0" cy="8509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210" name="Shape 208"/>
          <p:cNvSpPr/>
          <p:nvPr/>
        </p:nvSpPr>
        <p:spPr>
          <a:xfrm flipV="1">
            <a:off x="5651500" y="5359400"/>
            <a:ext cx="0" cy="8636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211" name="Shape 209"/>
          <p:cNvSpPr/>
          <p:nvPr/>
        </p:nvSpPr>
        <p:spPr>
          <a:xfrm flipV="1">
            <a:off x="6057900" y="4838700"/>
            <a:ext cx="38100" cy="1016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 flipV="1">
            <a:off x="6096000" y="4749800"/>
            <a:ext cx="38100" cy="889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 flipV="1">
            <a:off x="6134100" y="4673600"/>
            <a:ext cx="38100" cy="762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6203950" y="4489450"/>
            <a:ext cx="241300" cy="241300"/>
          </a:xfrm>
          <a:prstGeom prst="ellipse">
            <a:avLst/>
          </a:prstGeom>
          <a:ln w="9525">
            <a:solidFill>
              <a:srgbClr val="A6A6A6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6153150" y="4540250"/>
            <a:ext cx="241300" cy="241300"/>
          </a:xfrm>
          <a:prstGeom prst="ellipse">
            <a:avLst/>
          </a:prstGeom>
          <a:solidFill>
            <a:srgbClr val="D4BCA0"/>
          </a:solidFill>
          <a:ln w="12700">
            <a:solidFill>
              <a:srgbClr val="8A6A48"/>
            </a:solidFill>
            <a:prstDash val="solid"/>
          </a:ln>
        </p:spPr>
      </p:sp>
      <p:sp>
        <p:nvSpPr>
          <p:cNvPr id="216" name="Text 214"/>
          <p:cNvSpPr/>
          <p:nvPr/>
        </p:nvSpPr>
        <p:spPr>
          <a:xfrm>
            <a:off x="6153150" y="4540250"/>
            <a:ext cx="2413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</a:t>
            </a:r>
            <a:endParaRPr lang="en-US" sz="1000" dirty="0"/>
          </a:p>
        </p:txBody>
      </p:sp>
      <p:sp>
        <p:nvSpPr>
          <p:cNvPr id="217" name="Shape 215"/>
          <p:cNvSpPr/>
          <p:nvPr/>
        </p:nvSpPr>
        <p:spPr>
          <a:xfrm>
            <a:off x="6413500" y="3111500"/>
            <a:ext cx="901700" cy="698500"/>
          </a:xfrm>
          <a:prstGeom prst="line">
            <a:avLst/>
          </a:prstGeom>
          <a:noFill/>
          <a:ln w="12700">
            <a:solidFill>
              <a:srgbClr val="C00000"/>
            </a:solidFill>
            <a:prstDash val="dash"/>
          </a:ln>
        </p:spPr>
      </p:sp>
      <p:sp>
        <p:nvSpPr>
          <p:cNvPr id="218" name="Shape 216"/>
          <p:cNvSpPr/>
          <p:nvPr/>
        </p:nvSpPr>
        <p:spPr>
          <a:xfrm>
            <a:off x="7315200" y="3810000"/>
            <a:ext cx="914400" cy="863600"/>
          </a:xfrm>
          <a:prstGeom prst="line">
            <a:avLst/>
          </a:prstGeom>
          <a:noFill/>
          <a:ln w="12700">
            <a:solidFill>
              <a:srgbClr val="C00000"/>
            </a:solidFill>
            <a:prstDash val="dash"/>
          </a:ln>
        </p:spPr>
      </p:sp>
      <p:sp>
        <p:nvSpPr>
          <p:cNvPr id="219" name="Shape 217"/>
          <p:cNvSpPr/>
          <p:nvPr/>
        </p:nvSpPr>
        <p:spPr>
          <a:xfrm>
            <a:off x="2425700" y="3454400"/>
            <a:ext cx="1003300" cy="927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dash"/>
          </a:ln>
        </p:spPr>
      </p:sp>
      <p:sp>
        <p:nvSpPr>
          <p:cNvPr id="220" name="Shape 218"/>
          <p:cNvSpPr/>
          <p:nvPr/>
        </p:nvSpPr>
        <p:spPr>
          <a:xfrm>
            <a:off x="3429000" y="4381500"/>
            <a:ext cx="304800" cy="139700"/>
          </a:xfrm>
          <a:prstGeom prst="line">
            <a:avLst/>
          </a:prstGeom>
          <a:noFill/>
          <a:ln w="12700">
            <a:solidFill>
              <a:srgbClr val="C00000"/>
            </a:solidFill>
            <a:prstDash val="dash"/>
          </a:ln>
        </p:spPr>
      </p:sp>
      <p:sp>
        <p:nvSpPr>
          <p:cNvPr id="221" name="Shape 219"/>
          <p:cNvSpPr/>
          <p:nvPr/>
        </p:nvSpPr>
        <p:spPr>
          <a:xfrm flipV="1">
            <a:off x="2451100" y="5499100"/>
            <a:ext cx="571500" cy="685800"/>
          </a:xfrm>
          <a:prstGeom prst="line">
            <a:avLst/>
          </a:prstGeom>
          <a:noFill/>
          <a:ln w="12700">
            <a:solidFill>
              <a:srgbClr val="C00000"/>
            </a:solidFill>
            <a:prstDash val="dash"/>
          </a:ln>
        </p:spPr>
      </p:sp>
      <p:sp>
        <p:nvSpPr>
          <p:cNvPr id="222" name="Shape 220"/>
          <p:cNvSpPr/>
          <p:nvPr/>
        </p:nvSpPr>
        <p:spPr>
          <a:xfrm>
            <a:off x="8255000" y="4508500"/>
            <a:ext cx="914400" cy="406400"/>
          </a:xfrm>
          <a:prstGeom prst="roundRect">
            <a:avLst>
              <a:gd name="adj" fmla="val 9000"/>
            </a:avLst>
          </a:prstGeom>
          <a:solidFill>
            <a:srgbClr val="C87E57"/>
          </a:solidFill>
          <a:ln w="19050">
            <a:solidFill>
              <a:srgbClr val="C00000"/>
            </a:solidFill>
            <a:prstDash val="solid"/>
          </a:ln>
        </p:spPr>
      </p:sp>
      <p:sp>
        <p:nvSpPr>
          <p:cNvPr id="223" name="Text 221"/>
          <p:cNvSpPr/>
          <p:nvPr/>
        </p:nvSpPr>
        <p:spPr>
          <a:xfrm>
            <a:off x="8255000" y="4508500"/>
            <a:ext cx="914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900" b="1" dirty="0">
                <a:solidFill>
                  <a:srgbClr val="8C44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Multi-Head</a:t>
            </a:r>
            <a:endParaRPr lang="en-US" sz="900" dirty="0"/>
          </a:p>
          <a:p>
            <a:pPr algn="ctr" indent="0" marL="0">
              <a:lnSpc>
                <a:spcPts val="1050"/>
              </a:lnSpc>
              <a:buNone/>
            </a:pPr>
            <a:r>
              <a:rPr lang="en-US" sz="900" b="1" dirty="0">
                <a:solidFill>
                  <a:srgbClr val="8C44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</a:t>
            </a:r>
            <a:endParaRPr lang="en-US" sz="900" dirty="0"/>
          </a:p>
        </p:txBody>
      </p:sp>
      <p:sp>
        <p:nvSpPr>
          <p:cNvPr id="224" name="Shape 222"/>
          <p:cNvSpPr/>
          <p:nvPr/>
        </p:nvSpPr>
        <p:spPr>
          <a:xfrm>
            <a:off x="9486900" y="3365500"/>
            <a:ext cx="1168400" cy="165100"/>
          </a:xfrm>
          <a:prstGeom prst="rect">
            <a:avLst/>
          </a:prstGeom>
          <a:solidFill>
            <a:srgbClr val="B0B070"/>
          </a:solidFill>
          <a:ln w="3175">
            <a:solidFill>
              <a:srgbClr val="B0B07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9569450" y="3365500"/>
            <a:ext cx="0" cy="165100"/>
          </a:xfrm>
          <a:prstGeom prst="line">
            <a:avLst/>
          </a:prstGeom>
          <a:noFill/>
          <a:ln w="6350">
            <a:solidFill>
              <a:srgbClr val="4A4A4A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10394950" y="3365500"/>
            <a:ext cx="0" cy="165100"/>
          </a:xfrm>
          <a:prstGeom prst="line">
            <a:avLst/>
          </a:prstGeom>
          <a:noFill/>
          <a:ln w="6350">
            <a:solidFill>
              <a:srgbClr val="4A4A4A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9499600" y="3517900"/>
            <a:ext cx="927100" cy="419100"/>
          </a:xfrm>
          <a:prstGeom prst="roundRect">
            <a:avLst>
              <a:gd name="adj" fmla="val 8727"/>
            </a:avLst>
          </a:prstGeom>
          <a:solidFill>
            <a:srgbClr val="B28659"/>
          </a:solidFill>
          <a:ln w="15875">
            <a:solidFill>
              <a:srgbClr val="C00000"/>
            </a:solidFill>
            <a:prstDash val="dash"/>
          </a:ln>
        </p:spPr>
      </p:sp>
      <p:sp>
        <p:nvSpPr>
          <p:cNvPr id="228" name="Text 226"/>
          <p:cNvSpPr/>
          <p:nvPr/>
        </p:nvSpPr>
        <p:spPr>
          <a:xfrm>
            <a:off x="9499600" y="3517900"/>
            <a:ext cx="9271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50" b="1" dirty="0">
                <a:solidFill>
                  <a:srgbClr val="8C44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Multi-Head</a:t>
            </a:r>
            <a:endParaRPr lang="en-US" sz="85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50" b="1" dirty="0">
                <a:solidFill>
                  <a:srgbClr val="8C44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</a:t>
            </a:r>
            <a:endParaRPr lang="en-US" sz="850" dirty="0"/>
          </a:p>
        </p:txBody>
      </p:sp>
      <p:sp>
        <p:nvSpPr>
          <p:cNvPr id="229" name="Shape 227"/>
          <p:cNvSpPr/>
          <p:nvPr/>
        </p:nvSpPr>
        <p:spPr>
          <a:xfrm>
            <a:off x="7226300" y="1270000"/>
            <a:ext cx="76200" cy="76200"/>
          </a:xfrm>
          <a:prstGeom prst="rect">
            <a:avLst/>
          </a:prstGeom>
          <a:solidFill>
            <a:srgbClr val="1B723F"/>
          </a:solidFill>
          <a:ln w="3175">
            <a:solidFill>
              <a:srgbClr val="1B723F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11341100" y="1270000"/>
            <a:ext cx="76200" cy="76200"/>
          </a:xfrm>
          <a:prstGeom prst="rect">
            <a:avLst/>
          </a:prstGeom>
          <a:solidFill>
            <a:srgbClr val="1B723F"/>
          </a:solidFill>
          <a:ln w="3175">
            <a:solidFill>
              <a:srgbClr val="1B723F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226300" y="6642100"/>
            <a:ext cx="76200" cy="76200"/>
          </a:xfrm>
          <a:prstGeom prst="rect">
            <a:avLst/>
          </a:prstGeom>
          <a:solidFill>
            <a:srgbClr val="1B723F"/>
          </a:solidFill>
          <a:ln w="3175">
            <a:solidFill>
              <a:srgbClr val="1B723F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11341100" y="6642100"/>
            <a:ext cx="76200" cy="76200"/>
          </a:xfrm>
          <a:prstGeom prst="rect">
            <a:avLst/>
          </a:prstGeom>
          <a:solidFill>
            <a:srgbClr val="1B723F"/>
          </a:solidFill>
          <a:ln w="3175">
            <a:solidFill>
              <a:srgbClr val="1B723F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8013700" y="3403600"/>
            <a:ext cx="1193800" cy="1079500"/>
          </a:xfrm>
          <a:prstGeom prst="rect">
            <a:avLst/>
          </a:prstGeom>
          <a:solidFill>
            <a:srgbClr val="C8A888"/>
          </a:solidFill>
          <a:ln w="3175">
            <a:solidFill>
              <a:srgbClr val="C8A888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013700" y="4419600"/>
            <a:ext cx="228600" cy="279400"/>
          </a:xfrm>
          <a:prstGeom prst="rect">
            <a:avLst/>
          </a:prstGeom>
          <a:solidFill>
            <a:srgbClr val="C8A888"/>
          </a:solidFill>
          <a:ln w="3175">
            <a:solidFill>
              <a:srgbClr val="C8A888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9474200" y="2578100"/>
            <a:ext cx="1181100" cy="215900"/>
          </a:xfrm>
          <a:prstGeom prst="rect">
            <a:avLst/>
          </a:prstGeom>
          <a:solidFill>
            <a:srgbClr val="B0B070"/>
          </a:solidFill>
          <a:ln w="3175">
            <a:solidFill>
              <a:srgbClr val="B0B07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9474200" y="2806700"/>
            <a:ext cx="1181100" cy="558800"/>
          </a:xfrm>
          <a:prstGeom prst="rect">
            <a:avLst/>
          </a:prstGeom>
          <a:solidFill>
            <a:srgbClr val="B0B070"/>
          </a:solidFill>
          <a:ln w="3175">
            <a:solidFill>
              <a:srgbClr val="B0B07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9474200" y="3365500"/>
            <a:ext cx="1181100" cy="152400"/>
          </a:xfrm>
          <a:prstGeom prst="rect">
            <a:avLst/>
          </a:prstGeom>
          <a:solidFill>
            <a:srgbClr val="B0B070"/>
          </a:solidFill>
          <a:ln w="3175">
            <a:solidFill>
              <a:srgbClr val="B0B07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8293100" y="3467100"/>
            <a:ext cx="850900" cy="184150"/>
          </a:xfrm>
          <a:prstGeom prst="rect">
            <a:avLst/>
          </a:prstGeom>
          <a:solidFill>
            <a:srgbClr val="6D99B4"/>
          </a:solidFill>
          <a:ln w="12700">
            <a:solidFill>
              <a:srgbClr val="2F6476"/>
            </a:solidFill>
            <a:prstDash val="solid"/>
          </a:ln>
        </p:spPr>
      </p:sp>
      <p:sp>
        <p:nvSpPr>
          <p:cNvPr id="239" name="Text 237"/>
          <p:cNvSpPr/>
          <p:nvPr/>
        </p:nvSpPr>
        <p:spPr>
          <a:xfrm>
            <a:off x="8293100" y="3467100"/>
            <a:ext cx="850900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774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&amp; Norm</a:t>
            </a:r>
            <a:endParaRPr lang="en-US" sz="900" dirty="0"/>
          </a:p>
        </p:txBody>
      </p:sp>
      <p:sp>
        <p:nvSpPr>
          <p:cNvPr id="240" name="Shape 238"/>
          <p:cNvSpPr/>
          <p:nvPr/>
        </p:nvSpPr>
        <p:spPr>
          <a:xfrm>
            <a:off x="8293100" y="3657600"/>
            <a:ext cx="850900" cy="342900"/>
          </a:xfrm>
          <a:prstGeom prst="rect">
            <a:avLst/>
          </a:prstGeom>
          <a:solidFill>
            <a:srgbClr val="807560"/>
          </a:solidFill>
          <a:ln w="9525">
            <a:solidFill>
              <a:srgbClr val="3E3A28"/>
            </a:solidFill>
            <a:prstDash val="solid"/>
          </a:ln>
        </p:spPr>
      </p:sp>
      <p:sp>
        <p:nvSpPr>
          <p:cNvPr id="241" name="Text 239"/>
          <p:cNvSpPr/>
          <p:nvPr/>
        </p:nvSpPr>
        <p:spPr>
          <a:xfrm>
            <a:off x="8293100" y="3657600"/>
            <a:ext cx="850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900" b="1" dirty="0">
                <a:solidFill>
                  <a:srgbClr val="5548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</a:t>
            </a:r>
            <a:endParaRPr lang="en-US" sz="900" dirty="0"/>
          </a:p>
          <a:p>
            <a:pPr algn="ctr" indent="0" marL="0">
              <a:lnSpc>
                <a:spcPts val="1050"/>
              </a:lnSpc>
              <a:buNone/>
            </a:pPr>
            <a:r>
              <a:rPr lang="en-US" sz="900" b="1" dirty="0">
                <a:solidFill>
                  <a:srgbClr val="5548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</a:t>
            </a:r>
            <a:endParaRPr lang="en-US" sz="900" dirty="0"/>
          </a:p>
        </p:txBody>
      </p:sp>
      <p:sp>
        <p:nvSpPr>
          <p:cNvPr id="242" name="Shape 240"/>
          <p:cNvSpPr/>
          <p:nvPr/>
        </p:nvSpPr>
        <p:spPr>
          <a:xfrm>
            <a:off x="8331200" y="4362450"/>
            <a:ext cx="812800" cy="127000"/>
          </a:xfrm>
          <a:prstGeom prst="rect">
            <a:avLst/>
          </a:prstGeom>
          <a:solidFill>
            <a:srgbClr val="6D99B4"/>
          </a:solidFill>
          <a:ln w="12700">
            <a:solidFill>
              <a:srgbClr val="2F6476"/>
            </a:solidFill>
            <a:prstDash val="solid"/>
          </a:ln>
        </p:spPr>
      </p:sp>
      <p:sp>
        <p:nvSpPr>
          <p:cNvPr id="243" name="Text 241"/>
          <p:cNvSpPr/>
          <p:nvPr/>
        </p:nvSpPr>
        <p:spPr>
          <a:xfrm>
            <a:off x="8331200" y="4362450"/>
            <a:ext cx="8128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774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&amp; Norm</a:t>
            </a:r>
            <a:endParaRPr lang="en-US" sz="800" dirty="0"/>
          </a:p>
        </p:txBody>
      </p:sp>
      <p:sp>
        <p:nvSpPr>
          <p:cNvPr id="244" name="Shape 242"/>
          <p:cNvSpPr/>
          <p:nvPr/>
        </p:nvSpPr>
        <p:spPr>
          <a:xfrm>
            <a:off x="8089900" y="3517900"/>
            <a:ext cx="0" cy="1625600"/>
          </a:xfrm>
          <a:prstGeom prst="line">
            <a:avLst/>
          </a:prstGeom>
          <a:noFill/>
          <a:ln w="38100">
            <a:solidFill>
              <a:srgbClr val="7FB421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8089900" y="3568700"/>
            <a:ext cx="127000" cy="0"/>
          </a:xfrm>
          <a:prstGeom prst="line">
            <a:avLst/>
          </a:prstGeom>
          <a:noFill/>
          <a:ln w="38100">
            <a:solidFill>
              <a:srgbClr val="7FB421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 rot="5400000">
            <a:off x="8223250" y="3530600"/>
            <a:ext cx="76200" cy="76200"/>
          </a:xfrm>
          <a:prstGeom prst="triangle">
            <a:avLst/>
          </a:prstGeom>
          <a:solidFill>
            <a:srgbClr val="7FB421"/>
          </a:solidFill>
          <a:ln w="6350">
            <a:solidFill>
              <a:srgbClr val="7FB421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8089900" y="4445000"/>
            <a:ext cx="127000" cy="0"/>
          </a:xfrm>
          <a:prstGeom prst="line">
            <a:avLst/>
          </a:prstGeom>
          <a:noFill/>
          <a:ln w="38100">
            <a:solidFill>
              <a:srgbClr val="7FB421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 rot="5400000">
            <a:off x="8223250" y="4406900"/>
            <a:ext cx="76200" cy="76200"/>
          </a:xfrm>
          <a:prstGeom prst="triangle">
            <a:avLst/>
          </a:prstGeom>
          <a:solidFill>
            <a:srgbClr val="7FB421"/>
          </a:solidFill>
          <a:ln w="6350">
            <a:solidFill>
              <a:srgbClr val="7FB421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8191500" y="4178300"/>
            <a:ext cx="520700" cy="0"/>
          </a:xfrm>
          <a:prstGeom prst="line">
            <a:avLst/>
          </a:prstGeom>
          <a:noFill/>
          <a:ln w="38100">
            <a:solidFill>
              <a:srgbClr val="7FB421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 rot="16200000">
            <a:off x="8121650" y="4140200"/>
            <a:ext cx="76200" cy="76200"/>
          </a:xfrm>
          <a:prstGeom prst="triangle">
            <a:avLst/>
          </a:prstGeom>
          <a:solidFill>
            <a:srgbClr val="7FB421"/>
          </a:solidFill>
          <a:ln w="6350">
            <a:solidFill>
              <a:srgbClr val="7FB421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8191500" y="5105400"/>
            <a:ext cx="533400" cy="0"/>
          </a:xfrm>
          <a:prstGeom prst="line">
            <a:avLst/>
          </a:prstGeom>
          <a:noFill/>
          <a:ln w="38100">
            <a:solidFill>
              <a:srgbClr val="7FB421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 rot="16200000">
            <a:off x="8121650" y="5067300"/>
            <a:ext cx="76200" cy="76200"/>
          </a:xfrm>
          <a:prstGeom prst="triangle">
            <a:avLst/>
          </a:prstGeom>
          <a:solidFill>
            <a:srgbClr val="7FB421"/>
          </a:solidFill>
          <a:ln w="6350">
            <a:solidFill>
              <a:srgbClr val="7FB421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8350250" y="5010150"/>
            <a:ext cx="152400" cy="152400"/>
          </a:xfrm>
          <a:prstGeom prst="ellipse">
            <a:avLst/>
          </a:prstGeom>
          <a:solidFill>
            <a:srgbClr val="55A044"/>
          </a:solidFill>
          <a:ln w="6350">
            <a:solidFill>
              <a:srgbClr val="55A044"/>
            </a:solidFill>
            <a:prstDash val="solid"/>
          </a:ln>
        </p:spPr>
      </p:sp>
      <p:sp>
        <p:nvSpPr>
          <p:cNvPr id="254" name="Text 252"/>
          <p:cNvSpPr/>
          <p:nvPr/>
        </p:nvSpPr>
        <p:spPr>
          <a:xfrm>
            <a:off x="8350250" y="5010150"/>
            <a:ext cx="1524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700" dirty="0"/>
          </a:p>
        </p:txBody>
      </p:sp>
      <p:sp>
        <p:nvSpPr>
          <p:cNvPr id="255" name="Shape 253"/>
          <p:cNvSpPr/>
          <p:nvPr/>
        </p:nvSpPr>
        <p:spPr>
          <a:xfrm>
            <a:off x="9563100" y="2622550"/>
            <a:ext cx="812800" cy="158750"/>
          </a:xfrm>
          <a:prstGeom prst="rect">
            <a:avLst/>
          </a:prstGeom>
          <a:solidFill>
            <a:srgbClr val="5C9CB7"/>
          </a:solidFill>
          <a:ln w="12700">
            <a:solidFill>
              <a:srgbClr val="2F6476"/>
            </a:solidFill>
            <a:prstDash val="solid"/>
          </a:ln>
        </p:spPr>
      </p:sp>
      <p:sp>
        <p:nvSpPr>
          <p:cNvPr id="256" name="Text 254"/>
          <p:cNvSpPr/>
          <p:nvPr/>
        </p:nvSpPr>
        <p:spPr>
          <a:xfrm>
            <a:off x="9563100" y="2622550"/>
            <a:ext cx="8128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273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&amp; Norm</a:t>
            </a:r>
            <a:endParaRPr lang="en-US" sz="800" dirty="0"/>
          </a:p>
        </p:txBody>
      </p:sp>
      <p:sp>
        <p:nvSpPr>
          <p:cNvPr id="257" name="Shape 255"/>
          <p:cNvSpPr/>
          <p:nvPr/>
        </p:nvSpPr>
        <p:spPr>
          <a:xfrm>
            <a:off x="9563100" y="2838450"/>
            <a:ext cx="812800" cy="336550"/>
          </a:xfrm>
          <a:prstGeom prst="rect">
            <a:avLst/>
          </a:prstGeom>
          <a:solidFill>
            <a:srgbClr val="6E7E62"/>
          </a:solidFill>
          <a:ln w="9525">
            <a:solidFill>
              <a:srgbClr val="3E3A28"/>
            </a:solidFill>
            <a:prstDash val="solid"/>
          </a:ln>
        </p:spPr>
      </p:sp>
      <p:sp>
        <p:nvSpPr>
          <p:cNvPr id="258" name="Text 256"/>
          <p:cNvSpPr/>
          <p:nvPr/>
        </p:nvSpPr>
        <p:spPr>
          <a:xfrm>
            <a:off x="9563100" y="2838450"/>
            <a:ext cx="812800" cy="336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50" b="1" dirty="0">
                <a:solidFill>
                  <a:srgbClr val="3A4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</a:t>
            </a:r>
            <a:endParaRPr lang="en-US" sz="85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50" b="1" dirty="0">
                <a:solidFill>
                  <a:srgbClr val="3A4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</a:t>
            </a:r>
            <a:endParaRPr lang="en-US" sz="850" dirty="0"/>
          </a:p>
        </p:txBody>
      </p:sp>
      <p:sp>
        <p:nvSpPr>
          <p:cNvPr id="259" name="Shape 257"/>
          <p:cNvSpPr/>
          <p:nvPr/>
        </p:nvSpPr>
        <p:spPr>
          <a:xfrm>
            <a:off x="9563100" y="3346450"/>
            <a:ext cx="812800" cy="139700"/>
          </a:xfrm>
          <a:prstGeom prst="rect">
            <a:avLst/>
          </a:prstGeom>
          <a:solidFill>
            <a:srgbClr val="5C9CB7"/>
          </a:solidFill>
          <a:ln w="12700">
            <a:solidFill>
              <a:srgbClr val="2F6476"/>
            </a:solidFill>
            <a:prstDash val="solid"/>
          </a:ln>
        </p:spPr>
      </p:sp>
      <p:sp>
        <p:nvSpPr>
          <p:cNvPr id="260" name="Text 258"/>
          <p:cNvSpPr/>
          <p:nvPr/>
        </p:nvSpPr>
        <p:spPr>
          <a:xfrm>
            <a:off x="9563100" y="3346450"/>
            <a:ext cx="812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273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&amp; Norm</a:t>
            </a:r>
            <a:endParaRPr lang="en-US" sz="750" dirty="0"/>
          </a:p>
        </p:txBody>
      </p:sp>
      <p:sp>
        <p:nvSpPr>
          <p:cNvPr id="261" name="Shape 259"/>
          <p:cNvSpPr/>
          <p:nvPr/>
        </p:nvSpPr>
        <p:spPr>
          <a:xfrm>
            <a:off x="9474200" y="4140200"/>
            <a:ext cx="88900" cy="279400"/>
          </a:xfrm>
          <a:prstGeom prst="rect">
            <a:avLst/>
          </a:prstGeom>
          <a:solidFill>
            <a:srgbClr val="C8F8E0"/>
          </a:solidFill>
          <a:ln w="3175">
            <a:solidFill>
              <a:srgbClr val="C8F8E0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10375900" y="4140200"/>
            <a:ext cx="190500" cy="279400"/>
          </a:xfrm>
          <a:prstGeom prst="rect">
            <a:avLst/>
          </a:prstGeom>
          <a:solidFill>
            <a:srgbClr val="B5BB97"/>
          </a:solidFill>
          <a:ln w="3175">
            <a:solidFill>
              <a:srgbClr val="B5BB97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9563100" y="4184650"/>
            <a:ext cx="812800" cy="177800"/>
          </a:xfrm>
          <a:prstGeom prst="rect">
            <a:avLst/>
          </a:prstGeom>
          <a:solidFill>
            <a:srgbClr val="6E87E0"/>
          </a:solidFill>
          <a:ln w="12700">
            <a:solidFill>
              <a:srgbClr val="3A5697"/>
            </a:solidFill>
            <a:prstDash val="solid"/>
          </a:ln>
        </p:spPr>
      </p:sp>
      <p:sp>
        <p:nvSpPr>
          <p:cNvPr id="264" name="Text 262"/>
          <p:cNvSpPr/>
          <p:nvPr/>
        </p:nvSpPr>
        <p:spPr>
          <a:xfrm>
            <a:off x="9563100" y="4184650"/>
            <a:ext cx="812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86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&amp; Norm</a:t>
            </a:r>
            <a:endParaRPr lang="en-US" sz="800" dirty="0"/>
          </a:p>
        </p:txBody>
      </p:sp>
      <p:sp>
        <p:nvSpPr>
          <p:cNvPr id="265" name="Shape 263"/>
          <p:cNvSpPr/>
          <p:nvPr/>
        </p:nvSpPr>
        <p:spPr>
          <a:xfrm>
            <a:off x="9499600" y="3517900"/>
            <a:ext cx="927100" cy="0"/>
          </a:xfrm>
          <a:prstGeom prst="line">
            <a:avLst/>
          </a:prstGeom>
          <a:noFill/>
          <a:ln w="28575">
            <a:solidFill>
              <a:srgbClr val="C00000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9499600" y="3930650"/>
            <a:ext cx="927100" cy="0"/>
          </a:xfrm>
          <a:prstGeom prst="line">
            <a:avLst/>
          </a:prstGeom>
          <a:noFill/>
          <a:ln w="28575">
            <a:solidFill>
              <a:srgbClr val="C00000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10420350" y="3517900"/>
            <a:ext cx="0" cy="419100"/>
          </a:xfrm>
          <a:prstGeom prst="line">
            <a:avLst/>
          </a:prstGeom>
          <a:noFill/>
          <a:ln w="28575">
            <a:solidFill>
              <a:srgbClr val="C00000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10591800" y="2667000"/>
            <a:ext cx="0" cy="2463800"/>
          </a:xfrm>
          <a:prstGeom prst="line">
            <a:avLst/>
          </a:prstGeom>
          <a:noFill/>
          <a:ln w="50800">
            <a:solidFill>
              <a:srgbClr val="8CC62E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10414000" y="2692400"/>
            <a:ext cx="177800" cy="0"/>
          </a:xfrm>
          <a:prstGeom prst="line">
            <a:avLst/>
          </a:prstGeom>
          <a:noFill/>
          <a:ln w="38100">
            <a:solidFill>
              <a:srgbClr val="8CC62E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10020300" y="3276600"/>
            <a:ext cx="584200" cy="0"/>
          </a:xfrm>
          <a:prstGeom prst="line">
            <a:avLst/>
          </a:prstGeom>
          <a:noFill/>
          <a:ln w="44450">
            <a:solidFill>
              <a:srgbClr val="8CC62E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10401300" y="3454400"/>
            <a:ext cx="190500" cy="0"/>
          </a:xfrm>
          <a:prstGeom prst="line">
            <a:avLst/>
          </a:prstGeom>
          <a:noFill/>
          <a:ln w="38100">
            <a:solidFill>
              <a:srgbClr val="8CC62E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10007600" y="4064000"/>
            <a:ext cx="596900" cy="0"/>
          </a:xfrm>
          <a:prstGeom prst="line">
            <a:avLst/>
          </a:prstGeom>
          <a:noFill/>
          <a:ln w="44450">
            <a:solidFill>
              <a:srgbClr val="8CC62E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10401300" y="4292600"/>
            <a:ext cx="190500" cy="0"/>
          </a:xfrm>
          <a:prstGeom prst="line">
            <a:avLst/>
          </a:prstGeom>
          <a:noFill/>
          <a:ln w="38100">
            <a:solidFill>
              <a:srgbClr val="8CC62E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10045700" y="5105400"/>
            <a:ext cx="558800" cy="0"/>
          </a:xfrm>
          <a:prstGeom prst="line">
            <a:avLst/>
          </a:prstGeom>
          <a:noFill/>
          <a:ln w="44450">
            <a:solidFill>
              <a:srgbClr val="8CC62E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9766300" y="3946525"/>
            <a:ext cx="76200" cy="57150"/>
          </a:xfrm>
          <a:prstGeom prst="triangle">
            <a:avLst/>
          </a:prstGeom>
          <a:solidFill>
            <a:srgbClr val="05008F"/>
          </a:solidFill>
          <a:ln w="6350">
            <a:solidFill>
              <a:srgbClr val="05008F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9766300" y="4010025"/>
            <a:ext cx="76200" cy="57150"/>
          </a:xfrm>
          <a:prstGeom prst="triangle">
            <a:avLst/>
          </a:prstGeom>
          <a:solidFill>
            <a:srgbClr val="05008F"/>
          </a:solidFill>
          <a:ln w="6350">
            <a:solidFill>
              <a:srgbClr val="05008F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9965690" y="2458720"/>
            <a:ext cx="0" cy="162560"/>
          </a:xfrm>
          <a:prstGeom prst="line">
            <a:avLst/>
          </a:prstGeom>
          <a:noFill/>
          <a:ln w="22225">
            <a:solidFill>
              <a:srgbClr val="2F2F2F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9965690" y="3181350"/>
            <a:ext cx="0" cy="165100"/>
          </a:xfrm>
          <a:prstGeom prst="line">
            <a:avLst/>
          </a:prstGeom>
          <a:noFill/>
          <a:ln w="22225">
            <a:solidFill>
              <a:srgbClr val="2F2F2F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131050" y="5238750"/>
            <a:ext cx="4457700" cy="1066800"/>
          </a:xfrm>
          <a:prstGeom prst="rect">
            <a:avLst>
              <a:gd name="adj" fmla="val 10286"/>
            </a:avLst>
          </a:prstGeom>
          <a:solidFill>
            <a:srgbClr val="FFFF00">
              <a:alpha val="50000"/>
            </a:srgbClr>
          </a:solidFill>
          <a:ln w="3175">
            <a:solidFill>
              <a:srgbClr val="FFFF00">
                <a:alpha val="50000"/>
              </a:srgbClr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6753860" y="4239260"/>
            <a:ext cx="906780" cy="906780"/>
          </a:xfrm>
          <a:prstGeom prst="ellipse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 flipV="1" rot="20400000">
            <a:off x="7274560" y="4973955"/>
            <a:ext cx="371475" cy="570230"/>
          </a:xfrm>
          <a:prstGeom prst="triangle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 rot="20520000">
            <a:off x="7073900" y="5105400"/>
            <a:ext cx="279400" cy="152400"/>
          </a:xfrm>
          <a:prstGeom prst="ellipse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 rot="20520000">
            <a:off x="7162800" y="5149850"/>
            <a:ext cx="203200" cy="139700"/>
          </a:xfrm>
          <a:prstGeom prst="ellipse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284" name="Text 282"/>
          <p:cNvSpPr/>
          <p:nvPr/>
        </p:nvSpPr>
        <p:spPr>
          <a:xfrm rot="20520000">
            <a:off x="6826250" y="4356100"/>
            <a:ext cx="762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HERE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71500"/>
            <a:ext cx="11137900" cy="6286500"/>
          </a:xfrm>
          <a:prstGeom prst="rect">
            <a:avLst/>
          </a:prstGeom>
          <a:solidFill>
            <a:srgbClr val="E9E9E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58450" y="714364"/>
            <a:ext cx="10922000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Pre-processing of Input Sequence</a:t>
            </a:r>
            <a:endParaRPr lang="en-US" sz="2450" dirty="0"/>
          </a:p>
        </p:txBody>
      </p:sp>
      <p:sp>
        <p:nvSpPr>
          <p:cNvPr id="6" name="Text 4"/>
          <p:cNvSpPr/>
          <p:nvPr/>
        </p:nvSpPr>
        <p:spPr>
          <a:xfrm>
            <a:off x="652826" y="1222744"/>
            <a:ext cx="1268374" cy="598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0"/>
              </a:lnSpc>
              <a:buNone/>
            </a:pPr>
            <a:r>
              <a:rPr lang="en-US" sz="145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Sequence of</a:t>
            </a:r>
            <a:endParaRPr lang="en-US" sz="1450" dirty="0"/>
          </a:p>
          <a:p>
            <a:pPr algn="l" indent="0" marL="0">
              <a:lnSpc>
                <a:spcPts val="1570"/>
              </a:lnSpc>
              <a:buNone/>
            </a:pPr>
            <a:r>
              <a:rPr lang="en-US" sz="145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words with</a:t>
            </a:r>
            <a:endParaRPr lang="en-US" sz="1450" dirty="0"/>
          </a:p>
          <a:p>
            <a:pPr algn="l" indent="0" marL="0">
              <a:lnSpc>
                <a:spcPts val="1570"/>
              </a:lnSpc>
              <a:buNone/>
            </a:pPr>
            <a:r>
              <a:rPr lang="en-US" sz="145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Length N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26402" y="2046766"/>
            <a:ext cx="1228737" cy="598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70"/>
              </a:lnSpc>
              <a:buNone/>
            </a:pPr>
            <a:r>
              <a:rPr lang="en-US" sz="1600" b="1" dirty="0">
                <a:solidFill>
                  <a:srgbClr val="00A5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</a:t>
            </a:r>
            <a:endParaRPr lang="en-US" sz="1600" dirty="0"/>
          </a:p>
          <a:p>
            <a:pPr algn="l" indent="0" marL="0">
              <a:lnSpc>
                <a:spcPts val="1670"/>
              </a:lnSpc>
              <a:buNone/>
            </a:pPr>
            <a:r>
              <a:rPr lang="en-US" sz="1600" b="1" dirty="0">
                <a:solidFill>
                  <a:srgbClr val="00A5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</a:t>
            </a:r>
            <a:endParaRPr lang="en-US" sz="1600" dirty="0"/>
          </a:p>
          <a:p>
            <a:pPr algn="l" indent="0" marL="0">
              <a:lnSpc>
                <a:spcPts val="1670"/>
              </a:lnSpc>
              <a:buNone/>
            </a:pPr>
            <a:r>
              <a:rPr lang="en-US" sz="1150" dirty="0">
                <a:solidFill>
                  <a:srgbClr val="00A5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e.g. word2vec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2826" y="2963824"/>
            <a:ext cx="1070190" cy="345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1400" b="1" dirty="0">
                <a:solidFill>
                  <a:srgbClr val="3333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</a:t>
            </a:r>
            <a:endParaRPr lang="en-US" sz="1400" dirty="0"/>
          </a:p>
          <a:p>
            <a:pPr algn="l" indent="0" marL="0">
              <a:lnSpc>
                <a:spcPts val="1460"/>
              </a:lnSpc>
              <a:buNone/>
            </a:pPr>
            <a:r>
              <a:rPr lang="en-US" sz="1400" b="1" dirty="0">
                <a:solidFill>
                  <a:srgbClr val="3333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39614" y="3973917"/>
            <a:ext cx="1083402" cy="38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</a:t>
            </a:r>
            <a:endParaRPr lang="en-US" sz="1400" dirty="0"/>
          </a:p>
          <a:p>
            <a:pPr algn="l" indent="0" marL="0">
              <a:lnSpc>
                <a:spcPts val="157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947112" y="1275906"/>
            <a:ext cx="9473165" cy="558209"/>
          </a:xfrm>
          <a:prstGeom prst="roundRect">
            <a:avLst>
              <a:gd name="adj" fmla="val 9829"/>
            </a:avLst>
          </a:prstGeom>
          <a:ln w="12700">
            <a:solidFill>
              <a:srgbClr val="595959"/>
            </a:solidFill>
            <a:prstDash val="sysDash"/>
          </a:ln>
        </p:spPr>
      </p:sp>
      <p:sp>
        <p:nvSpPr>
          <p:cNvPr id="11" name="Shape 9"/>
          <p:cNvSpPr/>
          <p:nvPr/>
        </p:nvSpPr>
        <p:spPr>
          <a:xfrm>
            <a:off x="2131708" y="1408813"/>
            <a:ext cx="833120" cy="285750"/>
          </a:xfrm>
          <a:prstGeom prst="rect">
            <a:avLst/>
          </a:prstGeom>
          <a:solidFill>
            <a:srgbClr val="FFFFFF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31708" y="1408813"/>
            <a:ext cx="83312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35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Word 0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3101486" y="1408813"/>
            <a:ext cx="833120" cy="285750"/>
          </a:xfrm>
          <a:prstGeom prst="rect">
            <a:avLst/>
          </a:prstGeom>
          <a:solidFill>
            <a:srgbClr val="FFFFFF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101486" y="1408813"/>
            <a:ext cx="83312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35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Word 1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071263" y="1408813"/>
            <a:ext cx="833120" cy="285750"/>
          </a:xfrm>
          <a:prstGeom prst="rect">
            <a:avLst/>
          </a:prstGeom>
          <a:solidFill>
            <a:srgbClr val="FFFFFF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71263" y="1408813"/>
            <a:ext cx="83312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35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Word 2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041040" y="1408813"/>
            <a:ext cx="833120" cy="285750"/>
          </a:xfrm>
          <a:prstGeom prst="rect">
            <a:avLst/>
          </a:prstGeom>
          <a:solidFill>
            <a:srgbClr val="FFFFFF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41040" y="1408813"/>
            <a:ext cx="83312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35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Word 3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010817" y="1408813"/>
            <a:ext cx="833120" cy="285750"/>
          </a:xfrm>
          <a:prstGeom prst="rect">
            <a:avLst/>
          </a:prstGeom>
          <a:solidFill>
            <a:srgbClr val="FFFFFF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10817" y="1408813"/>
            <a:ext cx="83312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35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Word 4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980595" y="1408813"/>
            <a:ext cx="833120" cy="285750"/>
          </a:xfrm>
          <a:prstGeom prst="rect">
            <a:avLst/>
          </a:prstGeom>
          <a:solidFill>
            <a:srgbClr val="FFFFFF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980595" y="1408813"/>
            <a:ext cx="83312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35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Word 5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9504130" y="1408813"/>
            <a:ext cx="833120" cy="285750"/>
          </a:xfrm>
          <a:prstGeom prst="rect">
            <a:avLst/>
          </a:prstGeom>
          <a:solidFill>
            <a:srgbClr val="FFFFFF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504130" y="1408813"/>
            <a:ext cx="83312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35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Word </a:t>
            </a:r>
            <a:pPr algn="ctr" indent="0" marL="0">
              <a:lnSpc>
                <a:spcPts val="1350"/>
              </a:lnSpc>
              <a:buNone/>
            </a:pPr>
            <a:r>
              <a:rPr lang="en-US" sz="800" i="1" baseline="-40000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N-2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10481834" y="1408813"/>
            <a:ext cx="833120" cy="285750"/>
          </a:xfrm>
          <a:prstGeom prst="rect">
            <a:avLst/>
          </a:prstGeom>
          <a:solidFill>
            <a:srgbClr val="FFFFFF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481834" y="1408813"/>
            <a:ext cx="83312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35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Word </a:t>
            </a:r>
            <a:pPr algn="ctr" indent="0" marL="0">
              <a:lnSpc>
                <a:spcPts val="1350"/>
              </a:lnSpc>
              <a:buNone/>
            </a:pPr>
            <a:r>
              <a:rPr lang="en-US" sz="800" i="1" baseline="-40000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N-1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8076458" y="1474455"/>
            <a:ext cx="107950" cy="107950"/>
          </a:xfrm>
          <a:prstGeom prst="ellipse">
            <a:avLst/>
          </a:prstGeom>
          <a:solidFill>
            <a:srgbClr val="7F7F7F"/>
          </a:solidFill>
          <a:ln w="3175">
            <a:solidFill>
              <a:srgbClr val="7F7F7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14278" y="1474455"/>
            <a:ext cx="107950" cy="107950"/>
          </a:xfrm>
          <a:prstGeom prst="ellipse">
            <a:avLst/>
          </a:prstGeom>
          <a:solidFill>
            <a:srgbClr val="7F7F7F"/>
          </a:solidFill>
          <a:ln w="3175">
            <a:solidFill>
              <a:srgbClr val="7F7F7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558704" y="1474455"/>
            <a:ext cx="107950" cy="107950"/>
          </a:xfrm>
          <a:prstGeom prst="ellipse">
            <a:avLst/>
          </a:prstGeom>
          <a:solidFill>
            <a:srgbClr val="7F7F7F"/>
          </a:solidFill>
          <a:ln w="3175">
            <a:solidFill>
              <a:srgbClr val="7F7F7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796524" y="1474455"/>
            <a:ext cx="107950" cy="107950"/>
          </a:xfrm>
          <a:prstGeom prst="ellipse">
            <a:avLst/>
          </a:prstGeom>
          <a:solidFill>
            <a:srgbClr val="7F7F7F"/>
          </a:solidFill>
          <a:ln w="3175">
            <a:solidFill>
              <a:srgbClr val="7F7F7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994708" y="1474455"/>
            <a:ext cx="107950" cy="107950"/>
          </a:xfrm>
          <a:prstGeom prst="ellipse">
            <a:avLst/>
          </a:prstGeom>
          <a:solidFill>
            <a:srgbClr val="7F7F7F"/>
          </a:solidFill>
          <a:ln w="3175">
            <a:solidFill>
              <a:srgbClr val="7F7F7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20688" y="2053412"/>
            <a:ext cx="9499590" cy="505046"/>
          </a:xfrm>
          <a:prstGeom prst="roundRect">
            <a:avLst>
              <a:gd name="adj" fmla="val 10863"/>
            </a:avLst>
          </a:prstGeom>
          <a:solidFill>
            <a:srgbClr val="E7FEE9"/>
          </a:solidFill>
          <a:ln w="12700">
            <a:solidFill>
              <a:srgbClr val="00A550"/>
            </a:solidFill>
            <a:prstDash val="sysDash"/>
          </a:ln>
        </p:spPr>
      </p:sp>
      <p:sp>
        <p:nvSpPr>
          <p:cNvPr id="33" name="Shape 31"/>
          <p:cNvSpPr/>
          <p:nvPr/>
        </p:nvSpPr>
        <p:spPr>
          <a:xfrm>
            <a:off x="2211356" y="2179673"/>
            <a:ext cx="132122" cy="239232"/>
          </a:xfrm>
          <a:prstGeom prst="rect">
            <a:avLst/>
          </a:prstGeom>
          <a:solidFill>
            <a:srgbClr val="EFE9BE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43479" y="2179673"/>
            <a:ext cx="132122" cy="239232"/>
          </a:xfrm>
          <a:prstGeom prst="rect">
            <a:avLst/>
          </a:prstGeom>
          <a:solidFill>
            <a:srgbClr val="EAF8D8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475601" y="2179673"/>
            <a:ext cx="132122" cy="239232"/>
          </a:xfrm>
          <a:prstGeom prst="rect">
            <a:avLst/>
          </a:prstGeom>
          <a:solidFill>
            <a:srgbClr val="F2A7C3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607723" y="2179673"/>
            <a:ext cx="132122" cy="239232"/>
          </a:xfrm>
          <a:prstGeom prst="rect">
            <a:avLst/>
          </a:prstGeom>
          <a:solidFill>
            <a:srgbClr val="E9E7F4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739845" y="2179673"/>
            <a:ext cx="132122" cy="239232"/>
          </a:xfrm>
          <a:prstGeom prst="rect">
            <a:avLst/>
          </a:prstGeom>
          <a:solidFill>
            <a:srgbClr val="F2DEEC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871968" y="2179673"/>
            <a:ext cx="132122" cy="239232"/>
          </a:xfrm>
          <a:prstGeom prst="rect">
            <a:avLst/>
          </a:prstGeom>
          <a:solidFill>
            <a:srgbClr val="E6DDDB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325762" y="2166973"/>
            <a:ext cx="431800" cy="2646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pPr algn="ctr" indent="0" marL="0">
              <a:buNone/>
            </a:pPr>
            <a:r>
              <a:rPr lang="en-US" sz="700" i="1" baseline="-40000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189061" y="2179673"/>
            <a:ext cx="132122" cy="239232"/>
          </a:xfrm>
          <a:prstGeom prst="rect">
            <a:avLst/>
          </a:prstGeom>
          <a:solidFill>
            <a:srgbClr val="EFE9BE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321183" y="2179673"/>
            <a:ext cx="132122" cy="239232"/>
          </a:xfrm>
          <a:prstGeom prst="rect">
            <a:avLst/>
          </a:prstGeom>
          <a:solidFill>
            <a:srgbClr val="EAF8D8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453306" y="2179673"/>
            <a:ext cx="132122" cy="239232"/>
          </a:xfrm>
          <a:prstGeom prst="rect">
            <a:avLst/>
          </a:prstGeom>
          <a:solidFill>
            <a:srgbClr val="F2A7C3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585428" y="2179673"/>
            <a:ext cx="132122" cy="239232"/>
          </a:xfrm>
          <a:prstGeom prst="rect">
            <a:avLst/>
          </a:prstGeom>
          <a:solidFill>
            <a:srgbClr val="E9E7F4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717550" y="2179673"/>
            <a:ext cx="132122" cy="239232"/>
          </a:xfrm>
          <a:prstGeom prst="rect">
            <a:avLst/>
          </a:prstGeom>
          <a:solidFill>
            <a:srgbClr val="F2DEEC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849672" y="2179673"/>
            <a:ext cx="132122" cy="239232"/>
          </a:xfrm>
          <a:prstGeom prst="rect">
            <a:avLst/>
          </a:prstGeom>
          <a:solidFill>
            <a:srgbClr val="E6DDDB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303467" y="2166973"/>
            <a:ext cx="431800" cy="2646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pPr algn="ctr" indent="0" marL="0">
              <a:buNone/>
            </a:pPr>
            <a:r>
              <a:rPr lang="en-US" sz="700" i="1" baseline="-40000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140341" y="2179673"/>
            <a:ext cx="132122" cy="239232"/>
          </a:xfrm>
          <a:prstGeom prst="rect">
            <a:avLst/>
          </a:prstGeom>
          <a:solidFill>
            <a:srgbClr val="EFE9BE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272464" y="2179673"/>
            <a:ext cx="132122" cy="239232"/>
          </a:xfrm>
          <a:prstGeom prst="rect">
            <a:avLst/>
          </a:prstGeom>
          <a:solidFill>
            <a:srgbClr val="EAF8D8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404586" y="2179673"/>
            <a:ext cx="132122" cy="239232"/>
          </a:xfrm>
          <a:prstGeom prst="rect">
            <a:avLst/>
          </a:prstGeom>
          <a:solidFill>
            <a:srgbClr val="F2A7C3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536708" y="2179673"/>
            <a:ext cx="132122" cy="239232"/>
          </a:xfrm>
          <a:prstGeom prst="rect">
            <a:avLst/>
          </a:prstGeom>
          <a:solidFill>
            <a:srgbClr val="E9E7F4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668830" y="2179673"/>
            <a:ext cx="132122" cy="239232"/>
          </a:xfrm>
          <a:prstGeom prst="rect">
            <a:avLst/>
          </a:prstGeom>
          <a:solidFill>
            <a:srgbClr val="F2DEEC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800953" y="2179673"/>
            <a:ext cx="132122" cy="239232"/>
          </a:xfrm>
          <a:prstGeom prst="rect">
            <a:avLst/>
          </a:prstGeom>
          <a:solidFill>
            <a:srgbClr val="E6DDDB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254747" y="2166973"/>
            <a:ext cx="431800" cy="2646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pPr algn="ctr" indent="0" marL="0">
              <a:buNone/>
            </a:pPr>
            <a:r>
              <a:rPr lang="en-US" sz="700" i="1" baseline="-40000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118046" y="2179673"/>
            <a:ext cx="132122" cy="239232"/>
          </a:xfrm>
          <a:prstGeom prst="rect">
            <a:avLst/>
          </a:prstGeom>
          <a:solidFill>
            <a:srgbClr val="EFE9BE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250168" y="2179673"/>
            <a:ext cx="132122" cy="239232"/>
          </a:xfrm>
          <a:prstGeom prst="rect">
            <a:avLst/>
          </a:prstGeom>
          <a:solidFill>
            <a:srgbClr val="EAF8D8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382290" y="2179673"/>
            <a:ext cx="132122" cy="239232"/>
          </a:xfrm>
          <a:prstGeom prst="rect">
            <a:avLst/>
          </a:prstGeom>
          <a:solidFill>
            <a:srgbClr val="F2A7C3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514413" y="2179673"/>
            <a:ext cx="132122" cy="239232"/>
          </a:xfrm>
          <a:prstGeom prst="rect">
            <a:avLst/>
          </a:prstGeom>
          <a:solidFill>
            <a:srgbClr val="E9E7F4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646535" y="2179673"/>
            <a:ext cx="132122" cy="239232"/>
          </a:xfrm>
          <a:prstGeom prst="rect">
            <a:avLst/>
          </a:prstGeom>
          <a:solidFill>
            <a:srgbClr val="F2DEEC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778657" y="2179673"/>
            <a:ext cx="132122" cy="239232"/>
          </a:xfrm>
          <a:prstGeom prst="rect">
            <a:avLst/>
          </a:prstGeom>
          <a:solidFill>
            <a:srgbClr val="E6DDDB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232452" y="2166973"/>
            <a:ext cx="431800" cy="2646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pPr algn="ctr" indent="0" marL="0">
              <a:buNone/>
            </a:pPr>
            <a:r>
              <a:rPr lang="en-US" sz="700" i="1" baseline="-40000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082538" y="2179673"/>
            <a:ext cx="132122" cy="239232"/>
          </a:xfrm>
          <a:prstGeom prst="rect">
            <a:avLst/>
          </a:prstGeom>
          <a:solidFill>
            <a:srgbClr val="EFE9BE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214661" y="2179673"/>
            <a:ext cx="132122" cy="239232"/>
          </a:xfrm>
          <a:prstGeom prst="rect">
            <a:avLst/>
          </a:prstGeom>
          <a:solidFill>
            <a:srgbClr val="EAF8D8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6783" y="2179673"/>
            <a:ext cx="132122" cy="239232"/>
          </a:xfrm>
          <a:prstGeom prst="rect">
            <a:avLst/>
          </a:prstGeom>
          <a:solidFill>
            <a:srgbClr val="F2A7C3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478905" y="2179673"/>
            <a:ext cx="132122" cy="239232"/>
          </a:xfrm>
          <a:prstGeom prst="rect">
            <a:avLst/>
          </a:prstGeom>
          <a:solidFill>
            <a:srgbClr val="E9E7F4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611027" y="2179673"/>
            <a:ext cx="132122" cy="239232"/>
          </a:xfrm>
          <a:prstGeom prst="rect">
            <a:avLst/>
          </a:prstGeom>
          <a:solidFill>
            <a:srgbClr val="F2DEEC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743150" y="2179673"/>
            <a:ext cx="132122" cy="239232"/>
          </a:xfrm>
          <a:prstGeom prst="rect">
            <a:avLst/>
          </a:prstGeom>
          <a:solidFill>
            <a:srgbClr val="E6DDDB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196944" y="2166973"/>
            <a:ext cx="431800" cy="2646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pPr algn="ctr" indent="0" marL="0">
              <a:buNone/>
            </a:pPr>
            <a:r>
              <a:rPr lang="en-US" sz="700" i="1" baseline="-40000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033819" y="2179673"/>
            <a:ext cx="132122" cy="239232"/>
          </a:xfrm>
          <a:prstGeom prst="rect">
            <a:avLst/>
          </a:prstGeom>
          <a:solidFill>
            <a:srgbClr val="EFE9BE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165941" y="2179673"/>
            <a:ext cx="132122" cy="239232"/>
          </a:xfrm>
          <a:prstGeom prst="rect">
            <a:avLst/>
          </a:prstGeom>
          <a:solidFill>
            <a:srgbClr val="EAF8D8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298063" y="2179673"/>
            <a:ext cx="132122" cy="239232"/>
          </a:xfrm>
          <a:prstGeom prst="rect">
            <a:avLst/>
          </a:prstGeom>
          <a:solidFill>
            <a:srgbClr val="F2A7C3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430185" y="2179673"/>
            <a:ext cx="132122" cy="239232"/>
          </a:xfrm>
          <a:prstGeom prst="rect">
            <a:avLst/>
          </a:prstGeom>
          <a:solidFill>
            <a:srgbClr val="E9E7F4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7562307" y="2179673"/>
            <a:ext cx="132122" cy="239232"/>
          </a:xfrm>
          <a:prstGeom prst="rect">
            <a:avLst/>
          </a:prstGeom>
          <a:solidFill>
            <a:srgbClr val="F2DEEC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7694430" y="2179673"/>
            <a:ext cx="132122" cy="239232"/>
          </a:xfrm>
          <a:prstGeom prst="rect">
            <a:avLst/>
          </a:prstGeom>
          <a:solidFill>
            <a:srgbClr val="E6DDDB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148224" y="2166973"/>
            <a:ext cx="431800" cy="2646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pPr algn="ctr" indent="0" marL="0">
              <a:buNone/>
            </a:pPr>
            <a:r>
              <a:rPr lang="en-US" sz="700" i="1" baseline="-40000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9504505" y="2179673"/>
            <a:ext cx="132122" cy="239232"/>
          </a:xfrm>
          <a:prstGeom prst="rect">
            <a:avLst/>
          </a:prstGeom>
          <a:solidFill>
            <a:srgbClr val="EFE9BE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9636627" y="2179673"/>
            <a:ext cx="132122" cy="239232"/>
          </a:xfrm>
          <a:prstGeom prst="rect">
            <a:avLst/>
          </a:prstGeom>
          <a:solidFill>
            <a:srgbClr val="EAF8D8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768749" y="2179673"/>
            <a:ext cx="132122" cy="239232"/>
          </a:xfrm>
          <a:prstGeom prst="rect">
            <a:avLst/>
          </a:prstGeom>
          <a:solidFill>
            <a:srgbClr val="F2A7C3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900871" y="2179673"/>
            <a:ext cx="132122" cy="239232"/>
          </a:xfrm>
          <a:prstGeom prst="rect">
            <a:avLst/>
          </a:prstGeom>
          <a:solidFill>
            <a:srgbClr val="E9E7F4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0032994" y="2179673"/>
            <a:ext cx="132122" cy="239232"/>
          </a:xfrm>
          <a:prstGeom prst="rect">
            <a:avLst/>
          </a:prstGeom>
          <a:solidFill>
            <a:srgbClr val="F2DEEC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0165116" y="2179673"/>
            <a:ext cx="132122" cy="239232"/>
          </a:xfrm>
          <a:prstGeom prst="rect">
            <a:avLst/>
          </a:prstGeom>
          <a:solidFill>
            <a:srgbClr val="E6DDDB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9618910" y="2166973"/>
            <a:ext cx="431800" cy="2646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pPr algn="ctr" indent="0" marL="0">
              <a:buNone/>
            </a:pPr>
            <a:r>
              <a:rPr lang="en-US" sz="700" i="1" baseline="-40000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N-2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10535058" y="2179673"/>
            <a:ext cx="132122" cy="239232"/>
          </a:xfrm>
          <a:prstGeom prst="rect">
            <a:avLst/>
          </a:prstGeom>
          <a:solidFill>
            <a:srgbClr val="EFE9BE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10667180" y="2179673"/>
            <a:ext cx="132122" cy="239232"/>
          </a:xfrm>
          <a:prstGeom prst="rect">
            <a:avLst/>
          </a:prstGeom>
          <a:solidFill>
            <a:srgbClr val="EAF8D8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10799303" y="2179673"/>
            <a:ext cx="132122" cy="239232"/>
          </a:xfrm>
          <a:prstGeom prst="rect">
            <a:avLst/>
          </a:prstGeom>
          <a:solidFill>
            <a:srgbClr val="F2A7C3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10931425" y="2179673"/>
            <a:ext cx="132122" cy="239232"/>
          </a:xfrm>
          <a:prstGeom prst="rect">
            <a:avLst/>
          </a:prstGeom>
          <a:solidFill>
            <a:srgbClr val="E9E7F4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1063547" y="2179673"/>
            <a:ext cx="132122" cy="239232"/>
          </a:xfrm>
          <a:prstGeom prst="rect">
            <a:avLst/>
          </a:prstGeom>
          <a:solidFill>
            <a:srgbClr val="F2DEEC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1195669" y="2179673"/>
            <a:ext cx="132122" cy="239232"/>
          </a:xfrm>
          <a:prstGeom prst="rect">
            <a:avLst/>
          </a:prstGeom>
          <a:solidFill>
            <a:srgbClr val="E6DDDB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10649464" y="2166973"/>
            <a:ext cx="431800" cy="2646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pPr algn="ctr" indent="0" marL="0">
              <a:buNone/>
            </a:pPr>
            <a:r>
              <a:rPr lang="en-US" sz="700" i="1" baseline="-40000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N-1</a:t>
            </a:r>
            <a:endParaRPr lang="en-US" sz="900" dirty="0"/>
          </a:p>
        </p:txBody>
      </p:sp>
      <p:sp>
        <p:nvSpPr>
          <p:cNvPr id="89" name="Shape 87"/>
          <p:cNvSpPr/>
          <p:nvPr/>
        </p:nvSpPr>
        <p:spPr>
          <a:xfrm>
            <a:off x="8076458" y="2258605"/>
            <a:ext cx="107950" cy="107950"/>
          </a:xfrm>
          <a:prstGeom prst="ellipse">
            <a:avLst/>
          </a:prstGeom>
          <a:solidFill>
            <a:srgbClr val="00A550"/>
          </a:solidFill>
          <a:ln w="3175">
            <a:solidFill>
              <a:srgbClr val="00A55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8314278" y="2258605"/>
            <a:ext cx="107950" cy="107950"/>
          </a:xfrm>
          <a:prstGeom prst="ellipse">
            <a:avLst/>
          </a:prstGeom>
          <a:solidFill>
            <a:srgbClr val="00A550"/>
          </a:solidFill>
          <a:ln w="3175">
            <a:solidFill>
              <a:srgbClr val="00A55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8558704" y="2258605"/>
            <a:ext cx="107950" cy="107950"/>
          </a:xfrm>
          <a:prstGeom prst="ellipse">
            <a:avLst/>
          </a:prstGeom>
          <a:solidFill>
            <a:srgbClr val="00A550"/>
          </a:solidFill>
          <a:ln w="3175">
            <a:solidFill>
              <a:srgbClr val="00A55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8796524" y="2258605"/>
            <a:ext cx="107950" cy="107950"/>
          </a:xfrm>
          <a:prstGeom prst="ellipse">
            <a:avLst/>
          </a:prstGeom>
          <a:solidFill>
            <a:srgbClr val="00A550"/>
          </a:solidFill>
          <a:ln w="3175">
            <a:solidFill>
              <a:srgbClr val="00A55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8994708" y="2258605"/>
            <a:ext cx="107950" cy="107950"/>
          </a:xfrm>
          <a:prstGeom prst="ellipse">
            <a:avLst/>
          </a:prstGeom>
          <a:solidFill>
            <a:srgbClr val="00A550"/>
          </a:solidFill>
          <a:ln w="3175">
            <a:solidFill>
              <a:srgbClr val="00A55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1920688" y="2884080"/>
            <a:ext cx="9499590" cy="518337"/>
          </a:xfrm>
          <a:prstGeom prst="roundRect">
            <a:avLst>
              <a:gd name="adj" fmla="val 10585"/>
            </a:avLst>
          </a:prstGeom>
          <a:solidFill>
            <a:srgbClr val="C9C7F6"/>
          </a:solidFill>
          <a:ln w="12700">
            <a:solidFill>
              <a:srgbClr val="3333CC"/>
            </a:solidFill>
            <a:prstDash val="sysDash"/>
          </a:ln>
        </p:spPr>
      </p:sp>
      <p:sp>
        <p:nvSpPr>
          <p:cNvPr id="95" name="Shape 93"/>
          <p:cNvSpPr/>
          <p:nvPr/>
        </p:nvSpPr>
        <p:spPr>
          <a:xfrm>
            <a:off x="2052810" y="2917307"/>
            <a:ext cx="753097" cy="465174"/>
          </a:xfrm>
          <a:prstGeom prst="rect">
            <a:avLst/>
          </a:prstGeom>
          <a:ln w="12700">
            <a:solidFill>
              <a:srgbClr val="3333CC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2052810" y="2917307"/>
            <a:ext cx="753097" cy="4651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350" i="1" dirty="0">
                <a:solidFill>
                  <a:srgbClr val="3333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 0</a:t>
            </a:r>
            <a:endParaRPr lang="en-US" sz="1350" dirty="0"/>
          </a:p>
        </p:txBody>
      </p:sp>
      <p:sp>
        <p:nvSpPr>
          <p:cNvPr id="97" name="Shape 95"/>
          <p:cNvSpPr/>
          <p:nvPr/>
        </p:nvSpPr>
        <p:spPr>
          <a:xfrm>
            <a:off x="3043727" y="2917307"/>
            <a:ext cx="792733" cy="465174"/>
          </a:xfrm>
          <a:prstGeom prst="rect">
            <a:avLst/>
          </a:prstGeom>
          <a:ln w="12700">
            <a:solidFill>
              <a:srgbClr val="3333CC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3043727" y="2917307"/>
            <a:ext cx="792733" cy="4651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350" i="1" dirty="0">
                <a:solidFill>
                  <a:srgbClr val="3333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 1</a:t>
            </a:r>
            <a:endParaRPr lang="en-US" sz="1350" dirty="0"/>
          </a:p>
        </p:txBody>
      </p:sp>
      <p:sp>
        <p:nvSpPr>
          <p:cNvPr id="99" name="Shape 97"/>
          <p:cNvSpPr/>
          <p:nvPr/>
        </p:nvSpPr>
        <p:spPr>
          <a:xfrm>
            <a:off x="4008219" y="2917307"/>
            <a:ext cx="805946" cy="465174"/>
          </a:xfrm>
          <a:prstGeom prst="rect">
            <a:avLst/>
          </a:prstGeom>
          <a:ln w="12700">
            <a:solidFill>
              <a:srgbClr val="3333CC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4008219" y="2917307"/>
            <a:ext cx="805946" cy="4651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350" i="1" dirty="0">
                <a:solidFill>
                  <a:srgbClr val="3333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 2</a:t>
            </a:r>
            <a:endParaRPr lang="en-US" sz="1350" dirty="0"/>
          </a:p>
        </p:txBody>
      </p:sp>
      <p:sp>
        <p:nvSpPr>
          <p:cNvPr id="101" name="Shape 99"/>
          <p:cNvSpPr/>
          <p:nvPr/>
        </p:nvSpPr>
        <p:spPr>
          <a:xfrm>
            <a:off x="4985924" y="2917307"/>
            <a:ext cx="673823" cy="465174"/>
          </a:xfrm>
          <a:prstGeom prst="rect">
            <a:avLst/>
          </a:prstGeom>
          <a:ln w="12700">
            <a:solidFill>
              <a:srgbClr val="3333CC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985924" y="2917307"/>
            <a:ext cx="673823" cy="4651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350" i="1" dirty="0">
                <a:solidFill>
                  <a:srgbClr val="3333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 3</a:t>
            </a:r>
            <a:endParaRPr lang="en-US" sz="1350" dirty="0"/>
          </a:p>
        </p:txBody>
      </p:sp>
      <p:sp>
        <p:nvSpPr>
          <p:cNvPr id="103" name="Shape 101"/>
          <p:cNvSpPr/>
          <p:nvPr/>
        </p:nvSpPr>
        <p:spPr>
          <a:xfrm>
            <a:off x="6095751" y="2917307"/>
            <a:ext cx="660611" cy="465174"/>
          </a:xfrm>
          <a:prstGeom prst="rect">
            <a:avLst/>
          </a:prstGeom>
          <a:ln w="12700">
            <a:solidFill>
              <a:srgbClr val="3333CC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6095751" y="2917307"/>
            <a:ext cx="660611" cy="4651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350" i="1" dirty="0">
                <a:solidFill>
                  <a:srgbClr val="3333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 4</a:t>
            </a:r>
            <a:endParaRPr lang="en-US" sz="1350" dirty="0"/>
          </a:p>
        </p:txBody>
      </p:sp>
      <p:sp>
        <p:nvSpPr>
          <p:cNvPr id="105" name="Shape 103"/>
          <p:cNvSpPr/>
          <p:nvPr/>
        </p:nvSpPr>
        <p:spPr>
          <a:xfrm>
            <a:off x="6941333" y="2917307"/>
            <a:ext cx="779521" cy="465174"/>
          </a:xfrm>
          <a:prstGeom prst="rect">
            <a:avLst/>
          </a:prstGeom>
          <a:ln w="12700">
            <a:solidFill>
              <a:srgbClr val="3333CC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6941333" y="2917307"/>
            <a:ext cx="779521" cy="4651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350" i="1" dirty="0">
                <a:solidFill>
                  <a:srgbClr val="3333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 5</a:t>
            </a:r>
            <a:endParaRPr lang="en-US" sz="1350" dirty="0"/>
          </a:p>
        </p:txBody>
      </p:sp>
      <p:sp>
        <p:nvSpPr>
          <p:cNvPr id="107" name="Shape 105"/>
          <p:cNvSpPr/>
          <p:nvPr/>
        </p:nvSpPr>
        <p:spPr>
          <a:xfrm>
            <a:off x="9398807" y="2917307"/>
            <a:ext cx="872007" cy="465174"/>
          </a:xfrm>
          <a:prstGeom prst="rect">
            <a:avLst/>
          </a:prstGeom>
          <a:ln w="12700">
            <a:solidFill>
              <a:srgbClr val="3333CC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9398807" y="2917307"/>
            <a:ext cx="872007" cy="4651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350" i="1" dirty="0">
                <a:solidFill>
                  <a:srgbClr val="3333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 </a:t>
            </a:r>
            <a:pPr algn="ctr" indent="0" marL="0">
              <a:lnSpc>
                <a:spcPts val="1350"/>
              </a:lnSpc>
              <a:buNone/>
            </a:pPr>
            <a:r>
              <a:rPr lang="en-US" sz="800" i="1" baseline="-40000" dirty="0">
                <a:solidFill>
                  <a:srgbClr val="3333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N-2</a:t>
            </a:r>
            <a:endParaRPr lang="en-US" sz="1350" dirty="0"/>
          </a:p>
        </p:txBody>
      </p:sp>
      <p:sp>
        <p:nvSpPr>
          <p:cNvPr id="109" name="Shape 107"/>
          <p:cNvSpPr/>
          <p:nvPr/>
        </p:nvSpPr>
        <p:spPr>
          <a:xfrm>
            <a:off x="10389724" y="2917307"/>
            <a:ext cx="872007" cy="465174"/>
          </a:xfrm>
          <a:prstGeom prst="rect">
            <a:avLst/>
          </a:prstGeom>
          <a:ln w="12700">
            <a:solidFill>
              <a:srgbClr val="3333CC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10389724" y="2917307"/>
            <a:ext cx="872007" cy="4651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350" i="1" dirty="0">
                <a:solidFill>
                  <a:srgbClr val="3333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 </a:t>
            </a:r>
            <a:pPr algn="ctr" indent="0" marL="0">
              <a:lnSpc>
                <a:spcPts val="1350"/>
              </a:lnSpc>
              <a:buNone/>
            </a:pPr>
            <a:r>
              <a:rPr lang="en-US" sz="800" i="1" baseline="-40000" dirty="0">
                <a:solidFill>
                  <a:srgbClr val="3333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N-1</a:t>
            </a:r>
            <a:endParaRPr lang="en-US" sz="1350" dirty="0"/>
          </a:p>
        </p:txBody>
      </p:sp>
      <p:sp>
        <p:nvSpPr>
          <p:cNvPr id="111" name="Shape 109"/>
          <p:cNvSpPr/>
          <p:nvPr/>
        </p:nvSpPr>
        <p:spPr>
          <a:xfrm>
            <a:off x="8076458" y="3049401"/>
            <a:ext cx="107950" cy="107950"/>
          </a:xfrm>
          <a:prstGeom prst="ellipse">
            <a:avLst/>
          </a:prstGeom>
          <a:solidFill>
            <a:srgbClr val="3333CC"/>
          </a:solidFill>
          <a:ln w="3175">
            <a:solidFill>
              <a:srgbClr val="3333CC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8314278" y="3049401"/>
            <a:ext cx="107950" cy="107950"/>
          </a:xfrm>
          <a:prstGeom prst="ellipse">
            <a:avLst/>
          </a:prstGeom>
          <a:solidFill>
            <a:srgbClr val="3333CC"/>
          </a:solidFill>
          <a:ln w="3175">
            <a:solidFill>
              <a:srgbClr val="3333CC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558704" y="3049401"/>
            <a:ext cx="107950" cy="107950"/>
          </a:xfrm>
          <a:prstGeom prst="ellipse">
            <a:avLst/>
          </a:prstGeom>
          <a:solidFill>
            <a:srgbClr val="3333CC"/>
          </a:solidFill>
          <a:ln w="3175">
            <a:solidFill>
              <a:srgbClr val="3333CC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8796524" y="3049401"/>
            <a:ext cx="107950" cy="107950"/>
          </a:xfrm>
          <a:prstGeom prst="ellipse">
            <a:avLst/>
          </a:prstGeom>
          <a:solidFill>
            <a:srgbClr val="3333CC"/>
          </a:solidFill>
          <a:ln w="3175">
            <a:solidFill>
              <a:srgbClr val="3333CC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8994708" y="3049401"/>
            <a:ext cx="107950" cy="107950"/>
          </a:xfrm>
          <a:prstGeom prst="ellipse">
            <a:avLst/>
          </a:prstGeom>
          <a:solidFill>
            <a:srgbClr val="3333CC"/>
          </a:solidFill>
          <a:ln w="3175">
            <a:solidFill>
              <a:srgbClr val="3333CC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 flipV="1">
            <a:off x="3333013" y="3314625"/>
            <a:ext cx="95250" cy="82550"/>
          </a:xfrm>
          <a:prstGeom prst="triangle">
            <a:avLst/>
          </a:prstGeom>
          <a:solidFill>
            <a:srgbClr val="FFA500"/>
          </a:solidFill>
          <a:ln w="12700">
            <a:solidFill>
              <a:srgbClr val="FFA50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 flipV="1">
            <a:off x="4304112" y="3314625"/>
            <a:ext cx="95250" cy="82550"/>
          </a:xfrm>
          <a:prstGeom prst="triangle">
            <a:avLst/>
          </a:prstGeom>
          <a:solidFill>
            <a:srgbClr val="FFA500"/>
          </a:solidFill>
          <a:ln w="12700">
            <a:solidFill>
              <a:srgbClr val="FFA50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 flipV="1">
            <a:off x="5281817" y="3314625"/>
            <a:ext cx="95250" cy="82550"/>
          </a:xfrm>
          <a:prstGeom prst="triangle">
            <a:avLst/>
          </a:prstGeom>
          <a:solidFill>
            <a:srgbClr val="FFA500"/>
          </a:solidFill>
          <a:ln w="12700">
            <a:solidFill>
              <a:srgbClr val="FFA50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 flipV="1">
            <a:off x="6252915" y="3314625"/>
            <a:ext cx="95250" cy="82550"/>
          </a:xfrm>
          <a:prstGeom prst="triangle">
            <a:avLst/>
          </a:prstGeom>
          <a:solidFill>
            <a:srgbClr val="FFA500"/>
          </a:solidFill>
          <a:ln w="12700">
            <a:solidFill>
              <a:srgbClr val="FFA50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 flipV="1">
            <a:off x="7224014" y="3314625"/>
            <a:ext cx="95250" cy="82550"/>
          </a:xfrm>
          <a:prstGeom prst="triangle">
            <a:avLst/>
          </a:prstGeom>
          <a:solidFill>
            <a:srgbClr val="FFA500"/>
          </a:solidFill>
          <a:ln w="12700">
            <a:solidFill>
              <a:srgbClr val="FFA50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 flipV="1">
            <a:off x="10731859" y="3314625"/>
            <a:ext cx="95250" cy="82550"/>
          </a:xfrm>
          <a:prstGeom prst="triangle">
            <a:avLst/>
          </a:prstGeom>
          <a:solidFill>
            <a:srgbClr val="FFA500"/>
          </a:solidFill>
          <a:ln w="12700">
            <a:solidFill>
              <a:srgbClr val="FFA500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2617968" y="3502540"/>
            <a:ext cx="50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+</a:t>
            </a:r>
            <a:pPr algn="ctr" indent="0" marL="0">
              <a:buNone/>
            </a:pPr>
            <a:r>
              <a:rPr lang="en-US" sz="2000" b="1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δ</a:t>
            </a:r>
            <a:endParaRPr lang="en-US" sz="2000" dirty="0"/>
          </a:p>
        </p:txBody>
      </p:sp>
      <p:sp>
        <p:nvSpPr>
          <p:cNvPr id="123" name="Text 121"/>
          <p:cNvSpPr/>
          <p:nvPr/>
        </p:nvSpPr>
        <p:spPr>
          <a:xfrm>
            <a:off x="3622097" y="3502540"/>
            <a:ext cx="50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+</a:t>
            </a:r>
            <a:pPr algn="ctr" indent="0" marL="0">
              <a:buNone/>
            </a:pPr>
            <a:r>
              <a:rPr lang="en-US" sz="2000" b="1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δ</a:t>
            </a:r>
            <a:endParaRPr lang="en-US" sz="2000" dirty="0"/>
          </a:p>
        </p:txBody>
      </p:sp>
      <p:sp>
        <p:nvSpPr>
          <p:cNvPr id="124" name="Text 122"/>
          <p:cNvSpPr/>
          <p:nvPr/>
        </p:nvSpPr>
        <p:spPr>
          <a:xfrm>
            <a:off x="4613014" y="3502540"/>
            <a:ext cx="50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+</a:t>
            </a:r>
            <a:pPr algn="ctr" indent="0" marL="0">
              <a:buNone/>
            </a:pPr>
            <a:r>
              <a:rPr lang="en-US" sz="2000" b="1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δ</a:t>
            </a:r>
            <a:endParaRPr lang="en-US" sz="2000" dirty="0"/>
          </a:p>
        </p:txBody>
      </p:sp>
      <p:sp>
        <p:nvSpPr>
          <p:cNvPr id="125" name="Text 123"/>
          <p:cNvSpPr/>
          <p:nvPr/>
        </p:nvSpPr>
        <p:spPr>
          <a:xfrm>
            <a:off x="5617143" y="3502540"/>
            <a:ext cx="50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+</a:t>
            </a:r>
            <a:pPr algn="ctr" indent="0" marL="0">
              <a:buNone/>
            </a:pPr>
            <a:r>
              <a:rPr lang="en-US" sz="2000" b="1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δ</a:t>
            </a:r>
            <a:endParaRPr lang="en-US" sz="2000" dirty="0"/>
          </a:p>
        </p:txBody>
      </p:sp>
      <p:sp>
        <p:nvSpPr>
          <p:cNvPr id="126" name="Text 124"/>
          <p:cNvSpPr/>
          <p:nvPr/>
        </p:nvSpPr>
        <p:spPr>
          <a:xfrm>
            <a:off x="6568423" y="3502540"/>
            <a:ext cx="50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+</a:t>
            </a:r>
            <a:pPr algn="ctr" indent="0" marL="0">
              <a:buNone/>
            </a:pPr>
            <a:r>
              <a:rPr lang="en-US" sz="2000" b="1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δ</a:t>
            </a:r>
            <a:endParaRPr lang="en-US" sz="2000" dirty="0"/>
          </a:p>
        </p:txBody>
      </p:sp>
      <p:sp>
        <p:nvSpPr>
          <p:cNvPr id="127" name="Text 125"/>
          <p:cNvSpPr/>
          <p:nvPr/>
        </p:nvSpPr>
        <p:spPr>
          <a:xfrm>
            <a:off x="10069662" y="3502540"/>
            <a:ext cx="50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+</a:t>
            </a:r>
            <a:pPr algn="ctr" indent="0" marL="0">
              <a:buNone/>
            </a:pPr>
            <a:r>
              <a:rPr lang="en-US" sz="2000" b="1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δ</a:t>
            </a:r>
            <a:endParaRPr lang="en-US" sz="2000" dirty="0"/>
          </a:p>
        </p:txBody>
      </p:sp>
      <p:sp>
        <p:nvSpPr>
          <p:cNvPr id="128" name="Shape 126"/>
          <p:cNvSpPr/>
          <p:nvPr/>
        </p:nvSpPr>
        <p:spPr>
          <a:xfrm>
            <a:off x="1933900" y="3907463"/>
            <a:ext cx="9473165" cy="491756"/>
          </a:xfrm>
          <a:prstGeom prst="rect">
            <a:avLst/>
          </a:prstGeom>
          <a:solidFill>
            <a:srgbClr val="990000"/>
          </a:solidFill>
          <a:ln w="12700">
            <a:solidFill>
              <a:srgbClr val="990000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1791633" y="3985165"/>
            <a:ext cx="9652000" cy="384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20" b="1" dirty="0">
                <a:solidFill>
                  <a:srgbClr val="FFD7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 </a:t>
            </a:r>
            <a:pPr algn="ctr" indent="0" marL="0">
              <a:buNone/>
            </a:pPr>
            <a:r>
              <a:rPr lang="en-US" sz="20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Encoding and Position Information (for Each Word)</a:t>
            </a:r>
            <a:endParaRPr lang="en-US" sz="2020" dirty="0"/>
          </a:p>
        </p:txBody>
      </p:sp>
      <p:sp>
        <p:nvSpPr>
          <p:cNvPr id="130" name="Shape 128"/>
          <p:cNvSpPr/>
          <p:nvPr/>
        </p:nvSpPr>
        <p:spPr>
          <a:xfrm>
            <a:off x="7820090" y="3508743"/>
            <a:ext cx="105410" cy="289589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 flipV="1">
            <a:off x="7790245" y="3798332"/>
            <a:ext cx="165100" cy="82550"/>
          </a:xfrm>
          <a:prstGeom prst="triangle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9213979" y="2604976"/>
            <a:ext cx="105410" cy="1219938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 flipV="1">
            <a:off x="9184134" y="3824913"/>
            <a:ext cx="165100" cy="82550"/>
          </a:xfrm>
          <a:prstGeom prst="triangle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6564928" y="4399219"/>
            <a:ext cx="105410" cy="302880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 flipV="1">
            <a:off x="6535083" y="4702099"/>
            <a:ext cx="165100" cy="82550"/>
          </a:xfrm>
          <a:prstGeom prst="triangle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6564928" y="5568800"/>
            <a:ext cx="105410" cy="276299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6535083" y="5845098"/>
            <a:ext cx="165100" cy="82550"/>
          </a:xfrm>
          <a:prstGeom prst="triangle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1894263" y="4758068"/>
            <a:ext cx="9526014" cy="531628"/>
          </a:xfrm>
          <a:prstGeom prst="roundRect">
            <a:avLst>
              <a:gd name="adj" fmla="val 10320"/>
            </a:avLst>
          </a:prstGeom>
          <a:solidFill>
            <a:srgbClr val="FFFFFF"/>
          </a:solidFill>
          <a:ln w="12700">
            <a:solidFill>
              <a:srgbClr val="C00000"/>
            </a:solidFill>
            <a:prstDash val="sysDash"/>
          </a:ln>
        </p:spPr>
      </p:sp>
      <p:sp>
        <p:nvSpPr>
          <p:cNvPr id="139" name="Shape 137"/>
          <p:cNvSpPr/>
          <p:nvPr/>
        </p:nvSpPr>
        <p:spPr>
          <a:xfrm>
            <a:off x="2131708" y="4797940"/>
            <a:ext cx="833120" cy="445238"/>
          </a:xfrm>
          <a:prstGeom prst="rect">
            <a:avLst/>
          </a:prstGeom>
          <a:solidFill>
            <a:srgbClr val="FAEEEE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2131708" y="4797940"/>
            <a:ext cx="833120" cy="4452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35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I/P 0</a:t>
            </a:r>
            <a:endParaRPr lang="en-US" sz="1350" dirty="0"/>
          </a:p>
        </p:txBody>
      </p:sp>
      <p:sp>
        <p:nvSpPr>
          <p:cNvPr id="141" name="Shape 139"/>
          <p:cNvSpPr/>
          <p:nvPr/>
        </p:nvSpPr>
        <p:spPr>
          <a:xfrm>
            <a:off x="3101486" y="4797940"/>
            <a:ext cx="833120" cy="445238"/>
          </a:xfrm>
          <a:prstGeom prst="rect">
            <a:avLst/>
          </a:prstGeom>
          <a:solidFill>
            <a:srgbClr val="FAEEEE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3101486" y="4797940"/>
            <a:ext cx="833120" cy="4452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35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I/P 1</a:t>
            </a:r>
            <a:endParaRPr lang="en-US" sz="1350" dirty="0"/>
          </a:p>
        </p:txBody>
      </p:sp>
      <p:sp>
        <p:nvSpPr>
          <p:cNvPr id="143" name="Shape 141"/>
          <p:cNvSpPr/>
          <p:nvPr/>
        </p:nvSpPr>
        <p:spPr>
          <a:xfrm>
            <a:off x="4071263" y="4797940"/>
            <a:ext cx="833120" cy="445238"/>
          </a:xfrm>
          <a:prstGeom prst="rect">
            <a:avLst/>
          </a:prstGeom>
          <a:solidFill>
            <a:srgbClr val="FAEEEE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4071263" y="4797940"/>
            <a:ext cx="833120" cy="4452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35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I/P 2</a:t>
            </a:r>
            <a:endParaRPr lang="en-US" sz="1350" dirty="0"/>
          </a:p>
        </p:txBody>
      </p:sp>
      <p:sp>
        <p:nvSpPr>
          <p:cNvPr id="145" name="Shape 143"/>
          <p:cNvSpPr/>
          <p:nvPr/>
        </p:nvSpPr>
        <p:spPr>
          <a:xfrm>
            <a:off x="5041040" y="4797940"/>
            <a:ext cx="833120" cy="445238"/>
          </a:xfrm>
          <a:prstGeom prst="rect">
            <a:avLst/>
          </a:prstGeom>
          <a:solidFill>
            <a:srgbClr val="FAEEEE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5041040" y="4797940"/>
            <a:ext cx="833120" cy="4452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35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I/P 3</a:t>
            </a:r>
            <a:endParaRPr lang="en-US" sz="1350" dirty="0"/>
          </a:p>
        </p:txBody>
      </p:sp>
      <p:sp>
        <p:nvSpPr>
          <p:cNvPr id="147" name="Shape 145"/>
          <p:cNvSpPr/>
          <p:nvPr/>
        </p:nvSpPr>
        <p:spPr>
          <a:xfrm>
            <a:off x="6010817" y="4797940"/>
            <a:ext cx="833120" cy="445238"/>
          </a:xfrm>
          <a:prstGeom prst="rect">
            <a:avLst/>
          </a:prstGeom>
          <a:solidFill>
            <a:srgbClr val="FAEEEE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6010817" y="4797940"/>
            <a:ext cx="833120" cy="4452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35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I/P 4</a:t>
            </a:r>
            <a:endParaRPr lang="en-US" sz="1350" dirty="0"/>
          </a:p>
        </p:txBody>
      </p:sp>
      <p:sp>
        <p:nvSpPr>
          <p:cNvPr id="149" name="Shape 147"/>
          <p:cNvSpPr/>
          <p:nvPr/>
        </p:nvSpPr>
        <p:spPr>
          <a:xfrm>
            <a:off x="6980595" y="4797940"/>
            <a:ext cx="833120" cy="445238"/>
          </a:xfrm>
          <a:prstGeom prst="rect">
            <a:avLst/>
          </a:prstGeom>
          <a:solidFill>
            <a:srgbClr val="FAEEEE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6980595" y="4797940"/>
            <a:ext cx="833120" cy="4452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35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I/P 5</a:t>
            </a:r>
            <a:endParaRPr lang="en-US" sz="1350" dirty="0"/>
          </a:p>
        </p:txBody>
      </p:sp>
      <p:sp>
        <p:nvSpPr>
          <p:cNvPr id="151" name="Shape 149"/>
          <p:cNvSpPr/>
          <p:nvPr/>
        </p:nvSpPr>
        <p:spPr>
          <a:xfrm>
            <a:off x="9504130" y="4797940"/>
            <a:ext cx="833120" cy="445238"/>
          </a:xfrm>
          <a:prstGeom prst="rect">
            <a:avLst/>
          </a:prstGeom>
          <a:solidFill>
            <a:srgbClr val="FAEEEE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9504130" y="4797940"/>
            <a:ext cx="833120" cy="4452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35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I/P </a:t>
            </a:r>
            <a:pPr algn="ctr" indent="0" marL="0">
              <a:lnSpc>
                <a:spcPts val="1350"/>
              </a:lnSpc>
              <a:buNone/>
            </a:pPr>
            <a:r>
              <a:rPr lang="en-US" sz="800" i="1" baseline="-40000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N-2</a:t>
            </a:r>
            <a:endParaRPr lang="en-US" sz="1350" dirty="0"/>
          </a:p>
        </p:txBody>
      </p:sp>
      <p:sp>
        <p:nvSpPr>
          <p:cNvPr id="153" name="Shape 151"/>
          <p:cNvSpPr/>
          <p:nvPr/>
        </p:nvSpPr>
        <p:spPr>
          <a:xfrm>
            <a:off x="10481834" y="4797940"/>
            <a:ext cx="833120" cy="445238"/>
          </a:xfrm>
          <a:prstGeom prst="rect">
            <a:avLst/>
          </a:prstGeom>
          <a:solidFill>
            <a:srgbClr val="FAEEEE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10481834" y="4797940"/>
            <a:ext cx="833120" cy="4452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35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I/P </a:t>
            </a:r>
            <a:pPr algn="ctr" indent="0" marL="0">
              <a:lnSpc>
                <a:spcPts val="1350"/>
              </a:lnSpc>
              <a:buNone/>
            </a:pPr>
            <a:r>
              <a:rPr lang="en-US" sz="800" i="1" baseline="-40000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N-1</a:t>
            </a:r>
            <a:endParaRPr lang="en-US" sz="1350" dirty="0"/>
          </a:p>
        </p:txBody>
      </p:sp>
      <p:pic>
        <p:nvPicPr>
          <p:cNvPr id="155" name="Image 0" descr="/home/ahmed/Projects/ai_llm_slides/videos/deep-learning/002_transformers_part2/recreated_pptx/build/assets/brace_0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9234" y="5316277"/>
            <a:ext cx="9076798" cy="279105"/>
          </a:xfrm>
          <a:prstGeom prst="rect">
            <a:avLst/>
          </a:prstGeom>
        </p:spPr>
      </p:pic>
      <p:sp>
        <p:nvSpPr>
          <p:cNvPr id="156" name="Text 153"/>
          <p:cNvSpPr/>
          <p:nvPr/>
        </p:nvSpPr>
        <p:spPr>
          <a:xfrm>
            <a:off x="2801027" y="6026373"/>
            <a:ext cx="7620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2222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to first Self Attention Layer in Transformer</a:t>
            </a:r>
            <a:endParaRPr lang="en-US" sz="1400" dirty="0"/>
          </a:p>
        </p:txBody>
      </p:sp>
      <p:sp>
        <p:nvSpPr>
          <p:cNvPr id="157" name="Shape 154"/>
          <p:cNvSpPr/>
          <p:nvPr/>
        </p:nvSpPr>
        <p:spPr>
          <a:xfrm>
            <a:off x="625890" y="5515637"/>
            <a:ext cx="1770438" cy="1302488"/>
          </a:xfrm>
          <a:prstGeom prst="rect">
            <a:avLst/>
          </a:prstGeom>
          <a:solidFill>
            <a:srgbClr val="FFFFFF"/>
          </a:solidFill>
          <a:ln w="19050">
            <a:solidFill>
              <a:srgbClr val="008000"/>
            </a:solidFill>
            <a:prstDash val="solid"/>
          </a:ln>
        </p:spPr>
      </p:sp>
      <p:sp>
        <p:nvSpPr>
          <p:cNvPr id="158" name="Text 155"/>
          <p:cNvSpPr/>
          <p:nvPr/>
        </p:nvSpPr>
        <p:spPr>
          <a:xfrm>
            <a:off x="702090" y="5566437"/>
            <a:ext cx="787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Positional</a:t>
            </a:r>
            <a:endParaRPr lang="en-US" sz="900" dirty="0"/>
          </a:p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Encoding</a:t>
            </a:r>
            <a:endParaRPr lang="en-US" sz="900" dirty="0"/>
          </a:p>
        </p:txBody>
      </p:sp>
      <p:sp>
        <p:nvSpPr>
          <p:cNvPr id="159" name="Shape 156"/>
          <p:cNvSpPr/>
          <p:nvPr/>
        </p:nvSpPr>
        <p:spPr>
          <a:xfrm>
            <a:off x="2081310" y="5515637"/>
            <a:ext cx="0" cy="159385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60" name="Shape 157"/>
          <p:cNvSpPr/>
          <p:nvPr/>
        </p:nvSpPr>
        <p:spPr>
          <a:xfrm>
            <a:off x="1821595" y="5675022"/>
            <a:ext cx="158750" cy="15875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1" name="Text 158"/>
          <p:cNvSpPr/>
          <p:nvPr/>
        </p:nvSpPr>
        <p:spPr>
          <a:xfrm>
            <a:off x="1821595" y="5675022"/>
            <a:ext cx="15875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~</a:t>
            </a:r>
            <a:endParaRPr lang="en-US" sz="1300" dirty="0"/>
          </a:p>
        </p:txBody>
      </p:sp>
      <p:sp>
        <p:nvSpPr>
          <p:cNvPr id="162" name="Shape 159"/>
          <p:cNvSpPr/>
          <p:nvPr/>
        </p:nvSpPr>
        <p:spPr>
          <a:xfrm>
            <a:off x="2001935" y="5675022"/>
            <a:ext cx="158750" cy="15875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3" name="Text 160"/>
          <p:cNvSpPr/>
          <p:nvPr/>
        </p:nvSpPr>
        <p:spPr>
          <a:xfrm>
            <a:off x="2001935" y="5675022"/>
            <a:ext cx="15875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64" name="Shape 161"/>
          <p:cNvSpPr/>
          <p:nvPr/>
        </p:nvSpPr>
        <p:spPr>
          <a:xfrm>
            <a:off x="1980345" y="5754397"/>
            <a:ext cx="2159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65" name="Shape 162"/>
          <p:cNvSpPr/>
          <p:nvPr/>
        </p:nvSpPr>
        <p:spPr>
          <a:xfrm>
            <a:off x="1485680" y="5967757"/>
            <a:ext cx="910590" cy="345440"/>
          </a:xfrm>
          <a:prstGeom prst="rect">
            <a:avLst/>
          </a:prstGeom>
          <a:solidFill>
            <a:srgbClr val="F4B8D0"/>
          </a:solidFill>
          <a:ln w="9525">
            <a:solidFill>
              <a:srgbClr val="C88AA6"/>
            </a:solidFill>
            <a:prstDash val="solid"/>
          </a:ln>
        </p:spPr>
      </p:sp>
      <p:sp>
        <p:nvSpPr>
          <p:cNvPr id="166" name="Text 163"/>
          <p:cNvSpPr/>
          <p:nvPr/>
        </p:nvSpPr>
        <p:spPr>
          <a:xfrm>
            <a:off x="1485680" y="5967757"/>
            <a:ext cx="910590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</a:t>
            </a:r>
            <a:endParaRPr lang="en-US" sz="800" dirty="0"/>
          </a:p>
          <a:p>
            <a:pPr algn="ctr" indent="0" marL="0">
              <a:lnSpc>
                <a:spcPts val="9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</a:t>
            </a:r>
            <a:endParaRPr lang="en-US" sz="800" dirty="0"/>
          </a:p>
        </p:txBody>
      </p:sp>
      <p:sp>
        <p:nvSpPr>
          <p:cNvPr id="167" name="Shape 164"/>
          <p:cNvSpPr/>
          <p:nvPr/>
        </p:nvSpPr>
        <p:spPr>
          <a:xfrm>
            <a:off x="1991775" y="5833772"/>
            <a:ext cx="0" cy="133985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68" name="Shape 165"/>
          <p:cNvSpPr/>
          <p:nvPr/>
        </p:nvSpPr>
        <p:spPr>
          <a:xfrm>
            <a:off x="1991775" y="6351297"/>
            <a:ext cx="0" cy="215900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headEnd type="triangle"/>
          </a:ln>
        </p:spPr>
      </p:sp>
      <p:sp>
        <p:nvSpPr>
          <p:cNvPr id="169" name="Text 166"/>
          <p:cNvSpPr/>
          <p:nvPr/>
        </p:nvSpPr>
        <p:spPr>
          <a:xfrm>
            <a:off x="1850170" y="6579897"/>
            <a:ext cx="558800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</a:t>
            </a:r>
            <a:endParaRPr lang="en-US" sz="800" dirty="0"/>
          </a:p>
        </p:txBody>
      </p:sp>
      <p:sp>
        <p:nvSpPr>
          <p:cNvPr id="170" name="Shape 167"/>
          <p:cNvSpPr/>
          <p:nvPr/>
        </p:nvSpPr>
        <p:spPr>
          <a:xfrm>
            <a:off x="11492944" y="1993604"/>
            <a:ext cx="0" cy="398721"/>
          </a:xfrm>
          <a:prstGeom prst="line">
            <a:avLst/>
          </a:prstGeom>
          <a:noFill/>
          <a:ln w="15875">
            <a:solidFill>
              <a:srgbClr val="C00000"/>
            </a:solidFill>
            <a:prstDash val="sysDash"/>
          </a:ln>
        </p:spPr>
      </p:sp>
      <p:sp>
        <p:nvSpPr>
          <p:cNvPr id="171" name="Shape 168"/>
          <p:cNvSpPr/>
          <p:nvPr/>
        </p:nvSpPr>
        <p:spPr>
          <a:xfrm>
            <a:off x="11492944" y="2458778"/>
            <a:ext cx="0" cy="1129709"/>
          </a:xfrm>
          <a:prstGeom prst="line">
            <a:avLst/>
          </a:prstGeom>
          <a:noFill/>
          <a:ln w="15875">
            <a:solidFill>
              <a:srgbClr val="C00000"/>
            </a:solidFill>
            <a:prstDash val="sysDash"/>
          </a:ln>
        </p:spPr>
      </p:sp>
      <p:sp>
        <p:nvSpPr>
          <p:cNvPr id="172" name="Text 169"/>
          <p:cNvSpPr/>
          <p:nvPr/>
        </p:nvSpPr>
        <p:spPr>
          <a:xfrm>
            <a:off x="2449177" y="6207934"/>
            <a:ext cx="971558" cy="474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0"/>
              </a:lnSpc>
              <a:buNone/>
            </a:pPr>
            <a:r>
              <a:rPr lang="en-US" sz="1400" b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to</a:t>
            </a:r>
            <a:endParaRPr lang="en-US" sz="1400" dirty="0"/>
          </a:p>
          <a:p>
            <a:pPr algn="l" indent="0" marL="0">
              <a:lnSpc>
                <a:spcPts val="1570"/>
              </a:lnSpc>
              <a:buNone/>
            </a:pPr>
            <a:r>
              <a:rPr lang="en-US" sz="1400" b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71500"/>
            <a:ext cx="11137900" cy="6286500"/>
          </a:xfrm>
          <a:prstGeom prst="rect">
            <a:avLst/>
          </a:prstGeom>
          <a:solidFill>
            <a:srgbClr val="E9E9E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8167" y="1475267"/>
            <a:ext cx="10814206" cy="3262865"/>
          </a:xfrm>
          <a:prstGeom prst="rect">
            <a:avLst/>
          </a:prstGeom>
          <a:solidFill>
            <a:srgbClr val="FFFFFF"/>
          </a:solidFill>
          <a:ln w="15875">
            <a:solidFill>
              <a:srgbClr val="35297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5499" y="672438"/>
            <a:ext cx="9906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AE11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[1] Position </a:t>
            </a:r>
            <a:pPr algn="ctr"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0000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Encoding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1920661" y="1800889"/>
            <a:ext cx="9532620" cy="531628"/>
          </a:xfrm>
          <a:prstGeom prst="roundRect">
            <a:avLst>
              <a:gd name="adj" fmla="val 10320"/>
            </a:avLst>
          </a:prstGeom>
          <a:solidFill>
            <a:srgbClr val="C8C5F6"/>
          </a:solidFill>
          <a:ln w="12700">
            <a:solidFill>
              <a:srgbClr val="2E2A62"/>
            </a:solidFill>
            <a:prstDash val="sysDash"/>
          </a:ln>
        </p:spPr>
      </p:sp>
      <p:sp>
        <p:nvSpPr>
          <p:cNvPr id="8" name="Shape 6"/>
          <p:cNvSpPr/>
          <p:nvPr/>
        </p:nvSpPr>
        <p:spPr>
          <a:xfrm>
            <a:off x="2099026" y="1907214"/>
            <a:ext cx="779521" cy="292395"/>
          </a:xfrm>
          <a:prstGeom prst="rect">
            <a:avLst/>
          </a:prstGeom>
          <a:solidFill>
            <a:srgbClr val="CFCEF8"/>
          </a:solidFill>
          <a:ln w="12700">
            <a:solidFill>
              <a:srgbClr val="2E2A6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45269" y="1907214"/>
            <a:ext cx="779521" cy="2923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2A2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063519" y="1907214"/>
            <a:ext cx="779521" cy="292395"/>
          </a:xfrm>
          <a:prstGeom prst="rect">
            <a:avLst/>
          </a:prstGeom>
          <a:solidFill>
            <a:srgbClr val="CFCEF8"/>
          </a:solidFill>
          <a:ln w="12700">
            <a:solidFill>
              <a:srgbClr val="2E2A6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09761" y="1907214"/>
            <a:ext cx="779521" cy="2923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2A2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041223" y="1907214"/>
            <a:ext cx="792733" cy="292395"/>
          </a:xfrm>
          <a:prstGeom prst="rect">
            <a:avLst/>
          </a:prstGeom>
          <a:solidFill>
            <a:srgbClr val="CFCEF8"/>
          </a:solidFill>
          <a:ln w="12700">
            <a:solidFill>
              <a:srgbClr val="2E2A6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87466" y="1907214"/>
            <a:ext cx="792733" cy="2923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2A2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05716" y="1907214"/>
            <a:ext cx="792733" cy="292395"/>
          </a:xfrm>
          <a:prstGeom prst="rect">
            <a:avLst/>
          </a:prstGeom>
          <a:solidFill>
            <a:srgbClr val="CFCEF8"/>
          </a:solidFill>
          <a:ln w="12700">
            <a:solidFill>
              <a:srgbClr val="2E2A6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51958" y="1907214"/>
            <a:ext cx="792733" cy="2923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2A2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983420" y="1907214"/>
            <a:ext cx="779521" cy="292395"/>
          </a:xfrm>
          <a:prstGeom prst="rect">
            <a:avLst/>
          </a:prstGeom>
          <a:solidFill>
            <a:srgbClr val="CFCEF8"/>
          </a:solidFill>
          <a:ln w="12700">
            <a:solidFill>
              <a:srgbClr val="2E2A6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29663" y="1907214"/>
            <a:ext cx="779521" cy="2923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2A2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947913" y="1907214"/>
            <a:ext cx="792733" cy="292395"/>
          </a:xfrm>
          <a:prstGeom prst="rect">
            <a:avLst/>
          </a:prstGeom>
          <a:solidFill>
            <a:srgbClr val="CFCEF8"/>
          </a:solidFill>
          <a:ln w="12700">
            <a:solidFill>
              <a:srgbClr val="2E2A6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94155" y="1907214"/>
            <a:ext cx="792733" cy="2923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2A2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9431811" y="1907214"/>
            <a:ext cx="845582" cy="292395"/>
          </a:xfrm>
          <a:prstGeom prst="rect">
            <a:avLst/>
          </a:prstGeom>
          <a:solidFill>
            <a:srgbClr val="CFCEF8"/>
          </a:solidFill>
          <a:ln w="12700">
            <a:solidFill>
              <a:srgbClr val="2E2A6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478054" y="1907214"/>
            <a:ext cx="845582" cy="2923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2A2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N-2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10435940" y="1907214"/>
            <a:ext cx="845582" cy="292395"/>
          </a:xfrm>
          <a:prstGeom prst="rect">
            <a:avLst/>
          </a:prstGeom>
          <a:solidFill>
            <a:srgbClr val="CFCEF8"/>
          </a:solidFill>
          <a:ln w="12700">
            <a:solidFill>
              <a:srgbClr val="2E2A6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482183" y="1907214"/>
            <a:ext cx="845582" cy="2923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2A2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N-1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106287" y="2016198"/>
            <a:ext cx="114300" cy="114300"/>
          </a:xfrm>
          <a:prstGeom prst="ellipse">
            <a:avLst/>
          </a:prstGeom>
          <a:solidFill>
            <a:srgbClr val="7A96C0"/>
          </a:solidFill>
          <a:ln w="3175">
            <a:solidFill>
              <a:srgbClr val="7A96C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337501" y="2016198"/>
            <a:ext cx="114300" cy="114300"/>
          </a:xfrm>
          <a:prstGeom prst="ellipse">
            <a:avLst/>
          </a:prstGeom>
          <a:solidFill>
            <a:srgbClr val="7A96C0"/>
          </a:solidFill>
          <a:ln w="3175">
            <a:solidFill>
              <a:srgbClr val="7A96C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588534" y="2016198"/>
            <a:ext cx="114300" cy="114300"/>
          </a:xfrm>
          <a:prstGeom prst="ellipse">
            <a:avLst/>
          </a:prstGeom>
          <a:solidFill>
            <a:srgbClr val="7A96C0"/>
          </a:solidFill>
          <a:ln w="3175">
            <a:solidFill>
              <a:srgbClr val="7A96C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819747" y="2016198"/>
            <a:ext cx="114300" cy="114300"/>
          </a:xfrm>
          <a:prstGeom prst="ellipse">
            <a:avLst/>
          </a:prstGeom>
          <a:solidFill>
            <a:srgbClr val="7A96C0"/>
          </a:solidFill>
          <a:ln w="3175">
            <a:solidFill>
              <a:srgbClr val="7A96C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017931" y="2016198"/>
            <a:ext cx="114300" cy="114300"/>
          </a:xfrm>
          <a:prstGeom prst="ellipse">
            <a:avLst/>
          </a:prstGeom>
          <a:solidFill>
            <a:srgbClr val="7A96C0"/>
          </a:solidFill>
          <a:ln w="3175">
            <a:solidFill>
              <a:srgbClr val="7A96C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13050" y="2339162"/>
            <a:ext cx="101600" cy="434901"/>
          </a:xfrm>
          <a:prstGeom prst="rect">
            <a:avLst/>
          </a:prstGeom>
          <a:solidFill>
            <a:srgbClr val="E00000"/>
          </a:solidFill>
          <a:ln w="12700">
            <a:solidFill>
              <a:srgbClr val="E00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6587650" y="2774063"/>
            <a:ext cx="152400" cy="63500"/>
          </a:xfrm>
          <a:prstGeom prst="triangle">
            <a:avLst/>
          </a:prstGeom>
          <a:solidFill>
            <a:srgbClr val="E00000"/>
          </a:solidFill>
          <a:ln w="12700">
            <a:solidFill>
              <a:srgbClr val="E000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40479" y="2850853"/>
            <a:ext cx="9605287" cy="491756"/>
          </a:xfrm>
          <a:prstGeom prst="rect">
            <a:avLst/>
          </a:prstGeom>
          <a:solidFill>
            <a:srgbClr val="0000A6"/>
          </a:solidFill>
          <a:ln w="12700">
            <a:solidFill>
              <a:srgbClr val="0000A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40479" y="2850853"/>
            <a:ext cx="9605287" cy="491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50" b="1" spc="170" kern="0" dirty="0">
                <a:solidFill>
                  <a:srgbClr val="FF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</a:t>
            </a:r>
            <a:pPr algn="ctr" indent="0" marL="0">
              <a:buNone/>
            </a:pPr>
            <a:r>
              <a:rPr lang="en-US" sz="1850" b="1" spc="67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map the positions to real valued vectors</a:t>
            </a:r>
            <a:endParaRPr lang="en-US" sz="2050" dirty="0"/>
          </a:p>
        </p:txBody>
      </p:sp>
      <p:sp>
        <p:nvSpPr>
          <p:cNvPr id="33" name="Shape 31"/>
          <p:cNvSpPr/>
          <p:nvPr/>
        </p:nvSpPr>
        <p:spPr>
          <a:xfrm>
            <a:off x="6599581" y="3349254"/>
            <a:ext cx="88900" cy="434901"/>
          </a:xfrm>
          <a:prstGeom prst="rect">
            <a:avLst/>
          </a:prstGeom>
          <a:solidFill>
            <a:srgbClr val="E00000"/>
          </a:solidFill>
          <a:ln w="12700">
            <a:solidFill>
              <a:srgbClr val="E0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6567831" y="3784155"/>
            <a:ext cx="152400" cy="63500"/>
          </a:xfrm>
          <a:prstGeom prst="triangle">
            <a:avLst/>
          </a:prstGeom>
          <a:solidFill>
            <a:srgbClr val="E00000"/>
          </a:solidFill>
          <a:ln w="12700">
            <a:solidFill>
              <a:srgbClr val="E000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920661" y="3847655"/>
            <a:ext cx="9519408" cy="518337"/>
          </a:xfrm>
          <a:prstGeom prst="roundRect">
            <a:avLst>
              <a:gd name="adj" fmla="val 10585"/>
            </a:avLst>
          </a:prstGeom>
          <a:solidFill>
            <a:srgbClr val="EBFFD8"/>
          </a:solidFill>
          <a:ln w="12700">
            <a:solidFill>
              <a:srgbClr val="5A8568"/>
            </a:solidFill>
            <a:prstDash val="sysDash"/>
          </a:ln>
        </p:spPr>
      </p:sp>
      <p:sp>
        <p:nvSpPr>
          <p:cNvPr id="36" name="Shape 34"/>
          <p:cNvSpPr/>
          <p:nvPr/>
        </p:nvSpPr>
        <p:spPr>
          <a:xfrm>
            <a:off x="2099026" y="3980562"/>
            <a:ext cx="779521" cy="292395"/>
          </a:xfrm>
          <a:prstGeom prst="rect">
            <a:avLst/>
          </a:prstGeom>
          <a:ln w="12700">
            <a:solidFill>
              <a:srgbClr val="D1CBA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59389" y="3987472"/>
            <a:ext cx="779521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872"/>
              </a:lnSpc>
              <a:buNone/>
            </a:pPr>
            <a:r>
              <a:rPr lang="en-US" sz="1560" b="1" i="1" dirty="0">
                <a:solidFill>
                  <a:srgbClr val="14187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Vector</a:t>
            </a:r>
            <a:pPr algn="ctr" indent="0" marL="0">
              <a:lnSpc>
                <a:spcPts val="1872"/>
              </a:lnSpc>
              <a:buNone/>
            </a:pPr>
            <a:r>
              <a:rPr lang="en-US" sz="1000" i="1" baseline="-40000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P0</a:t>
            </a:r>
            <a:endParaRPr lang="en-US" sz="1560" dirty="0"/>
          </a:p>
        </p:txBody>
      </p:sp>
      <p:sp>
        <p:nvSpPr>
          <p:cNvPr id="38" name="Shape 36"/>
          <p:cNvSpPr/>
          <p:nvPr/>
        </p:nvSpPr>
        <p:spPr>
          <a:xfrm>
            <a:off x="3063519" y="3980562"/>
            <a:ext cx="779521" cy="292395"/>
          </a:xfrm>
          <a:prstGeom prst="rect">
            <a:avLst/>
          </a:prstGeom>
          <a:ln w="12700">
            <a:solidFill>
              <a:srgbClr val="D1CBA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23882" y="3987472"/>
            <a:ext cx="779521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872"/>
              </a:lnSpc>
              <a:buNone/>
            </a:pPr>
            <a:r>
              <a:rPr lang="en-US" sz="1560" b="1" i="1" dirty="0">
                <a:solidFill>
                  <a:srgbClr val="14187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Vector</a:t>
            </a:r>
            <a:pPr algn="ctr" indent="0" marL="0">
              <a:lnSpc>
                <a:spcPts val="1872"/>
              </a:lnSpc>
              <a:buNone/>
            </a:pPr>
            <a:r>
              <a:rPr lang="en-US" sz="1000" i="1" baseline="-40000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P1</a:t>
            </a:r>
            <a:endParaRPr lang="en-US" sz="1560" dirty="0"/>
          </a:p>
        </p:txBody>
      </p:sp>
      <p:sp>
        <p:nvSpPr>
          <p:cNvPr id="40" name="Shape 38"/>
          <p:cNvSpPr/>
          <p:nvPr/>
        </p:nvSpPr>
        <p:spPr>
          <a:xfrm>
            <a:off x="4041223" y="3980562"/>
            <a:ext cx="792733" cy="292395"/>
          </a:xfrm>
          <a:prstGeom prst="rect">
            <a:avLst/>
          </a:prstGeom>
          <a:ln w="12700">
            <a:solidFill>
              <a:srgbClr val="D1CBA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001587" y="3987472"/>
            <a:ext cx="792733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872"/>
              </a:lnSpc>
              <a:buNone/>
            </a:pPr>
            <a:r>
              <a:rPr lang="en-US" sz="1560" b="1" i="1" dirty="0">
                <a:solidFill>
                  <a:srgbClr val="14187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Vector</a:t>
            </a:r>
            <a:pPr algn="ctr" indent="0" marL="0">
              <a:lnSpc>
                <a:spcPts val="1872"/>
              </a:lnSpc>
              <a:buNone/>
            </a:pPr>
            <a:r>
              <a:rPr lang="en-US" sz="1000" i="1" baseline="-40000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P2</a:t>
            </a:r>
            <a:endParaRPr lang="en-US" sz="1560" dirty="0"/>
          </a:p>
        </p:txBody>
      </p:sp>
      <p:sp>
        <p:nvSpPr>
          <p:cNvPr id="42" name="Shape 40"/>
          <p:cNvSpPr/>
          <p:nvPr/>
        </p:nvSpPr>
        <p:spPr>
          <a:xfrm>
            <a:off x="5005716" y="3980562"/>
            <a:ext cx="792733" cy="292395"/>
          </a:xfrm>
          <a:prstGeom prst="rect">
            <a:avLst/>
          </a:prstGeom>
          <a:ln w="12700">
            <a:solidFill>
              <a:srgbClr val="D1CBA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966079" y="3987472"/>
            <a:ext cx="792733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872"/>
              </a:lnSpc>
              <a:buNone/>
            </a:pPr>
            <a:r>
              <a:rPr lang="en-US" sz="1560" b="1" i="1" dirty="0">
                <a:solidFill>
                  <a:srgbClr val="14187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Vector</a:t>
            </a:r>
            <a:pPr algn="ctr" indent="0" marL="0">
              <a:lnSpc>
                <a:spcPts val="1872"/>
              </a:lnSpc>
              <a:buNone/>
            </a:pPr>
            <a:r>
              <a:rPr lang="en-US" sz="1000" i="1" baseline="-40000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P3</a:t>
            </a:r>
            <a:endParaRPr lang="en-US" sz="1560" dirty="0"/>
          </a:p>
        </p:txBody>
      </p:sp>
      <p:sp>
        <p:nvSpPr>
          <p:cNvPr id="44" name="Shape 42"/>
          <p:cNvSpPr/>
          <p:nvPr/>
        </p:nvSpPr>
        <p:spPr>
          <a:xfrm>
            <a:off x="5983420" y="3980562"/>
            <a:ext cx="779521" cy="292395"/>
          </a:xfrm>
          <a:prstGeom prst="rect">
            <a:avLst/>
          </a:prstGeom>
          <a:ln w="12700">
            <a:solidFill>
              <a:srgbClr val="D1CBA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943784" y="3987472"/>
            <a:ext cx="779521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872"/>
              </a:lnSpc>
              <a:buNone/>
            </a:pPr>
            <a:r>
              <a:rPr lang="en-US" sz="1560" b="1" i="1" dirty="0">
                <a:solidFill>
                  <a:srgbClr val="14187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Vector</a:t>
            </a:r>
            <a:pPr algn="ctr" indent="0" marL="0">
              <a:lnSpc>
                <a:spcPts val="1872"/>
              </a:lnSpc>
              <a:buNone/>
            </a:pPr>
            <a:r>
              <a:rPr lang="en-US" sz="1000" i="1" baseline="-40000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P4</a:t>
            </a:r>
            <a:endParaRPr lang="en-US" sz="1560" dirty="0"/>
          </a:p>
        </p:txBody>
      </p:sp>
      <p:sp>
        <p:nvSpPr>
          <p:cNvPr id="46" name="Shape 44"/>
          <p:cNvSpPr/>
          <p:nvPr/>
        </p:nvSpPr>
        <p:spPr>
          <a:xfrm>
            <a:off x="6947913" y="3980562"/>
            <a:ext cx="792733" cy="292395"/>
          </a:xfrm>
          <a:prstGeom prst="rect">
            <a:avLst/>
          </a:prstGeom>
          <a:ln w="12700">
            <a:solidFill>
              <a:srgbClr val="D1CBA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908276" y="3987472"/>
            <a:ext cx="792733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872"/>
              </a:lnSpc>
              <a:buNone/>
            </a:pPr>
            <a:r>
              <a:rPr lang="en-US" sz="1560" b="1" i="1" dirty="0">
                <a:solidFill>
                  <a:srgbClr val="14187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Vector</a:t>
            </a:r>
            <a:pPr algn="ctr" indent="0" marL="0">
              <a:lnSpc>
                <a:spcPts val="1872"/>
              </a:lnSpc>
              <a:buNone/>
            </a:pPr>
            <a:r>
              <a:rPr lang="en-US" sz="1000" i="1" baseline="-40000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P5</a:t>
            </a:r>
            <a:endParaRPr lang="en-US" sz="1560" dirty="0"/>
          </a:p>
        </p:txBody>
      </p:sp>
      <p:sp>
        <p:nvSpPr>
          <p:cNvPr id="48" name="Shape 46"/>
          <p:cNvSpPr/>
          <p:nvPr/>
        </p:nvSpPr>
        <p:spPr>
          <a:xfrm>
            <a:off x="9431811" y="3980562"/>
            <a:ext cx="845582" cy="292395"/>
          </a:xfrm>
          <a:prstGeom prst="rect">
            <a:avLst/>
          </a:prstGeom>
          <a:ln w="12700">
            <a:solidFill>
              <a:srgbClr val="D1CBA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392174" y="3987472"/>
            <a:ext cx="845582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872"/>
              </a:lnSpc>
              <a:buNone/>
            </a:pPr>
            <a:r>
              <a:rPr lang="en-US" sz="1560" b="1" i="1" dirty="0">
                <a:solidFill>
                  <a:srgbClr val="14187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Vector</a:t>
            </a:r>
            <a:pPr algn="ctr" indent="0" marL="0">
              <a:lnSpc>
                <a:spcPts val="1872"/>
              </a:lnSpc>
              <a:buNone/>
            </a:pPr>
            <a:r>
              <a:rPr lang="en-US" sz="1000" i="1" baseline="-40000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PN-2</a:t>
            </a:r>
            <a:endParaRPr lang="en-US" sz="1560" dirty="0"/>
          </a:p>
        </p:txBody>
      </p:sp>
      <p:sp>
        <p:nvSpPr>
          <p:cNvPr id="50" name="Shape 48"/>
          <p:cNvSpPr/>
          <p:nvPr/>
        </p:nvSpPr>
        <p:spPr>
          <a:xfrm>
            <a:off x="10435940" y="3980562"/>
            <a:ext cx="845582" cy="292395"/>
          </a:xfrm>
          <a:prstGeom prst="rect">
            <a:avLst/>
          </a:prstGeom>
          <a:ln w="12700">
            <a:solidFill>
              <a:srgbClr val="D1CBA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0396303" y="3987472"/>
            <a:ext cx="845582" cy="29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872"/>
              </a:lnSpc>
              <a:buNone/>
            </a:pPr>
            <a:r>
              <a:rPr lang="en-US" sz="1560" b="1" i="1" dirty="0">
                <a:solidFill>
                  <a:srgbClr val="14187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Vector</a:t>
            </a:r>
            <a:pPr algn="ctr" indent="0" marL="0">
              <a:lnSpc>
                <a:spcPts val="1872"/>
              </a:lnSpc>
              <a:buNone/>
            </a:pPr>
            <a:r>
              <a:rPr lang="en-US" sz="1000" i="1" baseline="-40000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PN-1</a:t>
            </a:r>
            <a:endParaRPr lang="en-US" sz="1560" dirty="0"/>
          </a:p>
        </p:txBody>
      </p:sp>
      <p:sp>
        <p:nvSpPr>
          <p:cNvPr id="52" name="Shape 50"/>
          <p:cNvSpPr/>
          <p:nvPr/>
        </p:nvSpPr>
        <p:spPr>
          <a:xfrm flipH="1">
            <a:off x="3750554" y="3335964"/>
            <a:ext cx="290669" cy="1714499"/>
          </a:xfrm>
          <a:prstGeom prst="line">
            <a:avLst/>
          </a:prstGeom>
          <a:noFill/>
          <a:ln w="12700">
            <a:solidFill>
              <a:srgbClr val="D4C8A8"/>
            </a:solidFill>
            <a:prstDash val="solid"/>
          </a:ln>
        </p:spPr>
      </p:sp>
      <p:pic>
        <p:nvPicPr>
          <p:cNvPr id="53" name="Image 0" descr="/home/ahmed/Projects/ai_llm_slides/videos/deep-learning/002_transformers_part2/recreated_pptx/build/assets/brace_0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5814" y="4465672"/>
            <a:ext cx="9116435" cy="206006"/>
          </a:xfrm>
          <a:prstGeom prst="rect">
            <a:avLst/>
          </a:prstGeom>
        </p:spPr>
      </p:pic>
      <p:sp>
        <p:nvSpPr>
          <p:cNvPr id="54" name="Shape 51"/>
          <p:cNvSpPr/>
          <p:nvPr/>
        </p:nvSpPr>
        <p:spPr>
          <a:xfrm>
            <a:off x="738167" y="5057108"/>
            <a:ext cx="2536747" cy="1528430"/>
          </a:xfrm>
          <a:prstGeom prst="rect">
            <a:avLst/>
          </a:prstGeom>
          <a:solidFill>
            <a:srgbClr val="F8FCE0"/>
          </a:solidFill>
          <a:ln w="12700">
            <a:solidFill>
              <a:srgbClr val="DCD0B4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870289" y="5248392"/>
            <a:ext cx="2435147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32"/>
              </a:lnSpc>
              <a:buNone/>
            </a:pPr>
            <a:r>
              <a:rPr lang="en-US" sz="1610" b="1" dirty="0">
                <a:solidFill>
                  <a:srgbClr val="2A2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[1] </a:t>
            </a:r>
            <a:pPr algn="l" indent="0" marL="0">
              <a:lnSpc>
                <a:spcPts val="1932"/>
              </a:lnSpc>
              <a:buNone/>
            </a:pPr>
            <a:r>
              <a:rPr lang="en-US" sz="1610" dirty="0">
                <a:solidFill>
                  <a:srgbClr val="2A2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 with</a:t>
            </a:r>
            <a:endParaRPr lang="en-US" sz="1610" dirty="0"/>
          </a:p>
        </p:txBody>
      </p:sp>
      <p:sp>
        <p:nvSpPr>
          <p:cNvPr id="56" name="Text 53"/>
          <p:cNvSpPr/>
          <p:nvPr/>
        </p:nvSpPr>
        <p:spPr>
          <a:xfrm>
            <a:off x="870289" y="5487625"/>
            <a:ext cx="2435147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32"/>
              </a:lnSpc>
              <a:buNone/>
            </a:pPr>
            <a:r>
              <a:rPr lang="en-US" sz="1610" b="1" dirty="0">
                <a:solidFill>
                  <a:srgbClr val="2A2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Fixed </a:t>
            </a:r>
            <a:pPr algn="l" indent="0" marL="0">
              <a:lnSpc>
                <a:spcPts val="1932"/>
              </a:lnSpc>
              <a:buNone/>
            </a:pPr>
            <a:r>
              <a:rPr lang="en-US" sz="1610" dirty="0">
                <a:solidFill>
                  <a:srgbClr val="2A2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Parameters</a:t>
            </a:r>
            <a:endParaRPr lang="en-US" sz="1610" dirty="0"/>
          </a:p>
        </p:txBody>
      </p:sp>
      <p:sp>
        <p:nvSpPr>
          <p:cNvPr id="57" name="Text 54"/>
          <p:cNvSpPr/>
          <p:nvPr/>
        </p:nvSpPr>
        <p:spPr>
          <a:xfrm>
            <a:off x="870289" y="5946154"/>
            <a:ext cx="2435147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32"/>
              </a:lnSpc>
              <a:buNone/>
            </a:pPr>
            <a:r>
              <a:rPr lang="en-US" sz="1610" b="1" dirty="0">
                <a:solidFill>
                  <a:srgbClr val="2A2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[2] </a:t>
            </a:r>
            <a:pPr algn="l" indent="0" marL="0">
              <a:lnSpc>
                <a:spcPts val="1932"/>
              </a:lnSpc>
              <a:buNone/>
            </a:pPr>
            <a:r>
              <a:rPr lang="en-US" sz="1610" dirty="0">
                <a:solidFill>
                  <a:srgbClr val="2A2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 with</a:t>
            </a:r>
            <a:endParaRPr lang="en-US" sz="1610" dirty="0"/>
          </a:p>
        </p:txBody>
      </p:sp>
      <p:sp>
        <p:nvSpPr>
          <p:cNvPr id="58" name="Text 55"/>
          <p:cNvSpPr/>
          <p:nvPr/>
        </p:nvSpPr>
        <p:spPr>
          <a:xfrm>
            <a:off x="870289" y="6165450"/>
            <a:ext cx="2435147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32"/>
              </a:lnSpc>
              <a:buNone/>
            </a:pPr>
            <a:r>
              <a:rPr lang="en-US" sz="1610" b="1" dirty="0">
                <a:solidFill>
                  <a:srgbClr val="2A2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TRAINABLE </a:t>
            </a:r>
            <a:pPr algn="l" indent="0" marL="0">
              <a:lnSpc>
                <a:spcPts val="1932"/>
              </a:lnSpc>
              <a:buNone/>
            </a:pPr>
            <a:r>
              <a:rPr lang="en-US" sz="1610" dirty="0">
                <a:solidFill>
                  <a:srgbClr val="2A2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Parameters</a:t>
            </a:r>
            <a:endParaRPr lang="en-US" sz="1610" dirty="0"/>
          </a:p>
        </p:txBody>
      </p:sp>
      <p:sp>
        <p:nvSpPr>
          <p:cNvPr id="59" name="Shape 56"/>
          <p:cNvSpPr/>
          <p:nvPr/>
        </p:nvSpPr>
        <p:spPr>
          <a:xfrm>
            <a:off x="3909101" y="4924201"/>
            <a:ext cx="5892652" cy="1581592"/>
          </a:xfrm>
          <a:prstGeom prst="rect">
            <a:avLst/>
          </a:prstGeom>
          <a:solidFill>
            <a:srgbClr val="FFFFFF"/>
          </a:solidFill>
          <a:ln w="15875">
            <a:solidFill>
              <a:srgbClr val="478345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2791427" y="4996275"/>
            <a:ext cx="8128000" cy="379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388"/>
              </a:lnSpc>
              <a:buNone/>
            </a:pPr>
            <a:r>
              <a:rPr lang="en-US" sz="199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valued vectors representing  positions</a:t>
            </a:r>
            <a:endParaRPr lang="en-US" sz="1990" dirty="0"/>
          </a:p>
        </p:txBody>
      </p:sp>
      <p:sp>
        <p:nvSpPr>
          <p:cNvPr id="61" name="Text 58"/>
          <p:cNvSpPr/>
          <p:nvPr/>
        </p:nvSpPr>
        <p:spPr>
          <a:xfrm>
            <a:off x="2791427" y="5275379"/>
            <a:ext cx="8128000" cy="379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388"/>
              </a:lnSpc>
              <a:buNone/>
            </a:pPr>
            <a:r>
              <a:rPr lang="en-US" sz="199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(Vector for each position)</a:t>
            </a:r>
            <a:endParaRPr lang="en-US" sz="1990" dirty="0"/>
          </a:p>
        </p:txBody>
      </p:sp>
      <p:sp>
        <p:nvSpPr>
          <p:cNvPr id="62" name="Text 59"/>
          <p:cNvSpPr/>
          <p:nvPr/>
        </p:nvSpPr>
        <p:spPr>
          <a:xfrm>
            <a:off x="2791427" y="5846879"/>
            <a:ext cx="8128000" cy="379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388"/>
              </a:lnSpc>
              <a:buNone/>
            </a:pPr>
            <a:r>
              <a:rPr lang="en-US" sz="199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Length  = Word Embedding length</a:t>
            </a:r>
            <a:endParaRPr lang="en-US" sz="1990" dirty="0"/>
          </a:p>
        </p:txBody>
      </p:sp>
      <p:sp>
        <p:nvSpPr>
          <p:cNvPr id="63" name="Text 60"/>
          <p:cNvSpPr/>
          <p:nvPr/>
        </p:nvSpPr>
        <p:spPr>
          <a:xfrm>
            <a:off x="857077" y="1825159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8"/>
              </a:lnSpc>
              <a:buNone/>
            </a:pPr>
            <a:r>
              <a:rPr lang="en-US" sz="1440" b="1" i="1" dirty="0">
                <a:solidFill>
                  <a:srgbClr val="2A2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</a:t>
            </a:r>
            <a:endParaRPr lang="en-US" sz="1440" dirty="0"/>
          </a:p>
        </p:txBody>
      </p:sp>
      <p:sp>
        <p:nvSpPr>
          <p:cNvPr id="64" name="Text 61"/>
          <p:cNvSpPr/>
          <p:nvPr/>
        </p:nvSpPr>
        <p:spPr>
          <a:xfrm>
            <a:off x="857077" y="203781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8"/>
              </a:lnSpc>
              <a:buNone/>
            </a:pPr>
            <a:r>
              <a:rPr lang="en-US" sz="1440" b="1" i="1" dirty="0">
                <a:solidFill>
                  <a:srgbClr val="2A2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Information</a:t>
            </a:r>
            <a:endParaRPr lang="en-US" sz="1440" dirty="0"/>
          </a:p>
        </p:txBody>
      </p:sp>
      <p:sp>
        <p:nvSpPr>
          <p:cNvPr id="65" name="Text 62"/>
          <p:cNvSpPr/>
          <p:nvPr/>
        </p:nvSpPr>
        <p:spPr>
          <a:xfrm>
            <a:off x="857077" y="2875123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8"/>
              </a:lnSpc>
              <a:buNone/>
            </a:pPr>
            <a:r>
              <a:rPr lang="en-US" sz="144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Positional</a:t>
            </a:r>
            <a:endParaRPr lang="en-US" sz="1440" dirty="0"/>
          </a:p>
        </p:txBody>
      </p:sp>
      <p:sp>
        <p:nvSpPr>
          <p:cNvPr id="66" name="Text 63"/>
          <p:cNvSpPr/>
          <p:nvPr/>
        </p:nvSpPr>
        <p:spPr>
          <a:xfrm>
            <a:off x="857077" y="3087774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8"/>
              </a:lnSpc>
              <a:buNone/>
            </a:pPr>
            <a:r>
              <a:rPr lang="en-US" sz="144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</a:t>
            </a:r>
            <a:endParaRPr lang="en-US" sz="144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71500"/>
            <a:ext cx="11137900" cy="6286500"/>
          </a:xfrm>
          <a:prstGeom prst="rect">
            <a:avLst/>
          </a:prstGeom>
          <a:solidFill>
            <a:srgbClr val="E9E9E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11462" y="1475267"/>
            <a:ext cx="10952934" cy="3070150"/>
          </a:xfrm>
          <a:prstGeom prst="rect">
            <a:avLst/>
          </a:prstGeom>
          <a:solidFill>
            <a:srgbClr val="FFFFFF"/>
          </a:solidFill>
          <a:ln w="19050">
            <a:solidFill>
              <a:srgbClr val="2C247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603963" y="715043"/>
            <a:ext cx="9906000" cy="462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916"/>
              </a:lnSpc>
              <a:buNone/>
            </a:pPr>
            <a:r>
              <a:rPr lang="en-US" sz="2430" b="1" dirty="0">
                <a:solidFill>
                  <a:srgbClr val="90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Suggested Positional Encoders</a:t>
            </a:r>
            <a:endParaRPr lang="en-US" sz="2430" dirty="0"/>
          </a:p>
        </p:txBody>
      </p:sp>
      <p:sp>
        <p:nvSpPr>
          <p:cNvPr id="7" name="Text 5"/>
          <p:cNvSpPr/>
          <p:nvPr/>
        </p:nvSpPr>
        <p:spPr>
          <a:xfrm>
            <a:off x="2445236" y="1120545"/>
            <a:ext cx="8382000" cy="4248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676"/>
              </a:lnSpc>
              <a:buNone/>
            </a:pPr>
            <a:r>
              <a:rPr lang="en-US" sz="2230" b="1" dirty="0">
                <a:solidFill>
                  <a:srgbClr val="000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(Use </a:t>
            </a:r>
            <a:pPr algn="ctr" indent="0" marL="0">
              <a:lnSpc>
                <a:spcPts val="2676"/>
              </a:lnSpc>
              <a:buNone/>
            </a:pPr>
            <a:r>
              <a:rPr lang="en-US" sz="2230" b="1" u="sng" dirty="0">
                <a:solidFill>
                  <a:srgbClr val="000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Index</a:t>
            </a:r>
            <a:pPr algn="ctr" indent="0" marL="0">
              <a:lnSpc>
                <a:spcPts val="2676"/>
              </a:lnSpc>
              <a:buNone/>
            </a:pPr>
            <a:r>
              <a:rPr lang="en-US" sz="2230" b="1" dirty="0">
                <a:solidFill>
                  <a:srgbClr val="000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 Position Encoding)</a:t>
            </a:r>
            <a:endParaRPr lang="en-US" sz="2230" dirty="0"/>
          </a:p>
        </p:txBody>
      </p:sp>
      <p:sp>
        <p:nvSpPr>
          <p:cNvPr id="8" name="Shape 6"/>
          <p:cNvSpPr/>
          <p:nvPr/>
        </p:nvSpPr>
        <p:spPr>
          <a:xfrm>
            <a:off x="1985533" y="1568302"/>
            <a:ext cx="9486377" cy="518337"/>
          </a:xfrm>
          <a:prstGeom prst="roundRect">
            <a:avLst>
              <a:gd name="adj" fmla="val 10585"/>
            </a:avLst>
          </a:prstGeom>
          <a:solidFill>
            <a:srgbClr val="E5E8E4"/>
          </a:solidFill>
          <a:ln w="12700">
            <a:solidFill>
              <a:srgbClr val="565652"/>
            </a:solidFill>
            <a:prstDash val="sysDash"/>
          </a:ln>
        </p:spPr>
      </p:sp>
      <p:sp>
        <p:nvSpPr>
          <p:cNvPr id="9" name="Shape 7"/>
          <p:cNvSpPr/>
          <p:nvPr/>
        </p:nvSpPr>
        <p:spPr>
          <a:xfrm>
            <a:off x="2170504" y="1674627"/>
            <a:ext cx="779521" cy="292395"/>
          </a:xfrm>
          <a:prstGeom prst="rect">
            <a:avLst/>
          </a:prstGeom>
          <a:solidFill>
            <a:srgbClr val="F2EEDD"/>
          </a:solidFill>
          <a:ln w="12700">
            <a:solidFill>
              <a:srgbClr val="BFA9A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170504" y="1674627"/>
            <a:ext cx="779521" cy="2923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20" b="1" i="1" dirty="0">
                <a:solidFill>
                  <a:srgbClr val="7A2C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Word 0</a:t>
            </a:r>
            <a:endParaRPr lang="en-US" sz="1520" dirty="0"/>
          </a:p>
        </p:txBody>
      </p:sp>
      <p:sp>
        <p:nvSpPr>
          <p:cNvPr id="11" name="Shape 9"/>
          <p:cNvSpPr/>
          <p:nvPr/>
        </p:nvSpPr>
        <p:spPr>
          <a:xfrm>
            <a:off x="3148209" y="1674627"/>
            <a:ext cx="779521" cy="292395"/>
          </a:xfrm>
          <a:prstGeom prst="rect">
            <a:avLst/>
          </a:prstGeom>
          <a:solidFill>
            <a:srgbClr val="F2EEDD"/>
          </a:solidFill>
          <a:ln w="12700">
            <a:solidFill>
              <a:srgbClr val="BFA9A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48209" y="1674627"/>
            <a:ext cx="779521" cy="2923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20" b="1" i="1" dirty="0">
                <a:solidFill>
                  <a:srgbClr val="7A2C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Word 1</a:t>
            </a:r>
            <a:endParaRPr lang="en-US" sz="1520" dirty="0"/>
          </a:p>
        </p:txBody>
      </p:sp>
      <p:sp>
        <p:nvSpPr>
          <p:cNvPr id="13" name="Shape 11"/>
          <p:cNvSpPr/>
          <p:nvPr/>
        </p:nvSpPr>
        <p:spPr>
          <a:xfrm>
            <a:off x="4112701" y="1674627"/>
            <a:ext cx="779521" cy="292395"/>
          </a:xfrm>
          <a:prstGeom prst="rect">
            <a:avLst/>
          </a:prstGeom>
          <a:solidFill>
            <a:srgbClr val="F2EEDD"/>
          </a:solidFill>
          <a:ln w="12700">
            <a:solidFill>
              <a:srgbClr val="BFA9A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2701" y="1674627"/>
            <a:ext cx="779521" cy="2923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20" b="1" i="1" dirty="0">
                <a:solidFill>
                  <a:srgbClr val="7A2C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Word 2</a:t>
            </a:r>
            <a:endParaRPr lang="en-US" sz="1520" dirty="0"/>
          </a:p>
        </p:txBody>
      </p:sp>
      <p:sp>
        <p:nvSpPr>
          <p:cNvPr id="15" name="Shape 13"/>
          <p:cNvSpPr/>
          <p:nvPr/>
        </p:nvSpPr>
        <p:spPr>
          <a:xfrm>
            <a:off x="5103618" y="1674627"/>
            <a:ext cx="766309" cy="292395"/>
          </a:xfrm>
          <a:prstGeom prst="rect">
            <a:avLst/>
          </a:prstGeom>
          <a:solidFill>
            <a:srgbClr val="F2EEDD"/>
          </a:solidFill>
          <a:ln w="12700">
            <a:solidFill>
              <a:srgbClr val="BFA9A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03618" y="1674627"/>
            <a:ext cx="766309" cy="2923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20" b="1" i="1" dirty="0">
                <a:solidFill>
                  <a:srgbClr val="7A2C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Word 3</a:t>
            </a:r>
            <a:endParaRPr lang="en-US" sz="1520" dirty="0"/>
          </a:p>
        </p:txBody>
      </p:sp>
      <p:sp>
        <p:nvSpPr>
          <p:cNvPr id="17" name="Shape 15"/>
          <p:cNvSpPr/>
          <p:nvPr/>
        </p:nvSpPr>
        <p:spPr>
          <a:xfrm>
            <a:off x="6068111" y="1674627"/>
            <a:ext cx="766309" cy="292395"/>
          </a:xfrm>
          <a:prstGeom prst="rect">
            <a:avLst/>
          </a:prstGeom>
          <a:solidFill>
            <a:srgbClr val="F2EEDD"/>
          </a:solidFill>
          <a:ln w="12700">
            <a:solidFill>
              <a:srgbClr val="BFA9A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68111" y="1674627"/>
            <a:ext cx="766309" cy="2923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20" b="1" i="1" dirty="0">
                <a:solidFill>
                  <a:srgbClr val="7A2C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Word 4</a:t>
            </a:r>
            <a:endParaRPr lang="en-US" sz="1520" dirty="0"/>
          </a:p>
        </p:txBody>
      </p:sp>
      <p:sp>
        <p:nvSpPr>
          <p:cNvPr id="19" name="Shape 17"/>
          <p:cNvSpPr/>
          <p:nvPr/>
        </p:nvSpPr>
        <p:spPr>
          <a:xfrm>
            <a:off x="7032603" y="1674627"/>
            <a:ext cx="779521" cy="292395"/>
          </a:xfrm>
          <a:prstGeom prst="rect">
            <a:avLst/>
          </a:prstGeom>
          <a:solidFill>
            <a:srgbClr val="F2EEDD"/>
          </a:solidFill>
          <a:ln w="12700">
            <a:solidFill>
              <a:srgbClr val="BFA9A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032603" y="1674627"/>
            <a:ext cx="779521" cy="2923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20" b="1" i="1" dirty="0">
                <a:solidFill>
                  <a:srgbClr val="7A2C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Word 5</a:t>
            </a:r>
            <a:endParaRPr lang="en-US" sz="1520" dirty="0"/>
          </a:p>
        </p:txBody>
      </p:sp>
      <p:sp>
        <p:nvSpPr>
          <p:cNvPr id="21" name="Shape 19"/>
          <p:cNvSpPr/>
          <p:nvPr/>
        </p:nvSpPr>
        <p:spPr>
          <a:xfrm>
            <a:off x="9516501" y="1674627"/>
            <a:ext cx="845582" cy="292395"/>
          </a:xfrm>
          <a:prstGeom prst="rect">
            <a:avLst/>
          </a:prstGeom>
          <a:solidFill>
            <a:srgbClr val="F2EEDD"/>
          </a:solidFill>
          <a:ln w="12700">
            <a:solidFill>
              <a:srgbClr val="BFA9A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16501" y="1674627"/>
            <a:ext cx="845582" cy="2923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20" b="1" i="1" dirty="0">
                <a:solidFill>
                  <a:srgbClr val="7A2C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Word </a:t>
            </a:r>
            <a:pPr algn="ctr" indent="0" marL="0">
              <a:buNone/>
            </a:pPr>
            <a:r>
              <a:rPr lang="en-US" sz="1200" b="1" i="1" dirty="0">
                <a:solidFill>
                  <a:srgbClr val="7A2C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N-2</a:t>
            </a:r>
            <a:endParaRPr lang="en-US" sz="1520" dirty="0"/>
          </a:p>
        </p:txBody>
      </p:sp>
      <p:sp>
        <p:nvSpPr>
          <p:cNvPr id="23" name="Shape 21"/>
          <p:cNvSpPr/>
          <p:nvPr/>
        </p:nvSpPr>
        <p:spPr>
          <a:xfrm>
            <a:off x="10507418" y="1674627"/>
            <a:ext cx="845582" cy="292395"/>
          </a:xfrm>
          <a:prstGeom prst="rect">
            <a:avLst/>
          </a:prstGeom>
          <a:solidFill>
            <a:srgbClr val="F2EEDD"/>
          </a:solidFill>
          <a:ln w="12700">
            <a:solidFill>
              <a:srgbClr val="BFA9A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507418" y="1674627"/>
            <a:ext cx="845582" cy="2923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20" b="1" i="1" dirty="0">
                <a:solidFill>
                  <a:srgbClr val="7A2C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Word </a:t>
            </a:r>
            <a:pPr algn="ctr" indent="0" marL="0">
              <a:buNone/>
            </a:pPr>
            <a:r>
              <a:rPr lang="en-US" sz="1200" b="1" i="1" dirty="0">
                <a:solidFill>
                  <a:srgbClr val="7A2C3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N-1</a:t>
            </a:r>
            <a:endParaRPr lang="en-US" sz="1520" dirty="0"/>
          </a:p>
        </p:txBody>
      </p:sp>
      <p:sp>
        <p:nvSpPr>
          <p:cNvPr id="25" name="Shape 23"/>
          <p:cNvSpPr/>
          <p:nvPr/>
        </p:nvSpPr>
        <p:spPr>
          <a:xfrm>
            <a:off x="8124917" y="1776965"/>
            <a:ext cx="114300" cy="114300"/>
          </a:xfrm>
          <a:prstGeom prst="ellipse">
            <a:avLst/>
          </a:prstGeom>
          <a:solidFill>
            <a:srgbClr val="A6AAA6"/>
          </a:solidFill>
          <a:ln w="3175">
            <a:solidFill>
              <a:srgbClr val="A6AAA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362737" y="1776965"/>
            <a:ext cx="114300" cy="114300"/>
          </a:xfrm>
          <a:prstGeom prst="ellipse">
            <a:avLst/>
          </a:prstGeom>
          <a:solidFill>
            <a:srgbClr val="A6AAA6"/>
          </a:solidFill>
          <a:ln w="3175">
            <a:solidFill>
              <a:srgbClr val="A6AA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600557" y="1776965"/>
            <a:ext cx="114300" cy="114300"/>
          </a:xfrm>
          <a:prstGeom prst="ellipse">
            <a:avLst/>
          </a:prstGeom>
          <a:solidFill>
            <a:srgbClr val="A6AAA6"/>
          </a:solidFill>
          <a:ln w="3175">
            <a:solidFill>
              <a:srgbClr val="A6AA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844983" y="1776965"/>
            <a:ext cx="114300" cy="114300"/>
          </a:xfrm>
          <a:prstGeom prst="ellipse">
            <a:avLst/>
          </a:prstGeom>
          <a:solidFill>
            <a:srgbClr val="A6AAA6"/>
          </a:solidFill>
          <a:ln w="3175">
            <a:solidFill>
              <a:srgbClr val="A6AAA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043166" y="1776965"/>
            <a:ext cx="114300" cy="114300"/>
          </a:xfrm>
          <a:prstGeom prst="ellipse">
            <a:avLst/>
          </a:prstGeom>
          <a:solidFill>
            <a:srgbClr val="A6AAA6"/>
          </a:solidFill>
          <a:ln w="3175">
            <a:solidFill>
              <a:srgbClr val="A6AAA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959109" y="2472069"/>
            <a:ext cx="9473165" cy="518337"/>
          </a:xfrm>
          <a:prstGeom prst="roundRect">
            <a:avLst>
              <a:gd name="adj" fmla="val 10585"/>
            </a:avLst>
          </a:prstGeom>
          <a:solidFill>
            <a:srgbClr val="C8C6F8"/>
          </a:solidFill>
          <a:ln w="12700">
            <a:solidFill>
              <a:srgbClr val="241F58"/>
            </a:solidFill>
            <a:prstDash val="sysDash"/>
          </a:ln>
        </p:spPr>
      </p:sp>
      <p:sp>
        <p:nvSpPr>
          <p:cNvPr id="31" name="Shape 29"/>
          <p:cNvSpPr/>
          <p:nvPr/>
        </p:nvSpPr>
        <p:spPr>
          <a:xfrm>
            <a:off x="2130868" y="2591685"/>
            <a:ext cx="766309" cy="285750"/>
          </a:xfrm>
          <a:prstGeom prst="rect">
            <a:avLst/>
          </a:prstGeom>
          <a:ln w="12700">
            <a:solidFill>
              <a:srgbClr val="8482C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130868" y="2591685"/>
            <a:ext cx="766309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40" b="1" i="1" dirty="0">
                <a:solidFill>
                  <a:srgbClr val="1008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 0</a:t>
            </a:r>
            <a:endParaRPr lang="en-US" sz="1940" dirty="0"/>
          </a:p>
        </p:txBody>
      </p:sp>
      <p:sp>
        <p:nvSpPr>
          <p:cNvPr id="33" name="Shape 31"/>
          <p:cNvSpPr/>
          <p:nvPr/>
        </p:nvSpPr>
        <p:spPr>
          <a:xfrm>
            <a:off x="3095360" y="2591685"/>
            <a:ext cx="779521" cy="285750"/>
          </a:xfrm>
          <a:prstGeom prst="rect">
            <a:avLst/>
          </a:prstGeom>
          <a:ln w="12700">
            <a:solidFill>
              <a:srgbClr val="8482C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95360" y="2591685"/>
            <a:ext cx="779521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40" b="1" i="1" dirty="0">
                <a:solidFill>
                  <a:srgbClr val="1008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 1</a:t>
            </a:r>
            <a:endParaRPr lang="en-US" sz="1940" dirty="0"/>
          </a:p>
        </p:txBody>
      </p:sp>
      <p:sp>
        <p:nvSpPr>
          <p:cNvPr id="35" name="Shape 33"/>
          <p:cNvSpPr/>
          <p:nvPr/>
        </p:nvSpPr>
        <p:spPr>
          <a:xfrm>
            <a:off x="4073065" y="2591685"/>
            <a:ext cx="779521" cy="285750"/>
          </a:xfrm>
          <a:prstGeom prst="rect">
            <a:avLst/>
          </a:prstGeom>
          <a:ln w="12700">
            <a:solidFill>
              <a:srgbClr val="8482C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073065" y="2591685"/>
            <a:ext cx="779521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40" b="1" i="1" dirty="0">
                <a:solidFill>
                  <a:srgbClr val="1008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 2</a:t>
            </a:r>
            <a:endParaRPr lang="en-US" sz="1940" dirty="0"/>
          </a:p>
        </p:txBody>
      </p:sp>
      <p:sp>
        <p:nvSpPr>
          <p:cNvPr id="37" name="Shape 35"/>
          <p:cNvSpPr/>
          <p:nvPr/>
        </p:nvSpPr>
        <p:spPr>
          <a:xfrm>
            <a:off x="5050769" y="2591685"/>
            <a:ext cx="766309" cy="285750"/>
          </a:xfrm>
          <a:prstGeom prst="rect">
            <a:avLst/>
          </a:prstGeom>
          <a:ln w="12700">
            <a:solidFill>
              <a:srgbClr val="8482C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50769" y="2591685"/>
            <a:ext cx="766309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40" b="1" i="1" dirty="0">
                <a:solidFill>
                  <a:srgbClr val="1008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 3</a:t>
            </a:r>
            <a:endParaRPr lang="en-US" sz="1940" dirty="0"/>
          </a:p>
        </p:txBody>
      </p:sp>
      <p:sp>
        <p:nvSpPr>
          <p:cNvPr id="39" name="Shape 37"/>
          <p:cNvSpPr/>
          <p:nvPr/>
        </p:nvSpPr>
        <p:spPr>
          <a:xfrm>
            <a:off x="6015262" y="2591685"/>
            <a:ext cx="779521" cy="285750"/>
          </a:xfrm>
          <a:prstGeom prst="rect">
            <a:avLst/>
          </a:prstGeom>
          <a:ln w="12700">
            <a:solidFill>
              <a:srgbClr val="8482C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15262" y="2591685"/>
            <a:ext cx="779521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40" b="1" i="1" dirty="0">
                <a:solidFill>
                  <a:srgbClr val="1008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 4</a:t>
            </a:r>
            <a:endParaRPr lang="en-US" sz="1940" dirty="0"/>
          </a:p>
        </p:txBody>
      </p:sp>
      <p:sp>
        <p:nvSpPr>
          <p:cNvPr id="41" name="Shape 39"/>
          <p:cNvSpPr/>
          <p:nvPr/>
        </p:nvSpPr>
        <p:spPr>
          <a:xfrm>
            <a:off x="6992966" y="2591685"/>
            <a:ext cx="766309" cy="285750"/>
          </a:xfrm>
          <a:prstGeom prst="rect">
            <a:avLst/>
          </a:prstGeom>
          <a:ln w="12700">
            <a:solidFill>
              <a:srgbClr val="8482C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992966" y="2591685"/>
            <a:ext cx="766309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40" b="1" i="1" dirty="0">
                <a:solidFill>
                  <a:srgbClr val="1008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 5</a:t>
            </a:r>
            <a:endParaRPr lang="en-US" sz="1940" dirty="0"/>
          </a:p>
        </p:txBody>
      </p:sp>
      <p:sp>
        <p:nvSpPr>
          <p:cNvPr id="43" name="Shape 41"/>
          <p:cNvSpPr/>
          <p:nvPr/>
        </p:nvSpPr>
        <p:spPr>
          <a:xfrm>
            <a:off x="9463652" y="2591685"/>
            <a:ext cx="845582" cy="285750"/>
          </a:xfrm>
          <a:prstGeom prst="rect">
            <a:avLst/>
          </a:prstGeom>
          <a:ln w="12700">
            <a:solidFill>
              <a:srgbClr val="8482C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463652" y="2591685"/>
            <a:ext cx="845582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40" b="1" i="1" dirty="0">
                <a:solidFill>
                  <a:srgbClr val="1008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 </a:t>
            </a:r>
            <a:pPr algn="ctr" indent="0" marL="0">
              <a:buNone/>
            </a:pPr>
            <a:r>
              <a:rPr lang="en-US" sz="1600" b="1" i="1" dirty="0">
                <a:solidFill>
                  <a:srgbClr val="1008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N-2</a:t>
            </a:r>
            <a:endParaRPr lang="en-US" sz="1940" dirty="0"/>
          </a:p>
        </p:txBody>
      </p:sp>
      <p:sp>
        <p:nvSpPr>
          <p:cNvPr id="45" name="Shape 43"/>
          <p:cNvSpPr/>
          <p:nvPr/>
        </p:nvSpPr>
        <p:spPr>
          <a:xfrm>
            <a:off x="10454569" y="2591685"/>
            <a:ext cx="845582" cy="285750"/>
          </a:xfrm>
          <a:prstGeom prst="rect">
            <a:avLst/>
          </a:prstGeom>
          <a:ln w="12700">
            <a:solidFill>
              <a:srgbClr val="8482C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454569" y="2591685"/>
            <a:ext cx="845582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40" b="1" i="1" dirty="0">
                <a:solidFill>
                  <a:srgbClr val="1008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 </a:t>
            </a:r>
            <a:pPr algn="ctr" indent="0" marL="0">
              <a:buNone/>
            </a:pPr>
            <a:r>
              <a:rPr lang="en-US" sz="1600" b="1" i="1" dirty="0">
                <a:solidFill>
                  <a:srgbClr val="1008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N-1</a:t>
            </a:r>
            <a:endParaRPr lang="en-US" sz="1940" dirty="0"/>
          </a:p>
        </p:txBody>
      </p:sp>
      <p:sp>
        <p:nvSpPr>
          <p:cNvPr id="47" name="Shape 45"/>
          <p:cNvSpPr/>
          <p:nvPr/>
        </p:nvSpPr>
        <p:spPr>
          <a:xfrm>
            <a:off x="8131267" y="2707018"/>
            <a:ext cx="101600" cy="101600"/>
          </a:xfrm>
          <a:prstGeom prst="ellipse">
            <a:avLst/>
          </a:prstGeom>
          <a:solidFill>
            <a:srgbClr val="7A98C2"/>
          </a:solidFill>
          <a:ln w="3175">
            <a:solidFill>
              <a:srgbClr val="7A98C2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369087" y="2707018"/>
            <a:ext cx="101600" cy="101600"/>
          </a:xfrm>
          <a:prstGeom prst="ellipse">
            <a:avLst/>
          </a:prstGeom>
          <a:solidFill>
            <a:srgbClr val="7A98C2"/>
          </a:solidFill>
          <a:ln w="3175">
            <a:solidFill>
              <a:srgbClr val="7A98C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606907" y="2707018"/>
            <a:ext cx="101600" cy="101600"/>
          </a:xfrm>
          <a:prstGeom prst="ellipse">
            <a:avLst/>
          </a:prstGeom>
          <a:solidFill>
            <a:srgbClr val="7A98C2"/>
          </a:solidFill>
          <a:ln w="3175">
            <a:solidFill>
              <a:srgbClr val="7A98C2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851333" y="2707018"/>
            <a:ext cx="101600" cy="101600"/>
          </a:xfrm>
          <a:prstGeom prst="ellipse">
            <a:avLst/>
          </a:prstGeom>
          <a:solidFill>
            <a:srgbClr val="7A98C2"/>
          </a:solidFill>
          <a:ln w="3175">
            <a:solidFill>
              <a:srgbClr val="7A98C2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049516" y="2707018"/>
            <a:ext cx="101600" cy="101600"/>
          </a:xfrm>
          <a:prstGeom prst="ellipse">
            <a:avLst/>
          </a:prstGeom>
          <a:solidFill>
            <a:srgbClr val="7A98C2"/>
          </a:solidFill>
          <a:ln w="3175">
            <a:solidFill>
              <a:srgbClr val="7A98C2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959109" y="3482161"/>
            <a:ext cx="9459953" cy="531628"/>
          </a:xfrm>
          <a:prstGeom prst="roundRect">
            <a:avLst>
              <a:gd name="adj" fmla="val 10320"/>
            </a:avLst>
          </a:prstGeom>
          <a:solidFill>
            <a:srgbClr val="F9EDEF"/>
          </a:solidFill>
          <a:ln w="12700">
            <a:solidFill>
              <a:srgbClr val="782C3C"/>
            </a:solidFill>
            <a:prstDash val="sysDash"/>
          </a:ln>
        </p:spPr>
      </p:sp>
      <p:sp>
        <p:nvSpPr>
          <p:cNvPr id="53" name="Shape 51"/>
          <p:cNvSpPr/>
          <p:nvPr/>
        </p:nvSpPr>
        <p:spPr>
          <a:xfrm>
            <a:off x="2104443" y="3615068"/>
            <a:ext cx="792733" cy="285750"/>
          </a:xfrm>
          <a:prstGeom prst="rect">
            <a:avLst/>
          </a:prstGeom>
          <a:solidFill>
            <a:srgbClr val="F7F1E2"/>
          </a:solidFill>
          <a:ln w="12700">
            <a:solidFill>
              <a:srgbClr val="C4A09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104443" y="3615068"/>
            <a:ext cx="792733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7414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850" dirty="0"/>
          </a:p>
        </p:txBody>
      </p:sp>
      <p:sp>
        <p:nvSpPr>
          <p:cNvPr id="55" name="Shape 53"/>
          <p:cNvSpPr/>
          <p:nvPr/>
        </p:nvSpPr>
        <p:spPr>
          <a:xfrm>
            <a:off x="3055723" y="3615068"/>
            <a:ext cx="792733" cy="285750"/>
          </a:xfrm>
          <a:prstGeom prst="rect">
            <a:avLst/>
          </a:prstGeom>
          <a:solidFill>
            <a:srgbClr val="F7F1E2"/>
          </a:solidFill>
          <a:ln w="12700">
            <a:solidFill>
              <a:srgbClr val="C4A09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055723" y="3615068"/>
            <a:ext cx="792733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7414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50" dirty="0"/>
          </a:p>
        </p:txBody>
      </p:sp>
      <p:sp>
        <p:nvSpPr>
          <p:cNvPr id="57" name="Shape 55"/>
          <p:cNvSpPr/>
          <p:nvPr/>
        </p:nvSpPr>
        <p:spPr>
          <a:xfrm>
            <a:off x="4046640" y="3615068"/>
            <a:ext cx="805946" cy="285750"/>
          </a:xfrm>
          <a:prstGeom prst="rect">
            <a:avLst/>
          </a:prstGeom>
          <a:solidFill>
            <a:srgbClr val="F7F1E2"/>
          </a:solidFill>
          <a:ln w="12700">
            <a:solidFill>
              <a:srgbClr val="C4A09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46640" y="3615068"/>
            <a:ext cx="805946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7414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50" dirty="0"/>
          </a:p>
        </p:txBody>
      </p:sp>
      <p:sp>
        <p:nvSpPr>
          <p:cNvPr id="59" name="Shape 57"/>
          <p:cNvSpPr/>
          <p:nvPr/>
        </p:nvSpPr>
        <p:spPr>
          <a:xfrm>
            <a:off x="5011133" y="3615068"/>
            <a:ext cx="792733" cy="285750"/>
          </a:xfrm>
          <a:prstGeom prst="rect">
            <a:avLst/>
          </a:prstGeom>
          <a:solidFill>
            <a:srgbClr val="F7F1E2"/>
          </a:solidFill>
          <a:ln w="12700">
            <a:solidFill>
              <a:srgbClr val="C4A09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011133" y="3615068"/>
            <a:ext cx="792733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7414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50" dirty="0"/>
          </a:p>
        </p:txBody>
      </p:sp>
      <p:sp>
        <p:nvSpPr>
          <p:cNvPr id="61" name="Shape 59"/>
          <p:cNvSpPr/>
          <p:nvPr/>
        </p:nvSpPr>
        <p:spPr>
          <a:xfrm>
            <a:off x="6002049" y="3615068"/>
            <a:ext cx="805946" cy="285750"/>
          </a:xfrm>
          <a:prstGeom prst="rect">
            <a:avLst/>
          </a:prstGeom>
          <a:solidFill>
            <a:srgbClr val="F7F1E2"/>
          </a:solidFill>
          <a:ln w="12700">
            <a:solidFill>
              <a:srgbClr val="C4A09C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002049" y="3615068"/>
            <a:ext cx="805946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7414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50" dirty="0"/>
          </a:p>
        </p:txBody>
      </p:sp>
      <p:sp>
        <p:nvSpPr>
          <p:cNvPr id="63" name="Shape 61"/>
          <p:cNvSpPr/>
          <p:nvPr/>
        </p:nvSpPr>
        <p:spPr>
          <a:xfrm>
            <a:off x="6966542" y="3615068"/>
            <a:ext cx="779521" cy="285750"/>
          </a:xfrm>
          <a:prstGeom prst="rect">
            <a:avLst/>
          </a:prstGeom>
          <a:solidFill>
            <a:srgbClr val="F7F1E2"/>
          </a:solidFill>
          <a:ln w="12700">
            <a:solidFill>
              <a:srgbClr val="C4A09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966542" y="3615068"/>
            <a:ext cx="779521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7414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50" dirty="0"/>
          </a:p>
        </p:txBody>
      </p:sp>
      <p:sp>
        <p:nvSpPr>
          <p:cNvPr id="65" name="Shape 63"/>
          <p:cNvSpPr/>
          <p:nvPr/>
        </p:nvSpPr>
        <p:spPr>
          <a:xfrm>
            <a:off x="9437228" y="3615068"/>
            <a:ext cx="858795" cy="285750"/>
          </a:xfrm>
          <a:prstGeom prst="rect">
            <a:avLst/>
          </a:prstGeom>
          <a:solidFill>
            <a:srgbClr val="F7F1E2"/>
          </a:solidFill>
          <a:ln w="12700">
            <a:solidFill>
              <a:srgbClr val="C4A09C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9437228" y="3615068"/>
            <a:ext cx="858795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7414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N-2</a:t>
            </a:r>
            <a:endParaRPr lang="en-US" sz="1850" dirty="0"/>
          </a:p>
        </p:txBody>
      </p:sp>
      <p:sp>
        <p:nvSpPr>
          <p:cNvPr id="67" name="Shape 65"/>
          <p:cNvSpPr/>
          <p:nvPr/>
        </p:nvSpPr>
        <p:spPr>
          <a:xfrm>
            <a:off x="10428145" y="3615068"/>
            <a:ext cx="872007" cy="285750"/>
          </a:xfrm>
          <a:prstGeom prst="rect">
            <a:avLst/>
          </a:prstGeom>
          <a:solidFill>
            <a:srgbClr val="F7F1E2"/>
          </a:solidFill>
          <a:ln w="12700">
            <a:solidFill>
              <a:srgbClr val="C4A09C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10428145" y="3615068"/>
            <a:ext cx="872007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7414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N-1</a:t>
            </a:r>
            <a:endParaRPr lang="en-US" sz="1850" dirty="0"/>
          </a:p>
        </p:txBody>
      </p:sp>
      <p:sp>
        <p:nvSpPr>
          <p:cNvPr id="69" name="Shape 67"/>
          <p:cNvSpPr/>
          <p:nvPr/>
        </p:nvSpPr>
        <p:spPr>
          <a:xfrm flipV="1">
            <a:off x="3346392" y="4033725"/>
            <a:ext cx="184971" cy="-106326"/>
          </a:xfrm>
          <a:prstGeom prst="line">
            <a:avLst/>
          </a:prstGeom>
          <a:noFill/>
          <a:ln w="25400">
            <a:solidFill>
              <a:srgbClr val="BC621E"/>
            </a:solidFill>
            <a:prstDash val="solid"/>
            <a:tailEnd type="triangle"/>
          </a:ln>
        </p:spPr>
      </p:sp>
      <p:sp>
        <p:nvSpPr>
          <p:cNvPr id="70" name="Shape 68"/>
          <p:cNvSpPr/>
          <p:nvPr/>
        </p:nvSpPr>
        <p:spPr>
          <a:xfrm flipV="1">
            <a:off x="4337309" y="4033725"/>
            <a:ext cx="132122" cy="-106326"/>
          </a:xfrm>
          <a:prstGeom prst="line">
            <a:avLst/>
          </a:prstGeom>
          <a:noFill/>
          <a:ln w="25400">
            <a:solidFill>
              <a:srgbClr val="BC621E"/>
            </a:solidFill>
            <a:prstDash val="solid"/>
            <a:tailEnd type="triangle"/>
          </a:ln>
        </p:spPr>
      </p:sp>
      <p:sp>
        <p:nvSpPr>
          <p:cNvPr id="71" name="Shape 69"/>
          <p:cNvSpPr/>
          <p:nvPr/>
        </p:nvSpPr>
        <p:spPr>
          <a:xfrm flipV="1">
            <a:off x="5288589" y="4033725"/>
            <a:ext cx="158547" cy="-106326"/>
          </a:xfrm>
          <a:prstGeom prst="line">
            <a:avLst/>
          </a:prstGeom>
          <a:noFill/>
          <a:ln w="25400">
            <a:solidFill>
              <a:srgbClr val="BC621E"/>
            </a:solidFill>
            <a:prstDash val="solid"/>
            <a:tailEnd type="triangle"/>
          </a:ln>
        </p:spPr>
      </p:sp>
      <p:sp>
        <p:nvSpPr>
          <p:cNvPr id="72" name="Shape 70"/>
          <p:cNvSpPr/>
          <p:nvPr/>
        </p:nvSpPr>
        <p:spPr>
          <a:xfrm flipV="1">
            <a:off x="6292718" y="4033725"/>
            <a:ext cx="105698" cy="-106326"/>
          </a:xfrm>
          <a:prstGeom prst="line">
            <a:avLst/>
          </a:prstGeom>
          <a:noFill/>
          <a:ln w="25400">
            <a:solidFill>
              <a:srgbClr val="BC621E"/>
            </a:solidFill>
            <a:prstDash val="solid"/>
            <a:tailEnd type="triangle"/>
          </a:ln>
        </p:spPr>
      </p:sp>
      <p:sp>
        <p:nvSpPr>
          <p:cNvPr id="73" name="Shape 71"/>
          <p:cNvSpPr/>
          <p:nvPr/>
        </p:nvSpPr>
        <p:spPr>
          <a:xfrm flipV="1">
            <a:off x="7257211" y="4033725"/>
            <a:ext cx="105698" cy="-106326"/>
          </a:xfrm>
          <a:prstGeom prst="line">
            <a:avLst/>
          </a:prstGeom>
          <a:noFill/>
          <a:ln w="25400">
            <a:solidFill>
              <a:srgbClr val="BC621E"/>
            </a:solidFill>
            <a:prstDash val="solid"/>
            <a:tailEnd type="triangle"/>
          </a:ln>
        </p:spPr>
      </p:sp>
      <p:sp>
        <p:nvSpPr>
          <p:cNvPr id="74" name="Shape 72"/>
          <p:cNvSpPr/>
          <p:nvPr/>
        </p:nvSpPr>
        <p:spPr>
          <a:xfrm flipV="1">
            <a:off x="10758450" y="4033725"/>
            <a:ext cx="118910" cy="-106326"/>
          </a:xfrm>
          <a:prstGeom prst="line">
            <a:avLst/>
          </a:prstGeom>
          <a:noFill/>
          <a:ln w="25400">
            <a:solidFill>
              <a:srgbClr val="BC621E"/>
            </a:solidFill>
            <a:prstDash val="solid"/>
            <a:tailEnd type="triangle"/>
          </a:ln>
        </p:spPr>
      </p:sp>
      <p:sp>
        <p:nvSpPr>
          <p:cNvPr id="75" name="Text 73"/>
          <p:cNvSpPr/>
          <p:nvPr/>
        </p:nvSpPr>
        <p:spPr>
          <a:xfrm>
            <a:off x="2504448" y="4132177"/>
            <a:ext cx="508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60"/>
              </a:lnSpc>
              <a:buNone/>
            </a:pPr>
            <a:r>
              <a:rPr lang="en-US" sz="1800" b="1" i="1" dirty="0">
                <a:solidFill>
                  <a:srgbClr val="8A243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+</a:t>
            </a:r>
            <a:pPr algn="ctr" indent="0" marL="0">
              <a:lnSpc>
                <a:spcPts val="2160"/>
              </a:lnSpc>
              <a:buNone/>
            </a:pPr>
            <a:r>
              <a:rPr lang="en-US" sz="1800" b="1" i="1" dirty="0">
                <a:solidFill>
                  <a:srgbClr val="8A243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δ</a:t>
            </a:r>
            <a:endParaRPr lang="en-US" sz="1800" dirty="0"/>
          </a:p>
        </p:txBody>
      </p:sp>
      <p:sp>
        <p:nvSpPr>
          <p:cNvPr id="76" name="Text 74"/>
          <p:cNvSpPr/>
          <p:nvPr/>
        </p:nvSpPr>
        <p:spPr>
          <a:xfrm>
            <a:off x="3422698" y="4132177"/>
            <a:ext cx="508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60"/>
              </a:lnSpc>
              <a:buNone/>
            </a:pPr>
            <a:r>
              <a:rPr lang="en-US" sz="1800" b="1" i="1" dirty="0">
                <a:solidFill>
                  <a:srgbClr val="8A243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+</a:t>
            </a:r>
            <a:pPr algn="ctr" indent="0" marL="0">
              <a:lnSpc>
                <a:spcPts val="2160"/>
              </a:lnSpc>
              <a:buNone/>
            </a:pPr>
            <a:r>
              <a:rPr lang="en-US" sz="1800" b="1" i="1" dirty="0">
                <a:solidFill>
                  <a:srgbClr val="8A243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δ</a:t>
            </a:r>
            <a:endParaRPr lang="en-US" sz="1800" dirty="0"/>
          </a:p>
        </p:txBody>
      </p:sp>
      <p:sp>
        <p:nvSpPr>
          <p:cNvPr id="77" name="Text 75"/>
          <p:cNvSpPr/>
          <p:nvPr/>
        </p:nvSpPr>
        <p:spPr>
          <a:xfrm>
            <a:off x="4506100" y="4132177"/>
            <a:ext cx="508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60"/>
              </a:lnSpc>
              <a:buNone/>
            </a:pPr>
            <a:r>
              <a:rPr lang="en-US" sz="1800" b="1" i="1" dirty="0">
                <a:solidFill>
                  <a:srgbClr val="8A243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+</a:t>
            </a:r>
            <a:pPr algn="ctr" indent="0" marL="0">
              <a:lnSpc>
                <a:spcPts val="2160"/>
              </a:lnSpc>
              <a:buNone/>
            </a:pPr>
            <a:r>
              <a:rPr lang="en-US" sz="1800" b="1" i="1" dirty="0">
                <a:solidFill>
                  <a:srgbClr val="8A243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δ</a:t>
            </a:r>
            <a:endParaRPr lang="en-US" sz="1800" dirty="0"/>
          </a:p>
        </p:txBody>
      </p:sp>
      <p:sp>
        <p:nvSpPr>
          <p:cNvPr id="78" name="Text 76"/>
          <p:cNvSpPr/>
          <p:nvPr/>
        </p:nvSpPr>
        <p:spPr>
          <a:xfrm>
            <a:off x="5497017" y="4132177"/>
            <a:ext cx="508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60"/>
              </a:lnSpc>
              <a:buNone/>
            </a:pPr>
            <a:r>
              <a:rPr lang="en-US" sz="1800" b="1" i="1" dirty="0">
                <a:solidFill>
                  <a:srgbClr val="8A243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+</a:t>
            </a:r>
            <a:pPr algn="ctr" indent="0" marL="0">
              <a:lnSpc>
                <a:spcPts val="2160"/>
              </a:lnSpc>
              <a:buNone/>
            </a:pPr>
            <a:r>
              <a:rPr lang="en-US" sz="1800" b="1" i="1" dirty="0">
                <a:solidFill>
                  <a:srgbClr val="8A243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δ</a:t>
            </a:r>
            <a:endParaRPr lang="en-US" sz="1800" dirty="0"/>
          </a:p>
        </p:txBody>
      </p:sp>
      <p:sp>
        <p:nvSpPr>
          <p:cNvPr id="79" name="Text 77"/>
          <p:cNvSpPr/>
          <p:nvPr/>
        </p:nvSpPr>
        <p:spPr>
          <a:xfrm>
            <a:off x="6448297" y="4132177"/>
            <a:ext cx="508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60"/>
              </a:lnSpc>
              <a:buNone/>
            </a:pPr>
            <a:r>
              <a:rPr lang="en-US" sz="1800" b="1" i="1" dirty="0">
                <a:solidFill>
                  <a:srgbClr val="8A243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+</a:t>
            </a:r>
            <a:pPr algn="ctr" indent="0" marL="0">
              <a:lnSpc>
                <a:spcPts val="2160"/>
              </a:lnSpc>
              <a:buNone/>
            </a:pPr>
            <a:r>
              <a:rPr lang="en-US" sz="1800" b="1" i="1" dirty="0">
                <a:solidFill>
                  <a:srgbClr val="8A243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δ</a:t>
            </a:r>
            <a:endParaRPr lang="en-US" sz="1800" dirty="0"/>
          </a:p>
        </p:txBody>
      </p:sp>
      <p:sp>
        <p:nvSpPr>
          <p:cNvPr id="80" name="Text 78"/>
          <p:cNvSpPr/>
          <p:nvPr/>
        </p:nvSpPr>
        <p:spPr>
          <a:xfrm>
            <a:off x="9995780" y="4132177"/>
            <a:ext cx="508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60"/>
              </a:lnSpc>
              <a:buNone/>
            </a:pPr>
            <a:r>
              <a:rPr lang="en-US" sz="1800" b="1" i="1" dirty="0">
                <a:solidFill>
                  <a:srgbClr val="8A243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+</a:t>
            </a:r>
            <a:pPr algn="ctr" indent="0" marL="0">
              <a:lnSpc>
                <a:spcPts val="2160"/>
              </a:lnSpc>
              <a:buNone/>
            </a:pPr>
            <a:r>
              <a:rPr lang="en-US" sz="1800" b="1" i="1" dirty="0">
                <a:solidFill>
                  <a:srgbClr val="8A243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δ</a:t>
            </a:r>
            <a:endParaRPr lang="en-US" sz="1800" dirty="0"/>
          </a:p>
        </p:txBody>
      </p:sp>
      <p:sp>
        <p:nvSpPr>
          <p:cNvPr id="81" name="Shape 79"/>
          <p:cNvSpPr/>
          <p:nvPr/>
        </p:nvSpPr>
        <p:spPr>
          <a:xfrm>
            <a:off x="624674" y="4625161"/>
            <a:ext cx="10926510" cy="2060057"/>
          </a:xfrm>
          <a:prstGeom prst="roundRect">
            <a:avLst>
              <a:gd name="adj" fmla="val 3995"/>
            </a:avLst>
          </a:prstGeom>
          <a:solidFill>
            <a:srgbClr val="E8FBF8"/>
          </a:solidFill>
          <a:ln w="19050">
            <a:solidFill>
              <a:srgbClr val="1C1C70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822857" y="4822751"/>
            <a:ext cx="1905000" cy="3086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44"/>
              </a:lnSpc>
              <a:buNone/>
            </a:pPr>
            <a:r>
              <a:rPr lang="en-US" sz="1620" i="1" dirty="0">
                <a:solidFill>
                  <a:srgbClr val="0000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</a:t>
            </a:r>
            <a:pPr algn="l" indent="0" marL="0">
              <a:lnSpc>
                <a:spcPts val="1944"/>
              </a:lnSpc>
              <a:buNone/>
            </a:pPr>
            <a:r>
              <a:rPr lang="en-US" sz="1620" b="1" i="1" dirty="0">
                <a:solidFill>
                  <a:srgbClr val="0000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</a:t>
            </a:r>
            <a:pPr algn="l" indent="0" marL="0">
              <a:lnSpc>
                <a:spcPts val="1944"/>
              </a:lnSpc>
              <a:buNone/>
            </a:pPr>
            <a:r>
              <a:rPr lang="en-US" sz="1620" i="1" dirty="0">
                <a:solidFill>
                  <a:srgbClr val="0000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1</a:t>
            </a:r>
            <a:endParaRPr lang="en-US" sz="1620" dirty="0"/>
          </a:p>
        </p:txBody>
      </p:sp>
      <p:sp>
        <p:nvSpPr>
          <p:cNvPr id="83" name="Text 81"/>
          <p:cNvSpPr/>
          <p:nvPr/>
        </p:nvSpPr>
        <p:spPr>
          <a:xfrm>
            <a:off x="2236565" y="4817326"/>
            <a:ext cx="8382000" cy="3390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6"/>
              </a:lnSpc>
              <a:buNone/>
            </a:pPr>
            <a:r>
              <a:rPr lang="en-US" sz="1780" dirty="0">
                <a:solidFill>
                  <a:srgbClr val="0000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position Encoding =</a:t>
            </a:r>
            <a:pPr algn="l" indent="0" marL="0">
              <a:lnSpc>
                <a:spcPts val="2136"/>
              </a:lnSpc>
              <a:buNone/>
            </a:pPr>
            <a:r>
              <a:rPr lang="en-US" sz="1780" b="1" dirty="0">
                <a:solidFill>
                  <a:srgbClr val="0000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pPr algn="l" indent="0" marL="0">
              <a:lnSpc>
                <a:spcPts val="2136"/>
              </a:lnSpc>
              <a:buNone/>
            </a:pPr>
            <a:r>
              <a:rPr lang="en-US" sz="1780" dirty="0">
                <a:solidFill>
                  <a:srgbClr val="0000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, Last Position Encoding = </a:t>
            </a:r>
            <a:pPr algn="l" indent="0" marL="0">
              <a:lnSpc>
                <a:spcPts val="2136"/>
              </a:lnSpc>
              <a:buNone/>
            </a:pPr>
            <a:r>
              <a:rPr lang="en-US" sz="1780" b="1" dirty="0">
                <a:solidFill>
                  <a:srgbClr val="0000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N-1</a:t>
            </a:r>
            <a:pPr algn="l" indent="0" marL="0">
              <a:lnSpc>
                <a:spcPts val="2136"/>
              </a:lnSpc>
              <a:buNone/>
            </a:pPr>
            <a:r>
              <a:rPr lang="en-US" sz="1780" dirty="0">
                <a:solidFill>
                  <a:srgbClr val="0000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algn="l" indent="0" marL="0">
              <a:lnSpc>
                <a:spcPts val="2136"/>
              </a:lnSpc>
              <a:buNone/>
            </a:pPr>
            <a:r>
              <a:rPr lang="en-US" sz="1780" u="sng" dirty="0">
                <a:solidFill>
                  <a:srgbClr val="0000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(Depends on Seq. Length)</a:t>
            </a:r>
            <a:endParaRPr lang="en-US" sz="1780" dirty="0"/>
          </a:p>
        </p:txBody>
      </p:sp>
      <p:sp>
        <p:nvSpPr>
          <p:cNvPr id="84" name="Text 82"/>
          <p:cNvSpPr/>
          <p:nvPr/>
        </p:nvSpPr>
        <p:spPr>
          <a:xfrm>
            <a:off x="822857" y="5122333"/>
            <a:ext cx="25400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781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Problems:</a:t>
            </a:r>
            <a:endParaRPr lang="en-US" sz="1800" dirty="0"/>
          </a:p>
        </p:txBody>
      </p:sp>
      <p:sp>
        <p:nvSpPr>
          <p:cNvPr id="85" name="Text 83"/>
          <p:cNvSpPr/>
          <p:nvPr/>
        </p:nvSpPr>
        <p:spPr>
          <a:xfrm>
            <a:off x="1060677" y="5402455"/>
            <a:ext cx="10414000" cy="337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4"/>
              </a:lnSpc>
              <a:buNone/>
            </a:pPr>
            <a:r>
              <a:rPr lang="en-US" sz="1770" b="1" dirty="0">
                <a:solidFill>
                  <a:srgbClr val="0000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N is large</a:t>
            </a:r>
            <a:pPr algn="l" indent="0" marL="0">
              <a:lnSpc>
                <a:spcPts val="2124"/>
              </a:lnSpc>
              <a:buNone/>
            </a:pPr>
            <a:r>
              <a:rPr lang="en-US" sz="1770" dirty="0">
                <a:solidFill>
                  <a:srgbClr val="0000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 e.g. seq. Length = 1024 ) </a:t>
            </a:r>
            <a:pPr algn="l" indent="0" marL="0">
              <a:lnSpc>
                <a:spcPts val="2124"/>
              </a:lnSpc>
              <a:buNone/>
            </a:pPr>
            <a:r>
              <a:rPr lang="en-US" sz="1770" b="1" dirty="0">
                <a:solidFill>
                  <a:srgbClr val="0000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 position Values will dominate</a:t>
            </a:r>
            <a:pPr algn="l" indent="0" marL="0">
              <a:lnSpc>
                <a:spcPts val="2124"/>
              </a:lnSpc>
              <a:buNone/>
            </a:pPr>
            <a:r>
              <a:rPr lang="en-US" sz="1770" dirty="0">
                <a:solidFill>
                  <a:srgbClr val="0000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when Combine Position</a:t>
            </a:r>
            <a:endParaRPr lang="en-US" sz="1770" dirty="0"/>
          </a:p>
        </p:txBody>
      </p:sp>
      <p:sp>
        <p:nvSpPr>
          <p:cNvPr id="86" name="Text 84"/>
          <p:cNvSpPr/>
          <p:nvPr/>
        </p:nvSpPr>
        <p:spPr>
          <a:xfrm>
            <a:off x="1060677" y="5694850"/>
            <a:ext cx="5080000" cy="337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4"/>
              </a:lnSpc>
              <a:buNone/>
            </a:pPr>
            <a:r>
              <a:rPr lang="en-US" sz="1770" dirty="0">
                <a:solidFill>
                  <a:srgbClr val="0000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 to Word Embedding</a:t>
            </a:r>
            <a:endParaRPr lang="en-US" sz="1770" dirty="0"/>
          </a:p>
        </p:txBody>
      </p:sp>
      <p:sp>
        <p:nvSpPr>
          <p:cNvPr id="87" name="Text 85"/>
          <p:cNvSpPr/>
          <p:nvPr/>
        </p:nvSpPr>
        <p:spPr>
          <a:xfrm>
            <a:off x="1047465" y="5987246"/>
            <a:ext cx="10414000" cy="337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4"/>
              </a:lnSpc>
              <a:buNone/>
            </a:pPr>
            <a:r>
              <a:rPr lang="en-US" sz="1770" dirty="0">
                <a:solidFill>
                  <a:srgbClr val="0000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System is trained with Max seq length =256 </a:t>
            </a:r>
            <a:pPr algn="l" indent="0" marL="0">
              <a:lnSpc>
                <a:spcPts val="2124"/>
              </a:lnSpc>
              <a:buNone/>
            </a:pPr>
            <a:r>
              <a:rPr lang="en-US" sz="1770" b="1" dirty="0">
                <a:solidFill>
                  <a:srgbClr val="0000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can the system deal with Larger sequence values</a:t>
            </a:r>
            <a:endParaRPr lang="en-US" sz="1770" dirty="0"/>
          </a:p>
        </p:txBody>
      </p:sp>
      <p:sp>
        <p:nvSpPr>
          <p:cNvPr id="88" name="Text 86"/>
          <p:cNvSpPr/>
          <p:nvPr/>
        </p:nvSpPr>
        <p:spPr>
          <a:xfrm>
            <a:off x="1047465" y="6266350"/>
            <a:ext cx="8890000" cy="337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4"/>
              </a:lnSpc>
              <a:buNone/>
            </a:pPr>
            <a:r>
              <a:rPr lang="en-US" sz="1770" dirty="0">
                <a:solidFill>
                  <a:srgbClr val="0000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 Encoding is </a:t>
            </a:r>
            <a:pPr algn="l" indent="0" marL="0">
              <a:lnSpc>
                <a:spcPts val="2124"/>
              </a:lnSpc>
              <a:buNone/>
            </a:pPr>
            <a:r>
              <a:rPr lang="en-US" sz="1770" b="1" dirty="0">
                <a:solidFill>
                  <a:srgbClr val="0000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scalar</a:t>
            </a:r>
            <a:pPr algn="l" indent="0" marL="0">
              <a:lnSpc>
                <a:spcPts val="2124"/>
              </a:lnSpc>
              <a:buNone/>
            </a:pPr>
            <a:r>
              <a:rPr lang="en-US" sz="1770" dirty="0">
                <a:solidFill>
                  <a:srgbClr val="0000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Word embedding is </a:t>
            </a:r>
            <a:pPr algn="l" indent="0" marL="0">
              <a:lnSpc>
                <a:spcPts val="2124"/>
              </a:lnSpc>
              <a:buNone/>
            </a:pPr>
            <a:r>
              <a:rPr lang="en-US" sz="1770" b="1" dirty="0">
                <a:solidFill>
                  <a:srgbClr val="0000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</a:t>
            </a:r>
            <a:pPr algn="l" indent="0" marL="0">
              <a:lnSpc>
                <a:spcPts val="2124"/>
              </a:lnSpc>
              <a:buNone/>
            </a:pPr>
            <a:r>
              <a:rPr lang="en-US" sz="1770" dirty="0">
                <a:solidFill>
                  <a:srgbClr val="0000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(how to Combine them ?)</a:t>
            </a:r>
            <a:endParaRPr lang="en-US" sz="1770" dirty="0"/>
          </a:p>
        </p:txBody>
      </p:sp>
      <p:sp>
        <p:nvSpPr>
          <p:cNvPr id="89" name="Shape 87"/>
          <p:cNvSpPr/>
          <p:nvPr/>
        </p:nvSpPr>
        <p:spPr>
          <a:xfrm>
            <a:off x="814101" y="5507293"/>
            <a:ext cx="57150" cy="6985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814101" y="6078793"/>
            <a:ext cx="57150" cy="6985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814101" y="6371188"/>
            <a:ext cx="57150" cy="6985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09645" y="1487739"/>
            <a:ext cx="127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i="1" dirty="0">
                <a:solidFill>
                  <a:srgbClr val="909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Sequence of</a:t>
            </a:r>
            <a:endParaRPr lang="en-US" sz="1200" dirty="0"/>
          </a:p>
        </p:txBody>
      </p:sp>
      <p:sp>
        <p:nvSpPr>
          <p:cNvPr id="93" name="Text 91"/>
          <p:cNvSpPr/>
          <p:nvPr/>
        </p:nvSpPr>
        <p:spPr>
          <a:xfrm>
            <a:off x="809645" y="1687099"/>
            <a:ext cx="127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i="1" dirty="0">
                <a:solidFill>
                  <a:srgbClr val="909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words with</a:t>
            </a:r>
            <a:endParaRPr lang="en-US" sz="1200" dirty="0"/>
          </a:p>
        </p:txBody>
      </p:sp>
      <p:sp>
        <p:nvSpPr>
          <p:cNvPr id="94" name="Text 92"/>
          <p:cNvSpPr/>
          <p:nvPr/>
        </p:nvSpPr>
        <p:spPr>
          <a:xfrm>
            <a:off x="809645" y="1899750"/>
            <a:ext cx="127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i="1" dirty="0">
                <a:solidFill>
                  <a:srgbClr val="909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Length N</a:t>
            </a:r>
            <a:endParaRPr lang="en-US" sz="1200" dirty="0"/>
          </a:p>
        </p:txBody>
      </p:sp>
      <p:sp>
        <p:nvSpPr>
          <p:cNvPr id="95" name="Text 93"/>
          <p:cNvSpPr/>
          <p:nvPr/>
        </p:nvSpPr>
        <p:spPr>
          <a:xfrm>
            <a:off x="796433" y="2513835"/>
            <a:ext cx="1270000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44"/>
              </a:lnSpc>
              <a:buNone/>
            </a:pPr>
            <a:r>
              <a:rPr lang="en-US" sz="1120" b="1" dirty="0">
                <a:solidFill>
                  <a:srgbClr val="1A1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</a:t>
            </a:r>
            <a:endParaRPr lang="en-US" sz="1120" dirty="0"/>
          </a:p>
        </p:txBody>
      </p:sp>
      <p:sp>
        <p:nvSpPr>
          <p:cNvPr id="96" name="Text 94"/>
          <p:cNvSpPr/>
          <p:nvPr/>
        </p:nvSpPr>
        <p:spPr>
          <a:xfrm>
            <a:off x="796433" y="2693259"/>
            <a:ext cx="1270000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44"/>
              </a:lnSpc>
              <a:buNone/>
            </a:pPr>
            <a:r>
              <a:rPr lang="en-US" sz="1120" b="1" dirty="0">
                <a:solidFill>
                  <a:srgbClr val="1A1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</a:t>
            </a:r>
            <a:endParaRPr lang="en-US" sz="1120" dirty="0"/>
          </a:p>
        </p:txBody>
      </p:sp>
      <p:sp>
        <p:nvSpPr>
          <p:cNvPr id="97" name="Text 95"/>
          <p:cNvSpPr/>
          <p:nvPr/>
        </p:nvSpPr>
        <p:spPr>
          <a:xfrm>
            <a:off x="770008" y="3468052"/>
            <a:ext cx="127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i="1" dirty="0">
                <a:solidFill>
                  <a:srgbClr val="7C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Position</a:t>
            </a:r>
            <a:endParaRPr lang="en-US" sz="1200" dirty="0"/>
          </a:p>
        </p:txBody>
      </p:sp>
      <p:sp>
        <p:nvSpPr>
          <p:cNvPr id="98" name="Text 96"/>
          <p:cNvSpPr/>
          <p:nvPr/>
        </p:nvSpPr>
        <p:spPr>
          <a:xfrm>
            <a:off x="770008" y="3707284"/>
            <a:ext cx="127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i="1" dirty="0">
                <a:solidFill>
                  <a:srgbClr val="7C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71500"/>
            <a:ext cx="11137900" cy="6286500"/>
          </a:xfrm>
          <a:prstGeom prst="rect">
            <a:avLst/>
          </a:prstGeom>
          <a:solidFill>
            <a:srgbClr val="E9E9E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12190" y="698500"/>
            <a:ext cx="11091672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Suggested Positional Encoders</a:t>
            </a:r>
            <a:endParaRPr lang="en-US" sz="2450" dirty="0"/>
          </a:p>
        </p:txBody>
      </p:sp>
      <p:sp>
        <p:nvSpPr>
          <p:cNvPr id="6" name="Text 4"/>
          <p:cNvSpPr/>
          <p:nvPr/>
        </p:nvSpPr>
        <p:spPr>
          <a:xfrm>
            <a:off x="1090930" y="1051560"/>
            <a:ext cx="11091672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(Normalize Seq. Length to “1”)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1874520" y="1567180"/>
            <a:ext cx="9513570" cy="518160"/>
          </a:xfrm>
          <a:prstGeom prst="roundRect">
            <a:avLst>
              <a:gd name="adj" fmla="val 9706"/>
            </a:avLst>
          </a:prstGeom>
          <a:ln w="19050">
            <a:solidFill>
              <a:srgbClr val="000000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1847850" y="2482850"/>
            <a:ext cx="9494520" cy="511810"/>
          </a:xfrm>
          <a:prstGeom prst="roundRect">
            <a:avLst>
              <a:gd name="adj" fmla="val 9826"/>
            </a:avLst>
          </a:prstGeom>
          <a:solidFill>
            <a:srgbClr val="CCCCFF"/>
          </a:solidFill>
          <a:ln w="19050">
            <a:solidFill>
              <a:srgbClr val="3333CC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1828800" y="3472180"/>
            <a:ext cx="9530080" cy="544830"/>
          </a:xfrm>
          <a:prstGeom prst="roundRect">
            <a:avLst>
              <a:gd name="adj" fmla="val 9231"/>
            </a:avLst>
          </a:prstGeom>
          <a:solidFill>
            <a:srgbClr val="FFE0E0"/>
          </a:solidFill>
          <a:ln w="19050">
            <a:solidFill>
              <a:srgbClr val="CC0000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2052320" y="1680210"/>
            <a:ext cx="786130" cy="278130"/>
          </a:xfrm>
          <a:prstGeom prst="rect">
            <a:avLst/>
          </a:prstGeom>
          <a:solidFill>
            <a:srgbClr val="FFFFFF"/>
          </a:solidFill>
          <a:ln w="6350">
            <a:solidFill>
              <a:srgbClr val="CC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052320" y="1680210"/>
            <a:ext cx="786130" cy="278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0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023870" y="1680210"/>
            <a:ext cx="792480" cy="278130"/>
          </a:xfrm>
          <a:prstGeom prst="rect">
            <a:avLst/>
          </a:prstGeom>
          <a:solidFill>
            <a:srgbClr val="FFFFFF"/>
          </a:solidFill>
          <a:ln w="6350">
            <a:solidFill>
              <a:srgbClr val="CC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23870" y="1680210"/>
            <a:ext cx="792480" cy="278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1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001770" y="1680210"/>
            <a:ext cx="779780" cy="278130"/>
          </a:xfrm>
          <a:prstGeom prst="rect">
            <a:avLst/>
          </a:prstGeom>
          <a:solidFill>
            <a:srgbClr val="FFFFFF"/>
          </a:solidFill>
          <a:ln w="6350">
            <a:solidFill>
              <a:srgbClr val="CC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001770" y="1680210"/>
            <a:ext cx="779780" cy="278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2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979670" y="1680210"/>
            <a:ext cx="779780" cy="278130"/>
          </a:xfrm>
          <a:prstGeom prst="rect">
            <a:avLst/>
          </a:prstGeom>
          <a:solidFill>
            <a:srgbClr val="FFFFFF"/>
          </a:solidFill>
          <a:ln w="6350">
            <a:solidFill>
              <a:srgbClr val="CC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79670" y="1680210"/>
            <a:ext cx="779780" cy="278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3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943600" y="1680210"/>
            <a:ext cx="779780" cy="278130"/>
          </a:xfrm>
          <a:prstGeom prst="rect">
            <a:avLst/>
          </a:prstGeom>
          <a:solidFill>
            <a:srgbClr val="FFFFFF"/>
          </a:solidFill>
          <a:ln w="6350">
            <a:solidFill>
              <a:srgbClr val="CC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0" y="1680210"/>
            <a:ext cx="779780" cy="278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4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921500" y="1680210"/>
            <a:ext cx="779780" cy="278130"/>
          </a:xfrm>
          <a:prstGeom prst="rect">
            <a:avLst/>
          </a:prstGeom>
          <a:solidFill>
            <a:srgbClr val="FFFFFF"/>
          </a:solidFill>
          <a:ln w="6350">
            <a:solidFill>
              <a:srgbClr val="CC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21500" y="1680210"/>
            <a:ext cx="779780" cy="278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5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391650" y="1680210"/>
            <a:ext cx="845820" cy="278130"/>
          </a:xfrm>
          <a:prstGeom prst="rect">
            <a:avLst/>
          </a:prstGeom>
          <a:solidFill>
            <a:srgbClr val="FFFFFF"/>
          </a:solidFill>
          <a:ln w="6350">
            <a:solidFill>
              <a:srgbClr val="CC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391650" y="1680210"/>
            <a:ext cx="845820" cy="278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N-2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10383520" y="1680210"/>
            <a:ext cx="858520" cy="278130"/>
          </a:xfrm>
          <a:prstGeom prst="rect">
            <a:avLst/>
          </a:prstGeom>
          <a:solidFill>
            <a:srgbClr val="FFFFFF"/>
          </a:solidFill>
          <a:ln w="6350">
            <a:solidFill>
              <a:srgbClr val="CC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383520" y="1680210"/>
            <a:ext cx="858520" cy="278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N-1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996440" y="2589530"/>
            <a:ext cx="789940" cy="289560"/>
          </a:xfrm>
          <a:prstGeom prst="rect">
            <a:avLst/>
          </a:prstGeom>
          <a:ln w="6350">
            <a:solidFill>
              <a:srgbClr val="3333C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96440" y="2589530"/>
            <a:ext cx="78994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3333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0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970530" y="2589530"/>
            <a:ext cx="786130" cy="289560"/>
          </a:xfrm>
          <a:prstGeom prst="rect">
            <a:avLst/>
          </a:prstGeom>
          <a:ln w="6350">
            <a:solidFill>
              <a:srgbClr val="3333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70530" y="2589530"/>
            <a:ext cx="78613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3333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1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948430" y="2589530"/>
            <a:ext cx="779780" cy="289560"/>
          </a:xfrm>
          <a:prstGeom prst="rect">
            <a:avLst/>
          </a:prstGeom>
          <a:ln w="6350">
            <a:solidFill>
              <a:srgbClr val="3333C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948430" y="2589530"/>
            <a:ext cx="77978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3333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2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4919980" y="2589530"/>
            <a:ext cx="779780" cy="289560"/>
          </a:xfrm>
          <a:prstGeom prst="rect">
            <a:avLst/>
          </a:prstGeom>
          <a:ln w="6350">
            <a:solidFill>
              <a:srgbClr val="3333C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19980" y="2589530"/>
            <a:ext cx="77978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3333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3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891530" y="2589530"/>
            <a:ext cx="786130" cy="289560"/>
          </a:xfrm>
          <a:prstGeom prst="rect">
            <a:avLst/>
          </a:prstGeom>
          <a:ln w="6350">
            <a:solidFill>
              <a:srgbClr val="3333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91530" y="2589530"/>
            <a:ext cx="78613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3333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4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6868160" y="2589530"/>
            <a:ext cx="779780" cy="289560"/>
          </a:xfrm>
          <a:prstGeom prst="rect">
            <a:avLst/>
          </a:prstGeom>
          <a:ln w="6350">
            <a:solidFill>
              <a:srgbClr val="3333C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868160" y="2589530"/>
            <a:ext cx="77978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3333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5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9329420" y="2589530"/>
            <a:ext cx="855980" cy="289560"/>
          </a:xfrm>
          <a:prstGeom prst="rect">
            <a:avLst/>
          </a:prstGeom>
          <a:ln w="6350">
            <a:solidFill>
              <a:srgbClr val="3333C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329420" y="2589530"/>
            <a:ext cx="85598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3333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N-2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10323830" y="2589530"/>
            <a:ext cx="878840" cy="289560"/>
          </a:xfrm>
          <a:prstGeom prst="rect">
            <a:avLst/>
          </a:prstGeom>
          <a:ln w="6350">
            <a:solidFill>
              <a:srgbClr val="3333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323830" y="2589530"/>
            <a:ext cx="87884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3333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N-1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1986280" y="3618230"/>
            <a:ext cx="773430" cy="285750"/>
          </a:xfrm>
          <a:prstGeom prst="rect">
            <a:avLst/>
          </a:prstGeom>
          <a:solidFill>
            <a:srgbClr val="FFFFFF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86280" y="3618230"/>
            <a:ext cx="77343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945130" y="3618230"/>
            <a:ext cx="772160" cy="285750"/>
          </a:xfrm>
          <a:prstGeom prst="rect">
            <a:avLst/>
          </a:prstGeom>
          <a:solidFill>
            <a:srgbClr val="FFFFFF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945130" y="3618230"/>
            <a:ext cx="77216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3935730" y="3618230"/>
            <a:ext cx="779780" cy="285750"/>
          </a:xfrm>
          <a:prstGeom prst="rect">
            <a:avLst/>
          </a:prstGeom>
          <a:solidFill>
            <a:srgbClr val="FFFFFF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35730" y="3618230"/>
            <a:ext cx="77978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2δ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4893310" y="3618230"/>
            <a:ext cx="786130" cy="285750"/>
          </a:xfrm>
          <a:prstGeom prst="rect">
            <a:avLst/>
          </a:prstGeom>
          <a:solidFill>
            <a:srgbClr val="FFFFFF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93310" y="3618230"/>
            <a:ext cx="78613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3δ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5891530" y="3618230"/>
            <a:ext cx="778510" cy="285750"/>
          </a:xfrm>
          <a:prstGeom prst="rect">
            <a:avLst/>
          </a:prstGeom>
          <a:solidFill>
            <a:srgbClr val="FFFFFF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891530" y="3618230"/>
            <a:ext cx="77851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4δ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6849110" y="3618230"/>
            <a:ext cx="786130" cy="285750"/>
          </a:xfrm>
          <a:prstGeom prst="rect">
            <a:avLst/>
          </a:prstGeom>
          <a:solidFill>
            <a:srgbClr val="FFFFFF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49110" y="3618230"/>
            <a:ext cx="78613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5δ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9319260" y="3618230"/>
            <a:ext cx="852170" cy="285750"/>
          </a:xfrm>
          <a:prstGeom prst="rect">
            <a:avLst/>
          </a:prstGeom>
          <a:solidFill>
            <a:srgbClr val="FFFFFF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319260" y="3618230"/>
            <a:ext cx="85217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1-δ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10317480" y="3618230"/>
            <a:ext cx="858520" cy="285750"/>
          </a:xfrm>
          <a:prstGeom prst="rect">
            <a:avLst/>
          </a:prstGeom>
          <a:solidFill>
            <a:srgbClr val="FFFFFF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0317480" y="3618230"/>
            <a:ext cx="85852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8013700" y="1781810"/>
            <a:ext cx="101600" cy="101600"/>
          </a:xfrm>
          <a:prstGeom prst="ellipse">
            <a:avLst/>
          </a:prstGeom>
          <a:solidFill>
            <a:srgbClr val="999999"/>
          </a:solidFill>
          <a:ln w="3175">
            <a:solidFill>
              <a:srgbClr val="99999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251190" y="1781810"/>
            <a:ext cx="101600" cy="101600"/>
          </a:xfrm>
          <a:prstGeom prst="ellipse">
            <a:avLst/>
          </a:prstGeom>
          <a:solidFill>
            <a:srgbClr val="999999"/>
          </a:solidFill>
          <a:ln w="3175">
            <a:solidFill>
              <a:srgbClr val="99999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488680" y="1781810"/>
            <a:ext cx="101600" cy="101600"/>
          </a:xfrm>
          <a:prstGeom prst="ellipse">
            <a:avLst/>
          </a:prstGeom>
          <a:solidFill>
            <a:srgbClr val="999999"/>
          </a:solidFill>
          <a:ln w="3175">
            <a:solidFill>
              <a:srgbClr val="999999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727440" y="1781810"/>
            <a:ext cx="101600" cy="101600"/>
          </a:xfrm>
          <a:prstGeom prst="ellipse">
            <a:avLst/>
          </a:prstGeom>
          <a:solidFill>
            <a:srgbClr val="999999"/>
          </a:solidFill>
          <a:ln w="3175">
            <a:solidFill>
              <a:srgbClr val="999999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926830" y="1781810"/>
            <a:ext cx="101600" cy="101600"/>
          </a:xfrm>
          <a:prstGeom prst="ellipse">
            <a:avLst/>
          </a:prstGeom>
          <a:solidFill>
            <a:srgbClr val="999999"/>
          </a:solidFill>
          <a:ln w="3175">
            <a:solidFill>
              <a:srgbClr val="99999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008620" y="2693670"/>
            <a:ext cx="124460" cy="124460"/>
          </a:xfrm>
          <a:prstGeom prst="ellipse">
            <a:avLst/>
          </a:prstGeom>
          <a:solidFill>
            <a:srgbClr val="6B8BB4"/>
          </a:solidFill>
          <a:ln w="3175">
            <a:solidFill>
              <a:srgbClr val="6B8BB4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260080" y="2693670"/>
            <a:ext cx="124460" cy="124460"/>
          </a:xfrm>
          <a:prstGeom prst="ellipse">
            <a:avLst/>
          </a:prstGeom>
          <a:solidFill>
            <a:srgbClr val="6B8BB4"/>
          </a:solidFill>
          <a:ln w="3175">
            <a:solidFill>
              <a:srgbClr val="6B8BB4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8484870" y="2693670"/>
            <a:ext cx="124460" cy="124460"/>
          </a:xfrm>
          <a:prstGeom prst="ellipse">
            <a:avLst/>
          </a:prstGeom>
          <a:solidFill>
            <a:srgbClr val="6B8BB4"/>
          </a:solidFill>
          <a:ln w="3175">
            <a:solidFill>
              <a:srgbClr val="6B8BB4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735060" y="2693670"/>
            <a:ext cx="124460" cy="124460"/>
          </a:xfrm>
          <a:prstGeom prst="ellipse">
            <a:avLst/>
          </a:prstGeom>
          <a:solidFill>
            <a:srgbClr val="6B8BB4"/>
          </a:solidFill>
          <a:ln w="3175">
            <a:solidFill>
              <a:srgbClr val="6B8BB4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926830" y="2693670"/>
            <a:ext cx="124460" cy="124460"/>
          </a:xfrm>
          <a:prstGeom prst="ellipse">
            <a:avLst/>
          </a:prstGeom>
          <a:solidFill>
            <a:srgbClr val="6B8BB4"/>
          </a:solidFill>
          <a:ln w="3175">
            <a:solidFill>
              <a:srgbClr val="6B8BB4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60400" y="1466367"/>
            <a:ext cx="1905000" cy="24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Sequence of</a:t>
            </a:r>
            <a:endParaRPr lang="en-US" sz="1400" dirty="0"/>
          </a:p>
        </p:txBody>
      </p:sp>
      <p:sp>
        <p:nvSpPr>
          <p:cNvPr id="69" name="Text 67"/>
          <p:cNvSpPr/>
          <p:nvPr/>
        </p:nvSpPr>
        <p:spPr>
          <a:xfrm>
            <a:off x="660400" y="1665757"/>
            <a:ext cx="1905000" cy="24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words with</a:t>
            </a:r>
            <a:endParaRPr lang="en-US" sz="1400" dirty="0"/>
          </a:p>
        </p:txBody>
      </p:sp>
      <p:sp>
        <p:nvSpPr>
          <p:cNvPr id="70" name="Text 68"/>
          <p:cNvSpPr/>
          <p:nvPr/>
        </p:nvSpPr>
        <p:spPr>
          <a:xfrm>
            <a:off x="660400" y="1877847"/>
            <a:ext cx="1905000" cy="24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Length N</a:t>
            </a:r>
            <a:endParaRPr lang="en-US" sz="1400" dirty="0"/>
          </a:p>
        </p:txBody>
      </p:sp>
      <p:sp>
        <p:nvSpPr>
          <p:cNvPr id="71" name="Text 69"/>
          <p:cNvSpPr/>
          <p:nvPr/>
        </p:nvSpPr>
        <p:spPr>
          <a:xfrm>
            <a:off x="647700" y="2502687"/>
            <a:ext cx="1905000" cy="24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b="1" dirty="0">
                <a:solidFill>
                  <a:srgbClr val="3333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</a:t>
            </a:r>
            <a:endParaRPr lang="en-US" sz="1400" dirty="0"/>
          </a:p>
        </p:txBody>
      </p:sp>
      <p:sp>
        <p:nvSpPr>
          <p:cNvPr id="72" name="Text 70"/>
          <p:cNvSpPr/>
          <p:nvPr/>
        </p:nvSpPr>
        <p:spPr>
          <a:xfrm>
            <a:off x="647700" y="2700807"/>
            <a:ext cx="1905000" cy="24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b="1" dirty="0">
                <a:solidFill>
                  <a:srgbClr val="3333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</a:t>
            </a:r>
            <a:endParaRPr lang="en-US" sz="1400" dirty="0"/>
          </a:p>
        </p:txBody>
      </p:sp>
      <p:sp>
        <p:nvSpPr>
          <p:cNvPr id="73" name="Text 71"/>
          <p:cNvSpPr/>
          <p:nvPr/>
        </p:nvSpPr>
        <p:spPr>
          <a:xfrm>
            <a:off x="609600" y="3445027"/>
            <a:ext cx="1905000" cy="24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Position</a:t>
            </a:r>
            <a:endParaRPr lang="en-US" sz="1400" dirty="0"/>
          </a:p>
        </p:txBody>
      </p:sp>
      <p:sp>
        <p:nvSpPr>
          <p:cNvPr id="74" name="Text 72"/>
          <p:cNvSpPr/>
          <p:nvPr/>
        </p:nvSpPr>
        <p:spPr>
          <a:xfrm>
            <a:off x="609600" y="3657117"/>
            <a:ext cx="1905000" cy="24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</a:t>
            </a:r>
            <a:endParaRPr lang="en-US" sz="1400" dirty="0"/>
          </a:p>
        </p:txBody>
      </p:sp>
      <p:sp>
        <p:nvSpPr>
          <p:cNvPr id="75" name="Shape 73"/>
          <p:cNvSpPr/>
          <p:nvPr/>
        </p:nvSpPr>
        <p:spPr>
          <a:xfrm>
            <a:off x="3209290" y="3897630"/>
            <a:ext cx="198120" cy="147320"/>
          </a:xfrm>
          <a:prstGeom prst="triangle">
            <a:avLst/>
          </a:prstGeom>
          <a:solidFill>
            <a:srgbClr val="FF9900"/>
          </a:solidFill>
          <a:ln w="3175">
            <a:solidFill>
              <a:srgbClr val="FF9900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4212590" y="3897630"/>
            <a:ext cx="198120" cy="147320"/>
          </a:xfrm>
          <a:prstGeom prst="triangle">
            <a:avLst/>
          </a:prstGeom>
          <a:solidFill>
            <a:srgbClr val="FF9900"/>
          </a:solidFill>
          <a:ln w="3175">
            <a:solidFill>
              <a:srgbClr val="FF990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5184140" y="3897630"/>
            <a:ext cx="198120" cy="147320"/>
          </a:xfrm>
          <a:prstGeom prst="triangle">
            <a:avLst/>
          </a:prstGeom>
          <a:solidFill>
            <a:srgbClr val="FF9900"/>
          </a:solidFill>
          <a:ln w="3175">
            <a:solidFill>
              <a:srgbClr val="FF9900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168390" y="3897630"/>
            <a:ext cx="198120" cy="147320"/>
          </a:xfrm>
          <a:prstGeom prst="triangle">
            <a:avLst/>
          </a:prstGeom>
          <a:solidFill>
            <a:srgbClr val="FF9900"/>
          </a:solidFill>
          <a:ln w="3175">
            <a:solidFill>
              <a:srgbClr val="FF9900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7139940" y="3897630"/>
            <a:ext cx="198120" cy="147320"/>
          </a:xfrm>
          <a:prstGeom prst="triangle">
            <a:avLst/>
          </a:prstGeom>
          <a:solidFill>
            <a:srgbClr val="FF9900"/>
          </a:solidFill>
          <a:ln w="3175">
            <a:solidFill>
              <a:srgbClr val="FF990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0621010" y="3897630"/>
            <a:ext cx="198120" cy="147320"/>
          </a:xfrm>
          <a:prstGeom prst="triangle">
            <a:avLst/>
          </a:prstGeom>
          <a:solidFill>
            <a:srgbClr val="FF9900"/>
          </a:solidFill>
          <a:ln w="3175">
            <a:solidFill>
              <a:srgbClr val="FF990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2211070" y="4116070"/>
            <a:ext cx="10972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+δ</a:t>
            </a:r>
            <a:endParaRPr lang="en-US" sz="1700" dirty="0"/>
          </a:p>
        </p:txBody>
      </p:sp>
      <p:sp>
        <p:nvSpPr>
          <p:cNvPr id="82" name="Text 80"/>
          <p:cNvSpPr/>
          <p:nvPr/>
        </p:nvSpPr>
        <p:spPr>
          <a:xfrm>
            <a:off x="3129280" y="4116070"/>
            <a:ext cx="10972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+δ</a:t>
            </a:r>
            <a:endParaRPr lang="en-US" sz="1700" dirty="0"/>
          </a:p>
        </p:txBody>
      </p:sp>
      <p:sp>
        <p:nvSpPr>
          <p:cNvPr id="83" name="Text 81"/>
          <p:cNvSpPr/>
          <p:nvPr/>
        </p:nvSpPr>
        <p:spPr>
          <a:xfrm>
            <a:off x="4199890" y="4116070"/>
            <a:ext cx="10972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+δ</a:t>
            </a:r>
            <a:endParaRPr lang="en-US" sz="1700" dirty="0"/>
          </a:p>
        </p:txBody>
      </p:sp>
      <p:sp>
        <p:nvSpPr>
          <p:cNvPr id="84" name="Text 82"/>
          <p:cNvSpPr/>
          <p:nvPr/>
        </p:nvSpPr>
        <p:spPr>
          <a:xfrm>
            <a:off x="5196840" y="4116070"/>
            <a:ext cx="10972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+δ</a:t>
            </a:r>
            <a:endParaRPr lang="en-US" sz="1700" dirty="0"/>
          </a:p>
        </p:txBody>
      </p:sp>
      <p:sp>
        <p:nvSpPr>
          <p:cNvPr id="85" name="Text 83"/>
          <p:cNvSpPr/>
          <p:nvPr/>
        </p:nvSpPr>
        <p:spPr>
          <a:xfrm>
            <a:off x="6154420" y="4116070"/>
            <a:ext cx="10972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+δ</a:t>
            </a:r>
            <a:endParaRPr lang="en-US" sz="1700" dirty="0"/>
          </a:p>
        </p:txBody>
      </p:sp>
      <p:sp>
        <p:nvSpPr>
          <p:cNvPr id="86" name="Text 84"/>
          <p:cNvSpPr/>
          <p:nvPr/>
        </p:nvSpPr>
        <p:spPr>
          <a:xfrm>
            <a:off x="9702800" y="4116070"/>
            <a:ext cx="10972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+δ</a:t>
            </a:r>
            <a:endParaRPr lang="en-US" sz="1700" dirty="0"/>
          </a:p>
        </p:txBody>
      </p:sp>
      <p:sp>
        <p:nvSpPr>
          <p:cNvPr id="87" name="Shape 85"/>
          <p:cNvSpPr/>
          <p:nvPr/>
        </p:nvSpPr>
        <p:spPr>
          <a:xfrm>
            <a:off x="692150" y="4621530"/>
            <a:ext cx="10834370" cy="2057400"/>
          </a:xfrm>
          <a:prstGeom prst="roundRect">
            <a:avLst>
              <a:gd name="adj" fmla="val 3111"/>
            </a:avLst>
          </a:prstGeom>
          <a:solidFill>
            <a:srgbClr val="E8FCFA"/>
          </a:solidFill>
          <a:ln w="19050">
            <a:solidFill>
              <a:srgbClr val="0066CC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06450" y="4787900"/>
            <a:ext cx="10731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700" i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</a:t>
            </a:r>
            <a:pPr algn="l" indent="0" marL="0">
              <a:lnSpc>
                <a:spcPts val="2300"/>
              </a:lnSpc>
              <a:buNone/>
            </a:pPr>
            <a:r>
              <a:rPr lang="en-US" sz="17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δ=1/Seq. Length</a:t>
            </a:r>
            <a:pPr algn="l" indent="0" marL="0">
              <a:lnSpc>
                <a:spcPts val="2300"/>
              </a:lnSpc>
              <a:buNone/>
            </a:pPr>
            <a:r>
              <a:rPr lang="en-US" sz="1700" i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First position Encoding=</a:t>
            </a:r>
            <a:pPr algn="l" indent="0" marL="0">
              <a:lnSpc>
                <a:spcPts val="2300"/>
              </a:lnSpc>
              <a:buNone/>
            </a:pPr>
            <a:r>
              <a:rPr lang="en-US" sz="1700" b="1" i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pPr algn="l" indent="0" marL="0">
              <a:lnSpc>
                <a:spcPts val="2300"/>
              </a:lnSpc>
              <a:buNone/>
            </a:pPr>
            <a:r>
              <a:rPr lang="en-US" sz="1700" i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Last Position Encoding= </a:t>
            </a:r>
            <a:pPr algn="l" indent="0" marL="0">
              <a:lnSpc>
                <a:spcPts val="2300"/>
              </a:lnSpc>
              <a:buNone/>
            </a:pPr>
            <a:r>
              <a:rPr lang="en-US" sz="1700" b="1" i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l" indent="0" marL="0">
              <a:lnSpc>
                <a:spcPts val="2300"/>
              </a:lnSpc>
              <a:buNone/>
            </a:pPr>
            <a:r>
              <a:rPr lang="en-US" sz="1700" i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algn="l" indent="0" marL="0">
              <a:lnSpc>
                <a:spcPts val="2300"/>
              </a:lnSpc>
              <a:buNone/>
            </a:pPr>
            <a:r>
              <a:rPr lang="en-US" sz="1700" b="1" i="1" u="sng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(Independent of Seq. Length)</a:t>
            </a:r>
            <a:endParaRPr lang="en-US" sz="1700" dirty="0"/>
          </a:p>
        </p:txBody>
      </p:sp>
      <p:sp>
        <p:nvSpPr>
          <p:cNvPr id="89" name="Text 87"/>
          <p:cNvSpPr/>
          <p:nvPr/>
        </p:nvSpPr>
        <p:spPr>
          <a:xfrm>
            <a:off x="793750" y="5092700"/>
            <a:ext cx="254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7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Problems:</a:t>
            </a:r>
            <a:endParaRPr lang="en-US" sz="1700" dirty="0"/>
          </a:p>
        </p:txBody>
      </p:sp>
      <p:sp>
        <p:nvSpPr>
          <p:cNvPr id="90" name="Shape 88"/>
          <p:cNvSpPr/>
          <p:nvPr/>
        </p:nvSpPr>
        <p:spPr>
          <a:xfrm>
            <a:off x="1054735" y="5495925"/>
            <a:ext cx="120650" cy="120650"/>
          </a:xfrm>
          <a:prstGeom prst="ellipse">
            <a:avLst/>
          </a:prstGeom>
          <a:solidFill>
            <a:srgbClr val="0000CC"/>
          </a:solidFill>
          <a:ln w="3175">
            <a:solidFill>
              <a:srgbClr val="0000CC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1054735" y="5781675"/>
            <a:ext cx="120650" cy="120650"/>
          </a:xfrm>
          <a:prstGeom prst="ellipse">
            <a:avLst/>
          </a:prstGeom>
          <a:solidFill>
            <a:srgbClr val="0000CC"/>
          </a:solidFill>
          <a:ln w="3175">
            <a:solidFill>
              <a:srgbClr val="0000CC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1054735" y="6365875"/>
            <a:ext cx="120650" cy="120650"/>
          </a:xfrm>
          <a:prstGeom prst="ellipse">
            <a:avLst/>
          </a:prstGeom>
          <a:solidFill>
            <a:srgbClr val="0000CC"/>
          </a:solidFill>
          <a:ln w="3175">
            <a:solidFill>
              <a:srgbClr val="0000CC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244600" y="5384800"/>
            <a:ext cx="10287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700" b="1" i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</a:t>
            </a:r>
            <a:pPr algn="l" indent="0" marL="0">
              <a:lnSpc>
                <a:spcPts val="2300"/>
              </a:lnSpc>
              <a:buNone/>
            </a:pPr>
            <a:r>
              <a:rPr lang="en-US" sz="1700" i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Value depends on </a:t>
            </a:r>
            <a:pPr algn="l" indent="0" marL="0">
              <a:lnSpc>
                <a:spcPts val="2300"/>
              </a:lnSpc>
              <a:buNone/>
            </a:pPr>
            <a:r>
              <a:rPr lang="en-US" sz="1700" b="1" i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Seq. Length</a:t>
            </a:r>
            <a:pPr algn="l" indent="0" marL="0">
              <a:lnSpc>
                <a:spcPts val="2300"/>
              </a:lnSpc>
              <a:buNone/>
            </a:pPr>
            <a:r>
              <a:rPr lang="en-US" sz="1700" i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 </a:t>
            </a:r>
            <a:pPr algn="l" indent="0" marL="0">
              <a:lnSpc>
                <a:spcPts val="2300"/>
              </a:lnSpc>
              <a:buNone/>
            </a:pPr>
            <a:r>
              <a:rPr lang="en-US" sz="1700" i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</a:t>
            </a:r>
            <a:pPr algn="l" indent="0" marL="0">
              <a:lnSpc>
                <a:spcPts val="2300"/>
              </a:lnSpc>
              <a:buNone/>
            </a:pPr>
            <a:r>
              <a:rPr lang="en-US" sz="1700" i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</a:t>
            </a:r>
            <a:pPr algn="l" indent="0" marL="0">
              <a:lnSpc>
                <a:spcPts val="2300"/>
              </a:lnSpc>
              <a:buNone/>
            </a:pPr>
            <a:r>
              <a:rPr lang="en-US" sz="1700" i="1" u="sng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for </a:t>
            </a:r>
            <a:pPr algn="l" indent="0" marL="0">
              <a:lnSpc>
                <a:spcPts val="2300"/>
              </a:lnSpc>
              <a:buNone/>
            </a:pPr>
            <a:r>
              <a:rPr lang="en-US" sz="1700" b="1" i="1" u="sng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</a:t>
            </a:r>
            <a:pPr algn="l" indent="0" marL="0">
              <a:lnSpc>
                <a:spcPts val="2300"/>
              </a:lnSpc>
              <a:buNone/>
            </a:pPr>
            <a:r>
              <a:rPr lang="en-US" sz="1700" i="1" u="sng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seq</a:t>
            </a:r>
            <a:pPr algn="l" indent="0" marL="0">
              <a:lnSpc>
                <a:spcPts val="2300"/>
              </a:lnSpc>
              <a:buNone/>
            </a:pPr>
            <a:r>
              <a:rPr lang="en-US" sz="1700" i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2300"/>
              </a:lnSpc>
              <a:buNone/>
            </a:pPr>
            <a:r>
              <a:rPr lang="en-US" sz="1700" i="1" u="sng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 for </a:t>
            </a:r>
            <a:pPr algn="l" indent="0" marL="0">
              <a:lnSpc>
                <a:spcPts val="2300"/>
              </a:lnSpc>
              <a:buNone/>
            </a:pPr>
            <a:r>
              <a:rPr lang="en-US" sz="1700" b="1" i="1" u="sng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</a:t>
            </a:r>
            <a:pPr algn="l" indent="0" marL="0">
              <a:lnSpc>
                <a:spcPts val="2300"/>
              </a:lnSpc>
              <a:buNone/>
            </a:pPr>
            <a:r>
              <a:rPr lang="en-US" sz="1700" i="1" u="sng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sequence</a:t>
            </a:r>
            <a:pPr algn="l" indent="0" marL="0">
              <a:lnSpc>
                <a:spcPts val="2300"/>
              </a:lnSpc>
              <a:buNone/>
            </a:pPr>
            <a:r>
              <a:rPr lang="en-US" sz="1700" i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)</a:t>
            </a:r>
            <a:endParaRPr lang="en-US" sz="1700" dirty="0"/>
          </a:p>
        </p:txBody>
      </p:sp>
      <p:sp>
        <p:nvSpPr>
          <p:cNvPr id="94" name="Text 92"/>
          <p:cNvSpPr/>
          <p:nvPr/>
        </p:nvSpPr>
        <p:spPr>
          <a:xfrm>
            <a:off x="1244600" y="5664200"/>
            <a:ext cx="10287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700" i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other words, Encoding value of  </a:t>
            </a:r>
            <a:pPr algn="l" indent="0" marL="0">
              <a:lnSpc>
                <a:spcPts val="2300"/>
              </a:lnSpc>
              <a:buNone/>
            </a:pPr>
            <a:r>
              <a:rPr lang="en-US" sz="1700" i="1" u="sng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 # 4</a:t>
            </a:r>
            <a:pPr algn="l" indent="0" marL="0">
              <a:lnSpc>
                <a:spcPts val="2300"/>
              </a:lnSpc>
              <a:buNone/>
            </a:pPr>
            <a:r>
              <a:rPr lang="en-US" sz="1700" i="1" u="sng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  </a:t>
            </a:r>
            <a:pPr algn="l" indent="0" marL="0">
              <a:lnSpc>
                <a:spcPts val="2300"/>
              </a:lnSpc>
              <a:buNone/>
            </a:pPr>
            <a:r>
              <a:rPr lang="en-US" sz="1700" b="1" i="1" u="sng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</a:t>
            </a:r>
            <a:pPr algn="l" indent="0" marL="0">
              <a:lnSpc>
                <a:spcPts val="2300"/>
              </a:lnSpc>
              <a:buNone/>
            </a:pPr>
            <a:r>
              <a:rPr lang="en-US" sz="1700" i="1" u="sng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seq</a:t>
            </a:r>
            <a:pPr algn="l" indent="0" marL="0">
              <a:lnSpc>
                <a:spcPts val="2300"/>
              </a:lnSpc>
              <a:buNone/>
            </a:pPr>
            <a:r>
              <a:rPr lang="en-US" sz="1700" i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will  </a:t>
            </a:r>
            <a:pPr algn="l" indent="0" marL="0">
              <a:lnSpc>
                <a:spcPts val="2300"/>
              </a:lnSpc>
              <a:buNone/>
            </a:pPr>
            <a:r>
              <a:rPr lang="en-US" sz="1700" b="1" i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</a:t>
            </a:r>
            <a:pPr algn="l" indent="0" marL="0">
              <a:lnSpc>
                <a:spcPts val="2300"/>
              </a:lnSpc>
              <a:buNone/>
            </a:pPr>
            <a:r>
              <a:rPr lang="en-US" sz="1700" i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from  </a:t>
            </a:r>
            <a:pPr algn="l" indent="0" marL="0">
              <a:lnSpc>
                <a:spcPts val="2300"/>
              </a:lnSpc>
              <a:buNone/>
            </a:pPr>
            <a:r>
              <a:rPr lang="en-US" sz="1700" i="1" u="sng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 #4</a:t>
            </a:r>
            <a:pPr algn="l" indent="0" marL="0">
              <a:lnSpc>
                <a:spcPts val="2300"/>
              </a:lnSpc>
              <a:buNone/>
            </a:pPr>
            <a:r>
              <a:rPr lang="en-US" sz="1700" i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  </a:t>
            </a:r>
            <a:pPr algn="l" indent="0" marL="0">
              <a:lnSpc>
                <a:spcPts val="2300"/>
              </a:lnSpc>
              <a:buNone/>
            </a:pPr>
            <a:r>
              <a:rPr lang="en-US" sz="1700" b="1" i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</a:t>
            </a:r>
            <a:pPr algn="l" indent="0" marL="0">
              <a:lnSpc>
                <a:spcPts val="2300"/>
              </a:lnSpc>
              <a:buNone/>
            </a:pPr>
            <a:r>
              <a:rPr lang="en-US" sz="1700" i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seq</a:t>
            </a:r>
            <a:endParaRPr lang="en-US" sz="1700" dirty="0"/>
          </a:p>
        </p:txBody>
      </p:sp>
      <p:sp>
        <p:nvSpPr>
          <p:cNvPr id="95" name="Text 93"/>
          <p:cNvSpPr/>
          <p:nvPr/>
        </p:nvSpPr>
        <p:spPr>
          <a:xfrm>
            <a:off x="1060450" y="5956300"/>
            <a:ext cx="635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700" b="1" i="1" dirty="0">
                <a:solidFill>
                  <a:srgbClr val="CC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(though they are same position)</a:t>
            </a:r>
            <a:endParaRPr lang="en-US" sz="1700" dirty="0"/>
          </a:p>
        </p:txBody>
      </p:sp>
      <p:sp>
        <p:nvSpPr>
          <p:cNvPr id="96" name="Text 94"/>
          <p:cNvSpPr/>
          <p:nvPr/>
        </p:nvSpPr>
        <p:spPr>
          <a:xfrm>
            <a:off x="1244600" y="6248400"/>
            <a:ext cx="10287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700" i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 Encoding is  </a:t>
            </a:r>
            <a:pPr algn="l" indent="0" marL="0">
              <a:lnSpc>
                <a:spcPts val="2300"/>
              </a:lnSpc>
              <a:buNone/>
            </a:pPr>
            <a:r>
              <a:rPr lang="en-US" sz="1700" b="1" i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scalar</a:t>
            </a:r>
            <a:pPr algn="l" indent="0" marL="0">
              <a:lnSpc>
                <a:spcPts val="2300"/>
              </a:lnSpc>
              <a:buNone/>
            </a:pPr>
            <a:r>
              <a:rPr lang="en-US" sz="1700" i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and Word embedding is  </a:t>
            </a:r>
            <a:pPr algn="l" indent="0" marL="0">
              <a:lnSpc>
                <a:spcPts val="2300"/>
              </a:lnSpc>
              <a:buNone/>
            </a:pPr>
            <a:r>
              <a:rPr lang="en-US" sz="1700" b="1" i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</a:t>
            </a:r>
            <a:pPr algn="l" indent="0" marL="0">
              <a:lnSpc>
                <a:spcPts val="2300"/>
              </a:lnSpc>
              <a:buNone/>
            </a:pPr>
            <a:r>
              <a:rPr lang="en-US" sz="1700" i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(how to Combine them ?)</a:t>
            </a:r>
            <a:endParaRPr lang="en-US" sz="1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71500"/>
            <a:ext cx="11137900" cy="6286500"/>
          </a:xfrm>
          <a:prstGeom prst="rect">
            <a:avLst/>
          </a:prstGeom>
          <a:solidFill>
            <a:srgbClr val="E9E9E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12190" y="698500"/>
            <a:ext cx="11091672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Suggested Positional Encoders</a:t>
            </a:r>
            <a:endParaRPr lang="en-US" sz="2450" dirty="0"/>
          </a:p>
        </p:txBody>
      </p:sp>
      <p:sp>
        <p:nvSpPr>
          <p:cNvPr id="6" name="Shape 4"/>
          <p:cNvSpPr/>
          <p:nvPr/>
        </p:nvSpPr>
        <p:spPr>
          <a:xfrm>
            <a:off x="1874520" y="1567180"/>
            <a:ext cx="9513570" cy="518160"/>
          </a:xfrm>
          <a:prstGeom prst="roundRect">
            <a:avLst>
              <a:gd name="adj" fmla="val 9706"/>
            </a:avLst>
          </a:prstGeom>
          <a:ln w="19050">
            <a:solidFill>
              <a:srgbClr val="000000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1847850" y="2482850"/>
            <a:ext cx="9494520" cy="511810"/>
          </a:xfrm>
          <a:prstGeom prst="roundRect">
            <a:avLst>
              <a:gd name="adj" fmla="val 9826"/>
            </a:avLst>
          </a:prstGeom>
          <a:solidFill>
            <a:srgbClr val="CCCCFF"/>
          </a:solidFill>
          <a:ln w="19050">
            <a:solidFill>
              <a:srgbClr val="3333CC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1828800" y="3472180"/>
            <a:ext cx="9530080" cy="544830"/>
          </a:xfrm>
          <a:prstGeom prst="roundRect">
            <a:avLst>
              <a:gd name="adj" fmla="val 9231"/>
            </a:avLst>
          </a:prstGeom>
          <a:solidFill>
            <a:srgbClr val="FFE0E0"/>
          </a:solidFill>
          <a:ln w="19050">
            <a:solidFill>
              <a:srgbClr val="CC0000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2052320" y="1680210"/>
            <a:ext cx="786130" cy="278130"/>
          </a:xfrm>
          <a:prstGeom prst="rect">
            <a:avLst/>
          </a:prstGeom>
          <a:solidFill>
            <a:srgbClr val="FFFFFF"/>
          </a:solidFill>
          <a:ln w="6350">
            <a:solidFill>
              <a:srgbClr val="CC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052320" y="1680210"/>
            <a:ext cx="786130" cy="278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0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023870" y="1680210"/>
            <a:ext cx="792480" cy="278130"/>
          </a:xfrm>
          <a:prstGeom prst="rect">
            <a:avLst/>
          </a:prstGeom>
          <a:solidFill>
            <a:srgbClr val="FFFFFF"/>
          </a:solidFill>
          <a:ln w="6350">
            <a:solidFill>
              <a:srgbClr val="CC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23870" y="1680210"/>
            <a:ext cx="792480" cy="278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1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001770" y="1680210"/>
            <a:ext cx="779780" cy="278130"/>
          </a:xfrm>
          <a:prstGeom prst="rect">
            <a:avLst/>
          </a:prstGeom>
          <a:solidFill>
            <a:srgbClr val="FFFFFF"/>
          </a:solidFill>
          <a:ln w="6350">
            <a:solidFill>
              <a:srgbClr val="CC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001770" y="1680210"/>
            <a:ext cx="779780" cy="278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2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979670" y="1680210"/>
            <a:ext cx="779780" cy="278130"/>
          </a:xfrm>
          <a:prstGeom prst="rect">
            <a:avLst/>
          </a:prstGeom>
          <a:solidFill>
            <a:srgbClr val="FFFFFF"/>
          </a:solidFill>
          <a:ln w="6350">
            <a:solidFill>
              <a:srgbClr val="CC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79670" y="1680210"/>
            <a:ext cx="779780" cy="278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3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943600" y="1680210"/>
            <a:ext cx="779780" cy="278130"/>
          </a:xfrm>
          <a:prstGeom prst="rect">
            <a:avLst/>
          </a:prstGeom>
          <a:solidFill>
            <a:srgbClr val="FFFFFF"/>
          </a:solidFill>
          <a:ln w="6350">
            <a:solidFill>
              <a:srgbClr val="CC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0" y="1680210"/>
            <a:ext cx="779780" cy="278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4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921500" y="1680210"/>
            <a:ext cx="779780" cy="278130"/>
          </a:xfrm>
          <a:prstGeom prst="rect">
            <a:avLst/>
          </a:prstGeom>
          <a:solidFill>
            <a:srgbClr val="FFFFFF"/>
          </a:solidFill>
          <a:ln w="6350">
            <a:solidFill>
              <a:srgbClr val="CC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21500" y="1680210"/>
            <a:ext cx="779780" cy="278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5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9391650" y="1680210"/>
            <a:ext cx="845820" cy="278130"/>
          </a:xfrm>
          <a:prstGeom prst="rect">
            <a:avLst/>
          </a:prstGeom>
          <a:solidFill>
            <a:srgbClr val="FFFFFF"/>
          </a:solidFill>
          <a:ln w="6350">
            <a:solidFill>
              <a:srgbClr val="CC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91650" y="1680210"/>
            <a:ext cx="845820" cy="278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N-2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0383520" y="1680210"/>
            <a:ext cx="858520" cy="278130"/>
          </a:xfrm>
          <a:prstGeom prst="rect">
            <a:avLst/>
          </a:prstGeom>
          <a:solidFill>
            <a:srgbClr val="FFFFFF"/>
          </a:solidFill>
          <a:ln w="6350">
            <a:solidFill>
              <a:srgbClr val="CC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383520" y="1680210"/>
            <a:ext cx="858520" cy="278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N-1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1996440" y="2589530"/>
            <a:ext cx="789940" cy="289560"/>
          </a:xfrm>
          <a:prstGeom prst="rect">
            <a:avLst/>
          </a:prstGeom>
          <a:ln w="6350">
            <a:solidFill>
              <a:srgbClr val="3333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96440" y="2589530"/>
            <a:ext cx="78994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3333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0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970530" y="2589530"/>
            <a:ext cx="786130" cy="289560"/>
          </a:xfrm>
          <a:prstGeom prst="rect">
            <a:avLst/>
          </a:prstGeom>
          <a:ln w="6350">
            <a:solidFill>
              <a:srgbClr val="3333C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970530" y="2589530"/>
            <a:ext cx="78613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3333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1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948430" y="2589530"/>
            <a:ext cx="779780" cy="289560"/>
          </a:xfrm>
          <a:prstGeom prst="rect">
            <a:avLst/>
          </a:prstGeom>
          <a:ln w="6350">
            <a:solidFill>
              <a:srgbClr val="3333C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948430" y="2589530"/>
            <a:ext cx="77978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3333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2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919980" y="2589530"/>
            <a:ext cx="779780" cy="289560"/>
          </a:xfrm>
          <a:prstGeom prst="rect">
            <a:avLst/>
          </a:prstGeom>
          <a:ln w="6350">
            <a:solidFill>
              <a:srgbClr val="3333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19980" y="2589530"/>
            <a:ext cx="77978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3333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3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891530" y="2589530"/>
            <a:ext cx="786130" cy="289560"/>
          </a:xfrm>
          <a:prstGeom prst="rect">
            <a:avLst/>
          </a:prstGeom>
          <a:ln w="6350">
            <a:solidFill>
              <a:srgbClr val="3333C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891530" y="2589530"/>
            <a:ext cx="78613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3333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4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868160" y="2589530"/>
            <a:ext cx="779780" cy="289560"/>
          </a:xfrm>
          <a:prstGeom prst="rect">
            <a:avLst/>
          </a:prstGeom>
          <a:ln w="6350">
            <a:solidFill>
              <a:srgbClr val="3333C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68160" y="2589530"/>
            <a:ext cx="77978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3333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5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9329420" y="2589530"/>
            <a:ext cx="855980" cy="289560"/>
          </a:xfrm>
          <a:prstGeom prst="rect">
            <a:avLst/>
          </a:prstGeom>
          <a:ln w="6350">
            <a:solidFill>
              <a:srgbClr val="3333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329420" y="2589530"/>
            <a:ext cx="85598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3333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N-2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10323830" y="2589530"/>
            <a:ext cx="878840" cy="289560"/>
          </a:xfrm>
          <a:prstGeom prst="rect">
            <a:avLst/>
          </a:prstGeom>
          <a:ln w="6350">
            <a:solidFill>
              <a:srgbClr val="3333C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323830" y="2589530"/>
            <a:ext cx="87884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3333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N-1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1986280" y="3618230"/>
            <a:ext cx="773430" cy="285750"/>
          </a:xfrm>
          <a:prstGeom prst="rect">
            <a:avLst/>
          </a:prstGeom>
          <a:solidFill>
            <a:srgbClr val="FFFFFF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986280" y="3618230"/>
            <a:ext cx="77343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945130" y="3618230"/>
            <a:ext cx="772160" cy="285750"/>
          </a:xfrm>
          <a:prstGeom prst="rect">
            <a:avLst/>
          </a:prstGeom>
          <a:solidFill>
            <a:srgbClr val="FFFFFF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945130" y="3618230"/>
            <a:ext cx="77216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3935730" y="3618230"/>
            <a:ext cx="779780" cy="285750"/>
          </a:xfrm>
          <a:prstGeom prst="rect">
            <a:avLst/>
          </a:prstGeom>
          <a:solidFill>
            <a:srgbClr val="FFFFFF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35730" y="3618230"/>
            <a:ext cx="77978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2δ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4893310" y="3618230"/>
            <a:ext cx="786130" cy="285750"/>
          </a:xfrm>
          <a:prstGeom prst="rect">
            <a:avLst/>
          </a:prstGeom>
          <a:solidFill>
            <a:srgbClr val="FFFFFF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93310" y="3618230"/>
            <a:ext cx="78613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3δ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5891530" y="3618230"/>
            <a:ext cx="778510" cy="285750"/>
          </a:xfrm>
          <a:prstGeom prst="rect">
            <a:avLst/>
          </a:prstGeom>
          <a:solidFill>
            <a:srgbClr val="FFFFFF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891530" y="3618230"/>
            <a:ext cx="77851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4δ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6849110" y="3618230"/>
            <a:ext cx="786130" cy="285750"/>
          </a:xfrm>
          <a:prstGeom prst="rect">
            <a:avLst/>
          </a:prstGeom>
          <a:solidFill>
            <a:srgbClr val="FFFFFF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49110" y="3618230"/>
            <a:ext cx="78613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5δ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9319260" y="3618230"/>
            <a:ext cx="852170" cy="285750"/>
          </a:xfrm>
          <a:prstGeom prst="rect">
            <a:avLst/>
          </a:prstGeom>
          <a:solidFill>
            <a:srgbClr val="FFFFFF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319260" y="3618230"/>
            <a:ext cx="85217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1-δ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10317480" y="3618230"/>
            <a:ext cx="858520" cy="285750"/>
          </a:xfrm>
          <a:prstGeom prst="rect">
            <a:avLst/>
          </a:prstGeom>
          <a:solidFill>
            <a:srgbClr val="FFFFFF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0317480" y="3618230"/>
            <a:ext cx="85852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8013700" y="1781810"/>
            <a:ext cx="101600" cy="101600"/>
          </a:xfrm>
          <a:prstGeom prst="ellipse">
            <a:avLst/>
          </a:prstGeom>
          <a:solidFill>
            <a:srgbClr val="999999"/>
          </a:solidFill>
          <a:ln w="3175">
            <a:solidFill>
              <a:srgbClr val="99999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251190" y="1781810"/>
            <a:ext cx="101600" cy="101600"/>
          </a:xfrm>
          <a:prstGeom prst="ellipse">
            <a:avLst/>
          </a:prstGeom>
          <a:solidFill>
            <a:srgbClr val="999999"/>
          </a:solidFill>
          <a:ln w="3175">
            <a:solidFill>
              <a:srgbClr val="99999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488680" y="1781810"/>
            <a:ext cx="101600" cy="101600"/>
          </a:xfrm>
          <a:prstGeom prst="ellipse">
            <a:avLst/>
          </a:prstGeom>
          <a:solidFill>
            <a:srgbClr val="999999"/>
          </a:solidFill>
          <a:ln w="3175">
            <a:solidFill>
              <a:srgbClr val="99999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727440" y="1781810"/>
            <a:ext cx="101600" cy="101600"/>
          </a:xfrm>
          <a:prstGeom prst="ellipse">
            <a:avLst/>
          </a:prstGeom>
          <a:solidFill>
            <a:srgbClr val="999999"/>
          </a:solidFill>
          <a:ln w="3175">
            <a:solidFill>
              <a:srgbClr val="999999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926830" y="1781810"/>
            <a:ext cx="101600" cy="101600"/>
          </a:xfrm>
          <a:prstGeom prst="ellipse">
            <a:avLst/>
          </a:prstGeom>
          <a:solidFill>
            <a:srgbClr val="999999"/>
          </a:solidFill>
          <a:ln w="3175">
            <a:solidFill>
              <a:srgbClr val="999999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008620" y="2693670"/>
            <a:ext cx="124460" cy="124460"/>
          </a:xfrm>
          <a:prstGeom prst="ellipse">
            <a:avLst/>
          </a:prstGeom>
          <a:solidFill>
            <a:srgbClr val="6B8BB4"/>
          </a:solidFill>
          <a:ln w="3175">
            <a:solidFill>
              <a:srgbClr val="6B8BB4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260080" y="2693670"/>
            <a:ext cx="124460" cy="124460"/>
          </a:xfrm>
          <a:prstGeom prst="ellipse">
            <a:avLst/>
          </a:prstGeom>
          <a:solidFill>
            <a:srgbClr val="6B8BB4"/>
          </a:solidFill>
          <a:ln w="3175">
            <a:solidFill>
              <a:srgbClr val="6B8BB4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484870" y="2693670"/>
            <a:ext cx="124460" cy="124460"/>
          </a:xfrm>
          <a:prstGeom prst="ellipse">
            <a:avLst/>
          </a:prstGeom>
          <a:solidFill>
            <a:srgbClr val="6B8BB4"/>
          </a:solidFill>
          <a:ln w="3175">
            <a:solidFill>
              <a:srgbClr val="6B8BB4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8735060" y="2693670"/>
            <a:ext cx="124460" cy="124460"/>
          </a:xfrm>
          <a:prstGeom prst="ellipse">
            <a:avLst/>
          </a:prstGeom>
          <a:solidFill>
            <a:srgbClr val="6B8BB4"/>
          </a:solidFill>
          <a:ln w="3175">
            <a:solidFill>
              <a:srgbClr val="6B8BB4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926830" y="2693670"/>
            <a:ext cx="124460" cy="124460"/>
          </a:xfrm>
          <a:prstGeom prst="ellipse">
            <a:avLst/>
          </a:prstGeom>
          <a:solidFill>
            <a:srgbClr val="6B8BB4"/>
          </a:solidFill>
          <a:ln w="3175">
            <a:solidFill>
              <a:srgbClr val="6B8BB4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60400" y="1466367"/>
            <a:ext cx="1905000" cy="24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Sequence of</a:t>
            </a:r>
            <a:endParaRPr lang="en-US" sz="1400" dirty="0"/>
          </a:p>
        </p:txBody>
      </p:sp>
      <p:sp>
        <p:nvSpPr>
          <p:cNvPr id="68" name="Text 66"/>
          <p:cNvSpPr/>
          <p:nvPr/>
        </p:nvSpPr>
        <p:spPr>
          <a:xfrm>
            <a:off x="660400" y="1665757"/>
            <a:ext cx="1905000" cy="24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words with</a:t>
            </a:r>
            <a:endParaRPr lang="en-US" sz="1400" dirty="0"/>
          </a:p>
        </p:txBody>
      </p:sp>
      <p:sp>
        <p:nvSpPr>
          <p:cNvPr id="69" name="Text 67"/>
          <p:cNvSpPr/>
          <p:nvPr/>
        </p:nvSpPr>
        <p:spPr>
          <a:xfrm>
            <a:off x="660400" y="1877847"/>
            <a:ext cx="1905000" cy="24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Length N</a:t>
            </a:r>
            <a:endParaRPr lang="en-US" sz="1400" dirty="0"/>
          </a:p>
        </p:txBody>
      </p:sp>
      <p:sp>
        <p:nvSpPr>
          <p:cNvPr id="70" name="Text 68"/>
          <p:cNvSpPr/>
          <p:nvPr/>
        </p:nvSpPr>
        <p:spPr>
          <a:xfrm>
            <a:off x="647700" y="2502687"/>
            <a:ext cx="1905000" cy="24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b="1" dirty="0">
                <a:solidFill>
                  <a:srgbClr val="3333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</a:t>
            </a:r>
            <a:endParaRPr lang="en-US" sz="1400" dirty="0"/>
          </a:p>
        </p:txBody>
      </p:sp>
      <p:sp>
        <p:nvSpPr>
          <p:cNvPr id="71" name="Text 69"/>
          <p:cNvSpPr/>
          <p:nvPr/>
        </p:nvSpPr>
        <p:spPr>
          <a:xfrm>
            <a:off x="647700" y="2700807"/>
            <a:ext cx="1905000" cy="24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b="1" dirty="0">
                <a:solidFill>
                  <a:srgbClr val="3333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</a:t>
            </a:r>
            <a:endParaRPr lang="en-US" sz="1400" dirty="0"/>
          </a:p>
        </p:txBody>
      </p:sp>
      <p:sp>
        <p:nvSpPr>
          <p:cNvPr id="72" name="Text 70"/>
          <p:cNvSpPr/>
          <p:nvPr/>
        </p:nvSpPr>
        <p:spPr>
          <a:xfrm>
            <a:off x="609600" y="3445027"/>
            <a:ext cx="1905000" cy="24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Position</a:t>
            </a:r>
            <a:endParaRPr lang="en-US" sz="1400" dirty="0"/>
          </a:p>
        </p:txBody>
      </p:sp>
      <p:sp>
        <p:nvSpPr>
          <p:cNvPr id="73" name="Text 71"/>
          <p:cNvSpPr/>
          <p:nvPr/>
        </p:nvSpPr>
        <p:spPr>
          <a:xfrm>
            <a:off x="609600" y="3657117"/>
            <a:ext cx="1905000" cy="24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3209290" y="3897630"/>
            <a:ext cx="198120" cy="147320"/>
          </a:xfrm>
          <a:prstGeom prst="triangle">
            <a:avLst/>
          </a:prstGeom>
          <a:solidFill>
            <a:srgbClr val="FF9900"/>
          </a:solidFill>
          <a:ln w="3175">
            <a:solidFill>
              <a:srgbClr val="FF990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4212590" y="3897630"/>
            <a:ext cx="198120" cy="147320"/>
          </a:xfrm>
          <a:prstGeom prst="triangle">
            <a:avLst/>
          </a:prstGeom>
          <a:solidFill>
            <a:srgbClr val="FF9900"/>
          </a:solidFill>
          <a:ln w="3175">
            <a:solidFill>
              <a:srgbClr val="FF9900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5184140" y="3897630"/>
            <a:ext cx="198120" cy="147320"/>
          </a:xfrm>
          <a:prstGeom prst="triangle">
            <a:avLst/>
          </a:prstGeom>
          <a:solidFill>
            <a:srgbClr val="FF9900"/>
          </a:solidFill>
          <a:ln w="3175">
            <a:solidFill>
              <a:srgbClr val="FF990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168390" y="3897630"/>
            <a:ext cx="198120" cy="147320"/>
          </a:xfrm>
          <a:prstGeom prst="triangle">
            <a:avLst/>
          </a:prstGeom>
          <a:solidFill>
            <a:srgbClr val="FF9900"/>
          </a:solidFill>
          <a:ln w="3175">
            <a:solidFill>
              <a:srgbClr val="FF9900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7139940" y="3897630"/>
            <a:ext cx="198120" cy="147320"/>
          </a:xfrm>
          <a:prstGeom prst="triangle">
            <a:avLst/>
          </a:prstGeom>
          <a:solidFill>
            <a:srgbClr val="FF9900"/>
          </a:solidFill>
          <a:ln w="3175">
            <a:solidFill>
              <a:srgbClr val="FF9900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0621010" y="3897630"/>
            <a:ext cx="198120" cy="147320"/>
          </a:xfrm>
          <a:prstGeom prst="triangle">
            <a:avLst/>
          </a:prstGeom>
          <a:solidFill>
            <a:srgbClr val="FF9900"/>
          </a:solidFill>
          <a:ln w="3175">
            <a:solidFill>
              <a:srgbClr val="FF990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2211070" y="4116070"/>
            <a:ext cx="10972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+δ</a:t>
            </a:r>
            <a:endParaRPr lang="en-US" sz="1700" dirty="0"/>
          </a:p>
        </p:txBody>
      </p:sp>
      <p:sp>
        <p:nvSpPr>
          <p:cNvPr id="81" name="Text 79"/>
          <p:cNvSpPr/>
          <p:nvPr/>
        </p:nvSpPr>
        <p:spPr>
          <a:xfrm>
            <a:off x="3129280" y="4116070"/>
            <a:ext cx="10972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+δ</a:t>
            </a:r>
            <a:endParaRPr lang="en-US" sz="1700" dirty="0"/>
          </a:p>
        </p:txBody>
      </p:sp>
      <p:sp>
        <p:nvSpPr>
          <p:cNvPr id="82" name="Text 80"/>
          <p:cNvSpPr/>
          <p:nvPr/>
        </p:nvSpPr>
        <p:spPr>
          <a:xfrm>
            <a:off x="4199890" y="4116070"/>
            <a:ext cx="10972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+δ</a:t>
            </a:r>
            <a:endParaRPr lang="en-US" sz="1700" dirty="0"/>
          </a:p>
        </p:txBody>
      </p:sp>
      <p:sp>
        <p:nvSpPr>
          <p:cNvPr id="83" name="Text 81"/>
          <p:cNvSpPr/>
          <p:nvPr/>
        </p:nvSpPr>
        <p:spPr>
          <a:xfrm>
            <a:off x="5196840" y="4116070"/>
            <a:ext cx="10972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+δ</a:t>
            </a:r>
            <a:endParaRPr lang="en-US" sz="1700" dirty="0"/>
          </a:p>
        </p:txBody>
      </p:sp>
      <p:sp>
        <p:nvSpPr>
          <p:cNvPr id="84" name="Text 82"/>
          <p:cNvSpPr/>
          <p:nvPr/>
        </p:nvSpPr>
        <p:spPr>
          <a:xfrm>
            <a:off x="6154420" y="4116070"/>
            <a:ext cx="10972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+δ</a:t>
            </a:r>
            <a:endParaRPr lang="en-US" sz="1700" dirty="0"/>
          </a:p>
        </p:txBody>
      </p:sp>
      <p:sp>
        <p:nvSpPr>
          <p:cNvPr id="85" name="Text 83"/>
          <p:cNvSpPr/>
          <p:nvPr/>
        </p:nvSpPr>
        <p:spPr>
          <a:xfrm>
            <a:off x="9702800" y="4116070"/>
            <a:ext cx="10972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+δ</a:t>
            </a:r>
            <a:endParaRPr lang="en-US" sz="1700" dirty="0"/>
          </a:p>
        </p:txBody>
      </p:sp>
      <p:sp>
        <p:nvSpPr>
          <p:cNvPr id="86" name="Shape 84"/>
          <p:cNvSpPr/>
          <p:nvPr/>
        </p:nvSpPr>
        <p:spPr>
          <a:xfrm>
            <a:off x="3743960" y="1076960"/>
            <a:ext cx="5812790" cy="345440"/>
          </a:xfrm>
          <a:prstGeom prst="rect">
            <a:avLst/>
          </a:prstGeom>
          <a:solidFill>
            <a:srgbClr val="FFFF00"/>
          </a:solidFill>
          <a:ln/>
        </p:spPr>
      </p:sp>
      <p:sp>
        <p:nvSpPr>
          <p:cNvPr id="87" name="Text 85"/>
          <p:cNvSpPr/>
          <p:nvPr/>
        </p:nvSpPr>
        <p:spPr>
          <a:xfrm>
            <a:off x="1090930" y="1073150"/>
            <a:ext cx="11091672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(Rules Controlling Good Positional Encoder)</a:t>
            </a:r>
            <a:endParaRPr lang="en-US" sz="2200" dirty="0"/>
          </a:p>
        </p:txBody>
      </p:sp>
      <p:sp>
        <p:nvSpPr>
          <p:cNvPr id="88" name="Shape 86"/>
          <p:cNvSpPr/>
          <p:nvPr/>
        </p:nvSpPr>
        <p:spPr>
          <a:xfrm>
            <a:off x="745490" y="4638040"/>
            <a:ext cx="10721340" cy="2033270"/>
          </a:xfrm>
          <a:prstGeom prst="roundRect">
            <a:avLst>
              <a:gd name="adj" fmla="val 3148"/>
            </a:avLst>
          </a:prstGeom>
          <a:solidFill>
            <a:srgbClr val="FFFFCC"/>
          </a:solidFill>
          <a:ln w="19050">
            <a:solidFill>
              <a:srgbClr val="0066CC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257300" y="5330190"/>
            <a:ext cx="1555750" cy="26670"/>
          </a:xfrm>
          <a:prstGeom prst="rect">
            <a:avLst/>
          </a:prstGeom>
          <a:solidFill>
            <a:srgbClr val="0000CC"/>
          </a:solidFill>
          <a:ln/>
        </p:spPr>
      </p:sp>
      <p:sp>
        <p:nvSpPr>
          <p:cNvPr id="90" name="Shape 88"/>
          <p:cNvSpPr/>
          <p:nvPr/>
        </p:nvSpPr>
        <p:spPr>
          <a:xfrm>
            <a:off x="4972050" y="5330190"/>
            <a:ext cx="1244600" cy="26670"/>
          </a:xfrm>
          <a:prstGeom prst="rect">
            <a:avLst/>
          </a:prstGeom>
          <a:solidFill>
            <a:srgbClr val="0000CC"/>
          </a:solidFill>
          <a:ln/>
        </p:spPr>
      </p:sp>
      <p:sp>
        <p:nvSpPr>
          <p:cNvPr id="91" name="Shape 89"/>
          <p:cNvSpPr/>
          <p:nvPr/>
        </p:nvSpPr>
        <p:spPr>
          <a:xfrm>
            <a:off x="7543800" y="6193790"/>
            <a:ext cx="3854450" cy="26670"/>
          </a:xfrm>
          <a:prstGeom prst="rect">
            <a:avLst/>
          </a:prstGeom>
          <a:solidFill>
            <a:srgbClr val="0000CC"/>
          </a:solidFill>
          <a:ln/>
        </p:spPr>
      </p:sp>
      <p:sp>
        <p:nvSpPr>
          <p:cNvPr id="92" name="Text 90"/>
          <p:cNvSpPr/>
          <p:nvPr/>
        </p:nvSpPr>
        <p:spPr>
          <a:xfrm>
            <a:off x="789940" y="4789170"/>
            <a:ext cx="762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775" b="1" i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[1]   δ value </a:t>
            </a:r>
            <a:pPr algn="l" indent="0" marL="0">
              <a:lnSpc>
                <a:spcPts val="2300"/>
              </a:lnSpc>
              <a:buNone/>
            </a:pPr>
            <a:r>
              <a:rPr lang="en-US" sz="1775" b="1" i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should be same</a:t>
            </a:r>
            <a:pPr algn="l" indent="0" marL="0">
              <a:lnSpc>
                <a:spcPts val="2300"/>
              </a:lnSpc>
              <a:buNone/>
            </a:pPr>
            <a:r>
              <a:rPr lang="en-US" sz="1775" i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Long sequence and short sequence</a:t>
            </a:r>
            <a:endParaRPr lang="en-US" sz="1775" dirty="0"/>
          </a:p>
        </p:txBody>
      </p:sp>
      <p:sp>
        <p:nvSpPr>
          <p:cNvPr id="93" name="Text 91"/>
          <p:cNvSpPr/>
          <p:nvPr/>
        </p:nvSpPr>
        <p:spPr>
          <a:xfrm>
            <a:off x="1239520" y="5081270"/>
            <a:ext cx="9906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775" i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(same positions</a:t>
            </a:r>
            <a:pPr algn="l" indent="0" marL="0">
              <a:lnSpc>
                <a:spcPts val="2300"/>
              </a:lnSpc>
              <a:buNone/>
            </a:pPr>
            <a:r>
              <a:rPr lang="en-US" sz="1775" i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will be encoded with </a:t>
            </a:r>
            <a:pPr algn="l" indent="0" marL="0">
              <a:lnSpc>
                <a:spcPts val="2300"/>
              </a:lnSpc>
              <a:buNone/>
            </a:pPr>
            <a:r>
              <a:rPr lang="en-US" sz="1775" i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values</a:t>
            </a:r>
            <a:pPr algn="l" indent="0" marL="0">
              <a:lnSpc>
                <a:spcPts val="2300"/>
              </a:lnSpc>
              <a:buNone/>
            </a:pPr>
            <a:r>
              <a:rPr lang="en-US" sz="1775" i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irrespective of the length of the sequence)</a:t>
            </a:r>
            <a:endParaRPr lang="en-US" sz="1775" dirty="0"/>
          </a:p>
        </p:txBody>
      </p:sp>
      <p:sp>
        <p:nvSpPr>
          <p:cNvPr id="94" name="Text 92"/>
          <p:cNvSpPr/>
          <p:nvPr/>
        </p:nvSpPr>
        <p:spPr>
          <a:xfrm>
            <a:off x="777240" y="5360670"/>
            <a:ext cx="889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775" b="1" i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[2] Range of position encoded values</a:t>
            </a:r>
            <a:pPr algn="l" indent="0" marL="0">
              <a:lnSpc>
                <a:spcPts val="2300"/>
              </a:lnSpc>
              <a:buNone/>
            </a:pPr>
            <a:r>
              <a:rPr lang="en-US" sz="1775" b="1" i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should NOT depend on sequence length</a:t>
            </a:r>
            <a:endParaRPr lang="en-US" sz="1775" dirty="0"/>
          </a:p>
        </p:txBody>
      </p:sp>
      <p:sp>
        <p:nvSpPr>
          <p:cNvPr id="95" name="Text 93"/>
          <p:cNvSpPr/>
          <p:nvPr/>
        </p:nvSpPr>
        <p:spPr>
          <a:xfrm>
            <a:off x="1173480" y="5666740"/>
            <a:ext cx="635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775" i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(predefined fixed range  e.g. from 0 to 1 , form -1 to 1 , ...)</a:t>
            </a:r>
            <a:endParaRPr lang="en-US" sz="1775" dirty="0"/>
          </a:p>
        </p:txBody>
      </p:sp>
      <p:sp>
        <p:nvSpPr>
          <p:cNvPr id="96" name="Text 94"/>
          <p:cNvSpPr/>
          <p:nvPr/>
        </p:nvSpPr>
        <p:spPr>
          <a:xfrm>
            <a:off x="789940" y="5948680"/>
            <a:ext cx="11176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750" b="1" i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[3] Position Encoding  should be a  VECTOR</a:t>
            </a:r>
            <a:pPr algn="l" indent="0" marL="0">
              <a:lnSpc>
                <a:spcPts val="2300"/>
              </a:lnSpc>
              <a:buNone/>
            </a:pPr>
            <a:r>
              <a:rPr lang="en-US" sz="1750" i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(not scalar) and of </a:t>
            </a:r>
            <a:pPr algn="l" indent="0" marL="0">
              <a:lnSpc>
                <a:spcPts val="2300"/>
              </a:lnSpc>
              <a:buNone/>
            </a:pPr>
            <a:r>
              <a:rPr lang="en-US" sz="1750" b="1" i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dimension as Word Embedding</a:t>
            </a:r>
            <a:endParaRPr lang="en-US" sz="1750" dirty="0"/>
          </a:p>
        </p:txBody>
      </p:sp>
      <p:sp>
        <p:nvSpPr>
          <p:cNvPr id="97" name="Text 95"/>
          <p:cNvSpPr/>
          <p:nvPr/>
        </p:nvSpPr>
        <p:spPr>
          <a:xfrm>
            <a:off x="1239520" y="6238240"/>
            <a:ext cx="8128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775" i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(in order to easily  combine Position Encoding and Word Encoding vectors)</a:t>
            </a:r>
            <a:endParaRPr lang="en-US" sz="1775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71500"/>
            <a:ext cx="11137900" cy="6286500"/>
          </a:xfrm>
          <a:prstGeom prst="rect">
            <a:avLst/>
          </a:prstGeom>
          <a:solidFill>
            <a:srgbClr val="E9E9E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22605" y="904240"/>
            <a:ext cx="1066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Sine/Cosine Encoders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9148" y="1208786"/>
            <a:ext cx="1066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(an industrial application of Motor Control System)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1088319" y="2272699"/>
            <a:ext cx="2682084" cy="2591674"/>
          </a:xfrm>
          <a:prstGeom prst="roundRect">
            <a:avLst>
              <a:gd name="adj" fmla="val 2117"/>
            </a:avLst>
          </a:prstGeom>
          <a:solidFill>
            <a:srgbClr val="FFFFFF"/>
          </a:solidFill>
          <a:ln w="28575">
            <a:solidFill>
              <a:srgbClr val="00A651"/>
            </a:solidFill>
            <a:prstDash val="solid"/>
          </a:ln>
        </p:spPr>
      </p:sp>
      <p:pic>
        <p:nvPicPr>
          <p:cNvPr id="8" name="Image 0" descr="/home/ahmed/Projects/ai_llm_slides/videos/deep-learning/002_transformers_part2/recreated_pptx/build/assets/s025_mo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743" y="2312571"/>
            <a:ext cx="2616023" cy="1687911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2334895" y="2803652"/>
            <a:ext cx="152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 Motor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1352563" y="4040353"/>
            <a:ext cx="1360861" cy="651241"/>
          </a:xfrm>
          <a:prstGeom prst="roundRect">
            <a:avLst>
              <a:gd name="adj" fmla="val 11233"/>
            </a:avLst>
          </a:prstGeom>
          <a:solidFill>
            <a:srgbClr val="EED0AF"/>
          </a:solidFill>
          <a:ln/>
        </p:spPr>
      </p:sp>
      <p:sp>
        <p:nvSpPr>
          <p:cNvPr id="11" name="Text 8"/>
          <p:cNvSpPr/>
          <p:nvPr/>
        </p:nvSpPr>
        <p:spPr>
          <a:xfrm>
            <a:off x="1397013" y="3992093"/>
            <a:ext cx="1360861" cy="6512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1850" b="1" dirty="0">
                <a:solidFill>
                  <a:srgbClr val="8B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Sin/Cos</a:t>
            </a:r>
            <a:endParaRPr lang="en-US" sz="1850" dirty="0"/>
          </a:p>
          <a:p>
            <a:pPr algn="ctr" indent="0" marL="0">
              <a:lnSpc>
                <a:spcPts val="2300"/>
              </a:lnSpc>
              <a:buNone/>
            </a:pPr>
            <a:r>
              <a:rPr lang="en-US" sz="1850" b="1" dirty="0">
                <a:solidFill>
                  <a:srgbClr val="8B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</a:t>
            </a:r>
            <a:endParaRPr lang="en-US" sz="1850" dirty="0"/>
          </a:p>
        </p:txBody>
      </p:sp>
      <p:sp>
        <p:nvSpPr>
          <p:cNvPr id="12" name="Shape 9"/>
          <p:cNvSpPr/>
          <p:nvPr/>
        </p:nvSpPr>
        <p:spPr>
          <a:xfrm>
            <a:off x="4364954" y="2910649"/>
            <a:ext cx="726673" cy="292394"/>
          </a:xfrm>
          <a:prstGeom prst="rightArrow">
            <a:avLst/>
          </a:prstGeom>
          <a:solidFill>
            <a:srgbClr val="C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612388" y="3326130"/>
            <a:ext cx="2286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250"/>
              </a:lnSpc>
              <a:buNone/>
            </a:pPr>
            <a:r>
              <a:rPr lang="en-US" sz="16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Sin/Cos Encoder</a:t>
            </a:r>
            <a:endParaRPr lang="en-US" sz="1600" dirty="0"/>
          </a:p>
          <a:p>
            <a:pPr algn="ctr" indent="0" marL="0">
              <a:lnSpc>
                <a:spcPts val="3250"/>
              </a:lnSpc>
              <a:buNone/>
            </a:pPr>
            <a:r>
              <a:rPr lang="en-US" sz="16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Signals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5699390" y="1860689"/>
            <a:ext cx="5073500" cy="3309368"/>
          </a:xfrm>
          <a:prstGeom prst="roundRect">
            <a:avLst>
              <a:gd name="adj" fmla="val 1658"/>
            </a:avLst>
          </a:prstGeom>
          <a:solidFill>
            <a:srgbClr val="FFFFFF"/>
          </a:solidFill>
          <a:ln w="28575">
            <a:solidFill>
              <a:srgbClr val="00A651"/>
            </a:solidFill>
            <a:prstDash val="solid"/>
          </a:ln>
        </p:spPr>
      </p:sp>
      <p:pic>
        <p:nvPicPr>
          <p:cNvPr id="15" name="Image 1" descr="/home/ahmed/Projects/ai_llm_slides/videos/deep-learning/002_transformers_part2/recreated_pptx/build/assets/s025_r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6120" y="1953723"/>
            <a:ext cx="3382333" cy="3163171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731254" y="2707513"/>
            <a:ext cx="17780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Rotation direction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6985254" y="2933573"/>
            <a:ext cx="12700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CCW/CW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9118346" y="2674112"/>
            <a:ext cx="635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9208262" y="2946527"/>
            <a:ext cx="635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C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6499479" y="3897122"/>
            <a:ext cx="20320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 count =16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6433820" y="4015740"/>
            <a:ext cx="2286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(16 signal periods per</a:t>
            </a:r>
            <a:endParaRPr lang="en-US" sz="1050" dirty="0"/>
          </a:p>
          <a:p>
            <a:pPr algn="ctr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revolution)</a:t>
            </a:r>
            <a:endParaRPr lang="en-US" sz="1050" dirty="0"/>
          </a:p>
        </p:txBody>
      </p:sp>
      <p:sp>
        <p:nvSpPr>
          <p:cNvPr id="22" name="Text 18"/>
          <p:cNvSpPr/>
          <p:nvPr/>
        </p:nvSpPr>
        <p:spPr>
          <a:xfrm>
            <a:off x="9209659" y="3605149"/>
            <a:ext cx="15240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Sin/Cos signal period</a:t>
            </a:r>
            <a:endParaRPr lang="en-US" sz="1050" dirty="0"/>
          </a:p>
        </p:txBody>
      </p:sp>
      <p:sp>
        <p:nvSpPr>
          <p:cNvPr id="23" name="Text 19"/>
          <p:cNvSpPr/>
          <p:nvPr/>
        </p:nvSpPr>
        <p:spPr>
          <a:xfrm>
            <a:off x="1816100" y="5407660"/>
            <a:ext cx="8890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Incremental rotary  position encoders are used in many applications to</a:t>
            </a:r>
            <a:endParaRPr lang="en-US" sz="2000" dirty="0"/>
          </a:p>
          <a:p>
            <a:pPr algn="ctr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 angular  position and speed.</a:t>
            </a:r>
            <a:endParaRPr lang="en-US" sz="2000" dirty="0"/>
          </a:p>
        </p:txBody>
      </p:sp>
      <p:sp>
        <p:nvSpPr>
          <p:cNvPr id="24" name="Text 20"/>
          <p:cNvSpPr/>
          <p:nvPr/>
        </p:nvSpPr>
        <p:spPr>
          <a:xfrm>
            <a:off x="850519" y="6269101"/>
            <a:ext cx="17780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i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More Info: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1043178" y="6422390"/>
            <a:ext cx="66040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OF HIGH RESOLUTION POSITION INFORMATION FROM SINUSOIDAL ENCODERS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2928366" y="6594983"/>
            <a:ext cx="27940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J. Burke, J. F. Moynhan, K. Unterkofler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71500"/>
            <a:ext cx="11137900" cy="6286500"/>
          </a:xfrm>
          <a:prstGeom prst="rect">
            <a:avLst/>
          </a:prstGeom>
          <a:solidFill>
            <a:srgbClr val="E9E9E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634150" y="2099920"/>
            <a:ext cx="8495469" cy="415996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5065202" y="2485349"/>
            <a:ext cx="3382333" cy="3721378"/>
          </a:xfrm>
          <a:prstGeom prst="rect">
            <a:avLst/>
          </a:prstGeom>
          <a:solidFill>
            <a:srgbClr val="C4DCA0"/>
          </a:solidFill>
          <a:ln w="12700">
            <a:solidFill>
              <a:srgbClr val="6D775C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7258434" y="2538511"/>
            <a:ext cx="1268375" cy="29239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7258434" y="2538511"/>
            <a:ext cx="1268375" cy="292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TIDA-00176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761321" y="3495437"/>
            <a:ext cx="1070191" cy="0"/>
          </a:xfrm>
          <a:prstGeom prst="line">
            <a:avLst/>
          </a:prstGeom>
          <a:noFill/>
          <a:ln w="22225">
            <a:solidFill>
              <a:srgbClr val="1A1A1A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761321" y="4226422"/>
            <a:ext cx="1017342" cy="0"/>
          </a:xfrm>
          <a:prstGeom prst="line">
            <a:avLst/>
          </a:prstGeom>
          <a:noFill/>
          <a:ln w="22225">
            <a:solidFill>
              <a:srgbClr val="1A1A1A"/>
            </a:solidFill>
            <a:prstDash val="solid"/>
            <a:headEnd type="triangl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4761321" y="4997279"/>
            <a:ext cx="1043767" cy="0"/>
          </a:xfrm>
          <a:prstGeom prst="line">
            <a:avLst/>
          </a:prstGeom>
          <a:noFill/>
          <a:ln w="22225">
            <a:solidFill>
              <a:srgbClr val="1A1A1A"/>
            </a:solidFill>
            <a:prstDash val="solid"/>
            <a:headEnd type="triangl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8011531" y="3482147"/>
            <a:ext cx="0" cy="2432186"/>
          </a:xfrm>
          <a:prstGeom prst="line">
            <a:avLst/>
          </a:prstGeom>
          <a:noFill/>
          <a:ln w="22225">
            <a:solidFill>
              <a:srgbClr val="3E5425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403769" y="3495437"/>
            <a:ext cx="620975" cy="0"/>
          </a:xfrm>
          <a:prstGeom prst="line">
            <a:avLst/>
          </a:prstGeom>
          <a:noFill/>
          <a:ln w="22225">
            <a:solidFill>
              <a:srgbClr val="1A1A1A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403769" y="4226422"/>
            <a:ext cx="951281" cy="0"/>
          </a:xfrm>
          <a:prstGeom prst="line">
            <a:avLst/>
          </a:prstGeom>
          <a:noFill/>
          <a:ln w="22225">
            <a:solidFill>
              <a:srgbClr val="1A1A1A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998319" y="4625141"/>
            <a:ext cx="356730" cy="0"/>
          </a:xfrm>
          <a:prstGeom prst="line">
            <a:avLst/>
          </a:prstGeom>
          <a:noFill/>
          <a:ln w="22225">
            <a:solidFill>
              <a:srgbClr val="1A1A1A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729944" y="5914333"/>
            <a:ext cx="1744015" cy="0"/>
          </a:xfrm>
          <a:prstGeom prst="line">
            <a:avLst/>
          </a:prstGeom>
          <a:noFill/>
          <a:ln w="22225">
            <a:solidFill>
              <a:srgbClr val="1A1A1A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2805910" y="3176462"/>
            <a:ext cx="1955411" cy="1967014"/>
          </a:xfrm>
          <a:prstGeom prst="rect">
            <a:avLst/>
          </a:prstGeom>
          <a:solidFill>
            <a:srgbClr val="0EBFEB"/>
          </a:solidFill>
          <a:ln w="12700">
            <a:solidFill>
              <a:srgbClr val="0D89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32334" y="3349240"/>
            <a:ext cx="1149465" cy="425300"/>
          </a:xfrm>
          <a:prstGeom prst="rect">
            <a:avLst/>
          </a:prstGeom>
          <a:solidFill>
            <a:srgbClr val="F5D5BC"/>
          </a:solidFill>
          <a:ln/>
        </p:spPr>
      </p:sp>
      <p:sp>
        <p:nvSpPr>
          <p:cNvPr id="19" name="Text 17"/>
          <p:cNvSpPr/>
          <p:nvPr/>
        </p:nvSpPr>
        <p:spPr>
          <a:xfrm>
            <a:off x="2858758" y="3322659"/>
            <a:ext cx="1096616" cy="3987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800" b="1" u="sng" dirty="0">
                <a:solidFill>
                  <a:srgbClr val="C00000"/>
                </a:solidFill>
                <a:uFill>
                  <a:solidFill>
                    <a:srgbClr val="1A1A1A"/>
                  </a:solidFill>
                </a:uFill>
                <a:latin typeface="Arial" pitchFamily="34" charset="0"/>
                <a:ea typeface="Arial" pitchFamily="34" charset="-122"/>
                <a:cs typeface="Arial" pitchFamily="34" charset="-120"/>
              </a:rPr>
              <a:t>Fine Angle: </a:t>
            </a:r>
            <a:pPr algn="l" indent="0" marL="0">
              <a:lnSpc>
                <a:spcPts val="1450"/>
              </a:lnSpc>
              <a:buNone/>
            </a:pPr>
            <a:r>
              <a:rPr lang="en-US" sz="800" b="1" u="sng" dirty="0">
                <a:solidFill>
                  <a:srgbClr val="1A1A1A"/>
                </a:solidFill>
                <a:uFill>
                  <a:solidFill>
                    <a:srgbClr val="1A1A1A"/>
                  </a:solidFill>
                </a:uFill>
                <a:latin typeface="Arial" pitchFamily="34" charset="0"/>
                <a:ea typeface="Arial" pitchFamily="34" charset="-122"/>
                <a:cs typeface="Arial" pitchFamily="34" charset="-120"/>
              </a:rPr>
              <a:t>atan(A/B)</a:t>
            </a:r>
            <a:endParaRPr lang="en-US" sz="800" dirty="0"/>
          </a:p>
          <a:p>
            <a:pPr algn="l" indent="0" marL="0">
              <a:lnSpc>
                <a:spcPts val="145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Option 1: 16 bit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832334" y="4066935"/>
            <a:ext cx="1149465" cy="398719"/>
          </a:xfrm>
          <a:prstGeom prst="rect">
            <a:avLst/>
          </a:prstGeom>
          <a:solidFill>
            <a:srgbClr val="D6E6BF"/>
          </a:solidFill>
          <a:ln/>
        </p:spPr>
      </p:sp>
      <p:sp>
        <p:nvSpPr>
          <p:cNvPr id="21" name="Text 19"/>
          <p:cNvSpPr/>
          <p:nvPr/>
        </p:nvSpPr>
        <p:spPr>
          <a:xfrm>
            <a:off x="2858758" y="4040353"/>
            <a:ext cx="1096616" cy="3987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800" b="1" u="sng" dirty="0">
                <a:solidFill>
                  <a:srgbClr val="C00000"/>
                </a:solidFill>
                <a:uFill>
                  <a:solidFill>
                    <a:srgbClr val="1A1A1A"/>
                  </a:solidFill>
                </a:uFill>
                <a:latin typeface="Arial" pitchFamily="34" charset="0"/>
                <a:ea typeface="Arial" pitchFamily="34" charset="-122"/>
                <a:cs typeface="Arial" pitchFamily="34" charset="-120"/>
              </a:rPr>
              <a:t>Fine Angle: </a:t>
            </a:r>
            <a:pPr algn="l" indent="0" marL="0">
              <a:lnSpc>
                <a:spcPts val="1450"/>
              </a:lnSpc>
              <a:buNone/>
            </a:pPr>
            <a:r>
              <a:rPr lang="en-US" sz="800" b="1" u="sng" dirty="0">
                <a:solidFill>
                  <a:srgbClr val="1A1A1A"/>
                </a:solidFill>
                <a:uFill>
                  <a:solidFill>
                    <a:srgbClr val="1A1A1A"/>
                  </a:solidFill>
                </a:uFill>
                <a:latin typeface="Arial" pitchFamily="34" charset="0"/>
                <a:ea typeface="Arial" pitchFamily="34" charset="-122"/>
                <a:cs typeface="Arial" pitchFamily="34" charset="-120"/>
              </a:rPr>
              <a:t>atan(A/B)</a:t>
            </a:r>
            <a:endParaRPr lang="en-US" sz="800" dirty="0"/>
          </a:p>
          <a:p>
            <a:pPr algn="l" indent="0" marL="0">
              <a:lnSpc>
                <a:spcPts val="145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Option 2: 12-bit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2858758" y="4758048"/>
            <a:ext cx="1096616" cy="39871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2885183" y="4771338"/>
            <a:ext cx="1043767" cy="372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800" b="1" u="sng" dirty="0">
                <a:solidFill>
                  <a:srgbClr val="1A1A1A"/>
                </a:solidFill>
                <a:uFill>
                  <a:solidFill>
                    <a:srgbClr val="1A1A1A"/>
                  </a:solidFill>
                </a:uFill>
                <a:latin typeface="Arial" pitchFamily="34" charset="0"/>
                <a:ea typeface="Arial" pitchFamily="34" charset="-122"/>
                <a:cs typeface="Arial" pitchFamily="34" charset="-120"/>
              </a:rPr>
              <a:t>Coarse Angle</a:t>
            </a:r>
            <a:endParaRPr lang="en-US" sz="800" dirty="0"/>
          </a:p>
          <a:p>
            <a:pPr algn="l" indent="0" marL="0">
              <a:lnSpc>
                <a:spcPts val="145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Incremental count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748109" y="3349240"/>
            <a:ext cx="158547" cy="146197"/>
          </a:xfrm>
          <a:prstGeom prst="rect">
            <a:avLst/>
          </a:prstGeom>
          <a:solidFill>
            <a:srgbClr val="FFFFFF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774533" y="3349240"/>
            <a:ext cx="0" cy="-26581"/>
          </a:xfrm>
          <a:prstGeom prst="line">
            <a:avLst/>
          </a:prstGeom>
          <a:noFill/>
          <a:ln w="22225">
            <a:solidFill>
              <a:srgbClr val="1A1A1A"/>
            </a:solidFill>
            <a:prstDash val="solid"/>
            <a:headEnd type="none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4827382" y="3349240"/>
            <a:ext cx="0" cy="-26581"/>
          </a:xfrm>
          <a:prstGeom prst="line">
            <a:avLst/>
          </a:prstGeom>
          <a:noFill/>
          <a:ln w="22225">
            <a:solidFill>
              <a:srgbClr val="1A1A1A"/>
            </a:solidFill>
            <a:prstDash val="solid"/>
            <a:headEnd type="none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4880231" y="3349240"/>
            <a:ext cx="0" cy="-26581"/>
          </a:xfrm>
          <a:prstGeom prst="line">
            <a:avLst/>
          </a:prstGeom>
          <a:noFill/>
          <a:ln w="22225">
            <a:solidFill>
              <a:srgbClr val="1A1A1A"/>
            </a:solidFill>
            <a:prstDash val="solid"/>
            <a:headEnd type="none"/>
            <a:tailEnd type="none"/>
          </a:ln>
        </p:spPr>
      </p:sp>
      <p:sp>
        <p:nvSpPr>
          <p:cNvPr id="28" name="Shape 26"/>
          <p:cNvSpPr/>
          <p:nvPr/>
        </p:nvSpPr>
        <p:spPr>
          <a:xfrm>
            <a:off x="4774533" y="3495437"/>
            <a:ext cx="0" cy="26581"/>
          </a:xfrm>
          <a:prstGeom prst="line">
            <a:avLst/>
          </a:prstGeom>
          <a:noFill/>
          <a:ln w="22225">
            <a:solidFill>
              <a:srgbClr val="1A1A1A"/>
            </a:solidFill>
            <a:prstDash val="solid"/>
            <a:headEnd type="none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4827382" y="3495437"/>
            <a:ext cx="0" cy="26581"/>
          </a:xfrm>
          <a:prstGeom prst="line">
            <a:avLst/>
          </a:prstGeom>
          <a:noFill/>
          <a:ln w="22225">
            <a:solidFill>
              <a:srgbClr val="1A1A1A"/>
            </a:solidFill>
            <a:prstDash val="solid"/>
            <a:headEnd type="none"/>
            <a:tailEnd type="none"/>
          </a:ln>
        </p:spPr>
      </p:sp>
      <p:sp>
        <p:nvSpPr>
          <p:cNvPr id="30" name="Shape 28"/>
          <p:cNvSpPr/>
          <p:nvPr/>
        </p:nvSpPr>
        <p:spPr>
          <a:xfrm>
            <a:off x="4880231" y="3495437"/>
            <a:ext cx="0" cy="26581"/>
          </a:xfrm>
          <a:prstGeom prst="line">
            <a:avLst/>
          </a:prstGeom>
          <a:noFill/>
          <a:ln w="22225">
            <a:solidFill>
              <a:srgbClr val="1A1A1A"/>
            </a:solidFill>
            <a:prstDash val="solid"/>
            <a:headEnd type="none"/>
            <a:tailEnd type="none"/>
          </a:ln>
        </p:spPr>
      </p:sp>
      <p:sp>
        <p:nvSpPr>
          <p:cNvPr id="31" name="Text 29"/>
          <p:cNvSpPr/>
          <p:nvPr/>
        </p:nvSpPr>
        <p:spPr>
          <a:xfrm>
            <a:off x="4536713" y="3535309"/>
            <a:ext cx="449216" cy="186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483864" y="4106806"/>
            <a:ext cx="449216" cy="412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12-bit</a:t>
            </a:r>
            <a:endParaRPr lang="en-US" sz="105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ADC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483864" y="4917535"/>
            <a:ext cx="475641" cy="2259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eQEP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972717" y="3375822"/>
            <a:ext cx="224608" cy="1741073"/>
          </a:xfrm>
          <a:prstGeom prst="rect">
            <a:avLst/>
          </a:prstGeom>
          <a:solidFill>
            <a:srgbClr val="D7D7D7"/>
          </a:solidFill>
          <a:ln w="9525">
            <a:solidFill>
              <a:srgbClr val="4A4A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913262" y="3561890"/>
            <a:ext cx="277457" cy="1382226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vert270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 MCU Interface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210537" y="3189753"/>
            <a:ext cx="594551" cy="4518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A, B</a:t>
            </a:r>
            <a:endParaRPr lang="en-US" sz="750" dirty="0"/>
          </a:p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5210537" y="3987191"/>
            <a:ext cx="554914" cy="42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A, B</a:t>
            </a:r>
            <a:endParaRPr lang="en-US" sz="750" dirty="0"/>
          </a:p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Analog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5210537" y="4678304"/>
            <a:ext cx="594551" cy="42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A, B, R</a:t>
            </a:r>
            <a:endParaRPr lang="en-US" sz="750" dirty="0"/>
          </a:p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TTL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5778663" y="2923940"/>
            <a:ext cx="1744015" cy="305685"/>
          </a:xfrm>
          <a:prstGeom prst="rect">
            <a:avLst/>
          </a:prstGeom>
          <a:solidFill>
            <a:srgbClr val="FFFFFF"/>
          </a:solidFill>
          <a:ln w="9525">
            <a:solidFill>
              <a:srgbClr val="9C9C9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778663" y="2923940"/>
            <a:ext cx="1744015" cy="3056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16-bit high-res path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5857937" y="3203043"/>
            <a:ext cx="1677954" cy="611369"/>
          </a:xfrm>
          <a:prstGeom prst="roundRect">
            <a:avLst>
              <a:gd name="adj" fmla="val 8974"/>
            </a:avLst>
          </a:prstGeom>
          <a:solidFill>
            <a:srgbClr val="F6D7BC"/>
          </a:solidFill>
          <a:ln w="12700">
            <a:solidFill>
              <a:srgbClr val="6E6A28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5976847" y="3296078"/>
            <a:ext cx="792734" cy="412010"/>
          </a:xfrm>
          <a:prstGeom prst="homePlate">
            <a:avLst/>
          </a:prstGeom>
          <a:solidFill>
            <a:srgbClr val="E99968"/>
          </a:solidFill>
          <a:ln/>
        </p:spPr>
      </p:sp>
      <p:sp>
        <p:nvSpPr>
          <p:cNvPr id="43" name="Text 41"/>
          <p:cNvSpPr/>
          <p:nvPr/>
        </p:nvSpPr>
        <p:spPr>
          <a:xfrm>
            <a:off x="6003271" y="3322659"/>
            <a:ext cx="528490" cy="3588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</a:t>
            </a:r>
            <a:endParaRPr lang="en-US" sz="750" dirty="0"/>
          </a:p>
          <a:p>
            <a:pPr algn="ctr" indent="0" marL="0">
              <a:lnSpc>
                <a:spcPts val="900"/>
              </a:lnSpc>
              <a:buNone/>
            </a:pPr>
            <a:r>
              <a:rPr lang="en-US" sz="7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ADC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6769581" y="3482147"/>
            <a:ext cx="158547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  <a:headEnd type="none"/>
            <a:tailEnd type="triangle"/>
          </a:ln>
        </p:spPr>
      </p:sp>
      <p:sp>
        <p:nvSpPr>
          <p:cNvPr id="45" name="Shape 43"/>
          <p:cNvSpPr/>
          <p:nvPr/>
        </p:nvSpPr>
        <p:spPr>
          <a:xfrm rot="16200000">
            <a:off x="6941340" y="3256206"/>
            <a:ext cx="462428" cy="451882"/>
          </a:xfrm>
          <a:prstGeom prst="triangle">
            <a:avLst/>
          </a:prstGeom>
          <a:solidFill>
            <a:srgbClr val="6CCE93"/>
          </a:solidFill>
          <a:ln/>
        </p:spPr>
      </p:sp>
      <p:sp>
        <p:nvSpPr>
          <p:cNvPr id="46" name="Text 44"/>
          <p:cNvSpPr/>
          <p:nvPr/>
        </p:nvSpPr>
        <p:spPr>
          <a:xfrm>
            <a:off x="7549103" y="3282787"/>
            <a:ext cx="792734" cy="212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A+,A-,B+,B-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5778663" y="3920738"/>
            <a:ext cx="1757228" cy="637951"/>
          </a:xfrm>
          <a:prstGeom prst="roundRect">
            <a:avLst>
              <a:gd name="adj" fmla="val 8600"/>
            </a:avLst>
          </a:prstGeom>
          <a:solidFill>
            <a:srgbClr val="C4DCA0"/>
          </a:solidFill>
          <a:ln w="12700">
            <a:solidFill>
              <a:srgbClr val="6E6A28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5778663" y="3827703"/>
            <a:ext cx="1744015" cy="385428"/>
          </a:xfrm>
          <a:prstGeom prst="rect">
            <a:avLst/>
          </a:prstGeom>
          <a:solidFill>
            <a:srgbClr val="FFFFFF"/>
          </a:solidFill>
          <a:ln w="9525">
            <a:solidFill>
              <a:srgbClr val="9C9C9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78663" y="3827703"/>
            <a:ext cx="1744015" cy="3854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Analog path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 rot="16200000">
            <a:off x="6941340" y="4000481"/>
            <a:ext cx="462428" cy="465172"/>
          </a:xfrm>
          <a:prstGeom prst="triangle">
            <a:avLst/>
          </a:prstGeom>
          <a:solidFill>
            <a:srgbClr val="6CCE93"/>
          </a:solidFill>
          <a:ln/>
        </p:spPr>
      </p:sp>
      <p:sp>
        <p:nvSpPr>
          <p:cNvPr id="51" name="Text 49"/>
          <p:cNvSpPr/>
          <p:nvPr/>
        </p:nvSpPr>
        <p:spPr>
          <a:xfrm>
            <a:off x="7549103" y="4226422"/>
            <a:ext cx="792734" cy="212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A+,A-,B+,B-,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7549103" y="4372619"/>
            <a:ext cx="634187" cy="199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R+,R-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6584610" y="4983988"/>
            <a:ext cx="-132122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  <a:headEnd type="none"/>
            <a:tailEnd type="triangle"/>
          </a:ln>
        </p:spPr>
      </p:sp>
      <p:sp>
        <p:nvSpPr>
          <p:cNvPr id="54" name="Shape 52"/>
          <p:cNvSpPr/>
          <p:nvPr/>
        </p:nvSpPr>
        <p:spPr>
          <a:xfrm>
            <a:off x="5805088" y="4651723"/>
            <a:ext cx="1849713" cy="664532"/>
          </a:xfrm>
          <a:prstGeom prst="rect">
            <a:avLst/>
          </a:prstGeom>
          <a:solidFill>
            <a:srgbClr val="ECE9F0"/>
          </a:solidFill>
          <a:ln/>
        </p:spPr>
      </p:sp>
      <p:sp>
        <p:nvSpPr>
          <p:cNvPr id="55" name="Shape 53"/>
          <p:cNvSpPr/>
          <p:nvPr/>
        </p:nvSpPr>
        <p:spPr>
          <a:xfrm rot="16200000">
            <a:off x="6003271" y="4758048"/>
            <a:ext cx="436004" cy="478463"/>
          </a:xfrm>
          <a:prstGeom prst="triangle">
            <a:avLst/>
          </a:prstGeom>
          <a:solidFill>
            <a:srgbClr val="6CCE93"/>
          </a:solidFill>
          <a:ln w="9525">
            <a:solidFill>
              <a:srgbClr val="2E8B57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48606" y="4877663"/>
            <a:ext cx="145335" cy="26581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57" name="Shape 55"/>
          <p:cNvSpPr/>
          <p:nvPr/>
        </p:nvSpPr>
        <p:spPr>
          <a:xfrm>
            <a:off x="6148606" y="4877663"/>
            <a:ext cx="26424" cy="15948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58" name="Shape 56"/>
          <p:cNvSpPr/>
          <p:nvPr/>
        </p:nvSpPr>
        <p:spPr>
          <a:xfrm>
            <a:off x="6108969" y="5010570"/>
            <a:ext cx="66061" cy="26581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59" name="Shape 57"/>
          <p:cNvSpPr/>
          <p:nvPr/>
        </p:nvSpPr>
        <p:spPr>
          <a:xfrm>
            <a:off x="6267516" y="4877663"/>
            <a:ext cx="26424" cy="186069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60" name="Shape 58"/>
          <p:cNvSpPr/>
          <p:nvPr/>
        </p:nvSpPr>
        <p:spPr>
          <a:xfrm>
            <a:off x="6597822" y="5050442"/>
            <a:ext cx="1083404" cy="265813"/>
          </a:xfrm>
          <a:prstGeom prst="rect">
            <a:avLst/>
          </a:prstGeom>
          <a:solidFill>
            <a:srgbClr val="FFFFFF"/>
          </a:solidFill>
          <a:ln w="9525">
            <a:solidFill>
              <a:srgbClr val="9C9C9C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597822" y="5050442"/>
            <a:ext cx="1083404" cy="265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Comparators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4510288" y="5648520"/>
            <a:ext cx="449216" cy="2392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V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4985929" y="5648520"/>
            <a:ext cx="237820" cy="239231"/>
          </a:xfrm>
          <a:prstGeom prst="rect">
            <a:avLst/>
          </a:prstGeom>
          <a:solidFill>
            <a:srgbClr val="D7D7D7"/>
          </a:solidFill>
          <a:ln w="9525">
            <a:solidFill>
              <a:srgbClr val="8C8C8C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223749" y="5768136"/>
            <a:ext cx="607763" cy="0"/>
          </a:xfrm>
          <a:prstGeom prst="line">
            <a:avLst/>
          </a:prstGeom>
          <a:noFill/>
          <a:ln w="22225">
            <a:solidFill>
              <a:srgbClr val="1A1A1A"/>
            </a:solidFill>
            <a:prstDash val="solid"/>
            <a:headEnd type="none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5857937" y="5528905"/>
            <a:ext cx="845583" cy="531625"/>
          </a:xfrm>
          <a:prstGeom prst="rect">
            <a:avLst/>
          </a:prstGeom>
          <a:solidFill>
            <a:srgbClr val="D0BA6F"/>
          </a:solidFill>
          <a:ln/>
        </p:spPr>
      </p:sp>
      <p:sp>
        <p:nvSpPr>
          <p:cNvPr id="66" name="Text 64"/>
          <p:cNvSpPr/>
          <p:nvPr/>
        </p:nvSpPr>
        <p:spPr>
          <a:xfrm>
            <a:off x="5857937" y="5555486"/>
            <a:ext cx="845583" cy="4784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</a:t>
            </a:r>
            <a:endParaRPr lang="en-US" sz="8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Supplies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6729944" y="5741555"/>
            <a:ext cx="317094" cy="0"/>
          </a:xfrm>
          <a:prstGeom prst="line">
            <a:avLst/>
          </a:prstGeom>
          <a:noFill/>
          <a:ln w="22225">
            <a:solidFill>
              <a:srgbClr val="1A1A1A"/>
            </a:solidFill>
            <a:prstDash val="solid"/>
            <a:headEnd type="none"/>
            <a:tailEnd type="triangle"/>
          </a:ln>
        </p:spPr>
      </p:sp>
      <p:sp>
        <p:nvSpPr>
          <p:cNvPr id="68" name="Text 66"/>
          <p:cNvSpPr/>
          <p:nvPr/>
        </p:nvSpPr>
        <p:spPr>
          <a:xfrm>
            <a:off x="7073463" y="5635230"/>
            <a:ext cx="422792" cy="212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V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6729944" y="5980786"/>
            <a:ext cx="317094" cy="0"/>
          </a:xfrm>
          <a:prstGeom prst="line">
            <a:avLst/>
          </a:prstGeom>
          <a:noFill/>
          <a:ln w="22225">
            <a:solidFill>
              <a:srgbClr val="1A1A1A"/>
            </a:solidFill>
            <a:prstDash val="solid"/>
            <a:headEnd type="none"/>
            <a:tailEnd type="triangle"/>
          </a:ln>
        </p:spPr>
      </p:sp>
      <p:sp>
        <p:nvSpPr>
          <p:cNvPr id="70" name="Text 68"/>
          <p:cNvSpPr/>
          <p:nvPr/>
        </p:nvSpPr>
        <p:spPr>
          <a:xfrm>
            <a:off x="7073463" y="5874461"/>
            <a:ext cx="502065" cy="212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 V</a:t>
            </a:r>
            <a:endParaRPr lang="en-US" sz="900" dirty="0"/>
          </a:p>
        </p:txBody>
      </p:sp>
      <p:sp>
        <p:nvSpPr>
          <p:cNvPr id="71" name="Text 69"/>
          <p:cNvSpPr/>
          <p:nvPr/>
        </p:nvSpPr>
        <p:spPr>
          <a:xfrm>
            <a:off x="7654801" y="5940914"/>
            <a:ext cx="1321224" cy="199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 Supply: 5.25 V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8328625" y="3721378"/>
            <a:ext cx="224608" cy="1236029"/>
          </a:xfrm>
          <a:prstGeom prst="rect">
            <a:avLst/>
          </a:prstGeom>
          <a:solidFill>
            <a:srgbClr val="D7D7D7"/>
          </a:solidFill>
          <a:ln w="9525">
            <a:solidFill>
              <a:srgbClr val="4A4A4A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8308807" y="3880866"/>
            <a:ext cx="264245" cy="930345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vert270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 connector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8830690" y="2485349"/>
            <a:ext cx="2219656" cy="3694797"/>
          </a:xfrm>
          <a:prstGeom prst="roundRect">
            <a:avLst>
              <a:gd name="adj" fmla="val 4943"/>
            </a:avLst>
          </a:prstGeom>
          <a:solidFill>
            <a:srgbClr val="FFFFFF"/>
          </a:solidFill>
          <a:ln w="31750">
            <a:solidFill>
              <a:srgbClr val="1E753E"/>
            </a:solidFill>
            <a:prstDash val="solid"/>
          </a:ln>
        </p:spPr>
      </p:sp>
      <p:pic>
        <p:nvPicPr>
          <p:cNvPr id="75" name="Image 0" descr="/home/ahmed/Projects/ai_llm_slides/videos/deep-learning/002_transformers_part2/recreated_pptx/build/assets/slide026_wir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6809" y="3269496"/>
            <a:ext cx="2589599" cy="2445477"/>
          </a:xfrm>
          <a:prstGeom prst="rect">
            <a:avLst/>
          </a:prstGeom>
        </p:spPr>
      </p:pic>
      <p:sp>
        <p:nvSpPr>
          <p:cNvPr id="76" name="Text 73"/>
          <p:cNvSpPr/>
          <p:nvPr/>
        </p:nvSpPr>
        <p:spPr>
          <a:xfrm>
            <a:off x="8751417" y="4000481"/>
            <a:ext cx="502065" cy="159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A+,</a:t>
            </a:r>
            <a:endParaRPr lang="en-US" sz="650" dirty="0"/>
          </a:p>
        </p:txBody>
      </p:sp>
      <p:sp>
        <p:nvSpPr>
          <p:cNvPr id="77" name="Text 74"/>
          <p:cNvSpPr/>
          <p:nvPr/>
        </p:nvSpPr>
        <p:spPr>
          <a:xfrm>
            <a:off x="8751417" y="4166614"/>
            <a:ext cx="502065" cy="159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A-,</a:t>
            </a:r>
            <a:endParaRPr lang="en-US" sz="650" dirty="0"/>
          </a:p>
        </p:txBody>
      </p:sp>
      <p:sp>
        <p:nvSpPr>
          <p:cNvPr id="78" name="Text 75"/>
          <p:cNvSpPr/>
          <p:nvPr/>
        </p:nvSpPr>
        <p:spPr>
          <a:xfrm>
            <a:off x="8751417" y="4332747"/>
            <a:ext cx="502065" cy="159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B+,</a:t>
            </a:r>
            <a:endParaRPr lang="en-US" sz="650" dirty="0"/>
          </a:p>
        </p:txBody>
      </p:sp>
      <p:sp>
        <p:nvSpPr>
          <p:cNvPr id="79" name="Text 76"/>
          <p:cNvSpPr/>
          <p:nvPr/>
        </p:nvSpPr>
        <p:spPr>
          <a:xfrm>
            <a:off x="8751417" y="4498880"/>
            <a:ext cx="502065" cy="159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B-,</a:t>
            </a:r>
            <a:endParaRPr lang="en-US" sz="650" dirty="0"/>
          </a:p>
        </p:txBody>
      </p:sp>
      <p:sp>
        <p:nvSpPr>
          <p:cNvPr id="80" name="Text 77"/>
          <p:cNvSpPr/>
          <p:nvPr/>
        </p:nvSpPr>
        <p:spPr>
          <a:xfrm>
            <a:off x="8751417" y="4665013"/>
            <a:ext cx="502065" cy="159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R+,</a:t>
            </a:r>
            <a:endParaRPr lang="en-US" sz="650" dirty="0"/>
          </a:p>
        </p:txBody>
      </p:sp>
      <p:sp>
        <p:nvSpPr>
          <p:cNvPr id="81" name="Text 78"/>
          <p:cNvSpPr/>
          <p:nvPr/>
        </p:nvSpPr>
        <p:spPr>
          <a:xfrm>
            <a:off x="8751417" y="4831146"/>
            <a:ext cx="502065" cy="159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R-,</a:t>
            </a:r>
            <a:endParaRPr lang="en-US" sz="650" dirty="0"/>
          </a:p>
        </p:txBody>
      </p:sp>
      <p:sp>
        <p:nvSpPr>
          <p:cNvPr id="82" name="Text 79"/>
          <p:cNvSpPr/>
          <p:nvPr/>
        </p:nvSpPr>
        <p:spPr>
          <a:xfrm>
            <a:off x="8751417" y="4997279"/>
            <a:ext cx="502065" cy="159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</a:t>
            </a:r>
            <a:endParaRPr lang="en-US" sz="650" dirty="0"/>
          </a:p>
        </p:txBody>
      </p:sp>
      <p:sp>
        <p:nvSpPr>
          <p:cNvPr id="83" name="Text 80"/>
          <p:cNvSpPr/>
          <p:nvPr/>
        </p:nvSpPr>
        <p:spPr>
          <a:xfrm>
            <a:off x="8751417" y="5163412"/>
            <a:ext cx="502065" cy="159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</a:t>
            </a:r>
            <a:endParaRPr lang="en-US" sz="650" dirty="0"/>
          </a:p>
        </p:txBody>
      </p:sp>
      <p:sp>
        <p:nvSpPr>
          <p:cNvPr id="84" name="Shape 81"/>
          <p:cNvSpPr/>
          <p:nvPr/>
        </p:nvSpPr>
        <p:spPr>
          <a:xfrm>
            <a:off x="8923176" y="3269496"/>
            <a:ext cx="1810077" cy="451882"/>
          </a:xfrm>
          <a:prstGeom prst="rect">
            <a:avLst/>
          </a:prstGeom>
          <a:solidFill>
            <a:srgbClr val="F1D3B2"/>
          </a:solidFill>
          <a:ln/>
        </p:spPr>
      </p:sp>
      <p:sp>
        <p:nvSpPr>
          <p:cNvPr id="85" name="Text 82"/>
          <p:cNvSpPr/>
          <p:nvPr/>
        </p:nvSpPr>
        <p:spPr>
          <a:xfrm>
            <a:off x="8949600" y="3242915"/>
            <a:ext cx="1757228" cy="42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Differential Sine and Cosine</a:t>
            </a:r>
            <a:endParaRPr lang="en-US" sz="8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A+, A-, B+, B- and Marker R+/R-</a:t>
            </a:r>
            <a:endParaRPr lang="en-US" sz="850" dirty="0"/>
          </a:p>
        </p:txBody>
      </p:sp>
      <p:sp>
        <p:nvSpPr>
          <p:cNvPr id="86" name="Text 83"/>
          <p:cNvSpPr/>
          <p:nvPr/>
        </p:nvSpPr>
        <p:spPr>
          <a:xfrm>
            <a:off x="9544151" y="4266294"/>
            <a:ext cx="1479771" cy="49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Shielded twisted</a:t>
            </a:r>
            <a:endParaRPr lang="en-US" sz="700" dirty="0"/>
          </a:p>
          <a:p>
            <a:pPr algn="l" indent="0" marL="0">
              <a:lnSpc>
                <a:spcPts val="115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pairs cable, up</a:t>
            </a:r>
            <a:endParaRPr lang="en-US" sz="700" dirty="0"/>
          </a:p>
          <a:p>
            <a:pPr algn="l" indent="0" marL="0">
              <a:lnSpc>
                <a:spcPts val="115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50...150m</a:t>
            </a:r>
            <a:endParaRPr lang="en-US" sz="700" dirty="0"/>
          </a:p>
        </p:txBody>
      </p:sp>
      <p:pic>
        <p:nvPicPr>
          <p:cNvPr id="87" name="Image 1" descr="/home/ahmed/Projects/ai_llm_slides/videos/deep-learning/002_transformers_part2/recreated_pptx/build/assets/slide026_mot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3061" y="4691594"/>
            <a:ext cx="1136253" cy="651241"/>
          </a:xfrm>
          <a:prstGeom prst="rect">
            <a:avLst/>
          </a:prstGeom>
        </p:spPr>
      </p:pic>
      <p:sp>
        <p:nvSpPr>
          <p:cNvPr id="88" name="Text 84"/>
          <p:cNvSpPr/>
          <p:nvPr/>
        </p:nvSpPr>
        <p:spPr>
          <a:xfrm>
            <a:off x="10165126" y="5289673"/>
            <a:ext cx="924857" cy="199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 Motor</a:t>
            </a:r>
            <a:endParaRPr lang="en-US" sz="700" dirty="0"/>
          </a:p>
        </p:txBody>
      </p:sp>
      <p:sp>
        <p:nvSpPr>
          <p:cNvPr id="89" name="Shape 85"/>
          <p:cNvSpPr/>
          <p:nvPr/>
        </p:nvSpPr>
        <p:spPr>
          <a:xfrm>
            <a:off x="9544151" y="5302964"/>
            <a:ext cx="766310" cy="345557"/>
          </a:xfrm>
          <a:prstGeom prst="rect">
            <a:avLst/>
          </a:prstGeom>
          <a:solidFill>
            <a:srgbClr val="F1D3B2"/>
          </a:solidFill>
          <a:ln/>
        </p:spPr>
      </p:sp>
      <p:sp>
        <p:nvSpPr>
          <p:cNvPr id="90" name="Text 86"/>
          <p:cNvSpPr/>
          <p:nvPr/>
        </p:nvSpPr>
        <p:spPr>
          <a:xfrm>
            <a:off x="9544151" y="5302964"/>
            <a:ext cx="766310" cy="3455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7A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Sin/Cos</a:t>
            </a:r>
            <a:endParaRPr lang="en-US" sz="10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50" b="1" dirty="0">
                <a:solidFill>
                  <a:srgbClr val="7A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</a:t>
            </a:r>
            <a:endParaRPr lang="en-US" sz="1050" dirty="0"/>
          </a:p>
        </p:txBody>
      </p:sp>
      <p:sp>
        <p:nvSpPr>
          <p:cNvPr id="91" name="Shape 87"/>
          <p:cNvSpPr/>
          <p:nvPr/>
        </p:nvSpPr>
        <p:spPr>
          <a:xfrm>
            <a:off x="1801779" y="3907447"/>
            <a:ext cx="938069" cy="332266"/>
          </a:xfrm>
          <a:prstGeom prst="leftArrow">
            <a:avLst/>
          </a:prstGeom>
          <a:solidFill>
            <a:srgbClr val="B00011"/>
          </a:solidFill>
          <a:ln/>
        </p:spPr>
      </p:sp>
      <p:sp>
        <p:nvSpPr>
          <p:cNvPr id="92" name="Text 88"/>
          <p:cNvSpPr/>
          <p:nvPr/>
        </p:nvSpPr>
        <p:spPr>
          <a:xfrm>
            <a:off x="1405412" y="4239713"/>
            <a:ext cx="1162677" cy="372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3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</a:t>
            </a:r>
            <a:endParaRPr lang="en-US" sz="13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3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(Angle)</a:t>
            </a:r>
            <a:endParaRPr lang="en-US" sz="1350" dirty="0"/>
          </a:p>
        </p:txBody>
      </p:sp>
      <p:sp>
        <p:nvSpPr>
          <p:cNvPr id="93" name="Text 89"/>
          <p:cNvSpPr/>
          <p:nvPr/>
        </p:nvSpPr>
        <p:spPr>
          <a:xfrm>
            <a:off x="524510" y="757566"/>
            <a:ext cx="10668000" cy="265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Sin/Cos Encoders</a:t>
            </a:r>
            <a:endParaRPr lang="en-US" sz="2200" dirty="0"/>
          </a:p>
        </p:txBody>
      </p:sp>
      <p:sp>
        <p:nvSpPr>
          <p:cNvPr id="94" name="Text 90"/>
          <p:cNvSpPr/>
          <p:nvPr/>
        </p:nvSpPr>
        <p:spPr>
          <a:xfrm>
            <a:off x="552450" y="1076542"/>
            <a:ext cx="10668000" cy="292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1A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(an industrial application of Motor Control System)</a:t>
            </a:r>
            <a:endParaRPr lang="en-US" sz="2200" dirty="0"/>
          </a:p>
        </p:txBody>
      </p:sp>
      <p:sp>
        <p:nvSpPr>
          <p:cNvPr id="95" name="Text 91"/>
          <p:cNvSpPr/>
          <p:nvPr/>
        </p:nvSpPr>
        <p:spPr>
          <a:xfrm>
            <a:off x="2247900" y="6352924"/>
            <a:ext cx="9652000" cy="212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EMC-compliant interface to Sin/Cos incremental position encoder switch</a:t>
            </a:r>
            <a:endParaRPr lang="en-US" sz="1350" dirty="0"/>
          </a:p>
        </p:txBody>
      </p:sp>
      <p:sp>
        <p:nvSpPr>
          <p:cNvPr id="96" name="Text 92"/>
          <p:cNvSpPr/>
          <p:nvPr/>
        </p:nvSpPr>
        <p:spPr>
          <a:xfrm>
            <a:off x="2247900" y="6552283"/>
            <a:ext cx="9652000" cy="199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1-VPP  Differential analog output signals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71500"/>
            <a:ext cx="11137900" cy="6286500"/>
          </a:xfrm>
          <a:prstGeom prst="rect">
            <a:avLst/>
          </a:prstGeom>
          <a:solidFill>
            <a:srgbClr val="E9E9E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718175" y="2113915"/>
            <a:ext cx="3321050" cy="3321050"/>
          </a:xfrm>
          <a:prstGeom prst="ellipse">
            <a:avLst/>
          </a:prstGeom>
          <a:solidFill>
            <a:srgbClr val="FBFCC9"/>
          </a:solidFill>
          <a:ln w="12700">
            <a:solidFill>
              <a:srgbClr val="C0C3B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135630" y="3768090"/>
            <a:ext cx="8362950" cy="0"/>
          </a:xfrm>
          <a:prstGeom prst="line">
            <a:avLst/>
          </a:prstGeom>
          <a:noFill/>
          <a:ln w="9525">
            <a:solidFill>
              <a:srgbClr val="993333">
                <a:alpha val="25000"/>
              </a:srgbClr>
            </a:solidFill>
            <a:prstDash val="lgDash"/>
          </a:ln>
        </p:spPr>
      </p:sp>
      <p:sp>
        <p:nvSpPr>
          <p:cNvPr id="7" name="Shape 5"/>
          <p:cNvSpPr/>
          <p:nvPr/>
        </p:nvSpPr>
        <p:spPr>
          <a:xfrm>
            <a:off x="7378700" y="637540"/>
            <a:ext cx="0" cy="6129020"/>
          </a:xfrm>
          <a:prstGeom prst="line">
            <a:avLst/>
          </a:prstGeom>
          <a:noFill/>
          <a:ln w="9525">
            <a:solidFill>
              <a:srgbClr val="993333">
                <a:alpha val="25000"/>
              </a:srgbClr>
            </a:solidFill>
            <a:prstDash val="lgDash"/>
          </a:ln>
        </p:spPr>
      </p:sp>
      <p:sp>
        <p:nvSpPr>
          <p:cNvPr id="8" name="Shape 6"/>
          <p:cNvSpPr/>
          <p:nvPr/>
        </p:nvSpPr>
        <p:spPr>
          <a:xfrm flipV="1">
            <a:off x="7708656" y="2250440"/>
            <a:ext cx="2309690" cy="1333500"/>
          </a:xfrm>
          <a:prstGeom prst="line">
            <a:avLst/>
          </a:prstGeom>
          <a:noFill/>
          <a:ln w="9525">
            <a:solidFill>
              <a:srgbClr val="993333">
                <a:alpha val="25000"/>
              </a:srgbClr>
            </a:solidFill>
            <a:prstDash val="sysDot"/>
          </a:ln>
        </p:spPr>
      </p:sp>
      <p:sp>
        <p:nvSpPr>
          <p:cNvPr id="9" name="Shape 7"/>
          <p:cNvSpPr/>
          <p:nvPr/>
        </p:nvSpPr>
        <p:spPr>
          <a:xfrm flipV="1">
            <a:off x="7569200" y="1134795"/>
            <a:ext cx="1333500" cy="2309690"/>
          </a:xfrm>
          <a:prstGeom prst="line">
            <a:avLst/>
          </a:prstGeom>
          <a:noFill/>
          <a:ln w="9525">
            <a:solidFill>
              <a:srgbClr val="993333">
                <a:alpha val="25000"/>
              </a:srgbClr>
            </a:solidFill>
            <a:prstDash val="sysDot"/>
          </a:ln>
        </p:spPr>
      </p:sp>
      <p:sp>
        <p:nvSpPr>
          <p:cNvPr id="10" name="Shape 8"/>
          <p:cNvSpPr/>
          <p:nvPr/>
        </p:nvSpPr>
        <p:spPr>
          <a:xfrm flipH="1" flipV="1">
            <a:off x="5854700" y="1134795"/>
            <a:ext cx="1333500" cy="2309690"/>
          </a:xfrm>
          <a:prstGeom prst="line">
            <a:avLst/>
          </a:prstGeom>
          <a:noFill/>
          <a:ln w="9525">
            <a:solidFill>
              <a:srgbClr val="993333">
                <a:alpha val="25000"/>
              </a:srgbClr>
            </a:solidFill>
            <a:prstDash val="sysDot"/>
          </a:ln>
        </p:spPr>
      </p:sp>
      <p:sp>
        <p:nvSpPr>
          <p:cNvPr id="11" name="Shape 9"/>
          <p:cNvSpPr/>
          <p:nvPr/>
        </p:nvSpPr>
        <p:spPr>
          <a:xfrm flipH="1" flipV="1">
            <a:off x="4739055" y="2250440"/>
            <a:ext cx="2309690" cy="1333500"/>
          </a:xfrm>
          <a:prstGeom prst="line">
            <a:avLst/>
          </a:prstGeom>
          <a:noFill/>
          <a:ln w="9525">
            <a:solidFill>
              <a:srgbClr val="993333">
                <a:alpha val="25000"/>
              </a:srgbClr>
            </a:solidFill>
            <a:prstDash val="sysDot"/>
          </a:ln>
        </p:spPr>
      </p:sp>
      <p:sp>
        <p:nvSpPr>
          <p:cNvPr id="12" name="Shape 10"/>
          <p:cNvSpPr/>
          <p:nvPr/>
        </p:nvSpPr>
        <p:spPr>
          <a:xfrm flipH="1">
            <a:off x="4739055" y="3964940"/>
            <a:ext cx="2309690" cy="1333500"/>
          </a:xfrm>
          <a:prstGeom prst="line">
            <a:avLst/>
          </a:prstGeom>
          <a:noFill/>
          <a:ln w="9525">
            <a:solidFill>
              <a:srgbClr val="993333">
                <a:alpha val="25000"/>
              </a:srgbClr>
            </a:solidFill>
            <a:prstDash val="sysDot"/>
          </a:ln>
        </p:spPr>
      </p:sp>
      <p:sp>
        <p:nvSpPr>
          <p:cNvPr id="13" name="Shape 11"/>
          <p:cNvSpPr/>
          <p:nvPr/>
        </p:nvSpPr>
        <p:spPr>
          <a:xfrm flipH="1">
            <a:off x="5854700" y="4104396"/>
            <a:ext cx="1333500" cy="2309690"/>
          </a:xfrm>
          <a:prstGeom prst="line">
            <a:avLst/>
          </a:prstGeom>
          <a:noFill/>
          <a:ln w="9525">
            <a:solidFill>
              <a:srgbClr val="993333">
                <a:alpha val="25000"/>
              </a:srgbClr>
            </a:solidFill>
            <a:prstDash val="sysDot"/>
          </a:ln>
        </p:spPr>
      </p:sp>
      <p:sp>
        <p:nvSpPr>
          <p:cNvPr id="14" name="Shape 12"/>
          <p:cNvSpPr/>
          <p:nvPr/>
        </p:nvSpPr>
        <p:spPr>
          <a:xfrm>
            <a:off x="7569200" y="4104396"/>
            <a:ext cx="1333500" cy="2309690"/>
          </a:xfrm>
          <a:prstGeom prst="line">
            <a:avLst/>
          </a:prstGeom>
          <a:noFill/>
          <a:ln w="9525">
            <a:solidFill>
              <a:srgbClr val="993333">
                <a:alpha val="25000"/>
              </a:srgbClr>
            </a:solidFill>
            <a:prstDash val="sysDot"/>
          </a:ln>
        </p:spPr>
      </p:sp>
      <p:sp>
        <p:nvSpPr>
          <p:cNvPr id="15" name="Shape 13"/>
          <p:cNvSpPr/>
          <p:nvPr/>
        </p:nvSpPr>
        <p:spPr>
          <a:xfrm>
            <a:off x="7708656" y="3964940"/>
            <a:ext cx="2309690" cy="1333500"/>
          </a:xfrm>
          <a:prstGeom prst="line">
            <a:avLst/>
          </a:prstGeom>
          <a:noFill/>
          <a:ln w="9525">
            <a:solidFill>
              <a:srgbClr val="993333">
                <a:alpha val="25000"/>
              </a:srgbClr>
            </a:solidFill>
            <a:prstDash val="sysDot"/>
          </a:ln>
        </p:spPr>
      </p:sp>
      <p:sp>
        <p:nvSpPr>
          <p:cNvPr id="16" name="Text 14"/>
          <p:cNvSpPr/>
          <p:nvPr/>
        </p:nvSpPr>
        <p:spPr>
          <a:xfrm>
            <a:off x="9234170" y="3622040"/>
            <a:ext cx="901700" cy="304800"/>
          </a:xfrm>
          <a:prstGeom prst="rect">
            <a:avLst/>
          </a:prstGeom>
          <a:solidFill>
            <a:srgbClr val="CCFFCC"/>
          </a:solidFill>
          <a:ln w="9525">
            <a:solidFill>
              <a:srgbClr val="00993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009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0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 rot="-1800000">
            <a:off x="8926830" y="2446020"/>
            <a:ext cx="901700" cy="304800"/>
          </a:xfrm>
          <a:prstGeom prst="rect">
            <a:avLst/>
          </a:prstGeom>
          <a:solidFill>
            <a:srgbClr val="CCFFCC"/>
          </a:solidFill>
          <a:ln w="9525">
            <a:solidFill>
              <a:srgbClr val="00993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009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1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 rot="-3600000">
            <a:off x="8087360" y="1607820"/>
            <a:ext cx="901700" cy="304800"/>
          </a:xfrm>
          <a:prstGeom prst="rect">
            <a:avLst/>
          </a:prstGeom>
          <a:solidFill>
            <a:srgbClr val="CCFFCC"/>
          </a:solidFill>
          <a:ln w="9525">
            <a:solidFill>
              <a:srgbClr val="00993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009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2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 rot="-5400000">
            <a:off x="6929120" y="1286510"/>
            <a:ext cx="901700" cy="304800"/>
          </a:xfrm>
          <a:prstGeom prst="rect">
            <a:avLst/>
          </a:prstGeom>
          <a:solidFill>
            <a:srgbClr val="CCFFCC"/>
          </a:solidFill>
          <a:ln w="9525">
            <a:solidFill>
              <a:srgbClr val="00993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009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3600000">
            <a:off x="5777230" y="1624330"/>
            <a:ext cx="901700" cy="304800"/>
          </a:xfrm>
          <a:prstGeom prst="rect">
            <a:avLst/>
          </a:prstGeom>
          <a:solidFill>
            <a:srgbClr val="CCFFCC"/>
          </a:solidFill>
          <a:ln w="9525">
            <a:solidFill>
              <a:srgbClr val="00993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009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4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 flipH="1" flipV="1">
            <a:off x="10148580" y="3125863"/>
            <a:ext cx="12754" cy="57109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H="1" flipV="1">
            <a:off x="10134654" y="3069028"/>
            <a:ext cx="13926" cy="56835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H="1" flipV="1">
            <a:off x="10119561" y="3012492"/>
            <a:ext cx="15092" cy="56537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H="1" flipV="1">
            <a:off x="10103310" y="2956277"/>
            <a:ext cx="16252" cy="56214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H="1" flipV="1">
            <a:off x="10085905" y="2900409"/>
            <a:ext cx="17405" cy="55868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 flipV="1">
            <a:off x="10067355" y="2844911"/>
            <a:ext cx="18550" cy="55498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 flipV="1">
            <a:off x="10047667" y="2789806"/>
            <a:ext cx="19688" cy="55105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H="1" flipV="1">
            <a:off x="10026850" y="2735118"/>
            <a:ext cx="20817" cy="54688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 flipV="1">
            <a:off x="10004912" y="2680869"/>
            <a:ext cx="21938" cy="54249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9981863" y="2627083"/>
            <a:ext cx="23049" cy="53786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 flipV="1">
            <a:off x="9957713" y="2573783"/>
            <a:ext cx="24150" cy="53300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H="1" flipV="1">
            <a:off x="9932472" y="2520990"/>
            <a:ext cx="25241" cy="52792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 flipV="1">
            <a:off x="9906150" y="2468728"/>
            <a:ext cx="26322" cy="52262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 flipV="1">
            <a:off x="9878759" y="2417019"/>
            <a:ext cx="27391" cy="51710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 flipV="1">
            <a:off x="9453198" y="1827816"/>
            <a:ext cx="39600" cy="43081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H="1" flipV="1">
            <a:off x="9412720" y="1785559"/>
            <a:ext cx="40478" cy="42258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H="1" flipV="1">
            <a:off x="9371382" y="1744143"/>
            <a:ext cx="41339" cy="41416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H="1" flipV="1">
            <a:off x="9329200" y="1703586"/>
            <a:ext cx="42182" cy="40557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H="1" flipV="1">
            <a:off x="9286193" y="1663905"/>
            <a:ext cx="43007" cy="39681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H="1" flipV="1">
            <a:off x="9242379" y="1625117"/>
            <a:ext cx="43814" cy="38788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H="1" flipV="1">
            <a:off x="9197776" y="1587239"/>
            <a:ext cx="44603" cy="37878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H="1" flipV="1">
            <a:off x="9152404" y="1550286"/>
            <a:ext cx="45372" cy="36953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 flipV="1">
            <a:off x="9106281" y="1514274"/>
            <a:ext cx="46123" cy="36012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9059427" y="1479218"/>
            <a:ext cx="46854" cy="35056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flipH="1" flipV="1">
            <a:off x="9011862" y="1445134"/>
            <a:ext cx="47565" cy="34084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H="1" flipV="1">
            <a:off x="8963607" y="1412035"/>
            <a:ext cx="48256" cy="33099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H="1" flipV="1">
            <a:off x="8914680" y="1379936"/>
            <a:ext cx="48926" cy="32099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H="1" flipV="1">
            <a:off x="8865104" y="1348849"/>
            <a:ext cx="49576" cy="31086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flipH="1" flipV="1">
            <a:off x="8201956" y="1051365"/>
            <a:ext cx="55835" cy="17509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H="1" flipV="1">
            <a:off x="8145772" y="1035008"/>
            <a:ext cx="56184" cy="16357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H="1" flipV="1">
            <a:off x="8089264" y="1019810"/>
            <a:ext cx="56508" cy="15198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H="1" flipV="1">
            <a:off x="8032455" y="1005778"/>
            <a:ext cx="56809" cy="14032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H="1" flipV="1">
            <a:off x="7975370" y="992917"/>
            <a:ext cx="57086" cy="12861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H="1" flipV="1">
            <a:off x="7918032" y="981232"/>
            <a:ext cx="57338" cy="11684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H="1" flipV="1">
            <a:off x="7860465" y="970730"/>
            <a:ext cx="57566" cy="10502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H="1" flipV="1">
            <a:off x="7802695" y="961414"/>
            <a:ext cx="57770" cy="9316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H="1" flipV="1">
            <a:off x="7744746" y="953288"/>
            <a:ext cx="57949" cy="8126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H="1" flipV="1">
            <a:off x="7686642" y="946356"/>
            <a:ext cx="58104" cy="6932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H="1" flipV="1">
            <a:off x="7628407" y="940620"/>
            <a:ext cx="58235" cy="5736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H="1" flipV="1">
            <a:off x="7570067" y="936084"/>
            <a:ext cx="58340" cy="4537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H="1" flipV="1">
            <a:off x="7511646" y="932748"/>
            <a:ext cx="58421" cy="3336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H="1" flipV="1">
            <a:off x="7453168" y="930615"/>
            <a:ext cx="58477" cy="2133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flipH="1">
            <a:off x="6730123" y="991806"/>
            <a:ext cx="57109" cy="12754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flipH="1">
            <a:off x="6673288" y="1004560"/>
            <a:ext cx="56835" cy="13926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H="1">
            <a:off x="6616752" y="1018486"/>
            <a:ext cx="56537" cy="15092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H="1">
            <a:off x="6560537" y="1033579"/>
            <a:ext cx="56214" cy="16252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H="1">
            <a:off x="6504669" y="1049830"/>
            <a:ext cx="55868" cy="17405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 flipH="1">
            <a:off x="6449171" y="1067235"/>
            <a:ext cx="55498" cy="18550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 flipH="1">
            <a:off x="6394066" y="1085785"/>
            <a:ext cx="55105" cy="19688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 flipH="1">
            <a:off x="6339378" y="1105473"/>
            <a:ext cx="54688" cy="20817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 flipH="1">
            <a:off x="6285129" y="1126290"/>
            <a:ext cx="54249" cy="21938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 flipH="1">
            <a:off x="6231343" y="1148228"/>
            <a:ext cx="53786" cy="23049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 flipH="1">
            <a:off x="6178043" y="1171277"/>
            <a:ext cx="53300" cy="24150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 flipH="1">
            <a:off x="6125250" y="1195427"/>
            <a:ext cx="52792" cy="25241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 flipH="1">
            <a:off x="6072988" y="1220668"/>
            <a:ext cx="52262" cy="26322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 flipH="1">
            <a:off x="6021279" y="1246990"/>
            <a:ext cx="51710" cy="27391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9796780" y="2322830"/>
            <a:ext cx="127000" cy="139700"/>
          </a:xfrm>
          <a:prstGeom prst="triangle">
            <a:avLst/>
          </a:prstGeom>
          <a:solidFill>
            <a:srgbClr val="E06010"/>
          </a:solidFill>
          <a:ln w="6350">
            <a:solidFill>
              <a:srgbClr val="E06010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 flipV="1">
            <a:off x="8732520" y="1206500"/>
            <a:ext cx="127000" cy="139700"/>
          </a:xfrm>
          <a:prstGeom prst="triangle">
            <a:avLst/>
          </a:prstGeom>
          <a:solidFill>
            <a:srgbClr val="E06010"/>
          </a:solidFill>
          <a:ln w="6350">
            <a:solidFill>
              <a:srgbClr val="E06010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 flipV="1">
            <a:off x="7373620" y="834390"/>
            <a:ext cx="127000" cy="139700"/>
          </a:xfrm>
          <a:prstGeom prst="triangle">
            <a:avLst/>
          </a:prstGeom>
          <a:solidFill>
            <a:srgbClr val="E06010"/>
          </a:solidFill>
          <a:ln w="6350">
            <a:solidFill>
              <a:srgbClr val="E0601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 flipV="1">
            <a:off x="5947410" y="1219200"/>
            <a:ext cx="127000" cy="139700"/>
          </a:xfrm>
          <a:prstGeom prst="triangle">
            <a:avLst/>
          </a:prstGeom>
          <a:solidFill>
            <a:srgbClr val="E06010"/>
          </a:solidFill>
          <a:ln w="6350">
            <a:solidFill>
              <a:srgbClr val="E0601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480040" y="290195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+ω</a:t>
            </a:r>
            <a:endParaRPr lang="en-US" sz="1500" dirty="0"/>
          </a:p>
        </p:txBody>
      </p:sp>
      <p:sp>
        <p:nvSpPr>
          <p:cNvPr id="82" name="Text 80"/>
          <p:cNvSpPr/>
          <p:nvPr/>
        </p:nvSpPr>
        <p:spPr>
          <a:xfrm>
            <a:off x="9827260" y="122047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+ω</a:t>
            </a:r>
            <a:endParaRPr lang="en-US" sz="1500" dirty="0"/>
          </a:p>
        </p:txBody>
      </p:sp>
      <p:sp>
        <p:nvSpPr>
          <p:cNvPr id="83" name="Text 81"/>
          <p:cNvSpPr/>
          <p:nvPr/>
        </p:nvSpPr>
        <p:spPr>
          <a:xfrm>
            <a:off x="7973060" y="85598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+ω</a:t>
            </a:r>
            <a:endParaRPr lang="en-US" sz="1500" dirty="0"/>
          </a:p>
        </p:txBody>
      </p:sp>
      <p:sp>
        <p:nvSpPr>
          <p:cNvPr id="84" name="Text 82"/>
          <p:cNvSpPr/>
          <p:nvPr/>
        </p:nvSpPr>
        <p:spPr>
          <a:xfrm>
            <a:off x="6421120" y="85598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+ω</a:t>
            </a:r>
            <a:endParaRPr lang="en-US" sz="1500" dirty="0"/>
          </a:p>
        </p:txBody>
      </p:sp>
      <p:sp>
        <p:nvSpPr>
          <p:cNvPr id="85" name="Shape 83"/>
          <p:cNvSpPr/>
          <p:nvPr/>
        </p:nvSpPr>
        <p:spPr>
          <a:xfrm>
            <a:off x="836930" y="2419350"/>
            <a:ext cx="1771650" cy="849630"/>
          </a:xfrm>
          <a:prstGeom prst="rect">
            <a:avLst/>
          </a:prstGeom>
          <a:solidFill>
            <a:srgbClr val="FFFFCC"/>
          </a:solidFill>
          <a:ln w="9525">
            <a:solidFill>
              <a:srgbClr val="BEC3C3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89000" y="2463800"/>
            <a:ext cx="16764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200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Sin(</a:t>
            </a:r>
            <a:pPr algn="l" indent="0" marL="0">
              <a:lnSpc>
                <a:spcPts val="2100"/>
              </a:lnSpc>
              <a:buNone/>
            </a:pPr>
            <a:r>
              <a:rPr lang="en-US" sz="20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ω</a:t>
            </a:r>
            <a:pPr algn="l" indent="0" marL="0">
              <a:lnSpc>
                <a:spcPts val="2100"/>
              </a:lnSpc>
              <a:buNone/>
            </a:pPr>
            <a:r>
              <a:rPr lang="en-US" sz="2000" b="1" dirty="0">
                <a:solidFill>
                  <a:srgbClr val="00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</a:t>
            </a:r>
            <a:pPr algn="l" indent="0" marL="0">
              <a:lnSpc>
                <a:spcPts val="2100"/>
              </a:lnSpc>
              <a:buNone/>
            </a:pPr>
            <a:r>
              <a:rPr lang="en-US" sz="200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20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200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Cos(</a:t>
            </a:r>
            <a:pPr algn="l" indent="0" marL="0">
              <a:lnSpc>
                <a:spcPts val="2100"/>
              </a:lnSpc>
              <a:buNone/>
            </a:pPr>
            <a:r>
              <a:rPr lang="en-US" sz="20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ω</a:t>
            </a:r>
            <a:pPr algn="l" indent="0" marL="0">
              <a:lnSpc>
                <a:spcPts val="2100"/>
              </a:lnSpc>
              <a:buNone/>
            </a:pPr>
            <a:r>
              <a:rPr lang="en-US" sz="2000" b="1" dirty="0">
                <a:solidFill>
                  <a:srgbClr val="00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</a:t>
            </a:r>
            <a:pPr algn="l" indent="0" marL="0">
              <a:lnSpc>
                <a:spcPts val="2100"/>
              </a:lnSpc>
              <a:buNone/>
            </a:pPr>
            <a:r>
              <a:rPr lang="en-US" sz="200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20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2000" b="1" dirty="0">
                <a:solidFill>
                  <a:srgbClr val="00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t=0,1,2,3,....</a:t>
            </a:r>
            <a:endParaRPr lang="en-US" sz="2000" dirty="0"/>
          </a:p>
        </p:txBody>
      </p:sp>
      <p:sp>
        <p:nvSpPr>
          <p:cNvPr id="87" name="Text 85"/>
          <p:cNvSpPr/>
          <p:nvPr/>
        </p:nvSpPr>
        <p:spPr>
          <a:xfrm>
            <a:off x="698500" y="716280"/>
            <a:ext cx="406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3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Sequence of 5 words</a:t>
            </a:r>
            <a:endParaRPr lang="en-US" sz="2430" dirty="0"/>
          </a:p>
        </p:txBody>
      </p:sp>
      <p:sp>
        <p:nvSpPr>
          <p:cNvPr id="88" name="Text 86"/>
          <p:cNvSpPr/>
          <p:nvPr/>
        </p:nvSpPr>
        <p:spPr>
          <a:xfrm>
            <a:off x="684530" y="1050290"/>
            <a:ext cx="406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3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Positions are defined</a:t>
            </a:r>
            <a:endParaRPr lang="en-US" sz="2430" dirty="0"/>
          </a:p>
        </p:txBody>
      </p:sp>
      <p:sp>
        <p:nvSpPr>
          <p:cNvPr id="89" name="Text 87"/>
          <p:cNvSpPr/>
          <p:nvPr/>
        </p:nvSpPr>
        <p:spPr>
          <a:xfrm>
            <a:off x="1530350" y="1406652"/>
            <a:ext cx="203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3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angles</a:t>
            </a:r>
            <a:endParaRPr lang="en-US" sz="243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71500"/>
            <a:ext cx="11137900" cy="6286500"/>
          </a:xfrm>
          <a:prstGeom prst="rect">
            <a:avLst/>
          </a:prstGeom>
          <a:solidFill>
            <a:srgbClr val="E9E9E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718175" y="2113915"/>
            <a:ext cx="3321050" cy="3321050"/>
          </a:xfrm>
          <a:prstGeom prst="ellipse">
            <a:avLst/>
          </a:prstGeom>
          <a:solidFill>
            <a:srgbClr val="FBFCC9"/>
          </a:solidFill>
          <a:ln w="12700">
            <a:solidFill>
              <a:srgbClr val="C0C3B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135630" y="3768090"/>
            <a:ext cx="8362950" cy="0"/>
          </a:xfrm>
          <a:prstGeom prst="line">
            <a:avLst/>
          </a:prstGeom>
          <a:noFill/>
          <a:ln w="9525">
            <a:solidFill>
              <a:srgbClr val="993333">
                <a:alpha val="25000"/>
              </a:srgbClr>
            </a:solidFill>
            <a:prstDash val="lgDash"/>
          </a:ln>
        </p:spPr>
      </p:sp>
      <p:sp>
        <p:nvSpPr>
          <p:cNvPr id="7" name="Shape 5"/>
          <p:cNvSpPr/>
          <p:nvPr/>
        </p:nvSpPr>
        <p:spPr>
          <a:xfrm>
            <a:off x="7378700" y="637540"/>
            <a:ext cx="0" cy="6129020"/>
          </a:xfrm>
          <a:prstGeom prst="line">
            <a:avLst/>
          </a:prstGeom>
          <a:noFill/>
          <a:ln w="9525">
            <a:solidFill>
              <a:srgbClr val="993333">
                <a:alpha val="25000"/>
              </a:srgbClr>
            </a:solidFill>
            <a:prstDash val="lgDash"/>
          </a:ln>
        </p:spPr>
      </p:sp>
      <p:sp>
        <p:nvSpPr>
          <p:cNvPr id="8" name="Shape 6"/>
          <p:cNvSpPr/>
          <p:nvPr/>
        </p:nvSpPr>
        <p:spPr>
          <a:xfrm flipV="1">
            <a:off x="7708656" y="2250440"/>
            <a:ext cx="2309690" cy="1333500"/>
          </a:xfrm>
          <a:prstGeom prst="line">
            <a:avLst/>
          </a:prstGeom>
          <a:noFill/>
          <a:ln w="9525">
            <a:solidFill>
              <a:srgbClr val="993333">
                <a:alpha val="25000"/>
              </a:srgbClr>
            </a:solidFill>
            <a:prstDash val="sysDot"/>
          </a:ln>
        </p:spPr>
      </p:sp>
      <p:sp>
        <p:nvSpPr>
          <p:cNvPr id="9" name="Shape 7"/>
          <p:cNvSpPr/>
          <p:nvPr/>
        </p:nvSpPr>
        <p:spPr>
          <a:xfrm flipV="1">
            <a:off x="7569200" y="1134795"/>
            <a:ext cx="1333500" cy="2309690"/>
          </a:xfrm>
          <a:prstGeom prst="line">
            <a:avLst/>
          </a:prstGeom>
          <a:noFill/>
          <a:ln w="9525">
            <a:solidFill>
              <a:srgbClr val="993333">
                <a:alpha val="25000"/>
              </a:srgbClr>
            </a:solidFill>
            <a:prstDash val="sysDot"/>
          </a:ln>
        </p:spPr>
      </p:sp>
      <p:sp>
        <p:nvSpPr>
          <p:cNvPr id="10" name="Shape 8"/>
          <p:cNvSpPr/>
          <p:nvPr/>
        </p:nvSpPr>
        <p:spPr>
          <a:xfrm flipH="1" flipV="1">
            <a:off x="5854700" y="1134795"/>
            <a:ext cx="1333500" cy="2309690"/>
          </a:xfrm>
          <a:prstGeom prst="line">
            <a:avLst/>
          </a:prstGeom>
          <a:noFill/>
          <a:ln w="9525">
            <a:solidFill>
              <a:srgbClr val="993333">
                <a:alpha val="25000"/>
              </a:srgbClr>
            </a:solidFill>
            <a:prstDash val="sysDot"/>
          </a:ln>
        </p:spPr>
      </p:sp>
      <p:sp>
        <p:nvSpPr>
          <p:cNvPr id="11" name="Shape 9"/>
          <p:cNvSpPr/>
          <p:nvPr/>
        </p:nvSpPr>
        <p:spPr>
          <a:xfrm flipH="1" flipV="1">
            <a:off x="4739055" y="2250440"/>
            <a:ext cx="2309690" cy="1333500"/>
          </a:xfrm>
          <a:prstGeom prst="line">
            <a:avLst/>
          </a:prstGeom>
          <a:noFill/>
          <a:ln w="9525">
            <a:solidFill>
              <a:srgbClr val="993333">
                <a:alpha val="25000"/>
              </a:srgbClr>
            </a:solidFill>
            <a:prstDash val="sysDot"/>
          </a:ln>
        </p:spPr>
      </p:sp>
      <p:sp>
        <p:nvSpPr>
          <p:cNvPr id="12" name="Shape 10"/>
          <p:cNvSpPr/>
          <p:nvPr/>
        </p:nvSpPr>
        <p:spPr>
          <a:xfrm flipH="1">
            <a:off x="4739055" y="3964940"/>
            <a:ext cx="2309690" cy="1333500"/>
          </a:xfrm>
          <a:prstGeom prst="line">
            <a:avLst/>
          </a:prstGeom>
          <a:noFill/>
          <a:ln w="9525">
            <a:solidFill>
              <a:srgbClr val="993333">
                <a:alpha val="25000"/>
              </a:srgbClr>
            </a:solidFill>
            <a:prstDash val="sysDot"/>
          </a:ln>
        </p:spPr>
      </p:sp>
      <p:sp>
        <p:nvSpPr>
          <p:cNvPr id="13" name="Shape 11"/>
          <p:cNvSpPr/>
          <p:nvPr/>
        </p:nvSpPr>
        <p:spPr>
          <a:xfrm flipH="1">
            <a:off x="5854700" y="4104396"/>
            <a:ext cx="1333500" cy="2309690"/>
          </a:xfrm>
          <a:prstGeom prst="line">
            <a:avLst/>
          </a:prstGeom>
          <a:noFill/>
          <a:ln w="9525">
            <a:solidFill>
              <a:srgbClr val="993333">
                <a:alpha val="25000"/>
              </a:srgbClr>
            </a:solidFill>
            <a:prstDash val="sysDot"/>
          </a:ln>
        </p:spPr>
      </p:sp>
      <p:sp>
        <p:nvSpPr>
          <p:cNvPr id="14" name="Shape 12"/>
          <p:cNvSpPr/>
          <p:nvPr/>
        </p:nvSpPr>
        <p:spPr>
          <a:xfrm>
            <a:off x="7569200" y="4104396"/>
            <a:ext cx="1333500" cy="2309690"/>
          </a:xfrm>
          <a:prstGeom prst="line">
            <a:avLst/>
          </a:prstGeom>
          <a:noFill/>
          <a:ln w="9525">
            <a:solidFill>
              <a:srgbClr val="993333">
                <a:alpha val="25000"/>
              </a:srgbClr>
            </a:solidFill>
            <a:prstDash val="sysDot"/>
          </a:ln>
        </p:spPr>
      </p:sp>
      <p:sp>
        <p:nvSpPr>
          <p:cNvPr id="15" name="Shape 13"/>
          <p:cNvSpPr/>
          <p:nvPr/>
        </p:nvSpPr>
        <p:spPr>
          <a:xfrm>
            <a:off x="7708656" y="3964940"/>
            <a:ext cx="2309690" cy="1333500"/>
          </a:xfrm>
          <a:prstGeom prst="line">
            <a:avLst/>
          </a:prstGeom>
          <a:noFill/>
          <a:ln w="9525">
            <a:solidFill>
              <a:srgbClr val="993333">
                <a:alpha val="25000"/>
              </a:srgbClr>
            </a:solidFill>
            <a:prstDash val="sysDot"/>
          </a:ln>
        </p:spPr>
      </p:sp>
      <p:sp>
        <p:nvSpPr>
          <p:cNvPr id="16" name="Text 14"/>
          <p:cNvSpPr/>
          <p:nvPr/>
        </p:nvSpPr>
        <p:spPr>
          <a:xfrm>
            <a:off x="9234170" y="3622040"/>
            <a:ext cx="901700" cy="304800"/>
          </a:xfrm>
          <a:prstGeom prst="rect">
            <a:avLst/>
          </a:prstGeom>
          <a:solidFill>
            <a:srgbClr val="CCFFCC"/>
          </a:solidFill>
          <a:ln w="9525">
            <a:solidFill>
              <a:srgbClr val="00993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009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0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 rot="-1800000">
            <a:off x="8926830" y="2446020"/>
            <a:ext cx="901700" cy="304800"/>
          </a:xfrm>
          <a:prstGeom prst="rect">
            <a:avLst/>
          </a:prstGeom>
          <a:solidFill>
            <a:srgbClr val="CCFFCC"/>
          </a:solidFill>
          <a:ln w="9525">
            <a:solidFill>
              <a:srgbClr val="00993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009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1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 rot="-3600000">
            <a:off x="8087360" y="1607820"/>
            <a:ext cx="901700" cy="304800"/>
          </a:xfrm>
          <a:prstGeom prst="rect">
            <a:avLst/>
          </a:prstGeom>
          <a:solidFill>
            <a:srgbClr val="CCFFCC"/>
          </a:solidFill>
          <a:ln w="9525">
            <a:solidFill>
              <a:srgbClr val="00993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009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2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 rot="-5400000">
            <a:off x="6929120" y="1286510"/>
            <a:ext cx="901700" cy="304800"/>
          </a:xfrm>
          <a:prstGeom prst="rect">
            <a:avLst/>
          </a:prstGeom>
          <a:solidFill>
            <a:srgbClr val="CCFFCC"/>
          </a:solidFill>
          <a:ln w="9525">
            <a:solidFill>
              <a:srgbClr val="00993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009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3600000">
            <a:off x="5777230" y="1624330"/>
            <a:ext cx="901700" cy="304800"/>
          </a:xfrm>
          <a:prstGeom prst="rect">
            <a:avLst/>
          </a:prstGeom>
          <a:solidFill>
            <a:srgbClr val="CCFFCC"/>
          </a:solidFill>
          <a:ln w="9525">
            <a:solidFill>
              <a:srgbClr val="00993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009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 rot="1800000">
            <a:off x="4920620" y="2463165"/>
            <a:ext cx="901700" cy="304800"/>
          </a:xfrm>
          <a:prstGeom prst="rect">
            <a:avLst/>
          </a:prstGeom>
          <a:solidFill>
            <a:srgbClr val="CCFFCC"/>
          </a:solidFill>
          <a:ln w="9525">
            <a:solidFill>
              <a:srgbClr val="00993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009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5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610100" y="3622040"/>
            <a:ext cx="901700" cy="304800"/>
          </a:xfrm>
          <a:prstGeom prst="rect">
            <a:avLst/>
          </a:prstGeom>
          <a:solidFill>
            <a:srgbClr val="CCFFCC"/>
          </a:solidFill>
          <a:ln w="9525">
            <a:solidFill>
              <a:srgbClr val="00993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009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6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 rot="-1800000">
            <a:off x="4920620" y="4780915"/>
            <a:ext cx="901700" cy="304800"/>
          </a:xfrm>
          <a:prstGeom prst="rect">
            <a:avLst/>
          </a:prstGeom>
          <a:solidFill>
            <a:srgbClr val="CCFFCC"/>
          </a:solidFill>
          <a:ln w="9525">
            <a:solidFill>
              <a:srgbClr val="00993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009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7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 rot="-3600000">
            <a:off x="5768975" y="5629270"/>
            <a:ext cx="901700" cy="304800"/>
          </a:xfrm>
          <a:prstGeom prst="rect">
            <a:avLst/>
          </a:prstGeom>
          <a:solidFill>
            <a:srgbClr val="CCFFCC"/>
          </a:solidFill>
          <a:ln w="9525">
            <a:solidFill>
              <a:srgbClr val="00993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009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8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36930" y="2419350"/>
            <a:ext cx="1771650" cy="849630"/>
          </a:xfrm>
          <a:prstGeom prst="rect">
            <a:avLst/>
          </a:prstGeom>
          <a:solidFill>
            <a:srgbClr val="FFFFCC"/>
          </a:solidFill>
          <a:ln w="9525">
            <a:solidFill>
              <a:srgbClr val="BEC3C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89000" y="2463800"/>
            <a:ext cx="16764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200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Sin(</a:t>
            </a:r>
            <a:pPr algn="l" indent="0" marL="0">
              <a:lnSpc>
                <a:spcPts val="2100"/>
              </a:lnSpc>
              <a:buNone/>
            </a:pPr>
            <a:r>
              <a:rPr lang="en-US" sz="20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ω</a:t>
            </a:r>
            <a:pPr algn="l" indent="0" marL="0">
              <a:lnSpc>
                <a:spcPts val="2100"/>
              </a:lnSpc>
              <a:buNone/>
            </a:pPr>
            <a:r>
              <a:rPr lang="en-US" sz="2000" b="1" dirty="0">
                <a:solidFill>
                  <a:srgbClr val="00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</a:t>
            </a:r>
            <a:pPr algn="l" indent="0" marL="0">
              <a:lnSpc>
                <a:spcPts val="2100"/>
              </a:lnSpc>
              <a:buNone/>
            </a:pPr>
            <a:r>
              <a:rPr lang="en-US" sz="200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20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200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Cos(</a:t>
            </a:r>
            <a:pPr algn="l" indent="0" marL="0">
              <a:lnSpc>
                <a:spcPts val="2100"/>
              </a:lnSpc>
              <a:buNone/>
            </a:pPr>
            <a:r>
              <a:rPr lang="en-US" sz="20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ω</a:t>
            </a:r>
            <a:pPr algn="l" indent="0" marL="0">
              <a:lnSpc>
                <a:spcPts val="2100"/>
              </a:lnSpc>
              <a:buNone/>
            </a:pPr>
            <a:r>
              <a:rPr lang="en-US" sz="2000" b="1" dirty="0">
                <a:solidFill>
                  <a:srgbClr val="00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</a:t>
            </a:r>
            <a:pPr algn="l" indent="0" marL="0">
              <a:lnSpc>
                <a:spcPts val="2100"/>
              </a:lnSpc>
              <a:buNone/>
            </a:pPr>
            <a:r>
              <a:rPr lang="en-US" sz="200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20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2000" b="1" dirty="0">
                <a:solidFill>
                  <a:srgbClr val="00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t=0,1,2,3,....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698500" y="716280"/>
            <a:ext cx="406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3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Sequence of 9 words</a:t>
            </a:r>
            <a:endParaRPr lang="en-US" sz="2430" dirty="0"/>
          </a:p>
        </p:txBody>
      </p:sp>
      <p:sp>
        <p:nvSpPr>
          <p:cNvPr id="28" name="Text 26"/>
          <p:cNvSpPr/>
          <p:nvPr/>
        </p:nvSpPr>
        <p:spPr>
          <a:xfrm>
            <a:off x="684530" y="1050290"/>
            <a:ext cx="406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3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Positions are defined</a:t>
            </a:r>
            <a:endParaRPr lang="en-US" sz="2430" dirty="0"/>
          </a:p>
        </p:txBody>
      </p:sp>
      <p:sp>
        <p:nvSpPr>
          <p:cNvPr id="29" name="Text 27"/>
          <p:cNvSpPr/>
          <p:nvPr/>
        </p:nvSpPr>
        <p:spPr>
          <a:xfrm>
            <a:off x="1530350" y="1406652"/>
            <a:ext cx="203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3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angles</a:t>
            </a:r>
            <a:endParaRPr lang="en-US" sz="2430" dirty="0"/>
          </a:p>
        </p:txBody>
      </p:sp>
      <p:sp>
        <p:nvSpPr>
          <p:cNvPr id="30" name="Shape 28"/>
          <p:cNvSpPr/>
          <p:nvPr/>
        </p:nvSpPr>
        <p:spPr>
          <a:xfrm flipH="1" flipV="1">
            <a:off x="10148580" y="3125863"/>
            <a:ext cx="12754" cy="57109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 flipV="1">
            <a:off x="10134654" y="3069028"/>
            <a:ext cx="13926" cy="56835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H="1" flipV="1">
            <a:off x="10119561" y="3012492"/>
            <a:ext cx="15092" cy="56537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 flipV="1">
            <a:off x="10103310" y="2956277"/>
            <a:ext cx="16252" cy="56214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 flipV="1">
            <a:off x="10085905" y="2900409"/>
            <a:ext cx="17405" cy="55868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 flipV="1">
            <a:off x="10067355" y="2844911"/>
            <a:ext cx="18550" cy="55498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H="1" flipV="1">
            <a:off x="10047667" y="2789806"/>
            <a:ext cx="19688" cy="55105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H="1" flipV="1">
            <a:off x="10026850" y="2735118"/>
            <a:ext cx="20817" cy="54688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H="1" flipV="1">
            <a:off x="10004912" y="2680869"/>
            <a:ext cx="21938" cy="54249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H="1" flipV="1">
            <a:off x="9981863" y="2627083"/>
            <a:ext cx="23049" cy="53786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H="1" flipV="1">
            <a:off x="9957713" y="2573783"/>
            <a:ext cx="24150" cy="53300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H="1" flipV="1">
            <a:off x="9932472" y="2520990"/>
            <a:ext cx="25241" cy="52792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H="1" flipV="1">
            <a:off x="9906150" y="2468728"/>
            <a:ext cx="26322" cy="52262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 flipV="1">
            <a:off x="9878759" y="2417019"/>
            <a:ext cx="27391" cy="51710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V="1">
            <a:off x="9796780" y="2322830"/>
            <a:ext cx="127000" cy="139700"/>
          </a:xfrm>
          <a:prstGeom prst="triangle">
            <a:avLst/>
          </a:prstGeom>
          <a:solidFill>
            <a:srgbClr val="E06010"/>
          </a:solidFill>
          <a:ln w="6350">
            <a:solidFill>
              <a:srgbClr val="E0601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480040" y="290195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+ω</a:t>
            </a:r>
            <a:endParaRPr lang="en-US" sz="1500" dirty="0"/>
          </a:p>
        </p:txBody>
      </p:sp>
      <p:sp>
        <p:nvSpPr>
          <p:cNvPr id="46" name="Shape 44"/>
          <p:cNvSpPr/>
          <p:nvPr/>
        </p:nvSpPr>
        <p:spPr>
          <a:xfrm flipH="1" flipV="1">
            <a:off x="9453198" y="1827816"/>
            <a:ext cx="39600" cy="43081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H="1" flipV="1">
            <a:off x="9412720" y="1785559"/>
            <a:ext cx="40478" cy="42258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H="1" flipV="1">
            <a:off x="9371382" y="1744143"/>
            <a:ext cx="41339" cy="41416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flipH="1" flipV="1">
            <a:off x="9329200" y="1703586"/>
            <a:ext cx="42182" cy="40557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H="1" flipV="1">
            <a:off x="9286193" y="1663905"/>
            <a:ext cx="43007" cy="39681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H="1" flipV="1">
            <a:off x="9242379" y="1625117"/>
            <a:ext cx="43814" cy="38788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H="1" flipV="1">
            <a:off x="9197776" y="1587239"/>
            <a:ext cx="44603" cy="37878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H="1" flipV="1">
            <a:off x="9152404" y="1550286"/>
            <a:ext cx="45372" cy="36953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H="1" flipV="1">
            <a:off x="9106281" y="1514274"/>
            <a:ext cx="46123" cy="36012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H="1" flipV="1">
            <a:off x="9059427" y="1479218"/>
            <a:ext cx="46854" cy="35056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H="1" flipV="1">
            <a:off x="9011862" y="1445134"/>
            <a:ext cx="47565" cy="34084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H="1" flipV="1">
            <a:off x="8963607" y="1412035"/>
            <a:ext cx="48256" cy="33099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H="1" flipV="1">
            <a:off x="8914680" y="1379936"/>
            <a:ext cx="48926" cy="32099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H="1" flipV="1">
            <a:off x="8865104" y="1348849"/>
            <a:ext cx="49576" cy="31086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8732520" y="1206500"/>
            <a:ext cx="127000" cy="139700"/>
          </a:xfrm>
          <a:prstGeom prst="triangle">
            <a:avLst/>
          </a:prstGeom>
          <a:solidFill>
            <a:srgbClr val="E06010"/>
          </a:solidFill>
          <a:ln w="6350">
            <a:solidFill>
              <a:srgbClr val="E0601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9827260" y="122047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+ω</a:t>
            </a:r>
            <a:endParaRPr lang="en-US" sz="1500" dirty="0"/>
          </a:p>
        </p:txBody>
      </p:sp>
      <p:sp>
        <p:nvSpPr>
          <p:cNvPr id="62" name="Shape 60"/>
          <p:cNvSpPr/>
          <p:nvPr/>
        </p:nvSpPr>
        <p:spPr>
          <a:xfrm flipH="1" flipV="1">
            <a:off x="8201956" y="1051365"/>
            <a:ext cx="55835" cy="17509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flipH="1" flipV="1">
            <a:off x="8145772" y="1035008"/>
            <a:ext cx="56184" cy="16357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flipH="1" flipV="1">
            <a:off x="8089264" y="1019810"/>
            <a:ext cx="56508" cy="15198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H="1" flipV="1">
            <a:off x="8032455" y="1005778"/>
            <a:ext cx="56809" cy="14032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H="1" flipV="1">
            <a:off x="7975370" y="992917"/>
            <a:ext cx="57086" cy="12861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H="1" flipV="1">
            <a:off x="7918032" y="981232"/>
            <a:ext cx="57338" cy="11684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 flipH="1" flipV="1">
            <a:off x="7860465" y="970730"/>
            <a:ext cx="57566" cy="10502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 flipH="1" flipV="1">
            <a:off x="7802695" y="961414"/>
            <a:ext cx="57770" cy="9316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 flipH="1" flipV="1">
            <a:off x="7744746" y="953288"/>
            <a:ext cx="57949" cy="8126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 flipH="1" flipV="1">
            <a:off x="7686642" y="946356"/>
            <a:ext cx="58104" cy="6932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 flipH="1" flipV="1">
            <a:off x="7628407" y="940620"/>
            <a:ext cx="58235" cy="5736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 flipH="1" flipV="1">
            <a:off x="7570067" y="936084"/>
            <a:ext cx="58340" cy="4537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 flipH="1" flipV="1">
            <a:off x="7511646" y="932748"/>
            <a:ext cx="58421" cy="3336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 flipH="1" flipV="1">
            <a:off x="7453168" y="930615"/>
            <a:ext cx="58477" cy="2133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 flipV="1">
            <a:off x="7373620" y="834390"/>
            <a:ext cx="127000" cy="139700"/>
          </a:xfrm>
          <a:prstGeom prst="triangle">
            <a:avLst/>
          </a:prstGeom>
          <a:solidFill>
            <a:srgbClr val="E06010"/>
          </a:solidFill>
          <a:ln w="6350">
            <a:solidFill>
              <a:srgbClr val="E0601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7973060" y="85598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+ω</a:t>
            </a:r>
            <a:endParaRPr lang="en-US" sz="1500" dirty="0"/>
          </a:p>
        </p:txBody>
      </p:sp>
      <p:sp>
        <p:nvSpPr>
          <p:cNvPr id="78" name="Shape 76"/>
          <p:cNvSpPr/>
          <p:nvPr/>
        </p:nvSpPr>
        <p:spPr>
          <a:xfrm flipH="1">
            <a:off x="6730123" y="991806"/>
            <a:ext cx="57109" cy="12754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 flipH="1">
            <a:off x="6673288" y="1004560"/>
            <a:ext cx="56835" cy="13926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 flipH="1">
            <a:off x="6616752" y="1018486"/>
            <a:ext cx="56537" cy="15092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 flipH="1">
            <a:off x="6560537" y="1033579"/>
            <a:ext cx="56214" cy="16252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H="1">
            <a:off x="6504669" y="1049830"/>
            <a:ext cx="55868" cy="17405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H="1">
            <a:off x="6449171" y="1067235"/>
            <a:ext cx="55498" cy="18550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H="1">
            <a:off x="6394066" y="1085785"/>
            <a:ext cx="55105" cy="19688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H="1">
            <a:off x="6339378" y="1105473"/>
            <a:ext cx="54688" cy="20817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H="1">
            <a:off x="6285129" y="1126290"/>
            <a:ext cx="54249" cy="21938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H="1">
            <a:off x="6231343" y="1148228"/>
            <a:ext cx="53786" cy="23049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H="1">
            <a:off x="6178043" y="1171277"/>
            <a:ext cx="53300" cy="24150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H="1">
            <a:off x="6125250" y="1195427"/>
            <a:ext cx="52792" cy="25241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H="1">
            <a:off x="6072988" y="1220668"/>
            <a:ext cx="52262" cy="26322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H="1">
            <a:off x="6021279" y="1246990"/>
            <a:ext cx="51710" cy="27391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 flipV="1">
            <a:off x="5947410" y="1219200"/>
            <a:ext cx="127000" cy="139700"/>
          </a:xfrm>
          <a:prstGeom prst="triangle">
            <a:avLst/>
          </a:prstGeom>
          <a:solidFill>
            <a:srgbClr val="E06010"/>
          </a:solidFill>
          <a:ln w="6350">
            <a:solidFill>
              <a:srgbClr val="E06010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6421120" y="85598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+ω</a:t>
            </a:r>
            <a:endParaRPr lang="en-US" sz="1500" dirty="0"/>
          </a:p>
        </p:txBody>
      </p:sp>
      <p:sp>
        <p:nvSpPr>
          <p:cNvPr id="94" name="Shape 92"/>
          <p:cNvSpPr/>
          <p:nvPr/>
        </p:nvSpPr>
        <p:spPr>
          <a:xfrm flipH="1">
            <a:off x="5432076" y="1660342"/>
            <a:ext cx="43081" cy="39600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 flipH="1">
            <a:off x="5389819" y="1699942"/>
            <a:ext cx="42258" cy="40478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 flipH="1">
            <a:off x="5348403" y="1740420"/>
            <a:ext cx="41416" cy="41339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 flipH="1">
            <a:off x="5307846" y="1781758"/>
            <a:ext cx="40557" cy="42182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 flipH="1">
            <a:off x="5268165" y="1823940"/>
            <a:ext cx="39681" cy="43007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 flipH="1">
            <a:off x="5229377" y="1866947"/>
            <a:ext cx="38788" cy="43814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 flipH="1">
            <a:off x="5191499" y="1910761"/>
            <a:ext cx="37878" cy="44603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 flipH="1">
            <a:off x="5154546" y="1955364"/>
            <a:ext cx="36953" cy="45372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 flipH="1">
            <a:off x="5118534" y="2000736"/>
            <a:ext cx="36012" cy="46123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 flipH="1">
            <a:off x="5083478" y="2046859"/>
            <a:ext cx="35056" cy="46854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 flipH="1">
            <a:off x="5049394" y="2093713"/>
            <a:ext cx="34084" cy="47565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 flipH="1">
            <a:off x="5016295" y="2141278"/>
            <a:ext cx="33099" cy="48256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 flipH="1">
            <a:off x="4984196" y="2189533"/>
            <a:ext cx="32099" cy="48926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 flipH="1">
            <a:off x="4953109" y="2238460"/>
            <a:ext cx="31086" cy="49576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 flipV="1">
            <a:off x="4834890" y="2280920"/>
            <a:ext cx="127000" cy="139700"/>
          </a:xfrm>
          <a:prstGeom prst="triangle">
            <a:avLst/>
          </a:prstGeom>
          <a:solidFill>
            <a:srgbClr val="E06010"/>
          </a:solidFill>
          <a:ln w="6350">
            <a:solidFill>
              <a:srgbClr val="E06010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986020" y="145796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+ω</a:t>
            </a:r>
            <a:endParaRPr lang="en-US" sz="1500" dirty="0"/>
          </a:p>
        </p:txBody>
      </p:sp>
      <p:sp>
        <p:nvSpPr>
          <p:cNvPr id="110" name="Shape 108"/>
          <p:cNvSpPr/>
          <p:nvPr/>
        </p:nvSpPr>
        <p:spPr>
          <a:xfrm flipH="1">
            <a:off x="4655625" y="2895348"/>
            <a:ext cx="17509" cy="55835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 flipH="1">
            <a:off x="4639268" y="2951184"/>
            <a:ext cx="16357" cy="56184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 flipH="1">
            <a:off x="4624070" y="3007368"/>
            <a:ext cx="15198" cy="56508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 flipH="1">
            <a:off x="4610038" y="3063876"/>
            <a:ext cx="14032" cy="56809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 flipH="1">
            <a:off x="4597177" y="3120685"/>
            <a:ext cx="12861" cy="57086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 flipH="1">
            <a:off x="4585492" y="3177770"/>
            <a:ext cx="11684" cy="57338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 flipH="1">
            <a:off x="4574990" y="3235108"/>
            <a:ext cx="10502" cy="57566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 flipH="1">
            <a:off x="4565674" y="3292675"/>
            <a:ext cx="9316" cy="57770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 flipH="1">
            <a:off x="4557548" y="3350445"/>
            <a:ext cx="8126" cy="57949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 flipH="1">
            <a:off x="4550616" y="3408394"/>
            <a:ext cx="6932" cy="58104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 flipH="1">
            <a:off x="4544880" y="3466498"/>
            <a:ext cx="5736" cy="58235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 flipH="1">
            <a:off x="4540344" y="3524733"/>
            <a:ext cx="4537" cy="58340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 flipH="1">
            <a:off x="4537008" y="3583073"/>
            <a:ext cx="3336" cy="58421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 flipH="1">
            <a:off x="4534875" y="3641494"/>
            <a:ext cx="2133" cy="58477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 flipV="1">
            <a:off x="4470400" y="3638550"/>
            <a:ext cx="127000" cy="139700"/>
          </a:xfrm>
          <a:prstGeom prst="triangle">
            <a:avLst/>
          </a:prstGeom>
          <a:solidFill>
            <a:srgbClr val="E06010"/>
          </a:solidFill>
          <a:ln w="6350">
            <a:solidFill>
              <a:srgbClr val="E06010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3976370" y="28194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+ω</a:t>
            </a:r>
            <a:endParaRPr lang="en-US" sz="1500" dirty="0"/>
          </a:p>
        </p:txBody>
      </p:sp>
      <p:sp>
        <p:nvSpPr>
          <p:cNvPr id="126" name="Shape 124"/>
          <p:cNvSpPr/>
          <p:nvPr/>
        </p:nvSpPr>
        <p:spPr>
          <a:xfrm>
            <a:off x="4596066" y="4365907"/>
            <a:ext cx="12754" cy="57109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4608820" y="4423017"/>
            <a:ext cx="13926" cy="56835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4622746" y="4479852"/>
            <a:ext cx="15092" cy="56537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4637839" y="4536388"/>
            <a:ext cx="16252" cy="56214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4654090" y="4592603"/>
            <a:ext cx="17405" cy="55868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4671495" y="4648471"/>
            <a:ext cx="18550" cy="55498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4690045" y="4703969"/>
            <a:ext cx="19688" cy="55105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4709733" y="4759074"/>
            <a:ext cx="20817" cy="54688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4730550" y="4813762"/>
            <a:ext cx="21938" cy="54249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4752488" y="4868011"/>
            <a:ext cx="23049" cy="53786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4775537" y="4921797"/>
            <a:ext cx="24150" cy="53300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4799687" y="4975097"/>
            <a:ext cx="25241" cy="52792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4824928" y="5027890"/>
            <a:ext cx="26322" cy="52262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4851250" y="5080152"/>
            <a:ext cx="27391" cy="51710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 flipV="1">
            <a:off x="4832350" y="5076190"/>
            <a:ext cx="127000" cy="139700"/>
          </a:xfrm>
          <a:prstGeom prst="triangle">
            <a:avLst/>
          </a:prstGeom>
          <a:solidFill>
            <a:srgbClr val="E06010"/>
          </a:solidFill>
          <a:ln w="6350">
            <a:solidFill>
              <a:srgbClr val="E06010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3989070" y="442595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+ω</a:t>
            </a:r>
            <a:endParaRPr lang="en-US" sz="1500" dirty="0"/>
          </a:p>
        </p:txBody>
      </p:sp>
      <p:sp>
        <p:nvSpPr>
          <p:cNvPr id="142" name="Shape 140"/>
          <p:cNvSpPr/>
          <p:nvPr/>
        </p:nvSpPr>
        <p:spPr>
          <a:xfrm>
            <a:off x="5264602" y="5677983"/>
            <a:ext cx="39600" cy="43081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5304202" y="5721064"/>
            <a:ext cx="40478" cy="42258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5344680" y="5763321"/>
            <a:ext cx="41339" cy="41416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5386018" y="5804737"/>
            <a:ext cx="42182" cy="40557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5428200" y="5845294"/>
            <a:ext cx="43007" cy="39681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5471207" y="5884975"/>
            <a:ext cx="43814" cy="38788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5515021" y="5923763"/>
            <a:ext cx="44603" cy="37878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5559624" y="5961641"/>
            <a:ext cx="45372" cy="36953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5604996" y="5998594"/>
            <a:ext cx="46123" cy="36012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5651119" y="6034606"/>
            <a:ext cx="46854" cy="35056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5697973" y="6069662"/>
            <a:ext cx="47565" cy="34084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5745538" y="6103746"/>
            <a:ext cx="48256" cy="33099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5793793" y="6136845"/>
            <a:ext cx="48926" cy="32099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5842720" y="6168944"/>
            <a:ext cx="49576" cy="31086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 flipV="1">
            <a:off x="5909310" y="6193790"/>
            <a:ext cx="127000" cy="139700"/>
          </a:xfrm>
          <a:prstGeom prst="triangle">
            <a:avLst/>
          </a:prstGeom>
          <a:solidFill>
            <a:srgbClr val="E06010"/>
          </a:solidFill>
          <a:ln w="6350">
            <a:solidFill>
              <a:srgbClr val="E06010"/>
            </a:solidFill>
            <a:prstDash val="solid"/>
          </a:ln>
        </p:spPr>
      </p:sp>
      <p:sp>
        <p:nvSpPr>
          <p:cNvPr id="157" name="Text 155"/>
          <p:cNvSpPr/>
          <p:nvPr/>
        </p:nvSpPr>
        <p:spPr>
          <a:xfrm>
            <a:off x="4542790" y="611124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+ω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71500"/>
            <a:ext cx="11137900" cy="6286500"/>
          </a:xfrm>
          <a:prstGeom prst="rect">
            <a:avLst/>
          </a:prstGeom>
          <a:solidFill>
            <a:srgbClr val="E9E9E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718175" y="2113915"/>
            <a:ext cx="3321050" cy="3321050"/>
          </a:xfrm>
          <a:prstGeom prst="ellipse">
            <a:avLst/>
          </a:prstGeom>
          <a:solidFill>
            <a:srgbClr val="FBFCC9"/>
          </a:solidFill>
          <a:ln w="12700">
            <a:solidFill>
              <a:srgbClr val="C0C3B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135630" y="3768090"/>
            <a:ext cx="8362950" cy="0"/>
          </a:xfrm>
          <a:prstGeom prst="line">
            <a:avLst/>
          </a:prstGeom>
          <a:noFill/>
          <a:ln w="9525">
            <a:solidFill>
              <a:srgbClr val="993333">
                <a:alpha val="25000"/>
              </a:srgbClr>
            </a:solidFill>
            <a:prstDash val="lgDash"/>
          </a:ln>
        </p:spPr>
      </p:sp>
      <p:sp>
        <p:nvSpPr>
          <p:cNvPr id="7" name="Shape 5"/>
          <p:cNvSpPr/>
          <p:nvPr/>
        </p:nvSpPr>
        <p:spPr>
          <a:xfrm>
            <a:off x="7378700" y="637540"/>
            <a:ext cx="0" cy="6129020"/>
          </a:xfrm>
          <a:prstGeom prst="line">
            <a:avLst/>
          </a:prstGeom>
          <a:noFill/>
          <a:ln w="9525">
            <a:solidFill>
              <a:srgbClr val="993333">
                <a:alpha val="25000"/>
              </a:srgbClr>
            </a:solidFill>
            <a:prstDash val="lgDash"/>
          </a:ln>
        </p:spPr>
      </p:sp>
      <p:sp>
        <p:nvSpPr>
          <p:cNvPr id="8" name="Shape 6"/>
          <p:cNvSpPr/>
          <p:nvPr/>
        </p:nvSpPr>
        <p:spPr>
          <a:xfrm flipV="1">
            <a:off x="7708656" y="2250440"/>
            <a:ext cx="2309690" cy="1333500"/>
          </a:xfrm>
          <a:prstGeom prst="line">
            <a:avLst/>
          </a:prstGeom>
          <a:noFill/>
          <a:ln w="9525">
            <a:solidFill>
              <a:srgbClr val="993333">
                <a:alpha val="25000"/>
              </a:srgbClr>
            </a:solidFill>
            <a:prstDash val="sysDot"/>
          </a:ln>
        </p:spPr>
      </p:sp>
      <p:sp>
        <p:nvSpPr>
          <p:cNvPr id="9" name="Shape 7"/>
          <p:cNvSpPr/>
          <p:nvPr/>
        </p:nvSpPr>
        <p:spPr>
          <a:xfrm flipV="1">
            <a:off x="7569200" y="1134795"/>
            <a:ext cx="1333500" cy="2309690"/>
          </a:xfrm>
          <a:prstGeom prst="line">
            <a:avLst/>
          </a:prstGeom>
          <a:noFill/>
          <a:ln w="9525">
            <a:solidFill>
              <a:srgbClr val="993333">
                <a:alpha val="25000"/>
              </a:srgbClr>
            </a:solidFill>
            <a:prstDash val="sysDot"/>
          </a:ln>
        </p:spPr>
      </p:sp>
      <p:sp>
        <p:nvSpPr>
          <p:cNvPr id="10" name="Shape 8"/>
          <p:cNvSpPr/>
          <p:nvPr/>
        </p:nvSpPr>
        <p:spPr>
          <a:xfrm flipH="1" flipV="1">
            <a:off x="5854700" y="1134795"/>
            <a:ext cx="1333500" cy="2309690"/>
          </a:xfrm>
          <a:prstGeom prst="line">
            <a:avLst/>
          </a:prstGeom>
          <a:noFill/>
          <a:ln w="9525">
            <a:solidFill>
              <a:srgbClr val="993333">
                <a:alpha val="25000"/>
              </a:srgbClr>
            </a:solidFill>
            <a:prstDash val="sysDot"/>
          </a:ln>
        </p:spPr>
      </p:sp>
      <p:sp>
        <p:nvSpPr>
          <p:cNvPr id="11" name="Shape 9"/>
          <p:cNvSpPr/>
          <p:nvPr/>
        </p:nvSpPr>
        <p:spPr>
          <a:xfrm flipH="1" flipV="1">
            <a:off x="4739055" y="2250440"/>
            <a:ext cx="2309690" cy="1333500"/>
          </a:xfrm>
          <a:prstGeom prst="line">
            <a:avLst/>
          </a:prstGeom>
          <a:noFill/>
          <a:ln w="9525">
            <a:solidFill>
              <a:srgbClr val="993333">
                <a:alpha val="25000"/>
              </a:srgbClr>
            </a:solidFill>
            <a:prstDash val="sysDot"/>
          </a:ln>
        </p:spPr>
      </p:sp>
      <p:sp>
        <p:nvSpPr>
          <p:cNvPr id="12" name="Shape 10"/>
          <p:cNvSpPr/>
          <p:nvPr/>
        </p:nvSpPr>
        <p:spPr>
          <a:xfrm flipH="1">
            <a:off x="4739055" y="3964940"/>
            <a:ext cx="2309690" cy="1333500"/>
          </a:xfrm>
          <a:prstGeom prst="line">
            <a:avLst/>
          </a:prstGeom>
          <a:noFill/>
          <a:ln w="9525">
            <a:solidFill>
              <a:srgbClr val="993333">
                <a:alpha val="25000"/>
              </a:srgbClr>
            </a:solidFill>
            <a:prstDash val="sysDot"/>
          </a:ln>
        </p:spPr>
      </p:sp>
      <p:sp>
        <p:nvSpPr>
          <p:cNvPr id="13" name="Shape 11"/>
          <p:cNvSpPr/>
          <p:nvPr/>
        </p:nvSpPr>
        <p:spPr>
          <a:xfrm flipH="1">
            <a:off x="5854700" y="4104396"/>
            <a:ext cx="1333500" cy="2309690"/>
          </a:xfrm>
          <a:prstGeom prst="line">
            <a:avLst/>
          </a:prstGeom>
          <a:noFill/>
          <a:ln w="9525">
            <a:solidFill>
              <a:srgbClr val="993333">
                <a:alpha val="25000"/>
              </a:srgbClr>
            </a:solidFill>
            <a:prstDash val="sysDot"/>
          </a:ln>
        </p:spPr>
      </p:sp>
      <p:sp>
        <p:nvSpPr>
          <p:cNvPr id="14" name="Shape 12"/>
          <p:cNvSpPr/>
          <p:nvPr/>
        </p:nvSpPr>
        <p:spPr>
          <a:xfrm>
            <a:off x="7569200" y="4104396"/>
            <a:ext cx="1333500" cy="2309690"/>
          </a:xfrm>
          <a:prstGeom prst="line">
            <a:avLst/>
          </a:prstGeom>
          <a:noFill/>
          <a:ln w="9525">
            <a:solidFill>
              <a:srgbClr val="993333">
                <a:alpha val="25000"/>
              </a:srgbClr>
            </a:solidFill>
            <a:prstDash val="sysDot"/>
          </a:ln>
        </p:spPr>
      </p:sp>
      <p:sp>
        <p:nvSpPr>
          <p:cNvPr id="15" name="Shape 13"/>
          <p:cNvSpPr/>
          <p:nvPr/>
        </p:nvSpPr>
        <p:spPr>
          <a:xfrm>
            <a:off x="7708656" y="3964940"/>
            <a:ext cx="2309690" cy="1333500"/>
          </a:xfrm>
          <a:prstGeom prst="line">
            <a:avLst/>
          </a:prstGeom>
          <a:noFill/>
          <a:ln w="9525">
            <a:solidFill>
              <a:srgbClr val="993333">
                <a:alpha val="25000"/>
              </a:srgbClr>
            </a:solidFill>
            <a:prstDash val="sysDot"/>
          </a:ln>
        </p:spPr>
      </p:sp>
      <p:sp>
        <p:nvSpPr>
          <p:cNvPr id="16" name="Text 14"/>
          <p:cNvSpPr/>
          <p:nvPr/>
        </p:nvSpPr>
        <p:spPr>
          <a:xfrm>
            <a:off x="9234170" y="3622040"/>
            <a:ext cx="901700" cy="304800"/>
          </a:xfrm>
          <a:prstGeom prst="rect">
            <a:avLst/>
          </a:prstGeom>
          <a:solidFill>
            <a:srgbClr val="CCFFCC"/>
          </a:solidFill>
          <a:ln w="9525">
            <a:solidFill>
              <a:srgbClr val="00993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009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0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 rot="-1800000">
            <a:off x="8926830" y="2446020"/>
            <a:ext cx="901700" cy="304800"/>
          </a:xfrm>
          <a:prstGeom prst="rect">
            <a:avLst/>
          </a:prstGeom>
          <a:solidFill>
            <a:srgbClr val="CCFFCC"/>
          </a:solidFill>
          <a:ln w="9525">
            <a:solidFill>
              <a:srgbClr val="00993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009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1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 rot="-3600000">
            <a:off x="8087360" y="1607820"/>
            <a:ext cx="901700" cy="304800"/>
          </a:xfrm>
          <a:prstGeom prst="rect">
            <a:avLst/>
          </a:prstGeom>
          <a:solidFill>
            <a:srgbClr val="CCFFCC"/>
          </a:solidFill>
          <a:ln w="9525">
            <a:solidFill>
              <a:srgbClr val="00993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009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2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 rot="-5400000">
            <a:off x="6929120" y="1286510"/>
            <a:ext cx="901700" cy="304800"/>
          </a:xfrm>
          <a:prstGeom prst="rect">
            <a:avLst/>
          </a:prstGeom>
          <a:solidFill>
            <a:srgbClr val="CCFFCC"/>
          </a:solidFill>
          <a:ln w="9525">
            <a:solidFill>
              <a:srgbClr val="00993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009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3600000">
            <a:off x="5777230" y="1624330"/>
            <a:ext cx="901700" cy="304800"/>
          </a:xfrm>
          <a:prstGeom prst="rect">
            <a:avLst/>
          </a:prstGeom>
          <a:solidFill>
            <a:srgbClr val="CCFFCC"/>
          </a:solidFill>
          <a:ln w="9525">
            <a:solidFill>
              <a:srgbClr val="00993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009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 rot="1800000">
            <a:off x="4920620" y="2463165"/>
            <a:ext cx="901700" cy="304800"/>
          </a:xfrm>
          <a:prstGeom prst="rect">
            <a:avLst/>
          </a:prstGeom>
          <a:solidFill>
            <a:srgbClr val="CCFFCC"/>
          </a:solidFill>
          <a:ln w="9525">
            <a:solidFill>
              <a:srgbClr val="00993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009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5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610100" y="3622040"/>
            <a:ext cx="901700" cy="304800"/>
          </a:xfrm>
          <a:prstGeom prst="rect">
            <a:avLst/>
          </a:prstGeom>
          <a:solidFill>
            <a:srgbClr val="CCFFCC"/>
          </a:solidFill>
          <a:ln w="9525">
            <a:solidFill>
              <a:srgbClr val="00993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009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6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 rot="-1800000">
            <a:off x="4920620" y="4780915"/>
            <a:ext cx="901700" cy="304800"/>
          </a:xfrm>
          <a:prstGeom prst="rect">
            <a:avLst/>
          </a:prstGeom>
          <a:solidFill>
            <a:srgbClr val="CCFFCC"/>
          </a:solidFill>
          <a:ln w="9525">
            <a:solidFill>
              <a:srgbClr val="00993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009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7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 rot="-3600000">
            <a:off x="5768975" y="5629270"/>
            <a:ext cx="901700" cy="304800"/>
          </a:xfrm>
          <a:prstGeom prst="rect">
            <a:avLst/>
          </a:prstGeom>
          <a:solidFill>
            <a:srgbClr val="CCFFCC"/>
          </a:solidFill>
          <a:ln w="9525">
            <a:solidFill>
              <a:srgbClr val="00993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009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8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 rot="-5400000">
            <a:off x="6927850" y="5939790"/>
            <a:ext cx="901700" cy="304800"/>
          </a:xfrm>
          <a:prstGeom prst="rect">
            <a:avLst/>
          </a:prstGeom>
          <a:solidFill>
            <a:srgbClr val="CCFFCC"/>
          </a:solidFill>
          <a:ln w="9525">
            <a:solidFill>
              <a:srgbClr val="00993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009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9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 rot="3600000">
            <a:off x="8086725" y="5629270"/>
            <a:ext cx="901700" cy="304800"/>
          </a:xfrm>
          <a:prstGeom prst="rect">
            <a:avLst/>
          </a:prstGeom>
          <a:solidFill>
            <a:srgbClr val="CCFFCC"/>
          </a:solidFill>
          <a:ln w="9525">
            <a:solidFill>
              <a:srgbClr val="00993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009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10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 rot="1800000">
            <a:off x="8935080" y="4780915"/>
            <a:ext cx="901700" cy="304800"/>
          </a:xfrm>
          <a:prstGeom prst="rect">
            <a:avLst/>
          </a:prstGeom>
          <a:solidFill>
            <a:srgbClr val="CCFFCC"/>
          </a:solidFill>
          <a:ln w="9525">
            <a:solidFill>
              <a:srgbClr val="00993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009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11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36930" y="2419350"/>
            <a:ext cx="1771650" cy="849630"/>
          </a:xfrm>
          <a:prstGeom prst="rect">
            <a:avLst/>
          </a:prstGeom>
          <a:solidFill>
            <a:srgbClr val="FFFFCC"/>
          </a:solidFill>
          <a:ln w="9525">
            <a:solidFill>
              <a:srgbClr val="BEC3C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89000" y="2463800"/>
            <a:ext cx="16764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200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Sin(</a:t>
            </a:r>
            <a:pPr algn="l" indent="0" marL="0">
              <a:lnSpc>
                <a:spcPts val="2100"/>
              </a:lnSpc>
              <a:buNone/>
            </a:pPr>
            <a:r>
              <a:rPr lang="en-US" sz="20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ω</a:t>
            </a:r>
            <a:pPr algn="l" indent="0" marL="0">
              <a:lnSpc>
                <a:spcPts val="2100"/>
              </a:lnSpc>
              <a:buNone/>
            </a:pPr>
            <a:r>
              <a:rPr lang="en-US" sz="2000" b="1" dirty="0">
                <a:solidFill>
                  <a:srgbClr val="00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</a:t>
            </a:r>
            <a:pPr algn="l" indent="0" marL="0">
              <a:lnSpc>
                <a:spcPts val="2100"/>
              </a:lnSpc>
              <a:buNone/>
            </a:pPr>
            <a:r>
              <a:rPr lang="en-US" sz="200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20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200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Cos(</a:t>
            </a:r>
            <a:pPr algn="l" indent="0" marL="0">
              <a:lnSpc>
                <a:spcPts val="2100"/>
              </a:lnSpc>
              <a:buNone/>
            </a:pPr>
            <a:r>
              <a:rPr lang="en-US" sz="20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ω</a:t>
            </a:r>
            <a:pPr algn="l" indent="0" marL="0">
              <a:lnSpc>
                <a:spcPts val="2100"/>
              </a:lnSpc>
              <a:buNone/>
            </a:pPr>
            <a:r>
              <a:rPr lang="en-US" sz="2000" b="1" dirty="0">
                <a:solidFill>
                  <a:srgbClr val="00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</a:t>
            </a:r>
            <a:pPr algn="l" indent="0" marL="0">
              <a:lnSpc>
                <a:spcPts val="2100"/>
              </a:lnSpc>
              <a:buNone/>
            </a:pPr>
            <a:r>
              <a:rPr lang="en-US" sz="200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20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2000" b="1" dirty="0">
                <a:solidFill>
                  <a:srgbClr val="00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t=0,1,2,3,....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5900" y="716280"/>
            <a:ext cx="406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3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Sequence of 12 words</a:t>
            </a:r>
            <a:endParaRPr lang="en-US" sz="2430" dirty="0"/>
          </a:p>
        </p:txBody>
      </p:sp>
      <p:sp>
        <p:nvSpPr>
          <p:cNvPr id="31" name="Text 29"/>
          <p:cNvSpPr/>
          <p:nvPr/>
        </p:nvSpPr>
        <p:spPr>
          <a:xfrm>
            <a:off x="684530" y="1050290"/>
            <a:ext cx="406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3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Positions are defined</a:t>
            </a:r>
            <a:endParaRPr lang="en-US" sz="2430" dirty="0"/>
          </a:p>
        </p:txBody>
      </p:sp>
      <p:sp>
        <p:nvSpPr>
          <p:cNvPr id="32" name="Text 30"/>
          <p:cNvSpPr/>
          <p:nvPr/>
        </p:nvSpPr>
        <p:spPr>
          <a:xfrm>
            <a:off x="1530350" y="1406652"/>
            <a:ext cx="203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3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angles</a:t>
            </a:r>
            <a:endParaRPr lang="en-US" sz="2430" dirty="0"/>
          </a:p>
        </p:txBody>
      </p:sp>
      <p:sp>
        <p:nvSpPr>
          <p:cNvPr id="33" name="Shape 31"/>
          <p:cNvSpPr/>
          <p:nvPr/>
        </p:nvSpPr>
        <p:spPr>
          <a:xfrm flipH="1" flipV="1">
            <a:off x="10148580" y="3125863"/>
            <a:ext cx="12754" cy="57109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 flipV="1">
            <a:off x="10134654" y="3069028"/>
            <a:ext cx="13926" cy="56835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 flipV="1">
            <a:off x="10119561" y="3012492"/>
            <a:ext cx="15092" cy="56537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H="1" flipV="1">
            <a:off x="10103310" y="2956277"/>
            <a:ext cx="16252" cy="56214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H="1" flipV="1">
            <a:off x="10085905" y="2900409"/>
            <a:ext cx="17405" cy="55868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H="1" flipV="1">
            <a:off x="10067355" y="2844911"/>
            <a:ext cx="18550" cy="55498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H="1" flipV="1">
            <a:off x="10047667" y="2789806"/>
            <a:ext cx="19688" cy="55105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H="1" flipV="1">
            <a:off x="10026850" y="2735118"/>
            <a:ext cx="20817" cy="54688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H="1" flipV="1">
            <a:off x="10004912" y="2680869"/>
            <a:ext cx="21938" cy="54249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H="1" flipV="1">
            <a:off x="9981863" y="2627083"/>
            <a:ext cx="23049" cy="53786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 flipV="1">
            <a:off x="9957713" y="2573783"/>
            <a:ext cx="24150" cy="53300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9932472" y="2520990"/>
            <a:ext cx="25241" cy="52792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flipH="1" flipV="1">
            <a:off x="9906150" y="2468728"/>
            <a:ext cx="26322" cy="52262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H="1" flipV="1">
            <a:off x="9878759" y="2417019"/>
            <a:ext cx="27391" cy="51710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V="1">
            <a:off x="9796780" y="2322830"/>
            <a:ext cx="127000" cy="139700"/>
          </a:xfrm>
          <a:prstGeom prst="triangle">
            <a:avLst/>
          </a:prstGeom>
          <a:solidFill>
            <a:srgbClr val="E06010"/>
          </a:solidFill>
          <a:ln w="6350">
            <a:solidFill>
              <a:srgbClr val="E0601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0480040" y="290195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+ω</a:t>
            </a:r>
            <a:endParaRPr lang="en-US" sz="1500" dirty="0"/>
          </a:p>
        </p:txBody>
      </p:sp>
      <p:sp>
        <p:nvSpPr>
          <p:cNvPr id="49" name="Shape 47"/>
          <p:cNvSpPr/>
          <p:nvPr/>
        </p:nvSpPr>
        <p:spPr>
          <a:xfrm flipH="1" flipV="1">
            <a:off x="9453198" y="1827816"/>
            <a:ext cx="39600" cy="43081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H="1" flipV="1">
            <a:off x="9412720" y="1785559"/>
            <a:ext cx="40478" cy="42258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H="1" flipV="1">
            <a:off x="9371382" y="1744143"/>
            <a:ext cx="41339" cy="41416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H="1" flipV="1">
            <a:off x="9329200" y="1703586"/>
            <a:ext cx="42182" cy="40557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H="1" flipV="1">
            <a:off x="9286193" y="1663905"/>
            <a:ext cx="43007" cy="39681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H="1" flipV="1">
            <a:off x="9242379" y="1625117"/>
            <a:ext cx="43814" cy="38788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H="1" flipV="1">
            <a:off x="9197776" y="1587239"/>
            <a:ext cx="44603" cy="37878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H="1" flipV="1">
            <a:off x="9152404" y="1550286"/>
            <a:ext cx="45372" cy="36953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H="1" flipV="1">
            <a:off x="9106281" y="1514274"/>
            <a:ext cx="46123" cy="36012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H="1" flipV="1">
            <a:off x="9059427" y="1479218"/>
            <a:ext cx="46854" cy="35056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H="1" flipV="1">
            <a:off x="9011862" y="1445134"/>
            <a:ext cx="47565" cy="34084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H="1" flipV="1">
            <a:off x="8963607" y="1412035"/>
            <a:ext cx="48256" cy="33099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H="1" flipV="1">
            <a:off x="8914680" y="1379936"/>
            <a:ext cx="48926" cy="32099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H="1" flipV="1">
            <a:off x="8865104" y="1348849"/>
            <a:ext cx="49576" cy="31086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flipV="1">
            <a:off x="8732520" y="1206500"/>
            <a:ext cx="127000" cy="139700"/>
          </a:xfrm>
          <a:prstGeom prst="triangle">
            <a:avLst/>
          </a:prstGeom>
          <a:solidFill>
            <a:srgbClr val="E06010"/>
          </a:solidFill>
          <a:ln w="6350">
            <a:solidFill>
              <a:srgbClr val="E0601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827260" y="122047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+ω</a:t>
            </a:r>
            <a:endParaRPr lang="en-US" sz="1500" dirty="0"/>
          </a:p>
        </p:txBody>
      </p:sp>
      <p:sp>
        <p:nvSpPr>
          <p:cNvPr id="65" name="Shape 63"/>
          <p:cNvSpPr/>
          <p:nvPr/>
        </p:nvSpPr>
        <p:spPr>
          <a:xfrm flipH="1" flipV="1">
            <a:off x="8201956" y="1051365"/>
            <a:ext cx="55835" cy="17509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H="1" flipV="1">
            <a:off x="8145772" y="1035008"/>
            <a:ext cx="56184" cy="16357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H="1" flipV="1">
            <a:off x="8089264" y="1019810"/>
            <a:ext cx="56508" cy="15198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 flipH="1" flipV="1">
            <a:off x="8032455" y="1005778"/>
            <a:ext cx="56809" cy="14032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 flipH="1" flipV="1">
            <a:off x="7975370" y="992917"/>
            <a:ext cx="57086" cy="12861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 flipH="1" flipV="1">
            <a:off x="7918032" y="981232"/>
            <a:ext cx="57338" cy="11684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 flipH="1" flipV="1">
            <a:off x="7860465" y="970730"/>
            <a:ext cx="57566" cy="10502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 flipH="1" flipV="1">
            <a:off x="7802695" y="961414"/>
            <a:ext cx="57770" cy="9316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 flipH="1" flipV="1">
            <a:off x="7744746" y="953288"/>
            <a:ext cx="57949" cy="8126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 flipH="1" flipV="1">
            <a:off x="7686642" y="946356"/>
            <a:ext cx="58104" cy="6932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 flipH="1" flipV="1">
            <a:off x="7628407" y="940620"/>
            <a:ext cx="58235" cy="5736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 flipH="1" flipV="1">
            <a:off x="7570067" y="936084"/>
            <a:ext cx="58340" cy="4537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H="1" flipV="1">
            <a:off x="7511646" y="932748"/>
            <a:ext cx="58421" cy="3336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 flipH="1" flipV="1">
            <a:off x="7453168" y="930615"/>
            <a:ext cx="58477" cy="2133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 flipV="1">
            <a:off x="7373620" y="834390"/>
            <a:ext cx="127000" cy="139700"/>
          </a:xfrm>
          <a:prstGeom prst="triangle">
            <a:avLst/>
          </a:prstGeom>
          <a:solidFill>
            <a:srgbClr val="E06010"/>
          </a:solidFill>
          <a:ln w="6350">
            <a:solidFill>
              <a:srgbClr val="E0601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973060" y="85598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+ω</a:t>
            </a:r>
            <a:endParaRPr lang="en-US" sz="1500" dirty="0"/>
          </a:p>
        </p:txBody>
      </p:sp>
      <p:sp>
        <p:nvSpPr>
          <p:cNvPr id="81" name="Shape 79"/>
          <p:cNvSpPr/>
          <p:nvPr/>
        </p:nvSpPr>
        <p:spPr>
          <a:xfrm flipH="1">
            <a:off x="6730123" y="991806"/>
            <a:ext cx="57109" cy="12754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H="1">
            <a:off x="6673288" y="1004560"/>
            <a:ext cx="56835" cy="13926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H="1">
            <a:off x="6616752" y="1018486"/>
            <a:ext cx="56537" cy="15092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H="1">
            <a:off x="6560537" y="1033579"/>
            <a:ext cx="56214" cy="16252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H="1">
            <a:off x="6504669" y="1049830"/>
            <a:ext cx="55868" cy="17405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H="1">
            <a:off x="6449171" y="1067235"/>
            <a:ext cx="55498" cy="18550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H="1">
            <a:off x="6394066" y="1085785"/>
            <a:ext cx="55105" cy="19688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H="1">
            <a:off x="6339378" y="1105473"/>
            <a:ext cx="54688" cy="20817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H="1">
            <a:off x="6285129" y="1126290"/>
            <a:ext cx="54249" cy="21938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H="1">
            <a:off x="6231343" y="1148228"/>
            <a:ext cx="53786" cy="23049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H="1">
            <a:off x="6178043" y="1171277"/>
            <a:ext cx="53300" cy="24150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 flipH="1">
            <a:off x="6125250" y="1195427"/>
            <a:ext cx="52792" cy="25241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H="1">
            <a:off x="6072988" y="1220668"/>
            <a:ext cx="52262" cy="26322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H="1">
            <a:off x="6021279" y="1246990"/>
            <a:ext cx="51710" cy="27391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 flipV="1">
            <a:off x="5947410" y="1219200"/>
            <a:ext cx="127000" cy="139700"/>
          </a:xfrm>
          <a:prstGeom prst="triangle">
            <a:avLst/>
          </a:prstGeom>
          <a:solidFill>
            <a:srgbClr val="E06010"/>
          </a:solidFill>
          <a:ln w="6350">
            <a:solidFill>
              <a:srgbClr val="E06010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421120" y="85598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+ω</a:t>
            </a:r>
            <a:endParaRPr lang="en-US" sz="1500" dirty="0"/>
          </a:p>
        </p:txBody>
      </p:sp>
      <p:sp>
        <p:nvSpPr>
          <p:cNvPr id="97" name="Shape 95"/>
          <p:cNvSpPr/>
          <p:nvPr/>
        </p:nvSpPr>
        <p:spPr>
          <a:xfrm flipH="1">
            <a:off x="5432076" y="1660342"/>
            <a:ext cx="43081" cy="39600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 flipH="1">
            <a:off x="5389819" y="1699942"/>
            <a:ext cx="42258" cy="40478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 flipH="1">
            <a:off x="5348403" y="1740420"/>
            <a:ext cx="41416" cy="41339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 flipH="1">
            <a:off x="5307846" y="1781758"/>
            <a:ext cx="40557" cy="42182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 flipH="1">
            <a:off x="5268165" y="1823940"/>
            <a:ext cx="39681" cy="43007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 flipH="1">
            <a:off x="5229377" y="1866947"/>
            <a:ext cx="38788" cy="43814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 flipH="1">
            <a:off x="5191499" y="1910761"/>
            <a:ext cx="37878" cy="44603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 flipH="1">
            <a:off x="5154546" y="1955364"/>
            <a:ext cx="36953" cy="45372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 flipH="1">
            <a:off x="5118534" y="2000736"/>
            <a:ext cx="36012" cy="46123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 flipH="1">
            <a:off x="5083478" y="2046859"/>
            <a:ext cx="35056" cy="46854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 flipH="1">
            <a:off x="5049394" y="2093713"/>
            <a:ext cx="34084" cy="47565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 flipH="1">
            <a:off x="5016295" y="2141278"/>
            <a:ext cx="33099" cy="48256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 flipH="1">
            <a:off x="4984196" y="2189533"/>
            <a:ext cx="32099" cy="48926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 flipH="1">
            <a:off x="4953109" y="2238460"/>
            <a:ext cx="31086" cy="49576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 flipV="1">
            <a:off x="4834890" y="2280920"/>
            <a:ext cx="127000" cy="139700"/>
          </a:xfrm>
          <a:prstGeom prst="triangle">
            <a:avLst/>
          </a:prstGeom>
          <a:solidFill>
            <a:srgbClr val="E06010"/>
          </a:solidFill>
          <a:ln w="6350">
            <a:solidFill>
              <a:srgbClr val="E06010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4986020" y="145796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+ω</a:t>
            </a:r>
            <a:endParaRPr lang="en-US" sz="1500" dirty="0"/>
          </a:p>
        </p:txBody>
      </p:sp>
      <p:sp>
        <p:nvSpPr>
          <p:cNvPr id="113" name="Shape 111"/>
          <p:cNvSpPr/>
          <p:nvPr/>
        </p:nvSpPr>
        <p:spPr>
          <a:xfrm flipH="1">
            <a:off x="4655625" y="2895348"/>
            <a:ext cx="17509" cy="55835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 flipH="1">
            <a:off x="4639268" y="2951184"/>
            <a:ext cx="16357" cy="56184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 flipH="1">
            <a:off x="4624070" y="3007368"/>
            <a:ext cx="15198" cy="56508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 flipH="1">
            <a:off x="4610038" y="3063876"/>
            <a:ext cx="14032" cy="56809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 flipH="1">
            <a:off x="4597177" y="3120685"/>
            <a:ext cx="12861" cy="57086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 flipH="1">
            <a:off x="4585492" y="3177770"/>
            <a:ext cx="11684" cy="57338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 flipH="1">
            <a:off x="4574990" y="3235108"/>
            <a:ext cx="10502" cy="57566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 flipH="1">
            <a:off x="4565674" y="3292675"/>
            <a:ext cx="9316" cy="57770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 flipH="1">
            <a:off x="4557548" y="3350445"/>
            <a:ext cx="8126" cy="57949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 flipH="1">
            <a:off x="4550616" y="3408394"/>
            <a:ext cx="6932" cy="58104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 flipH="1">
            <a:off x="4544880" y="3466498"/>
            <a:ext cx="5736" cy="58235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 flipH="1">
            <a:off x="4540344" y="3524733"/>
            <a:ext cx="4537" cy="58340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 flipH="1">
            <a:off x="4537008" y="3583073"/>
            <a:ext cx="3336" cy="58421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 flipH="1">
            <a:off x="4534875" y="3641494"/>
            <a:ext cx="2133" cy="58477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 flipV="1">
            <a:off x="4470400" y="3638550"/>
            <a:ext cx="127000" cy="139700"/>
          </a:xfrm>
          <a:prstGeom prst="triangle">
            <a:avLst/>
          </a:prstGeom>
          <a:solidFill>
            <a:srgbClr val="E06010"/>
          </a:solidFill>
          <a:ln w="6350">
            <a:solidFill>
              <a:srgbClr val="E06010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3976370" y="28194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+ω</a:t>
            </a:r>
            <a:endParaRPr lang="en-US" sz="1500" dirty="0"/>
          </a:p>
        </p:txBody>
      </p:sp>
      <p:sp>
        <p:nvSpPr>
          <p:cNvPr id="129" name="Shape 127"/>
          <p:cNvSpPr/>
          <p:nvPr/>
        </p:nvSpPr>
        <p:spPr>
          <a:xfrm>
            <a:off x="4596066" y="4365907"/>
            <a:ext cx="12754" cy="57109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4608820" y="4423017"/>
            <a:ext cx="13926" cy="56835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4622746" y="4479852"/>
            <a:ext cx="15092" cy="56537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4637839" y="4536388"/>
            <a:ext cx="16252" cy="56214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4654090" y="4592603"/>
            <a:ext cx="17405" cy="55868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4671495" y="4648471"/>
            <a:ext cx="18550" cy="55498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4690045" y="4703969"/>
            <a:ext cx="19688" cy="55105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4709733" y="4759074"/>
            <a:ext cx="20817" cy="54688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4730550" y="4813762"/>
            <a:ext cx="21938" cy="54249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4752488" y="4868011"/>
            <a:ext cx="23049" cy="53786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4775537" y="4921797"/>
            <a:ext cx="24150" cy="53300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4799687" y="4975097"/>
            <a:ext cx="25241" cy="52792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4824928" y="5027890"/>
            <a:ext cx="26322" cy="52262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4851250" y="5080152"/>
            <a:ext cx="27391" cy="51710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 flipV="1">
            <a:off x="4832350" y="5076190"/>
            <a:ext cx="127000" cy="139700"/>
          </a:xfrm>
          <a:prstGeom prst="triangle">
            <a:avLst/>
          </a:prstGeom>
          <a:solidFill>
            <a:srgbClr val="E06010"/>
          </a:solidFill>
          <a:ln w="6350">
            <a:solidFill>
              <a:srgbClr val="E06010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3989070" y="442595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+ω</a:t>
            </a:r>
            <a:endParaRPr lang="en-US" sz="1500" dirty="0"/>
          </a:p>
        </p:txBody>
      </p:sp>
      <p:sp>
        <p:nvSpPr>
          <p:cNvPr id="145" name="Shape 143"/>
          <p:cNvSpPr/>
          <p:nvPr/>
        </p:nvSpPr>
        <p:spPr>
          <a:xfrm>
            <a:off x="5264602" y="5677983"/>
            <a:ext cx="39600" cy="43081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5304202" y="5721064"/>
            <a:ext cx="40478" cy="42258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5344680" y="5763321"/>
            <a:ext cx="41339" cy="41416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5386018" y="5804737"/>
            <a:ext cx="42182" cy="40557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5428200" y="5845294"/>
            <a:ext cx="43007" cy="39681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5471207" y="5884975"/>
            <a:ext cx="43814" cy="38788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5515021" y="5923763"/>
            <a:ext cx="44603" cy="37878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5559624" y="5961641"/>
            <a:ext cx="45372" cy="36953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5604996" y="5998594"/>
            <a:ext cx="46123" cy="36012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5651119" y="6034606"/>
            <a:ext cx="46854" cy="35056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5697973" y="6069662"/>
            <a:ext cx="47565" cy="34084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5745538" y="6103746"/>
            <a:ext cx="48256" cy="33099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5793793" y="6136845"/>
            <a:ext cx="48926" cy="32099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5842720" y="6168944"/>
            <a:ext cx="49576" cy="31086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 flipV="1">
            <a:off x="5909310" y="6193790"/>
            <a:ext cx="127000" cy="139700"/>
          </a:xfrm>
          <a:prstGeom prst="triangle">
            <a:avLst/>
          </a:prstGeom>
          <a:solidFill>
            <a:srgbClr val="E06010"/>
          </a:solidFill>
          <a:ln w="6350">
            <a:solidFill>
              <a:srgbClr val="E06010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5069840" y="598932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+ω</a:t>
            </a:r>
            <a:endParaRPr lang="en-US" sz="1500" dirty="0"/>
          </a:p>
        </p:txBody>
      </p:sp>
      <p:sp>
        <p:nvSpPr>
          <p:cNvPr id="161" name="Shape 159"/>
          <p:cNvSpPr/>
          <p:nvPr/>
        </p:nvSpPr>
        <p:spPr>
          <a:xfrm>
            <a:off x="6499608" y="6480006"/>
            <a:ext cx="55835" cy="17509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6555444" y="6497515"/>
            <a:ext cx="56184" cy="16357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6611628" y="6513872"/>
            <a:ext cx="56508" cy="15198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6668136" y="6529070"/>
            <a:ext cx="56809" cy="14032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6724945" y="6543102"/>
            <a:ext cx="57086" cy="12861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6782030" y="6555963"/>
            <a:ext cx="57338" cy="11684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839368" y="6567648"/>
            <a:ext cx="57566" cy="10502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896935" y="6578150"/>
            <a:ext cx="57770" cy="9316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6954705" y="6587466"/>
            <a:ext cx="57949" cy="8126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7012654" y="6595592"/>
            <a:ext cx="58104" cy="6932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7070758" y="6602524"/>
            <a:ext cx="58235" cy="5736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7128993" y="6608260"/>
            <a:ext cx="58340" cy="4537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7187333" y="6612796"/>
            <a:ext cx="58421" cy="3336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7245754" y="6616132"/>
            <a:ext cx="58477" cy="2133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 flipV="1">
            <a:off x="7254240" y="6568440"/>
            <a:ext cx="127000" cy="139700"/>
          </a:xfrm>
          <a:prstGeom prst="triangle">
            <a:avLst/>
          </a:prstGeom>
          <a:solidFill>
            <a:srgbClr val="E06010"/>
          </a:solidFill>
          <a:ln w="6350">
            <a:solidFill>
              <a:srgbClr val="E06010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6544310" y="654939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+ω</a:t>
            </a:r>
            <a:endParaRPr lang="en-US" sz="1500" dirty="0"/>
          </a:p>
        </p:txBody>
      </p:sp>
      <p:sp>
        <p:nvSpPr>
          <p:cNvPr id="177" name="Shape 175"/>
          <p:cNvSpPr/>
          <p:nvPr/>
        </p:nvSpPr>
        <p:spPr>
          <a:xfrm flipV="1">
            <a:off x="7970167" y="6544320"/>
            <a:ext cx="57109" cy="12754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 flipV="1">
            <a:off x="8027277" y="6530394"/>
            <a:ext cx="56835" cy="13926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 flipV="1">
            <a:off x="8084112" y="6515301"/>
            <a:ext cx="56537" cy="15092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 flipV="1">
            <a:off x="8140648" y="6499050"/>
            <a:ext cx="56214" cy="16252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 flipV="1">
            <a:off x="8196863" y="6481645"/>
            <a:ext cx="55868" cy="17405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 flipV="1">
            <a:off x="8252731" y="6463095"/>
            <a:ext cx="55498" cy="18550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 flipV="1">
            <a:off x="8308229" y="6443407"/>
            <a:ext cx="55105" cy="19688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 flipV="1">
            <a:off x="8363334" y="6422590"/>
            <a:ext cx="54688" cy="20817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 flipV="1">
            <a:off x="8418022" y="6400652"/>
            <a:ext cx="54249" cy="21938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 flipV="1">
            <a:off x="8472271" y="6377603"/>
            <a:ext cx="53786" cy="23049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 flipV="1">
            <a:off x="8526057" y="6353453"/>
            <a:ext cx="53300" cy="24150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 flipV="1">
            <a:off x="8579357" y="6328212"/>
            <a:ext cx="52792" cy="25241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 flipV="1">
            <a:off x="8632150" y="6301890"/>
            <a:ext cx="52262" cy="26322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 flipV="1">
            <a:off x="8684412" y="6274499"/>
            <a:ext cx="51710" cy="27391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 flipV="1">
            <a:off x="8688070" y="6196330"/>
            <a:ext cx="127000" cy="139700"/>
          </a:xfrm>
          <a:prstGeom prst="triangle">
            <a:avLst/>
          </a:prstGeom>
          <a:solidFill>
            <a:srgbClr val="E06010"/>
          </a:solidFill>
          <a:ln w="6350">
            <a:solidFill>
              <a:srgbClr val="E06010"/>
            </a:solidFill>
            <a:prstDash val="solid"/>
          </a:ln>
        </p:spPr>
      </p:sp>
      <p:sp>
        <p:nvSpPr>
          <p:cNvPr id="192" name="Text 190"/>
          <p:cNvSpPr/>
          <p:nvPr/>
        </p:nvSpPr>
        <p:spPr>
          <a:xfrm>
            <a:off x="7973060" y="65913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+ω</a:t>
            </a:r>
            <a:endParaRPr lang="en-US" sz="1500" dirty="0"/>
          </a:p>
        </p:txBody>
      </p:sp>
      <p:sp>
        <p:nvSpPr>
          <p:cNvPr id="193" name="Shape 191"/>
          <p:cNvSpPr/>
          <p:nvPr/>
        </p:nvSpPr>
        <p:spPr>
          <a:xfrm flipV="1">
            <a:off x="9282243" y="5848938"/>
            <a:ext cx="43081" cy="39600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 flipV="1">
            <a:off x="9325324" y="5808460"/>
            <a:ext cx="42258" cy="40478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 flipV="1">
            <a:off x="9367581" y="5767122"/>
            <a:ext cx="41416" cy="41339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 flipV="1">
            <a:off x="9408997" y="5724940"/>
            <a:ext cx="40557" cy="42182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 flipV="1">
            <a:off x="9449554" y="5681933"/>
            <a:ext cx="39681" cy="43007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 flipV="1">
            <a:off x="9489235" y="5638119"/>
            <a:ext cx="38788" cy="43814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 flipV="1">
            <a:off x="9528023" y="5593516"/>
            <a:ext cx="37878" cy="44603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 flipV="1">
            <a:off x="9565901" y="5548144"/>
            <a:ext cx="36953" cy="45372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 flipV="1">
            <a:off x="9602854" y="5502021"/>
            <a:ext cx="36012" cy="46123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 flipV="1">
            <a:off x="9638866" y="5455167"/>
            <a:ext cx="35056" cy="46854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 flipV="1">
            <a:off x="9673922" y="5407602"/>
            <a:ext cx="34084" cy="47565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 flipV="1">
            <a:off x="9708006" y="5359347"/>
            <a:ext cx="33099" cy="48256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 flipV="1">
            <a:off x="9741105" y="5310420"/>
            <a:ext cx="32099" cy="48926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 flipV="1">
            <a:off x="9773204" y="5260844"/>
            <a:ext cx="31086" cy="49576"/>
          </a:xfrm>
          <a:prstGeom prst="line">
            <a:avLst/>
          </a:prstGeom>
          <a:noFill/>
          <a:ln w="9525">
            <a:solidFill>
              <a:srgbClr val="F0C9B0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 flipV="1">
            <a:off x="9804400" y="5120640"/>
            <a:ext cx="127000" cy="139700"/>
          </a:xfrm>
          <a:prstGeom prst="triangle">
            <a:avLst/>
          </a:prstGeom>
          <a:solidFill>
            <a:srgbClr val="E06010"/>
          </a:solidFill>
          <a:ln w="6350">
            <a:solidFill>
              <a:srgbClr val="E06010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9326880" y="611124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+ω</a:t>
            </a:r>
            <a:endParaRPr lang="en-US" sz="1500" dirty="0"/>
          </a:p>
        </p:txBody>
      </p:sp>
      <p:sp>
        <p:nvSpPr>
          <p:cNvPr id="209" name="Shape 207"/>
          <p:cNvSpPr/>
          <p:nvPr/>
        </p:nvSpPr>
        <p:spPr>
          <a:xfrm>
            <a:off x="612648" y="5203190"/>
            <a:ext cx="3949700" cy="1578610"/>
          </a:xfrm>
          <a:prstGeom prst="rect">
            <a:avLst/>
          </a:prstGeom>
          <a:solidFill>
            <a:srgbClr val="FFFFFF"/>
          </a:solidFill>
          <a:ln w="25400">
            <a:solidFill>
              <a:srgbClr val="C00000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1802130" y="5289550"/>
            <a:ext cx="726440" cy="226060"/>
          </a:xfrm>
          <a:prstGeom prst="rect">
            <a:avLst/>
          </a:prstGeom>
          <a:solidFill>
            <a:srgbClr val="FFFF00"/>
          </a:solidFill>
          <a:ln w="12700">
            <a:solidFill>
              <a:srgbClr val="FFFF00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421640" y="5275072"/>
            <a:ext cx="431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75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</a:t>
            </a:r>
            <a:pPr algn="ctr" indent="0" marL="0">
              <a:buNone/>
            </a:pPr>
            <a:r>
              <a:rPr lang="en-US" sz="1675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smaller</a:t>
            </a:r>
            <a:pPr algn="ctr" indent="0" marL="0">
              <a:buNone/>
            </a:pPr>
            <a:r>
              <a:rPr lang="en-US" sz="1675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ω </a:t>
            </a:r>
            <a:pPr algn="ctr" indent="0" marL="0">
              <a:buNone/>
            </a:pPr>
            <a:r>
              <a:rPr lang="en-US" sz="1675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value, allow</a:t>
            </a:r>
            <a:endParaRPr lang="en-US" sz="1675" dirty="0"/>
          </a:p>
        </p:txBody>
      </p:sp>
      <p:sp>
        <p:nvSpPr>
          <p:cNvPr id="212" name="Text 210"/>
          <p:cNvSpPr/>
          <p:nvPr/>
        </p:nvSpPr>
        <p:spPr>
          <a:xfrm>
            <a:off x="421640" y="5515102"/>
            <a:ext cx="431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75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representation of longer sequences</a:t>
            </a:r>
            <a:endParaRPr lang="en-US" sz="1675" dirty="0"/>
          </a:p>
        </p:txBody>
      </p:sp>
      <p:sp>
        <p:nvSpPr>
          <p:cNvPr id="213" name="Text 211"/>
          <p:cNvSpPr/>
          <p:nvPr/>
        </p:nvSpPr>
        <p:spPr>
          <a:xfrm>
            <a:off x="421640" y="5993892"/>
            <a:ext cx="431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75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(practically use  ω = 1/10000)</a:t>
            </a:r>
            <a:endParaRPr lang="en-US" sz="1675" dirty="0"/>
          </a:p>
        </p:txBody>
      </p:sp>
    </p:spTree>
  </p:cSld>
  <p:clrMapOvr>
    <a:masterClrMapping/>
  </p:clrMapOvr>
</p:sld>
</file>

<file path=ppt/slides/slide30.xml><?xml version="1.0" encoding="utf-8"?>
<p:sld xmlns:mc="http://schemas.openxmlformats.org/markup-compatibility/2006"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71500"/>
            <a:ext cx="11137900" cy="6286500"/>
          </a:xfrm>
          <a:prstGeom prst="rect">
            <a:avLst/>
          </a:prstGeom>
          <a:solidFill>
            <a:srgbClr val="E9E9E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956170" y="717694"/>
            <a:ext cx="3765488" cy="2405605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86400" y="1355645"/>
            <a:ext cx="4597859" cy="1116413"/>
          </a:xfrm>
          <a:prstGeom prst="rect">
            <a:avLst/>
          </a:prstGeom>
          <a:solidFill>
            <a:srgbClr val="F9FCCF"/>
          </a:solidFill>
          <a:ln w="22225">
            <a:solidFill>
              <a:srgbClr val="0000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6533" y="3203043"/>
            <a:ext cx="7597037" cy="1129704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8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6533" y="4425782"/>
            <a:ext cx="7015699" cy="2206246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998293" y="4678304"/>
            <a:ext cx="3289847" cy="1621458"/>
          </a:xfrm>
          <a:prstGeom prst="rect">
            <a:avLst/>
          </a:prstGeom>
          <a:solidFill>
            <a:srgbClr val="F0FCE4"/>
          </a:solidFill>
          <a:ln w="22225">
            <a:solidFill>
              <a:srgbClr val="46865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83589" y="2033467"/>
            <a:ext cx="541702" cy="305685"/>
          </a:xfrm>
          <a:prstGeom prst="rect">
            <a:avLst/>
          </a:prstGeom>
          <a:solidFill>
            <a:srgbClr val="F8FE7A"/>
          </a:solidFill>
          <a:ln w="12700">
            <a:solidFill>
              <a:srgbClr val="F8FE7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743952" y="2565093"/>
            <a:ext cx="541702" cy="305685"/>
          </a:xfrm>
          <a:prstGeom prst="rect">
            <a:avLst/>
          </a:prstGeom>
          <a:solidFill>
            <a:srgbClr val="F8FE7A"/>
          </a:solidFill>
          <a:ln w="12700">
            <a:solidFill>
              <a:srgbClr val="F8FE7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709267" y="3256206"/>
            <a:ext cx="554914" cy="305685"/>
          </a:xfrm>
          <a:prstGeom prst="rect">
            <a:avLst/>
          </a:prstGeom>
          <a:solidFill>
            <a:srgbClr val="F8FE7A"/>
          </a:solidFill>
          <a:ln w="12700">
            <a:solidFill>
              <a:srgbClr val="F8FE7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74755" y="3296078"/>
            <a:ext cx="805947" cy="265813"/>
          </a:xfrm>
          <a:prstGeom prst="rect">
            <a:avLst/>
          </a:prstGeom>
          <a:solidFill>
            <a:srgbClr val="8DCE9B"/>
          </a:solidFill>
          <a:ln w="12700">
            <a:solidFill>
              <a:srgbClr val="8DCE9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562289" y="3242915"/>
            <a:ext cx="819159" cy="345557"/>
          </a:xfrm>
          <a:prstGeom prst="rect">
            <a:avLst/>
          </a:prstGeom>
          <a:solidFill>
            <a:srgbClr val="F8FE7A"/>
          </a:solidFill>
          <a:ln w="12700">
            <a:solidFill>
              <a:srgbClr val="F8FE7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01753" y="3867575"/>
            <a:ext cx="541702" cy="318975"/>
          </a:xfrm>
          <a:prstGeom prst="rect">
            <a:avLst/>
          </a:prstGeom>
          <a:solidFill>
            <a:srgbClr val="F8FE7A"/>
          </a:solidFill>
          <a:ln w="12700">
            <a:solidFill>
              <a:srgbClr val="F8FE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554029" y="3947319"/>
            <a:ext cx="951281" cy="239231"/>
          </a:xfrm>
          <a:prstGeom prst="rect">
            <a:avLst/>
          </a:prstGeom>
          <a:solidFill>
            <a:srgbClr val="F8FE7A"/>
          </a:solidFill>
          <a:ln w="12700">
            <a:solidFill>
              <a:srgbClr val="F8FE7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83016" y="3880866"/>
            <a:ext cx="885220" cy="279103"/>
          </a:xfrm>
          <a:prstGeom prst="rect">
            <a:avLst/>
          </a:prstGeom>
          <a:solidFill>
            <a:srgbClr val="8DCE9B"/>
          </a:solidFill>
          <a:ln w="12700">
            <a:solidFill>
              <a:srgbClr val="8DCE9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145271" y="4718176"/>
            <a:ext cx="554914" cy="305685"/>
          </a:xfrm>
          <a:prstGeom prst="rect">
            <a:avLst/>
          </a:prstGeom>
          <a:solidFill>
            <a:srgbClr val="F8FE7A"/>
          </a:solidFill>
          <a:ln w="12700">
            <a:solidFill>
              <a:srgbClr val="F8FE7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118847" y="5236511"/>
            <a:ext cx="541702" cy="305685"/>
          </a:xfrm>
          <a:prstGeom prst="rect">
            <a:avLst/>
          </a:prstGeom>
          <a:solidFill>
            <a:srgbClr val="F8FE7A"/>
          </a:solidFill>
          <a:ln w="12700">
            <a:solidFill>
              <a:srgbClr val="F8FE7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757164" y="4704885"/>
            <a:ext cx="964493" cy="292394"/>
          </a:xfrm>
          <a:prstGeom prst="rect">
            <a:avLst/>
          </a:prstGeom>
          <a:solidFill>
            <a:srgbClr val="8DCE9B"/>
          </a:solidFill>
          <a:ln w="12700">
            <a:solidFill>
              <a:srgbClr val="8DCE9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919841" y="4718176"/>
            <a:ext cx="845583" cy="279103"/>
          </a:xfrm>
          <a:prstGeom prst="rect">
            <a:avLst/>
          </a:prstGeom>
          <a:solidFill>
            <a:srgbClr val="F8FE7A"/>
          </a:solidFill>
          <a:ln w="12700">
            <a:solidFill>
              <a:srgbClr val="F8FE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783589" y="5316254"/>
            <a:ext cx="819159" cy="279103"/>
          </a:xfrm>
          <a:prstGeom prst="rect">
            <a:avLst/>
          </a:prstGeom>
          <a:solidFill>
            <a:srgbClr val="8DCE9B"/>
          </a:solidFill>
          <a:ln w="12700">
            <a:solidFill>
              <a:srgbClr val="8DCE9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61294" y="5276382"/>
            <a:ext cx="1096616" cy="305685"/>
          </a:xfrm>
          <a:prstGeom prst="rect">
            <a:avLst/>
          </a:prstGeom>
          <a:solidFill>
            <a:srgbClr val="F8FE7A"/>
          </a:solidFill>
          <a:ln w="12700">
            <a:solidFill>
              <a:srgbClr val="F8FE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78885" y="4027063"/>
            <a:ext cx="52849" cy="13291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72193" y="5462451"/>
            <a:ext cx="52849" cy="13291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64430" y="770857"/>
            <a:ext cx="29067" cy="1049960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64430" y="770857"/>
            <a:ext cx="105698" cy="29239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64430" y="1791578"/>
            <a:ext cx="105698" cy="29239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113895" y="770857"/>
            <a:ext cx="29067" cy="1049960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037264" y="770857"/>
            <a:ext cx="105698" cy="29239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037264" y="1791578"/>
            <a:ext cx="105698" cy="29239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77642" y="2020177"/>
            <a:ext cx="29067" cy="1023379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977642" y="2020177"/>
            <a:ext cx="105698" cy="29239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7642" y="3014316"/>
            <a:ext cx="105698" cy="29239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10262" y="2020177"/>
            <a:ext cx="29067" cy="1023379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33631" y="2020177"/>
            <a:ext cx="105698" cy="29239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33631" y="3014316"/>
            <a:ext cx="105698" cy="29239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352537" y="4691594"/>
            <a:ext cx="29067" cy="1023379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352537" y="4691594"/>
            <a:ext cx="105698" cy="29239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352537" y="5685734"/>
            <a:ext cx="105698" cy="29239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885157" y="4691594"/>
            <a:ext cx="29067" cy="1023379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808526" y="4691594"/>
            <a:ext cx="105698" cy="29239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808526" y="5685734"/>
            <a:ext cx="105698" cy="29239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453283" y="4678304"/>
            <a:ext cx="29067" cy="1049960"/>
          </a:xfrm>
          <a:prstGeom prst="rect">
            <a:avLst/>
          </a:prstGeom>
          <a:solidFill>
            <a:srgbClr val="000080"/>
          </a:solidFill>
          <a:ln w="12700">
            <a:solidFill>
              <a:srgbClr val="00008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453283" y="4678304"/>
            <a:ext cx="105698" cy="29239"/>
          </a:xfrm>
          <a:prstGeom prst="rect">
            <a:avLst/>
          </a:prstGeom>
          <a:solidFill>
            <a:srgbClr val="000080"/>
          </a:solidFill>
          <a:ln w="12700">
            <a:solidFill>
              <a:srgbClr val="00008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453283" y="5699025"/>
            <a:ext cx="105698" cy="29239"/>
          </a:xfrm>
          <a:prstGeom prst="rect">
            <a:avLst/>
          </a:prstGeom>
          <a:solidFill>
            <a:srgbClr val="000080"/>
          </a:solidFill>
          <a:ln w="12700">
            <a:solidFill>
              <a:srgbClr val="00008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990033" y="4678304"/>
            <a:ext cx="29067" cy="1049960"/>
          </a:xfrm>
          <a:prstGeom prst="rect">
            <a:avLst/>
          </a:prstGeom>
          <a:solidFill>
            <a:srgbClr val="000080"/>
          </a:solidFill>
          <a:ln w="12700">
            <a:solidFill>
              <a:srgbClr val="00008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913402" y="4678304"/>
            <a:ext cx="105698" cy="29239"/>
          </a:xfrm>
          <a:prstGeom prst="rect">
            <a:avLst/>
          </a:prstGeom>
          <a:solidFill>
            <a:srgbClr val="000080"/>
          </a:solidFill>
          <a:ln w="12700">
            <a:solidFill>
              <a:srgbClr val="00008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913402" y="5699025"/>
            <a:ext cx="105698" cy="29239"/>
          </a:xfrm>
          <a:prstGeom prst="rect">
            <a:avLst/>
          </a:prstGeom>
          <a:solidFill>
            <a:srgbClr val="000080"/>
          </a:solidFill>
          <a:ln w="12700">
            <a:solidFill>
              <a:srgbClr val="00008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161792" y="4678304"/>
            <a:ext cx="29067" cy="1049960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161792" y="4678304"/>
            <a:ext cx="105698" cy="29239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161792" y="5699025"/>
            <a:ext cx="105698" cy="29239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298044" y="4678304"/>
            <a:ext cx="29067" cy="1049960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221413" y="4678304"/>
            <a:ext cx="105698" cy="29239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221413" y="5699025"/>
            <a:ext cx="105698" cy="29239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114717" y="1141549"/>
            <a:ext cx="1934847" cy="319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of Pos “t”</a:t>
            </a:r>
            <a:endParaRPr lang="en-US" sz="1570" dirty="0"/>
          </a:p>
        </p:txBody>
      </p:sp>
      <p:sp>
        <p:nvSpPr>
          <p:cNvPr id="57" name="Text 55"/>
          <p:cNvSpPr/>
          <p:nvPr/>
        </p:nvSpPr>
        <p:spPr>
          <a:xfrm>
            <a:off x="1141141" y="2390868"/>
            <a:ext cx="2242479" cy="319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of Pos “t+δ”</a:t>
            </a:r>
            <a:endParaRPr lang="en-US" sz="1570" dirty="0"/>
          </a:p>
        </p:txBody>
      </p:sp>
      <p:sp>
        <p:nvSpPr>
          <p:cNvPr id="58" name="Text 56"/>
          <p:cNvSpPr/>
          <p:nvPr/>
        </p:nvSpPr>
        <p:spPr>
          <a:xfrm>
            <a:off x="6531734" y="1447616"/>
            <a:ext cx="1381562" cy="297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70" b="1" i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Remember:</a:t>
            </a:r>
            <a:endParaRPr lang="en-US" sz="1470" dirty="0"/>
          </a:p>
        </p:txBody>
      </p:sp>
      <p:sp>
        <p:nvSpPr>
          <p:cNvPr id="59" name="Shape 57"/>
          <p:cNvSpPr/>
          <p:nvPr/>
        </p:nvSpPr>
        <p:spPr>
          <a:xfrm>
            <a:off x="6531734" y="1634748"/>
            <a:ext cx="1030555" cy="19936"/>
          </a:xfrm>
          <a:prstGeom prst="rect">
            <a:avLst/>
          </a:prstGeom>
          <a:solidFill>
            <a:srgbClr val="000080"/>
          </a:solidFill>
          <a:ln w="12700">
            <a:solidFill>
              <a:srgbClr val="00008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61868" y="5859724"/>
            <a:ext cx="2242479" cy="319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of Pos “t+δ”</a:t>
            </a:r>
            <a:endParaRPr lang="en-US" sz="1570" dirty="0"/>
          </a:p>
        </p:txBody>
      </p:sp>
      <p:sp>
        <p:nvSpPr>
          <p:cNvPr id="61" name="Text 59"/>
          <p:cNvSpPr/>
          <p:nvPr/>
        </p:nvSpPr>
        <p:spPr>
          <a:xfrm>
            <a:off x="6241065" y="5980100"/>
            <a:ext cx="1901398" cy="314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of Pos “t”</a:t>
            </a:r>
            <a:endParaRPr lang="en-US" sz="1550" dirty="0"/>
          </a:p>
        </p:txBody>
      </p:sp>
      <p:sp>
        <p:nvSpPr>
          <p:cNvPr id="62" name="Text 60"/>
          <p:cNvSpPr/>
          <p:nvPr/>
        </p:nvSpPr>
        <p:spPr>
          <a:xfrm>
            <a:off x="2805883" y="6336071"/>
            <a:ext cx="4525063" cy="412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30" b="1" i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 of Position “t”</a:t>
            </a:r>
            <a:endParaRPr lang="en-US" sz="2030" dirty="0"/>
          </a:p>
        </p:txBody>
      </p:sp>
      <p:sp>
        <p:nvSpPr>
          <p:cNvPr id="63" name="Text 61"/>
          <p:cNvSpPr/>
          <p:nvPr/>
        </p:nvSpPr>
        <p:spPr>
          <a:xfrm>
            <a:off x="8143627" y="4739130"/>
            <a:ext cx="3679108" cy="350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Computer Graphics:</a:t>
            </a:r>
            <a:endParaRPr lang="en-US" sz="1720" dirty="0"/>
          </a:p>
        </p:txBody>
      </p:sp>
      <p:sp>
        <p:nvSpPr>
          <p:cNvPr id="64" name="Text 62"/>
          <p:cNvSpPr/>
          <p:nvPr/>
        </p:nvSpPr>
        <p:spPr>
          <a:xfrm>
            <a:off x="8130415" y="5157418"/>
            <a:ext cx="3983042" cy="3625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80" b="1" i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Rotation Matrix of Vector at</a:t>
            </a:r>
            <a:endParaRPr lang="en-US" sz="1780" dirty="0"/>
          </a:p>
        </p:txBody>
      </p:sp>
      <p:sp>
        <p:nvSpPr>
          <p:cNvPr id="65" name="Text 63"/>
          <p:cNvSpPr/>
          <p:nvPr/>
        </p:nvSpPr>
        <p:spPr>
          <a:xfrm>
            <a:off x="8130415" y="5406551"/>
            <a:ext cx="3516864" cy="367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10" b="1" i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“t” with angle “ωδ”</a:t>
            </a:r>
            <a:endParaRPr lang="en-US" sz="1810" dirty="0"/>
          </a:p>
        </p:txBody>
      </p:sp>
      <p:sp>
        <p:nvSpPr>
          <p:cNvPr id="66" name="Text 64"/>
          <p:cNvSpPr/>
          <p:nvPr/>
        </p:nvSpPr>
        <p:spPr>
          <a:xfrm>
            <a:off x="8130415" y="5747379"/>
            <a:ext cx="3389981" cy="344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90" b="1" i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e.g “ω” , “2ω” , “3ω” , ...</a:t>
            </a:r>
            <a:endParaRPr lang="en-US" sz="1690" dirty="0"/>
          </a:p>
        </p:txBody>
      </p:sp>
      <mc:AlternateContent>
        <mc:Choice xmlns:a14="http://schemas.microsoft.com/office/drawing/2010/main" Requires="a14">
          <p:sp>
            <p:nvSpPr>
              <p:cNvPr id="67" name="Equation OMML" descr="\mathrm{sin}(\omega t)"/>
              <p:cNvSpPr txBox="1"/>
              <p:nvPr/>
            </p:nvSpPr>
            <p:spPr>
              <a:xfrm>
                <a:off x="3203270" y="929386"/>
                <a:ext cx="725424" cy="213360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673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sin</m:t>
                      </m:r>
                      <m:r>
                        <a:rPr lang="en-US" i="1" smtClean="0" sz="1673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(ωt)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67" name="Image 0" descr="/home/ahmed/Projects/ai_llm_slides/videos/deep-learning/002_transformers_part2/recreated_pptx/build/assets/vb1_r1.png">    </p:cNvPr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3203270" y="929386"/>
                <a:ext cx="725424" cy="213360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68" name="Equation OMML" descr="\mathrm{cos}(\omega t)"/>
              <p:cNvSpPr txBox="1"/>
              <p:nvPr/>
            </p:nvSpPr>
            <p:spPr>
              <a:xfrm>
                <a:off x="3203270" y="1545327"/>
                <a:ext cx="754380" cy="207264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619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619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(ωt)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68" name="Image 1" descr="/home/ahmed/Projects/ai_llm_slides/videos/deep-learning/002_transformers_part2/recreated_pptx/build/assets/vb1_r2.png">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203270" y="1545327"/>
                <a:ext cx="754380" cy="207264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69" name="Equation OMML" descr="\mathrm{Sin}\;(\omega"/>
              <p:cNvSpPr txBox="1"/>
              <p:nvPr/>
            </p:nvSpPr>
            <p:spPr>
              <a:xfrm>
                <a:off x="2991875" y="2053669"/>
                <a:ext cx="765048" cy="251460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200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Sin</m:t>
                      </m:r>
                      <m:r>
                        <a:rPr lang="en-US" i="1" smtClean="0" sz="200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 (ω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69" name="Image 2" descr="/home/ahmed/Projects/ai_llm_slides/videos/deep-learning/002_transformers_part2/recreated_pptx/build/assets/vb2_r1a.png">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991875" y="2053669"/>
                <a:ext cx="765048" cy="251460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70" name="Equation OMML" descr="(t{+}\delta))"/>
              <p:cNvSpPr txBox="1"/>
              <p:nvPr/>
            </p:nvSpPr>
            <p:spPr>
              <a:xfrm>
                <a:off x="3758184" y="2099389"/>
                <a:ext cx="577596" cy="196596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 sz="1535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(t+δ))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70" name="Image 3" descr="/home/ahmed/Projects/ai_llm_slides/videos/deep-learning/002_transformers_part2/recreated_pptx/build/assets/vb2_r1b.png">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758184" y="2099389"/>
                <a:ext cx="577596" cy="196596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71" name="Equation OMML" descr="\mathrm{cos}(\omega"/>
              <p:cNvSpPr txBox="1"/>
              <p:nvPr/>
            </p:nvSpPr>
            <p:spPr>
              <a:xfrm>
                <a:off x="3057936" y="2603582"/>
                <a:ext cx="673608" cy="231648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83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83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(ω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71" name="Image 4" descr="/home/ahmed/Projects/ai_llm_slides/videos/deep-learning/002_transformers_part2/recreated_pptx/build/assets/vb2_r2a.png">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057936" y="2603582"/>
                <a:ext cx="673608" cy="231648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72" name="Equation OMML" descr="(t{+}\delta))"/>
              <p:cNvSpPr txBox="1"/>
              <p:nvPr/>
            </p:nvSpPr>
            <p:spPr>
              <a:xfrm>
                <a:off x="3731760" y="2631014"/>
                <a:ext cx="577596" cy="196596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 sz="1535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(t+δ))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72" name="Image 5" descr="/home/ahmed/Projects/ai_llm_slides/videos/deep-learning/002_transformers_part2/recreated_pptx/build/assets/vb2_r2b.png">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731760" y="2631014"/>
                <a:ext cx="577596" cy="196596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73" name="Equation OMML" descr="\mathrm{sin}(\omega"/>
              <p:cNvSpPr txBox="1"/>
              <p:nvPr/>
            </p:nvSpPr>
            <p:spPr>
              <a:xfrm>
                <a:off x="1115737" y="3317130"/>
                <a:ext cx="580644" cy="217932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723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sin</m:t>
                      </m:r>
                      <m:r>
                        <a:rPr lang="en-US" i="1" smtClean="0" sz="1723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(ω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73" name="Image 6" descr="/home/ahmed/Projects/ai_llm_slides/videos/deep-learning/002_transformers_part2/recreated_pptx/build/assets/d1_s1.png">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115737" y="3317130"/>
                <a:ext cx="580644" cy="217932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74" name="Equation OMML" descr="(t{+}\delta))"/>
              <p:cNvSpPr txBox="1"/>
              <p:nvPr/>
            </p:nvSpPr>
            <p:spPr>
              <a:xfrm>
                <a:off x="1697075" y="3335418"/>
                <a:ext cx="577596" cy="196596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 sz="1535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(t+δ))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74" name="Image 7" descr="/home/ahmed/Projects/ai_llm_slides/videos/deep-learning/002_transformers_part2/recreated_pptx/build/assets/d1_s2.png">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697075" y="3335418"/>
                <a:ext cx="577596" cy="196596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75" name="Equation OMML" descr="="/>
              <p:cNvSpPr txBox="1"/>
              <p:nvPr/>
            </p:nvSpPr>
            <p:spPr>
              <a:xfrm>
                <a:off x="2397324" y="3407045"/>
                <a:ext cx="129540" cy="71628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 sz="1317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=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75" name="Image 8" descr="/home/ahmed/Projects/ai_llm_slides/videos/deep-learning/002_transformers_part2/recreated_pptx/build/assets/d1_s3.png">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397324" y="3407045"/>
                <a:ext cx="129540" cy="71628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76" name="Equation OMML" descr="\mathrm{sin}(\omega t\;+\omega\delta)"/>
              <p:cNvSpPr txBox="1"/>
              <p:nvPr/>
            </p:nvSpPr>
            <p:spPr>
              <a:xfrm>
                <a:off x="2621932" y="3330845"/>
                <a:ext cx="1286256" cy="204216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59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sin</m:t>
                      </m:r>
                      <m:r>
                        <a:rPr lang="en-US" i="1" smtClean="0" sz="159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(ωt +ωδ)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76" name="Image 9" descr="/home/ahmed/Projects/ai_llm_slides/videos/deep-learning/002_transformers_part2/recreated_pptx/build/assets/d1_s4.png">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2621932" y="3330845"/>
                <a:ext cx="1286256" cy="204216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77" name="Equation OMML" descr="="/>
              <p:cNvSpPr txBox="1"/>
              <p:nvPr/>
            </p:nvSpPr>
            <p:spPr>
              <a:xfrm>
                <a:off x="4379160" y="3414665"/>
                <a:ext cx="120396" cy="67056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 sz="12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=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77" name="Image 10" descr="/home/ahmed/Projects/ai_llm_slides/videos/deep-learning/002_transformers_part2/recreated_pptx/build/assets/d1_s5.png">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4379160" y="3414665"/>
                <a:ext cx="120396" cy="67056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78" name="Equation OMML" descr="\mathrm{sin}(\omega t)"/>
              <p:cNvSpPr txBox="1"/>
              <p:nvPr/>
            </p:nvSpPr>
            <p:spPr>
              <a:xfrm>
                <a:off x="4590556" y="3321700"/>
                <a:ext cx="725424" cy="213360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673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sin</m:t>
                      </m:r>
                      <m:r>
                        <a:rPr lang="en-US" i="1" smtClean="0" sz="1673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(ωt)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78" name="Image 11" descr="/home/ahmed/Projects/ai_llm_slides/videos/deep-learning/002_transformers_part2/recreated_pptx/build/assets/d1_s6.png">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4590556" y="3321700"/>
                <a:ext cx="725424" cy="213360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79" name="Equation OMML" descr="\mathrm{cos}(\omega\delta)"/>
              <p:cNvSpPr txBox="1"/>
              <p:nvPr/>
            </p:nvSpPr>
            <p:spPr>
              <a:xfrm>
                <a:off x="5422927" y="3312556"/>
                <a:ext cx="871728" cy="224028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769">
                          <a:solidFill>
                            <a:srgbClr val="000080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769">
                          <a:solidFill>
                            <a:srgbClr val="000080"/>
                          </a:solidFill>
                          <a:latin typeface="Cambria Math" panose="02040503050406030204" pitchFamily="18" charset="0"/>
                        </a:rPr>
                        <m:t xml:space="preserve">(ωδ)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79" name="Image 12" descr="/home/ahmed/Projects/ai_llm_slides/videos/deep-learning/002_transformers_part2/recreated_pptx/build/assets/d1_s7.png">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422927" y="3312556"/>
                <a:ext cx="871728" cy="224028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80" name="Equation OMML" descr="+"/>
              <p:cNvSpPr txBox="1"/>
              <p:nvPr/>
            </p:nvSpPr>
            <p:spPr>
              <a:xfrm>
                <a:off x="6400632" y="3399425"/>
                <a:ext cx="108204" cy="106680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 sz="1054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+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80" name="Image 13" descr="/home/ahmed/Projects/ai_llm_slides/videos/deep-learning/002_transformers_part2/recreated_pptx/build/assets/d1_s8.png">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6400632" y="3399425"/>
                <a:ext cx="108204" cy="106680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81" name="Equation OMML" descr="\mathrm{cos}(\omega t)"/>
              <p:cNvSpPr txBox="1"/>
              <p:nvPr/>
            </p:nvSpPr>
            <p:spPr>
              <a:xfrm>
                <a:off x="6612028" y="3317129"/>
                <a:ext cx="804672" cy="219456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733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733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(ωt)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81" name="Image 14" descr="/home/ahmed/Projects/ai_llm_slides/videos/deep-learning/002_transformers_part2/recreated_pptx/build/assets/d1_s9.png">    </p:cNvPr>
              <p:cNvPicPr>
                <a:picLocks noChangeAspect="1"/>
              </p:cNvPicPr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6612028" y="3317129"/>
                <a:ext cx="804672" cy="219456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82" name="Equation OMML" descr="\mathrm{sin}(\omega\delta)"/>
              <p:cNvSpPr txBox="1"/>
              <p:nvPr/>
            </p:nvSpPr>
            <p:spPr>
              <a:xfrm>
                <a:off x="7510460" y="3314081"/>
                <a:ext cx="807720" cy="222504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749">
                          <a:solidFill>
                            <a:srgbClr val="000080"/>
                          </a:solidFill>
                          <a:latin typeface="Cambria Math" panose="02040503050406030204" pitchFamily="18" charset="0"/>
                        </a:rPr>
                        <m:t xml:space="preserve">sin</m:t>
                      </m:r>
                      <m:r>
                        <a:rPr lang="en-US" i="1" smtClean="0" sz="1749">
                          <a:solidFill>
                            <a:srgbClr val="000080"/>
                          </a:solidFill>
                          <a:latin typeface="Cambria Math" panose="02040503050406030204" pitchFamily="18" charset="0"/>
                        </a:rPr>
                        <m:t xml:space="preserve">(ωδ)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82" name="Image 15" descr="/home/ahmed/Projects/ai_llm_slides/videos/deep-learning/002_transformers_part2/recreated_pptx/build/assets/d1_s10.png">    </p:cNvPr>
              <p:cNvPicPr>
                <a:picLocks noChangeAspect="1"/>
              </p:cNvPicPr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7510460" y="3314081"/>
                <a:ext cx="807720" cy="222504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83" name="Equation OMML" descr="\mathrm{cos}(\omega"/>
              <p:cNvSpPr txBox="1"/>
              <p:nvPr/>
            </p:nvSpPr>
            <p:spPr>
              <a:xfrm>
                <a:off x="1128949" y="3907589"/>
                <a:ext cx="661416" cy="228600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797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797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(ω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83" name="Image 16" descr="/home/ahmed/Projects/ai_llm_slides/videos/deep-learning/002_transformers_part2/recreated_pptx/build/assets/d2_s1.png">    </p:cNvPr>
              <p:cNvPicPr>
                <a:picLocks noChangeAspect="1"/>
              </p:cNvPicPr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1128949" y="3907589"/>
                <a:ext cx="661416" cy="228600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84" name="Equation OMML" descr="(t{+}\delta))"/>
              <p:cNvSpPr txBox="1"/>
              <p:nvPr/>
            </p:nvSpPr>
            <p:spPr>
              <a:xfrm>
                <a:off x="1789561" y="3933497"/>
                <a:ext cx="577596" cy="196596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 sz="1535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(t+δ))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84" name="Image 17" descr="/home/ahmed/Projects/ai_llm_slides/videos/deep-learning/002_transformers_part2/recreated_pptx/build/assets/d2_s2.png">    </p:cNvPr>
              <p:cNvPicPr>
                <a:picLocks noChangeAspect="1"/>
              </p:cNvPicPr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1789561" y="3933497"/>
                <a:ext cx="577596" cy="196596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85" name="Equation OMML" descr="="/>
              <p:cNvSpPr txBox="1"/>
              <p:nvPr/>
            </p:nvSpPr>
            <p:spPr>
              <a:xfrm>
                <a:off x="2489810" y="4012744"/>
                <a:ext cx="120396" cy="67056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 sz="12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=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85" name="Image 18" descr="/home/ahmed/Projects/ai_llm_slides/videos/deep-learning/002_transformers_part2/recreated_pptx/build/assets/d2_s3.png">    </p:cNvPr>
              <p:cNvPicPr>
                <a:picLocks noChangeAspect="1"/>
              </p:cNvPicPr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489810" y="4012744"/>
                <a:ext cx="120396" cy="67056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86" name="Equation OMML" descr="\mathrm{cos}(\omega t\;+\omega\delta)"/>
              <p:cNvSpPr txBox="1"/>
              <p:nvPr/>
            </p:nvSpPr>
            <p:spPr>
              <a:xfrm>
                <a:off x="2701205" y="3924351"/>
                <a:ext cx="1363980" cy="207264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625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625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(ωt +ωδ)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86" name="Image 19" descr="/home/ahmed/Projects/ai_llm_slides/videos/deep-learning/002_transformers_part2/recreated_pptx/build/assets/d2_s4.png">    </p:cNvPr>
              <p:cNvPicPr>
                <a:picLocks noChangeAspect="1"/>
              </p:cNvPicPr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2701205" y="3924351"/>
                <a:ext cx="1363980" cy="207264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87" name="Equation OMML" descr="="/>
              <p:cNvSpPr txBox="1"/>
              <p:nvPr/>
            </p:nvSpPr>
            <p:spPr>
              <a:xfrm>
                <a:off x="4379160" y="4012744"/>
                <a:ext cx="120396" cy="67056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 sz="12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=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87" name="Image 20" descr="/home/ahmed/Projects/ai_llm_slides/videos/deep-learning/002_transformers_part2/recreated_pptx/build/assets/d2_s5.png">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79160" y="4012744"/>
                <a:ext cx="120396" cy="67056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88" name="Equation OMML" descr="\mathrm{cos}(\omega t)"/>
              <p:cNvSpPr txBox="1"/>
              <p:nvPr/>
            </p:nvSpPr>
            <p:spPr>
              <a:xfrm>
                <a:off x="4590556" y="3915208"/>
                <a:ext cx="804672" cy="219456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733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733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(ωt)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88" name="Image 21" descr="/home/ahmed/Projects/ai_llm_slides/videos/deep-learning/002_transformers_part2/recreated_pptx/build/assets/d2_s6.png">    </p:cNvPr>
              <p:cNvPicPr>
                <a:picLocks noChangeAspect="1"/>
              </p:cNvPicPr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4590556" y="3915208"/>
                <a:ext cx="804672" cy="219456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89" name="Equation OMML" descr="\mathrm{cos}(\omega\delta)"/>
              <p:cNvSpPr txBox="1"/>
              <p:nvPr/>
            </p:nvSpPr>
            <p:spPr>
              <a:xfrm>
                <a:off x="5488988" y="3910635"/>
                <a:ext cx="871728" cy="224028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769">
                          <a:solidFill>
                            <a:srgbClr val="000080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769">
                          <a:solidFill>
                            <a:srgbClr val="000080"/>
                          </a:solidFill>
                          <a:latin typeface="Cambria Math" panose="02040503050406030204" pitchFamily="18" charset="0"/>
                        </a:rPr>
                        <m:t xml:space="preserve">(ωδ)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89" name="Image 22" descr="/home/ahmed/Projects/ai_llm_slides/videos/deep-learning/002_transformers_part2/recreated_pptx/build/assets/d2_s7.png">    </p:cNvPr>
              <p:cNvPicPr>
                <a:picLocks noChangeAspect="1"/>
              </p:cNvPicPr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5488988" y="3910635"/>
                <a:ext cx="871728" cy="224028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90" name="Equation OMML" descr="\mathrm{sin}(\omega t)"/>
              <p:cNvSpPr txBox="1"/>
              <p:nvPr/>
            </p:nvSpPr>
            <p:spPr>
              <a:xfrm>
                <a:off x="6625240" y="3919779"/>
                <a:ext cx="725424" cy="213360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673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sin</m:t>
                      </m:r>
                      <m:r>
                        <a:rPr lang="en-US" i="1" smtClean="0" sz="1673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(ωt)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90" name="Image 23" descr="/home/ahmed/Projects/ai_llm_slides/videos/deep-learning/002_transformers_part2/recreated_pptx/build/assets/d2_s9.png">    </p:cNvPr>
              <p:cNvPicPr>
                <a:picLocks noChangeAspect="1"/>
              </p:cNvPicPr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6625240" y="3919779"/>
                <a:ext cx="725424" cy="213360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91" name="Equation OMML" descr="\mathrm{sin}(\omega\delta)"/>
              <p:cNvSpPr txBox="1"/>
              <p:nvPr/>
            </p:nvSpPr>
            <p:spPr>
              <a:xfrm>
                <a:off x="7484036" y="3899969"/>
                <a:ext cx="859536" cy="236220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867">
                          <a:solidFill>
                            <a:srgbClr val="000080"/>
                          </a:solidFill>
                          <a:latin typeface="Cambria Math" panose="02040503050406030204" pitchFamily="18" charset="0"/>
                        </a:rPr>
                        <m:t xml:space="preserve">sin</m:t>
                      </m:r>
                      <m:r>
                        <a:rPr lang="en-US" i="1" smtClean="0" sz="1867">
                          <a:solidFill>
                            <a:srgbClr val="000080"/>
                          </a:solidFill>
                          <a:latin typeface="Cambria Math" panose="02040503050406030204" pitchFamily="18" charset="0"/>
                        </a:rPr>
                        <m:t xml:space="preserve">(ωδ)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91" name="Image 24" descr="/home/ahmed/Projects/ai_llm_slides/videos/deep-learning/002_transformers_part2/recreated_pptx/build/assets/d2_s10.png">    </p:cNvPr>
              <p:cNvPicPr>
                <a:picLocks noChangeAspect="1"/>
              </p:cNvPicPr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7484036" y="3899969"/>
                <a:ext cx="859536" cy="236220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92" name="Equation OMML" descr="\mathrm{Sin}\;(\omega"/>
              <p:cNvSpPr txBox="1"/>
              <p:nvPr/>
            </p:nvSpPr>
            <p:spPr>
              <a:xfrm>
                <a:off x="1446043" y="4759713"/>
                <a:ext cx="687324" cy="227076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789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Sin</m:t>
                      </m:r>
                      <m:r>
                        <a:rPr lang="en-US" i="1" smtClean="0" sz="1789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 (ω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92" name="Image 25" descr="/home/ahmed/Projects/ai_llm_slides/videos/deep-learning/002_transformers_part2/recreated_pptx/build/assets/m_la.png">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1446043" y="4759713"/>
                <a:ext cx="687324" cy="227076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93" name="Equation OMML" descr="(t{+}\delta))"/>
              <p:cNvSpPr txBox="1"/>
              <p:nvPr/>
            </p:nvSpPr>
            <p:spPr>
              <a:xfrm>
                <a:off x="2133079" y="4784097"/>
                <a:ext cx="577596" cy="196596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 sz="1535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(t+δ))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93" name="Image 26" descr="/home/ahmed/Projects/ai_llm_slides/videos/deep-learning/002_transformers_part2/recreated_pptx/build/assets/m_lb.png">    </p:cNvPr>
              <p:cNvPicPr>
                <a:picLocks noChangeAspect="1"/>
              </p:cNvPicPr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2133079" y="4784097"/>
                <a:ext cx="577596" cy="196596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94" name="Equation OMML" descr="\mathrm{cos}(\omega"/>
              <p:cNvSpPr txBox="1"/>
              <p:nvPr/>
            </p:nvSpPr>
            <p:spPr>
              <a:xfrm>
                <a:off x="1432831" y="5274999"/>
                <a:ext cx="673608" cy="231648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83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83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(ω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94" name="Image 27" descr="/home/ahmed/Projects/ai_llm_slides/videos/deep-learning/002_transformers_part2/recreated_pptx/build/assets/m_l2a.png">    </p:cNvPr>
              <p:cNvPicPr>
                <a:picLocks noChangeAspect="1"/>
              </p:cNvPicPr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1432831" y="5274999"/>
                <a:ext cx="673608" cy="231648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95" name="Equation OMML" descr="(t{+}\delta))"/>
              <p:cNvSpPr txBox="1"/>
              <p:nvPr/>
            </p:nvSpPr>
            <p:spPr>
              <a:xfrm>
                <a:off x="2106655" y="5302432"/>
                <a:ext cx="577596" cy="196596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 sz="1535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(t+δ))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95" name="Image 28" descr="/home/ahmed/Projects/ai_llm_slides/videos/deep-learning/002_transformers_part2/recreated_pptx/build/assets/m_l2b.png">    </p:cNvPr>
              <p:cNvPicPr>
                <a:picLocks noChangeAspect="1"/>
              </p:cNvPicPr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2106655" y="5302432"/>
                <a:ext cx="577596" cy="196596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96" name="Equation OMML" descr="="/>
              <p:cNvSpPr txBox="1"/>
              <p:nvPr/>
            </p:nvSpPr>
            <p:spPr>
              <a:xfrm>
                <a:off x="3123997" y="5171156"/>
                <a:ext cx="129540" cy="71628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 sz="1317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=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96" name="Image 29" descr="/home/ahmed/Projects/ai_llm_slides/videos/deep-learning/002_transformers_part2/recreated_pptx/build/assets/m_eq.png">    </p:cNvPr>
              <p:cNvPicPr>
                <a:picLocks noChangeAspect="1"/>
              </p:cNvPicPr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3123997" y="5171156"/>
                <a:ext cx="129540" cy="71628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97" name="Equation OMML" descr="\mathrm{cos}(\omega\delta)"/>
              <p:cNvSpPr txBox="1"/>
              <p:nvPr/>
            </p:nvSpPr>
            <p:spPr>
              <a:xfrm>
                <a:off x="3758184" y="4743374"/>
                <a:ext cx="896112" cy="231648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823">
                          <a:solidFill>
                            <a:srgbClr val="000080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823">
                          <a:solidFill>
                            <a:srgbClr val="000080"/>
                          </a:solidFill>
                          <a:latin typeface="Cambria Math" panose="02040503050406030204" pitchFamily="18" charset="0"/>
                        </a:rPr>
                        <m:t xml:space="preserve">(ωδ)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97" name="Image 30" descr="/home/ahmed/Projects/ai_llm_slides/videos/deep-learning/002_transformers_part2/recreated_pptx/build/assets/m_r1c1.png">    </p:cNvPr>
              <p:cNvPicPr>
                <a:picLocks noChangeAspect="1"/>
              </p:cNvPicPr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3758184" y="4743374"/>
                <a:ext cx="896112" cy="231648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98" name="Equation OMML" descr="\mathrm{sin}(\omega\delta)"/>
              <p:cNvSpPr txBox="1"/>
              <p:nvPr/>
            </p:nvSpPr>
            <p:spPr>
              <a:xfrm>
                <a:off x="4881225" y="4749470"/>
                <a:ext cx="807720" cy="222504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749">
                          <a:solidFill>
                            <a:srgbClr val="000080"/>
                          </a:solidFill>
                          <a:latin typeface="Cambria Math" panose="02040503050406030204" pitchFamily="18" charset="0"/>
                        </a:rPr>
                        <m:t xml:space="preserve">sin</m:t>
                      </m:r>
                      <m:r>
                        <a:rPr lang="en-US" i="1" smtClean="0" sz="1749">
                          <a:solidFill>
                            <a:srgbClr val="000080"/>
                          </a:solidFill>
                          <a:latin typeface="Cambria Math" panose="02040503050406030204" pitchFamily="18" charset="0"/>
                        </a:rPr>
                        <m:t xml:space="preserve">(ωδ)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98" name="Image 31" descr="/home/ahmed/Projects/ai_llm_slides/videos/deep-learning/002_transformers_part2/recreated_pptx/build/assets/m_r1c2.png">    </p:cNvPr>
              <p:cNvPicPr>
                <a:picLocks noChangeAspect="1"/>
              </p:cNvPicPr>
              <p:nvPr/>
            </p:nvPicPr>
            <p:blipFill>
              <a:blip r:embed="rId32"/>
              <a:stretch>
                <a:fillRect/>
              </a:stretch>
            </p:blipFill>
            <p:spPr>
              <a:xfrm>
                <a:off x="4881225" y="4749470"/>
                <a:ext cx="807720" cy="222504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99" name="Equation OMML" descr="\mathrm{sin}(\omega\delta)"/>
              <p:cNvSpPr txBox="1"/>
              <p:nvPr/>
            </p:nvSpPr>
            <p:spPr>
              <a:xfrm>
                <a:off x="3784609" y="5372606"/>
                <a:ext cx="816864" cy="225552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776">
                          <a:solidFill>
                            <a:srgbClr val="000080"/>
                          </a:solidFill>
                          <a:latin typeface="Cambria Math" panose="02040503050406030204" pitchFamily="18" charset="0"/>
                        </a:rPr>
                        <m:t xml:space="preserve">sin</m:t>
                      </m:r>
                      <m:r>
                        <a:rPr lang="en-US" i="1" smtClean="0" sz="1776">
                          <a:solidFill>
                            <a:srgbClr val="000080"/>
                          </a:solidFill>
                          <a:latin typeface="Cambria Math" panose="02040503050406030204" pitchFamily="18" charset="0"/>
                        </a:rPr>
                        <m:t xml:space="preserve">(ωδ)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99" name="Image 32" descr="/home/ahmed/Projects/ai_llm_slides/videos/deep-learning/002_transformers_part2/recreated_pptx/build/assets/m_r2c1.png">    </p:cNvPr>
              <p:cNvPicPr>
                <a:picLocks noChangeAspect="1"/>
              </p:cNvPicPr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3784609" y="5372606"/>
                <a:ext cx="816864" cy="225552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100" name="Equation OMML" descr="\mathrm{cos}(\omega\delta)"/>
              <p:cNvSpPr txBox="1"/>
              <p:nvPr/>
            </p:nvSpPr>
            <p:spPr>
              <a:xfrm>
                <a:off x="4828376" y="5372605"/>
                <a:ext cx="871728" cy="224028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769">
                          <a:solidFill>
                            <a:srgbClr val="000080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769">
                          <a:solidFill>
                            <a:srgbClr val="000080"/>
                          </a:solidFill>
                          <a:latin typeface="Cambria Math" panose="02040503050406030204" pitchFamily="18" charset="0"/>
                        </a:rPr>
                        <m:t xml:space="preserve">(ωδ)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100" name="Image 33" descr="/home/ahmed/Projects/ai_llm_slides/videos/deep-learning/002_transformers_part2/recreated_pptx/build/assets/m_r2c2.png">    </p:cNvPr>
              <p:cNvPicPr>
                <a:picLocks noChangeAspect="1"/>
              </p:cNvPicPr>
              <p:nvPr/>
            </p:nvPicPr>
            <p:blipFill>
              <a:blip r:embed="rId34"/>
              <a:stretch>
                <a:fillRect/>
              </a:stretch>
            </p:blipFill>
            <p:spPr>
              <a:xfrm>
                <a:off x="4828376" y="5372605"/>
                <a:ext cx="871728" cy="224028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101" name="Equation OMML" descr="\mathrm{sin}(\omega t)"/>
              <p:cNvSpPr txBox="1"/>
              <p:nvPr/>
            </p:nvSpPr>
            <p:spPr>
              <a:xfrm>
                <a:off x="6413844" y="4850123"/>
                <a:ext cx="725424" cy="213360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673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sin</m:t>
                      </m:r>
                      <m:r>
                        <a:rPr lang="en-US" i="1" smtClean="0" sz="1673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(ωt)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101" name="Image 34" descr="/home/ahmed/Projects/ai_llm_slides/videos/deep-learning/002_transformers_part2/recreated_pptx/build/assets/m_ra.png">    </p:cNvPr>
              <p:cNvPicPr>
                <a:picLocks noChangeAspect="1"/>
              </p:cNvPicPr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6413844" y="4850123"/>
                <a:ext cx="725424" cy="213360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102" name="Equation OMML" descr="\mathrm{cos}(\omega t)"/>
              <p:cNvSpPr txBox="1"/>
              <p:nvPr/>
            </p:nvSpPr>
            <p:spPr>
              <a:xfrm>
                <a:off x="6413844" y="5448203"/>
                <a:ext cx="783336" cy="214884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682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682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(ωt)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102" name="Image 35" descr="/home/ahmed/Projects/ai_llm_slides/videos/deep-learning/002_transformers_part2/recreated_pptx/build/assets/m_rb.png">    </p:cNvPr>
              <p:cNvPicPr>
                <a:picLocks noChangeAspect="1"/>
              </p:cNvPicPr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6413844" y="5448203"/>
                <a:ext cx="783336" cy="214884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103" name="Equation OMML" descr="sin(a{+}b)=sin\,(a)\,cos(b)\;+\;cos(a)\,sin(b)"/>
              <p:cNvSpPr txBox="1"/>
              <p:nvPr/>
            </p:nvSpPr>
            <p:spPr>
              <a:xfrm>
                <a:off x="6532755" y="1968431"/>
                <a:ext cx="3442716" cy="181356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 sz="1379">
                          <a:solidFill>
                            <a:srgbClr val="000080"/>
                          </a:solidFill>
                          <a:latin typeface="Cambria Math" panose="02040503050406030204" pitchFamily="18" charset="0"/>
                        </a:rPr>
                        <m:t xml:space="preserve">sin(a+b)=sin (a) cos(b) + cos(a) sin(b)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103" name="Image 36" descr="/home/ahmed/Projects/ai_llm_slides/videos/deep-learning/002_transformers_part2/recreated_pptx/build/assets/rm_id1.png">    </p:cNvPr>
              <p:cNvPicPr>
                <a:picLocks noChangeAspect="1"/>
              </p:cNvPicPr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6532755" y="1968431"/>
                <a:ext cx="3442716" cy="181356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104" name="Equation OMML" descr="cos(a{+}b)=cos(a)\,cos(b)-sin(a)\,sin(b)"/>
              <p:cNvSpPr txBox="1"/>
              <p:nvPr/>
            </p:nvSpPr>
            <p:spPr>
              <a:xfrm>
                <a:off x="6519542" y="2188276"/>
                <a:ext cx="3508248" cy="187452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 sz="1441">
                          <a:solidFill>
                            <a:srgbClr val="000080"/>
                          </a:solidFill>
                          <a:latin typeface="Cambria Math" panose="02040503050406030204" pitchFamily="18" charset="0"/>
                        </a:rPr>
                        <m:t xml:space="preserve">cos(a+b)=cos(a) cos(b)-sin(a) sin(b)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104" name="Image 37" descr="/home/ahmed/Projects/ai_llm_slides/videos/deep-learning/002_transformers_part2/recreated_pptx/build/assets/rm_id2.png">    </p:cNvPr>
              <p:cNvPicPr>
                <a:picLocks noChangeAspect="1"/>
              </p:cNvPicPr>
              <p:nvPr/>
            </p:nvPicPr>
            <p:blipFill>
              <a:blip r:embed="rId38"/>
              <a:stretch>
                <a:fillRect/>
              </a:stretch>
            </p:blipFill>
            <p:spPr>
              <a:xfrm>
                <a:off x="6519542" y="2188276"/>
                <a:ext cx="3508248" cy="187452"/>
              </a:xfrm>
              <a:prstGeom prst="rect">
                <a:avLst/>
              </a:prstGeom>
            </p:spPr>
          </p:pic>
        </mc:Fallback>
      </mc:AlternateContent>
      <p:pic>
        <p:nvPicPr>
          <p:cNvPr id="105" name="Image 38" descr="/home/ahmed/Projects/ai_llm_slides/videos/deep-learning/002_transformers_part2/recreated_pptx/build/assets/brace_030.png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3348605" y="5928722"/>
            <a:ext cx="2616708" cy="278892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mc="http://schemas.openxmlformats.org/markup-compatibility/2006"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71500"/>
            <a:ext cx="11137900" cy="6286500"/>
          </a:xfrm>
          <a:prstGeom prst="rect">
            <a:avLst/>
          </a:prstGeom>
          <a:solidFill>
            <a:srgbClr val="E9E9E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38200" y="584200"/>
            <a:ext cx="1752600" cy="2159000"/>
          </a:xfrm>
          <a:prstGeom prst="rect">
            <a:avLst/>
          </a:prstGeom>
          <a:solidFill>
            <a:srgbClr val="CEFFE3"/>
          </a:solidFill>
          <a:ln w="19050">
            <a:solidFill>
              <a:srgbClr val="0000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590800" y="584200"/>
            <a:ext cx="6070600" cy="2159000"/>
          </a:xfrm>
          <a:prstGeom prst="rect">
            <a:avLst/>
          </a:prstGeom>
          <a:solidFill>
            <a:srgbClr val="FEFFE6"/>
          </a:solidFill>
          <a:ln w="19050">
            <a:solidFill>
              <a:srgbClr val="0000C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8200" y="584200"/>
            <a:ext cx="1752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at Pos “t”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2743200" y="596900"/>
            <a:ext cx="23495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at Pos “t+δ”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87400" y="3213100"/>
            <a:ext cx="10096500" cy="33147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57300" y="1879600"/>
            <a:ext cx="749300" cy="266700"/>
          </a:xfrm>
          <a:prstGeom prst="rect">
            <a:avLst/>
          </a:prstGeom>
          <a:solidFill>
            <a:srgbClr val="FBE912"/>
          </a:solidFill>
          <a:ln w="12700">
            <a:solidFill>
              <a:srgbClr val="FBE91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57300" y="2311400"/>
            <a:ext cx="812800" cy="279400"/>
          </a:xfrm>
          <a:prstGeom prst="rect">
            <a:avLst/>
          </a:prstGeom>
          <a:solidFill>
            <a:srgbClr val="FBE912"/>
          </a:solidFill>
          <a:ln w="12700">
            <a:solidFill>
              <a:srgbClr val="FBE91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27500" y="3378200"/>
            <a:ext cx="558800" cy="266700"/>
          </a:xfrm>
          <a:prstGeom prst="rect">
            <a:avLst/>
          </a:prstGeom>
          <a:solidFill>
            <a:srgbClr val="FBE912"/>
          </a:solidFill>
          <a:ln w="12700">
            <a:solidFill>
              <a:srgbClr val="FBE91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559800" y="3378200"/>
            <a:ext cx="596900" cy="266700"/>
          </a:xfrm>
          <a:prstGeom prst="rect">
            <a:avLst/>
          </a:prstGeom>
          <a:solidFill>
            <a:srgbClr val="FBE912"/>
          </a:solidFill>
          <a:ln w="12700">
            <a:solidFill>
              <a:srgbClr val="FBE91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77900" y="5994400"/>
            <a:ext cx="685800" cy="279400"/>
          </a:xfrm>
          <a:prstGeom prst="rect">
            <a:avLst/>
          </a:prstGeom>
          <a:solidFill>
            <a:srgbClr val="1CFBE1"/>
          </a:solidFill>
          <a:ln w="12700">
            <a:solidFill>
              <a:srgbClr val="1CFB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175000" y="5994400"/>
            <a:ext cx="647700" cy="279400"/>
          </a:xfrm>
          <a:prstGeom prst="rect">
            <a:avLst/>
          </a:prstGeom>
          <a:solidFill>
            <a:srgbClr val="1CFBE1"/>
          </a:solidFill>
          <a:ln w="12700">
            <a:solidFill>
              <a:srgbClr val="1CFBE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17600" y="901700"/>
            <a:ext cx="27940" cy="800100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17600" y="901700"/>
            <a:ext cx="101600" cy="27940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17600" y="1673860"/>
            <a:ext cx="101600" cy="27940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09800" y="901700"/>
            <a:ext cx="27940" cy="800100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136140" y="901700"/>
            <a:ext cx="101600" cy="27940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136140" y="1673860"/>
            <a:ext cx="101600" cy="27940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17600" y="1828800"/>
            <a:ext cx="27940" cy="850900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17600" y="1828800"/>
            <a:ext cx="101600" cy="27940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17600" y="2651760"/>
            <a:ext cx="101600" cy="27940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47900" y="1828800"/>
            <a:ext cx="27940" cy="850900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174240" y="1828800"/>
            <a:ext cx="101600" cy="27940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174240" y="2651760"/>
            <a:ext cx="101600" cy="27940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705100" y="939800"/>
            <a:ext cx="27940" cy="8382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705100" y="939800"/>
            <a:ext cx="101600" cy="2794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705100" y="1750060"/>
            <a:ext cx="101600" cy="2794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254500" y="939800"/>
            <a:ext cx="27940" cy="8382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180840" y="939800"/>
            <a:ext cx="101600" cy="2794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180840" y="1750060"/>
            <a:ext cx="101600" cy="2794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22800" y="914400"/>
            <a:ext cx="27940" cy="8382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22800" y="914400"/>
            <a:ext cx="101600" cy="2794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622800" y="1724660"/>
            <a:ext cx="101600" cy="2794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356600" y="914400"/>
            <a:ext cx="27940" cy="8382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282940" y="914400"/>
            <a:ext cx="101600" cy="2794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282940" y="1724660"/>
            <a:ext cx="101600" cy="2794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775200" y="1905000"/>
            <a:ext cx="27940" cy="7620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775200" y="1905000"/>
            <a:ext cx="101600" cy="2794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775200" y="2639060"/>
            <a:ext cx="101600" cy="2794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128000" y="1905000"/>
            <a:ext cx="27940" cy="7620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054340" y="1905000"/>
            <a:ext cx="101600" cy="2794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054340" y="2639060"/>
            <a:ext cx="101600" cy="2794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612900" y="1612900"/>
            <a:ext cx="152400" cy="330200"/>
          </a:xfrm>
          <a:prstGeom prst="downArrow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426200" y="1676400"/>
            <a:ext cx="139700" cy="317500"/>
          </a:xfrm>
          <a:prstGeom prst="downArrow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788400" y="1587500"/>
            <a:ext cx="2171700" cy="393700"/>
          </a:xfrm>
          <a:prstGeom prst="rect">
            <a:avLst/>
          </a:prstGeom>
          <a:solidFill>
            <a:srgbClr val="FCFEE0"/>
          </a:solidFill>
          <a:ln w="9525">
            <a:solidFill>
              <a:srgbClr val="98DDB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801100" y="2159000"/>
            <a:ext cx="2159000" cy="393700"/>
          </a:xfrm>
          <a:prstGeom prst="rect">
            <a:avLst/>
          </a:prstGeom>
          <a:solidFill>
            <a:srgbClr val="FAFDDF"/>
          </a:solidFill>
          <a:ln w="19050">
            <a:solidFill>
              <a:srgbClr val="0000CC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00100" y="2819400"/>
            <a:ext cx="10248900" cy="342900"/>
          </a:xfrm>
          <a:prstGeom prst="rect">
            <a:avLst/>
          </a:prstGeom>
          <a:solidFill>
            <a:srgbClr val="EBFFD5"/>
          </a:solidFill>
          <a:ln w="25400">
            <a:solidFill>
              <a:srgbClr val="46865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14400" y="2844800"/>
            <a:ext cx="3489325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2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Squared Distance Between</a:t>
            </a:r>
            <a:endParaRPr lang="en-US" sz="1620" dirty="0"/>
          </a:p>
        </p:txBody>
      </p:sp>
      <p:sp>
        <p:nvSpPr>
          <p:cNvPr id="52" name="Text 50"/>
          <p:cNvSpPr/>
          <p:nvPr/>
        </p:nvSpPr>
        <p:spPr>
          <a:xfrm>
            <a:off x="3619500" y="2844800"/>
            <a:ext cx="252095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88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of Pos “t+δ”</a:t>
            </a:r>
            <a:endParaRPr lang="en-US" sz="1588" dirty="0"/>
          </a:p>
        </p:txBody>
      </p:sp>
      <p:sp>
        <p:nvSpPr>
          <p:cNvPr id="53" name="Text 51"/>
          <p:cNvSpPr/>
          <p:nvPr/>
        </p:nvSpPr>
        <p:spPr>
          <a:xfrm>
            <a:off x="5549900" y="2844800"/>
            <a:ext cx="631825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18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</a:t>
            </a:r>
            <a:endParaRPr lang="en-US" sz="1518" dirty="0"/>
          </a:p>
        </p:txBody>
      </p:sp>
      <p:sp>
        <p:nvSpPr>
          <p:cNvPr id="54" name="Text 52"/>
          <p:cNvSpPr/>
          <p:nvPr/>
        </p:nvSpPr>
        <p:spPr>
          <a:xfrm>
            <a:off x="6019800" y="2844800"/>
            <a:ext cx="220345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of Pos “t”</a:t>
            </a:r>
            <a:endParaRPr lang="en-US" sz="1575" dirty="0"/>
          </a:p>
        </p:txBody>
      </p:sp>
      <p:sp>
        <p:nvSpPr>
          <p:cNvPr id="55" name="Text 53"/>
          <p:cNvSpPr/>
          <p:nvPr/>
        </p:nvSpPr>
        <p:spPr>
          <a:xfrm>
            <a:off x="7988300" y="2844800"/>
            <a:ext cx="3775075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9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Two Consecutive Positions ]</a:t>
            </a:r>
            <a:endParaRPr lang="en-US" sz="1590" dirty="0"/>
          </a:p>
        </p:txBody>
      </p:sp>
      <mc:AlternateContent>
        <mc:Choice xmlns:a14="http://schemas.microsoft.com/office/drawing/2010/main" Requires="a14">
          <p:sp>
            <p:nvSpPr>
              <p:cNvPr id="56" name="Equation OMML" descr="\mathrm{sin}(\omega t)"/>
              <p:cNvSpPr txBox="1"/>
              <p:nvPr/>
            </p:nvSpPr>
            <p:spPr>
              <a:xfrm>
                <a:off x="1257808" y="953008"/>
                <a:ext cx="734568" cy="216408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697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sin</m:t>
                      </m:r>
                      <m:r>
                        <a:rPr lang="en-US" i="1" smtClean="0" sz="1697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(ωt)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56" name="Image 0" descr="/home/ahmed/Projects/ai_llm_slides/videos/deep-learning/002_transformers_part2/recreated_pptx/build/assets/lv1_r1.png">    </p:cNvPr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257808" y="953008"/>
                <a:ext cx="734568" cy="216408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57" name="Equation OMML" descr="\mathrm{cos}(\omega t)"/>
              <p:cNvSpPr txBox="1"/>
              <p:nvPr/>
            </p:nvSpPr>
            <p:spPr>
              <a:xfrm>
                <a:off x="1257808" y="1384808"/>
                <a:ext cx="774192" cy="213360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665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665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(ωt)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57" name="Image 1" descr="/home/ahmed/Projects/ai_llm_slides/videos/deep-learning/002_transformers_part2/recreated_pptx/build/assets/lv1_r2.png">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257808" y="1384808"/>
                <a:ext cx="774192" cy="213360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58" name="Equation OMML" descr="\mathrm{sin}(a)"/>
              <p:cNvSpPr txBox="1"/>
              <p:nvPr/>
            </p:nvSpPr>
            <p:spPr>
              <a:xfrm>
                <a:off x="1410208" y="1892808"/>
                <a:ext cx="557784" cy="202692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568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sin</m:t>
                      </m:r>
                      <m:r>
                        <a:rPr lang="en-US" i="1" smtClean="0" sz="1568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(a)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58" name="Image 2" descr="/home/ahmed/Projects/ai_llm_slides/videos/deep-learning/002_transformers_part2/recreated_pptx/build/assets/lv2_r1.png">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410208" y="1892808"/>
                <a:ext cx="557784" cy="202692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59" name="Equation OMML" descr="\mathrm{cos}(a)"/>
              <p:cNvSpPr txBox="1"/>
              <p:nvPr/>
            </p:nvSpPr>
            <p:spPr>
              <a:xfrm>
                <a:off x="1410208" y="2350008"/>
                <a:ext cx="615696" cy="204216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586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586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(a)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59" name="Image 3" descr="/home/ahmed/Projects/ai_llm_slides/videos/deep-learning/002_transformers_part2/recreated_pptx/build/assets/lv2_r2.png">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410208" y="2350008"/>
                <a:ext cx="615696" cy="204216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60" name="Equation OMML" descr="\mathrm{Sin}\;(\omega(t{+}\delta))"/>
              <p:cNvSpPr txBox="1"/>
              <p:nvPr/>
            </p:nvSpPr>
            <p:spPr>
              <a:xfrm>
                <a:off x="2858008" y="978408"/>
                <a:ext cx="1246632" cy="208788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63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Sin</m:t>
                      </m:r>
                      <m:r>
                        <a:rPr lang="en-US" i="1" smtClean="0" sz="163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 (ω(t+δ))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60" name="Image 4" descr="/home/ahmed/Projects/ai_llm_slides/videos/deep-learning/002_transformers_part2/recreated_pptx/build/assets/mva_r1.png">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858008" y="978408"/>
                <a:ext cx="1246632" cy="208788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61" name="Equation OMML" descr="\mathrm{cos}\,(\omega(t{+}\delta))"/>
              <p:cNvSpPr txBox="1"/>
              <p:nvPr/>
            </p:nvSpPr>
            <p:spPr>
              <a:xfrm>
                <a:off x="2858008" y="1410208"/>
                <a:ext cx="1211580" cy="202692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574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574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 (ω(t+δ))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61" name="Image 5" descr="/home/ahmed/Projects/ai_llm_slides/videos/deep-learning/002_transformers_part2/recreated_pptx/build/assets/mva_r2.png">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858008" y="1410208"/>
                <a:ext cx="1211580" cy="202692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62" name="Equation OMML" descr="="/>
              <p:cNvSpPr txBox="1"/>
              <p:nvPr/>
            </p:nvSpPr>
            <p:spPr>
              <a:xfrm>
                <a:off x="4407408" y="1397508"/>
                <a:ext cx="201168" cy="103632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 sz="2213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=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62" name="Image 6" descr="/home/ahmed/Projects/ai_llm_slides/videos/deep-learning/002_transformers_part2/recreated_pptx/build/assets/dEqMid.png">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407408" y="1397508"/>
                <a:ext cx="201168" cy="103632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63" name="Equation OMML" descr="\mathrm{sin}(\omega t)"/>
              <p:cNvSpPr txBox="1"/>
              <p:nvPr/>
            </p:nvSpPr>
            <p:spPr>
              <a:xfrm>
                <a:off x="4699508" y="1016508"/>
                <a:ext cx="710184" cy="208788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637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sin</m:t>
                      </m:r>
                      <m:r>
                        <a:rPr lang="en-US" i="1" smtClean="0" sz="1637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(ωt)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63" name="Image 7" descr="/home/ahmed/Projects/ai_llm_slides/videos/deep-learning/002_transformers_part2/recreated_pptx/build/assets/mvb1_s1.png">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4699508" y="1016508"/>
                <a:ext cx="710184" cy="208788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64" name="Equation OMML" descr="\mathrm{cos}(\omega \delta)"/>
              <p:cNvSpPr txBox="1"/>
              <p:nvPr/>
            </p:nvSpPr>
            <p:spPr>
              <a:xfrm>
                <a:off x="5499608" y="1016508"/>
                <a:ext cx="829056" cy="214884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679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679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 xml:space="preserve">(ωδ)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64" name="Image 8" descr="/home/ahmed/Projects/ai_llm_slides/videos/deep-learning/002_transformers_part2/recreated_pptx/build/assets/mvb1_s2.png">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499608" y="1016508"/>
                <a:ext cx="829056" cy="214884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65" name="Equation OMML" descr="+"/>
              <p:cNvSpPr txBox="1"/>
              <p:nvPr/>
            </p:nvSpPr>
            <p:spPr>
              <a:xfrm>
                <a:off x="6426708" y="1054608"/>
                <a:ext cx="124968" cy="126492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 sz="1266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+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65" name="Image 9" descr="/home/ahmed/Projects/ai_llm_slides/videos/deep-learning/002_transformers_part2/recreated_pptx/build/assets/mvb1_s3.png">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6426708" y="1054608"/>
                <a:ext cx="124968" cy="126492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66" name="Equation OMML" descr="\mathrm{cos}(\omega t)"/>
              <p:cNvSpPr txBox="1"/>
              <p:nvPr/>
            </p:nvSpPr>
            <p:spPr>
              <a:xfrm>
                <a:off x="6642608" y="1016508"/>
                <a:ext cx="774192" cy="213360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665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665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(ωt)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66" name="Image 10" descr="/home/ahmed/Projects/ai_llm_slides/videos/deep-learning/002_transformers_part2/recreated_pptx/build/assets/mvb1_s4.png">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6642608" y="1016508"/>
                <a:ext cx="774192" cy="213360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67" name="Equation OMML" descr="\mathrm{sin}(\omega \delta)"/>
              <p:cNvSpPr txBox="1"/>
              <p:nvPr/>
            </p:nvSpPr>
            <p:spPr>
              <a:xfrm>
                <a:off x="7506208" y="1016508"/>
                <a:ext cx="774192" cy="214884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677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 xml:space="preserve">sin</m:t>
                      </m:r>
                      <m:r>
                        <a:rPr lang="en-US" i="1" smtClean="0" sz="1677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 xml:space="preserve">(ωδ)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67" name="Image 11" descr="/home/ahmed/Projects/ai_llm_slides/videos/deep-learning/002_transformers_part2/recreated_pptx/build/assets/mvb1_s5.png">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7506208" y="1016508"/>
                <a:ext cx="774192" cy="214884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68" name="Equation OMML" descr="\mathrm{cos}(\omega t)"/>
              <p:cNvSpPr txBox="1"/>
              <p:nvPr/>
            </p:nvSpPr>
            <p:spPr>
              <a:xfrm>
                <a:off x="4737608" y="1448308"/>
                <a:ext cx="728472" cy="201168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563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563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(ωt)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68" name="Image 12" descr="/home/ahmed/Projects/ai_llm_slides/videos/deep-learning/002_transformers_part2/recreated_pptx/build/assets/mvb2_s1.png">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4737608" y="1448308"/>
                <a:ext cx="728472" cy="201168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69" name="Equation OMML" descr="\mathrm{cos}(\omega \delta)"/>
              <p:cNvSpPr txBox="1"/>
              <p:nvPr/>
            </p:nvSpPr>
            <p:spPr>
              <a:xfrm>
                <a:off x="5563108" y="1448308"/>
                <a:ext cx="841248" cy="217932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705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705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 xml:space="preserve">(ωδ)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69" name="Image 13" descr="/home/ahmed/Projects/ai_llm_slides/videos/deep-learning/002_transformers_part2/recreated_pptx/build/assets/mvb2_s2.png">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5563108" y="1448308"/>
                <a:ext cx="841248" cy="217932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70" name="Equation OMML" descr="-"/>
              <p:cNvSpPr txBox="1"/>
              <p:nvPr/>
            </p:nvSpPr>
            <p:spPr>
              <a:xfrm>
                <a:off x="6490208" y="1511808"/>
                <a:ext cx="77724" cy="30480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 sz="678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-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70" name="Image 14" descr="/home/ahmed/Projects/ai_llm_slides/videos/deep-learning/002_transformers_part2/recreated_pptx/build/assets/mvb2_s3.png">    </p:cNvPr>
              <p:cNvPicPr>
                <a:picLocks noChangeAspect="1"/>
              </p:cNvPicPr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6490208" y="1511808"/>
                <a:ext cx="77724" cy="30480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71" name="Equation OMML" descr="\mathrm{sin}(\omega t)"/>
              <p:cNvSpPr txBox="1"/>
              <p:nvPr/>
            </p:nvSpPr>
            <p:spPr>
              <a:xfrm>
                <a:off x="6642608" y="1448308"/>
                <a:ext cx="710184" cy="208788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637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sin</m:t>
                      </m:r>
                      <m:r>
                        <a:rPr lang="en-US" i="1" smtClean="0" sz="1637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(ωt)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71" name="Image 15" descr="/home/ahmed/Projects/ai_llm_slides/videos/deep-learning/002_transformers_part2/recreated_pptx/build/assets/mvb2_s4.png">    </p:cNvPr>
              <p:cNvPicPr>
                <a:picLocks noChangeAspect="1"/>
              </p:cNvPicPr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6642608" y="1448308"/>
                <a:ext cx="710184" cy="208788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72" name="Equation OMML" descr="\mathrm{sin}(\omega \delta)"/>
              <p:cNvSpPr txBox="1"/>
              <p:nvPr/>
            </p:nvSpPr>
            <p:spPr>
              <a:xfrm>
                <a:off x="7442708" y="1448308"/>
                <a:ext cx="774192" cy="214884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677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 xml:space="preserve">sin</m:t>
                      </m:r>
                      <m:r>
                        <a:rPr lang="en-US" i="1" smtClean="0" sz="1677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 xml:space="preserve">(ωδ)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72" name="Image 16" descr="/home/ahmed/Projects/ai_llm_slides/videos/deep-learning/002_transformers_part2/recreated_pptx/build/assets/mvb2_s5.png">    </p:cNvPr>
              <p:cNvPicPr>
                <a:picLocks noChangeAspect="1"/>
              </p:cNvPicPr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7442708" y="1448308"/>
                <a:ext cx="774192" cy="214884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73" name="Equation OMML" descr="\mathrm{sin}(a)"/>
              <p:cNvSpPr txBox="1"/>
              <p:nvPr/>
            </p:nvSpPr>
            <p:spPr>
              <a:xfrm>
                <a:off x="5017008" y="1981708"/>
                <a:ext cx="585216" cy="210312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64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sin</m:t>
                      </m:r>
                      <m:r>
                        <a:rPr lang="en-US" i="1" smtClean="0" sz="164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(a)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73" name="Image 17" descr="/home/ahmed/Projects/ai_llm_slides/videos/deep-learning/002_transformers_part2/recreated_pptx/build/assets/mvr1_s1.png">    </p:cNvPr>
              <p:cNvPicPr>
                <a:picLocks noChangeAspect="1"/>
              </p:cNvPicPr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5017008" y="1981708"/>
                <a:ext cx="585216" cy="210312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74" name="Equation OMML" descr="\mathrm{cos}(b)"/>
              <p:cNvSpPr txBox="1"/>
              <p:nvPr/>
            </p:nvSpPr>
            <p:spPr>
              <a:xfrm>
                <a:off x="5690108" y="1981708"/>
                <a:ext cx="710184" cy="231648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829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829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 xml:space="preserve">(b)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74" name="Image 18" descr="/home/ahmed/Projects/ai_llm_slides/videos/deep-learning/002_transformers_part2/recreated_pptx/build/assets/mvr1_s2.png">    </p:cNvPr>
              <p:cNvPicPr>
                <a:picLocks noChangeAspect="1"/>
              </p:cNvPicPr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5690108" y="1981708"/>
                <a:ext cx="710184" cy="231648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75" name="Equation OMML" descr="+"/>
              <p:cNvSpPr txBox="1"/>
              <p:nvPr/>
            </p:nvSpPr>
            <p:spPr>
              <a:xfrm>
                <a:off x="6439408" y="2019808"/>
                <a:ext cx="124968" cy="126492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 sz="1266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+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75" name="Image 19" descr="/home/ahmed/Projects/ai_llm_slides/videos/deep-learning/002_transformers_part2/recreated_pptx/build/assets/mvr1_s3.png">    </p:cNvPr>
              <p:cNvPicPr>
                <a:picLocks noChangeAspect="1"/>
              </p:cNvPicPr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6439408" y="2019808"/>
                <a:ext cx="124968" cy="126492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76" name="Equation OMML" descr="\mathrm{cos}(a)"/>
              <p:cNvSpPr txBox="1"/>
              <p:nvPr/>
            </p:nvSpPr>
            <p:spPr>
              <a:xfrm>
                <a:off x="6642608" y="1981708"/>
                <a:ext cx="658368" cy="217932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704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704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(a)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76" name="Image 20" descr="/home/ahmed/Projects/ai_llm_slides/videos/deep-learning/002_transformers_part2/recreated_pptx/build/assets/mvr1_s4.png">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642608" y="1981708"/>
                <a:ext cx="658368" cy="217932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77" name="Equation OMML" descr="\mathrm{sin}(b)"/>
              <p:cNvSpPr txBox="1"/>
              <p:nvPr/>
            </p:nvSpPr>
            <p:spPr>
              <a:xfrm>
                <a:off x="7379208" y="1981708"/>
                <a:ext cx="594360" cy="211836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662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 xml:space="preserve">sin</m:t>
                      </m:r>
                      <m:r>
                        <a:rPr lang="en-US" i="1" smtClean="0" sz="1662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 xml:space="preserve">(b)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77" name="Image 21" descr="/home/ahmed/Projects/ai_llm_slides/videos/deep-learning/002_transformers_part2/recreated_pptx/build/assets/mvr1_s5.png">    </p:cNvPr>
              <p:cNvPicPr>
                <a:picLocks noChangeAspect="1"/>
              </p:cNvPicPr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7379208" y="1981708"/>
                <a:ext cx="594360" cy="211836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78" name="Equation OMML" descr="\mathrm{cos}(a)"/>
              <p:cNvSpPr txBox="1"/>
              <p:nvPr/>
            </p:nvSpPr>
            <p:spPr>
              <a:xfrm>
                <a:off x="4966208" y="2388108"/>
                <a:ext cx="647700" cy="213360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674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674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(a)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78" name="Image 22" descr="/home/ahmed/Projects/ai_llm_slides/videos/deep-learning/002_transformers_part2/recreated_pptx/build/assets/mvr2_s1.png">    </p:cNvPr>
              <p:cNvPicPr>
                <a:picLocks noChangeAspect="1"/>
              </p:cNvPicPr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4966208" y="2388108"/>
                <a:ext cx="647700" cy="213360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79" name="Equation OMML" descr="\mathrm{cos}(b)"/>
              <p:cNvSpPr txBox="1"/>
              <p:nvPr/>
            </p:nvSpPr>
            <p:spPr>
              <a:xfrm>
                <a:off x="5702808" y="2388108"/>
                <a:ext cx="658368" cy="216408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691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691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 xml:space="preserve">(b)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79" name="Image 23" descr="/home/ahmed/Projects/ai_llm_slides/videos/deep-learning/002_transformers_part2/recreated_pptx/build/assets/mvr2_s2.png">    </p:cNvPr>
              <p:cNvPicPr>
                <a:picLocks noChangeAspect="1"/>
              </p:cNvPicPr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5702808" y="2388108"/>
                <a:ext cx="658368" cy="216408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80" name="Equation OMML" descr="-"/>
              <p:cNvSpPr txBox="1"/>
              <p:nvPr/>
            </p:nvSpPr>
            <p:spPr>
              <a:xfrm>
                <a:off x="6515608" y="2451608"/>
                <a:ext cx="77724" cy="30480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 sz="678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-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80" name="Image 24" descr="/home/ahmed/Projects/ai_llm_slides/videos/deep-learning/002_transformers_part2/recreated_pptx/build/assets/mvr2_s3.png">    </p:cNvPr>
              <p:cNvPicPr>
                <a:picLocks noChangeAspect="1"/>
              </p:cNvPicPr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6515608" y="2451608"/>
                <a:ext cx="77724" cy="30480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81" name="Equation OMML" descr="\mathrm{sin}(a)"/>
              <p:cNvSpPr txBox="1"/>
              <p:nvPr/>
            </p:nvSpPr>
            <p:spPr>
              <a:xfrm>
                <a:off x="6668008" y="2388108"/>
                <a:ext cx="585216" cy="210312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64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sin</m:t>
                      </m:r>
                      <m:r>
                        <a:rPr lang="en-US" i="1" smtClean="0" sz="164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(a)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81" name="Image 25" descr="/home/ahmed/Projects/ai_llm_slides/videos/deep-learning/002_transformers_part2/recreated_pptx/build/assets/mvr2_s4.png">    </p:cNvPr>
              <p:cNvPicPr>
                <a:picLocks noChangeAspect="1"/>
              </p:cNvPicPr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668008" y="2388108"/>
                <a:ext cx="585216" cy="210312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82" name="Equation OMML" descr="\mathrm{sin}(b)"/>
              <p:cNvSpPr txBox="1"/>
              <p:nvPr/>
            </p:nvSpPr>
            <p:spPr>
              <a:xfrm>
                <a:off x="7341108" y="2388108"/>
                <a:ext cx="585216" cy="208788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630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 xml:space="preserve">sin</m:t>
                      </m:r>
                      <m:r>
                        <a:rPr lang="en-US" i="1" smtClean="0" sz="1630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 xml:space="preserve">(b)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82" name="Image 26" descr="/home/ahmed/Projects/ai_llm_slides/videos/deep-learning/002_transformers_part2/recreated_pptx/build/assets/mvr2_s5.png">    </p:cNvPr>
              <p:cNvPicPr>
                <a:picLocks noChangeAspect="1"/>
              </p:cNvPicPr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7341108" y="2388108"/>
                <a:ext cx="585216" cy="208788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83" name="Equation OMML" descr="\mathrm{Let}"/>
              <p:cNvSpPr txBox="1"/>
              <p:nvPr/>
            </p:nvSpPr>
            <p:spPr>
              <a:xfrm>
                <a:off x="8915908" y="1689608"/>
                <a:ext cx="291084" cy="164592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476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Let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83" name="Image 27" descr="/home/ahmed/Projects/ai_llm_slides/videos/deep-learning/002_transformers_part2/recreated_pptx/build/assets/db1_let.png">    </p:cNvPr>
              <p:cNvPicPr>
                <a:picLocks noChangeAspect="1"/>
              </p:cNvPicPr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8915908" y="1689608"/>
                <a:ext cx="291084" cy="164592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84" name="Equation OMML" descr="\omega t=a\;,"/>
              <p:cNvSpPr txBox="1"/>
              <p:nvPr/>
            </p:nvSpPr>
            <p:spPr>
              <a:xfrm>
                <a:off x="9322308" y="1689608"/>
                <a:ext cx="582168" cy="153924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 sz="1253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ωt=a ,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84" name="Image 28" descr="/home/ahmed/Projects/ai_llm_slides/videos/deep-learning/002_transformers_part2/recreated_pptx/build/assets/db1_a.png">    </p:cNvPr>
              <p:cNvPicPr>
                <a:picLocks noChangeAspect="1"/>
              </p:cNvPicPr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9322308" y="1689608"/>
                <a:ext cx="582168" cy="153924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85" name="Equation OMML" descr="\omega \delta=b"/>
              <p:cNvSpPr txBox="1"/>
              <p:nvPr/>
            </p:nvSpPr>
            <p:spPr>
              <a:xfrm>
                <a:off x="9982708" y="1689608"/>
                <a:ext cx="519684" cy="143256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 sz="1217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 xml:space="preserve">ωδ=b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85" name="Image 29" descr="/home/ahmed/Projects/ai_llm_slides/videos/deep-learning/002_transformers_part2/recreated_pptx/build/assets/db1_b.png">    </p:cNvPr>
              <p:cNvPicPr>
                <a:picLocks noChangeAspect="1"/>
              </p:cNvPicPr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9982708" y="1689608"/>
                <a:ext cx="519684" cy="143256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86" name="Equation OMML" descr="\mathrm{sin}^{2}(a)+\mathrm{cos}^{2}(a)=1"/>
              <p:cNvSpPr txBox="1"/>
              <p:nvPr/>
            </p:nvSpPr>
            <p:spPr>
              <a:xfrm>
                <a:off x="8776208" y="2223008"/>
                <a:ext cx="1874520" cy="225552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smtClean="0" sz="1484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i="0" smtClean="0" sz="1484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sin</m:t>
                          </m:r>
                        </m:e>
                        <m:sup>
                          <m:r>
                            <a:rPr lang="en-US" i="1" smtClean="0" sz="1484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2</m:t>
                          </m:r>
                        </m:sup>
                      </m:sSup>
                      <m:r>
                        <a:rPr lang="en-US" i="1" smtClean="0" sz="1484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(a)+</m:t>
                      </m:r>
                      <m:sSup>
                        <m:sSupPr>
                          <m:ctrlPr>
                            <a:rPr lang="en-US" i="1" smtClean="0" sz="1484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i="0" smtClean="0" sz="1484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cos</m:t>
                          </m:r>
                        </m:e>
                        <m:sup>
                          <m:r>
                            <a:rPr lang="en-US" i="1" smtClean="0" sz="1484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2</m:t>
                          </m:r>
                        </m:sup>
                      </m:sSup>
                      <m:r>
                        <a:rPr lang="en-US" i="1" smtClean="0" sz="1484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(a)=1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86" name="Image 30" descr="/home/ahmed/Projects/ai_llm_slides/videos/deep-learning/002_transformers_part2/recreated_pptx/build/assets/db2.png">    </p:cNvPr>
              <p:cNvPicPr>
                <a:picLocks noChangeAspect="1"/>
              </p:cNvPicPr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8776208" y="2223008"/>
                <a:ext cx="1874520" cy="225552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87" name="Equation OMML" descr="[\,\mathrm{sin}(a)\,(\mathrm{cos}(b)-1)+\mathrm{cos}(a)\,\mathrm{sin}(b)\,]^{2}+\,[\,-\mathrm{sin}(a)\,\mathrm{sin}(b)+\mathrm{cos}(a)\,(\mathrm{cos}(b)-1)\,]^{2}"/>
              <p:cNvSpPr txBox="1"/>
              <p:nvPr/>
            </p:nvSpPr>
            <p:spPr>
              <a:xfrm>
                <a:off x="1067308" y="3785108"/>
                <a:ext cx="8394192" cy="260604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 sz="1749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[ </m:t>
                      </m:r>
                      <m:r>
                        <m:rPr>
                          <m:sty m:val="p"/>
                        </m:rPr>
                        <a:rPr lang="en-US" i="0" smtClean="0" sz="1749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sin</m:t>
                      </m:r>
                      <m:r>
                        <a:rPr lang="en-US" i="1" smtClean="0" sz="1749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(a) (</m:t>
                      </m:r>
                      <m:r>
                        <m:rPr>
                          <m:sty m:val="p"/>
                        </m:rPr>
                        <a:rPr lang="en-US" i="0" smtClean="0" sz="1749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749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(b)-1)+</m:t>
                      </m:r>
                      <m:r>
                        <m:rPr>
                          <m:sty m:val="p"/>
                        </m:rPr>
                        <a:rPr lang="en-US" i="0" smtClean="0" sz="1749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749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(a) </m:t>
                      </m:r>
                      <m:r>
                        <m:rPr>
                          <m:sty m:val="p"/>
                        </m:rPr>
                        <a:rPr lang="en-US" i="0" smtClean="0" sz="1749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sin</m:t>
                      </m:r>
                      <m:r>
                        <a:rPr lang="en-US" i="1" smtClean="0" sz="1749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(b) </m:t>
                      </m:r>
                      <m:sSup>
                        <m:sSupPr>
                          <m:ctrlPr>
                            <a:rPr lang="en-US" i="1" smtClean="0" sz="1749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 sz="1749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]</m:t>
                          </m:r>
                        </m:e>
                        <m:sup>
                          <m:r>
                            <a:rPr lang="en-US" i="1" smtClean="0" sz="1749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2</m:t>
                          </m:r>
                        </m:sup>
                      </m:sSup>
                      <m:r>
                        <a:rPr lang="en-US" i="1" smtClean="0" sz="1749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+ [ -</m:t>
                      </m:r>
                      <m:r>
                        <m:rPr>
                          <m:sty m:val="p"/>
                        </m:rPr>
                        <a:rPr lang="en-US" i="0" smtClean="0" sz="1749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sin</m:t>
                      </m:r>
                      <m:r>
                        <a:rPr lang="en-US" i="1" smtClean="0" sz="1749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(a) </m:t>
                      </m:r>
                      <m:r>
                        <m:rPr>
                          <m:sty m:val="p"/>
                        </m:rPr>
                        <a:rPr lang="en-US" i="0" smtClean="0" sz="1749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sin</m:t>
                      </m:r>
                      <m:r>
                        <a:rPr lang="en-US" i="1" smtClean="0" sz="1749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(b)+</m:t>
                      </m:r>
                      <m:r>
                        <m:rPr>
                          <m:sty m:val="p"/>
                        </m:rPr>
                        <a:rPr lang="en-US" i="0" smtClean="0" sz="1749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749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(a) (</m:t>
                      </m:r>
                      <m:r>
                        <m:rPr>
                          <m:sty m:val="p"/>
                        </m:rPr>
                        <a:rPr lang="en-US" i="0" smtClean="0" sz="1749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749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(b)-1) </m:t>
                      </m:r>
                      <m:sSup>
                        <m:sSupPr>
                          <m:ctrlPr>
                            <a:rPr lang="en-US" i="1" smtClean="0" sz="1749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 sz="1749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]</m:t>
                          </m:r>
                        </m:e>
                        <m:sup>
                          <m:r>
                            <a:rPr lang="en-US" i="1" smtClean="0" sz="1749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2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87" name="Image 31" descr="/home/ahmed/Projects/ai_llm_slides/videos/deep-learning/002_transformers_part2/recreated_pptx/build/assets/dR2.png">    </p:cNvPr>
              <p:cNvPicPr>
                <a:picLocks noChangeAspect="1"/>
              </p:cNvPicPr>
              <p:nvPr/>
            </p:nvPicPr>
            <p:blipFill>
              <a:blip r:embed="rId32"/>
              <a:stretch>
                <a:fillRect/>
              </a:stretch>
            </p:blipFill>
            <p:spPr>
              <a:xfrm>
                <a:off x="1067308" y="3785108"/>
                <a:ext cx="8394192" cy="260604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88" name="Equation OMML" descr="[\,\mathrm{sin}(a)^{2}(\mathrm{cos}(b)-1)^{2}+\mathrm{cos}^{2}(a)\,\mathrm{sin}^{2}(b)+\,2\,\mathrm{sin}(a)\,\mathrm{cos}(a)\,\mathrm{sin}(b)\,(\mathrm{cos}(b)-1)\,]\,+"/>
              <p:cNvSpPr txBox="1"/>
              <p:nvPr/>
            </p:nvSpPr>
            <p:spPr>
              <a:xfrm>
                <a:off x="1105408" y="4280408"/>
                <a:ext cx="7706868" cy="245364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 sz="1633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[ </m:t>
                      </m:r>
                      <m:r>
                        <m:rPr>
                          <m:sty m:val="p"/>
                        </m:rPr>
                        <a:rPr lang="en-US" i="0" smtClean="0" sz="1633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sin</m:t>
                      </m:r>
                      <m:r>
                        <a:rPr lang="en-US" i="1" smtClean="0" sz="1633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(a</m:t>
                      </m:r>
                      <m:sSup>
                        <m:sSupPr>
                          <m:ctrlPr>
                            <a:rPr lang="en-US" i="1" smtClean="0" sz="1633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 sz="1633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)</m:t>
                          </m:r>
                        </m:e>
                        <m:sup>
                          <m:r>
                            <a:rPr lang="en-US" i="1" smtClean="0" sz="1633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2</m:t>
                          </m:r>
                        </m:sup>
                      </m:sSup>
                      <m:r>
                        <a:rPr lang="en-US" i="1" smtClean="0" sz="1633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</m:t>
                      </m:r>
                      <m:r>
                        <m:rPr>
                          <m:sty m:val="p"/>
                        </m:rPr>
                        <a:rPr lang="en-US" i="0" smtClean="0" sz="1633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633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(b)-1</m:t>
                      </m:r>
                      <m:sSup>
                        <m:sSupPr>
                          <m:ctrlPr>
                            <a:rPr lang="en-US" i="1" smtClean="0" sz="1633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 sz="1633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)</m:t>
                          </m:r>
                        </m:e>
                        <m:sup>
                          <m:r>
                            <a:rPr lang="en-US" i="1" smtClean="0" sz="1633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2</m:t>
                          </m:r>
                        </m:sup>
                      </m:sSup>
                      <m:r>
                        <a:rPr lang="en-US" i="1" smtClean="0" sz="1633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+</m:t>
                      </m:r>
                      <m:sSup>
                        <m:sSupPr>
                          <m:ctrlPr>
                            <a:rPr lang="en-US" i="1" smtClean="0" sz="1633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i="0" smtClean="0" sz="1633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cos</m:t>
                          </m:r>
                        </m:e>
                        <m:sup>
                          <m:r>
                            <a:rPr lang="en-US" i="1" smtClean="0" sz="1633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2</m:t>
                          </m:r>
                        </m:sup>
                      </m:sSup>
                      <m:r>
                        <a:rPr lang="en-US" i="1" smtClean="0" sz="1633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(a) </m:t>
                      </m:r>
                      <m:sSup>
                        <m:sSupPr>
                          <m:ctrlPr>
                            <a:rPr lang="en-US" i="1" smtClean="0" sz="1633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i="0" smtClean="0" sz="1633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sin</m:t>
                          </m:r>
                        </m:e>
                        <m:sup>
                          <m:r>
                            <a:rPr lang="en-US" i="1" smtClean="0" sz="1633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2</m:t>
                          </m:r>
                        </m:sup>
                      </m:sSup>
                      <m:r>
                        <a:rPr lang="en-US" i="1" smtClean="0" sz="1633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(b)+ 2 </m:t>
                      </m:r>
                      <m:r>
                        <m:rPr>
                          <m:sty m:val="p"/>
                        </m:rPr>
                        <a:rPr lang="en-US" i="0" smtClean="0" sz="1633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sin</m:t>
                      </m:r>
                      <m:r>
                        <a:rPr lang="en-US" i="1" smtClean="0" sz="1633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(a) </m:t>
                      </m:r>
                      <m:r>
                        <m:rPr>
                          <m:sty m:val="p"/>
                        </m:rPr>
                        <a:rPr lang="en-US" i="0" smtClean="0" sz="1633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633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(a) </m:t>
                      </m:r>
                      <m:r>
                        <m:rPr>
                          <m:sty m:val="p"/>
                        </m:rPr>
                        <a:rPr lang="en-US" i="0" smtClean="0" sz="1633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sin</m:t>
                      </m:r>
                      <m:r>
                        <a:rPr lang="en-US" i="1" smtClean="0" sz="1633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(b) (</m:t>
                      </m:r>
                      <m:r>
                        <m:rPr>
                          <m:sty m:val="p"/>
                        </m:rPr>
                        <a:rPr lang="en-US" i="0" smtClean="0" sz="1633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633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(b)-1) ] +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88" name="Image 32" descr="/home/ahmed/Projects/ai_llm_slides/videos/deep-learning/002_transformers_part2/recreated_pptx/build/assets/dR3.png">    </p:cNvPr>
              <p:cNvPicPr>
                <a:picLocks noChangeAspect="1"/>
              </p:cNvPicPr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1105408" y="4280408"/>
                <a:ext cx="7706868" cy="245364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89" name="Equation OMML" descr="[\,\mathrm{sin}^{2}(a)\,\mathrm{sin}^{2}(b)+\mathrm{cos}^{2}(a)\,(\mathrm{cos}(b)-1)^{2}-\,2\,\mathrm{sin}(a)\,\mathrm{cos}(a)\,\mathrm{sin}(b)\,(\mathrm{cos}(b)-1)\,]"/>
              <p:cNvSpPr txBox="1"/>
              <p:nvPr/>
            </p:nvSpPr>
            <p:spPr>
              <a:xfrm>
                <a:off x="1105408" y="4572508"/>
                <a:ext cx="7240524" cy="236220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 sz="1576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[ </m:t>
                      </m:r>
                      <m:sSup>
                        <m:sSupPr>
                          <m:ctrlPr>
                            <a:rPr lang="en-US" i="1" smtClean="0" sz="1576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i="0" smtClean="0" sz="1576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sin</m:t>
                          </m:r>
                        </m:e>
                        <m:sup>
                          <m:r>
                            <a:rPr lang="en-US" i="1" smtClean="0" sz="1576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2</m:t>
                          </m:r>
                        </m:sup>
                      </m:sSup>
                      <m:r>
                        <a:rPr lang="en-US" i="1" smtClean="0" sz="1576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(a) </m:t>
                      </m:r>
                      <m:sSup>
                        <m:sSupPr>
                          <m:ctrlPr>
                            <a:rPr lang="en-US" i="1" smtClean="0" sz="1576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i="0" smtClean="0" sz="1576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sin</m:t>
                          </m:r>
                        </m:e>
                        <m:sup>
                          <m:r>
                            <a:rPr lang="en-US" i="1" smtClean="0" sz="1576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2</m:t>
                          </m:r>
                        </m:sup>
                      </m:sSup>
                      <m:r>
                        <a:rPr lang="en-US" i="1" smtClean="0" sz="1576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(b)+</m:t>
                      </m:r>
                      <m:sSup>
                        <m:sSupPr>
                          <m:ctrlPr>
                            <a:rPr lang="en-US" i="1" smtClean="0" sz="1576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i="0" smtClean="0" sz="1576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cos</m:t>
                          </m:r>
                        </m:e>
                        <m:sup>
                          <m:r>
                            <a:rPr lang="en-US" i="1" smtClean="0" sz="1576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2</m:t>
                          </m:r>
                        </m:sup>
                      </m:sSup>
                      <m:r>
                        <a:rPr lang="en-US" i="1" smtClean="0" sz="1576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(a) (</m:t>
                      </m:r>
                      <m:r>
                        <m:rPr>
                          <m:sty m:val="p"/>
                        </m:rPr>
                        <a:rPr lang="en-US" i="0" smtClean="0" sz="1576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576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(b)-1</m:t>
                      </m:r>
                      <m:sSup>
                        <m:sSupPr>
                          <m:ctrlPr>
                            <a:rPr lang="en-US" i="1" smtClean="0" sz="1576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 sz="1576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)</m:t>
                          </m:r>
                        </m:e>
                        <m:sup>
                          <m:r>
                            <a:rPr lang="en-US" i="1" smtClean="0" sz="1576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2</m:t>
                          </m:r>
                        </m:sup>
                      </m:sSup>
                      <m:r>
                        <a:rPr lang="en-US" i="1" smtClean="0" sz="1576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- 2 </m:t>
                      </m:r>
                      <m:r>
                        <m:rPr>
                          <m:sty m:val="p"/>
                        </m:rPr>
                        <a:rPr lang="en-US" i="0" smtClean="0" sz="1576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sin</m:t>
                      </m:r>
                      <m:r>
                        <a:rPr lang="en-US" i="1" smtClean="0" sz="1576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(a) </m:t>
                      </m:r>
                      <m:r>
                        <m:rPr>
                          <m:sty m:val="p"/>
                        </m:rPr>
                        <a:rPr lang="en-US" i="0" smtClean="0" sz="1576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576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(a) </m:t>
                      </m:r>
                      <m:r>
                        <m:rPr>
                          <m:sty m:val="p"/>
                        </m:rPr>
                        <a:rPr lang="en-US" i="0" smtClean="0" sz="1576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sin</m:t>
                      </m:r>
                      <m:r>
                        <a:rPr lang="en-US" i="1" smtClean="0" sz="1576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(b) (</m:t>
                      </m:r>
                      <m:r>
                        <m:rPr>
                          <m:sty m:val="p"/>
                        </m:rPr>
                        <a:rPr lang="en-US" i="0" smtClean="0" sz="1576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576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(b)-1) 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89" name="Image 33" descr="/home/ahmed/Projects/ai_llm_slides/videos/deep-learning/002_transformers_part2/recreated_pptx/build/assets/dR4.png">    </p:cNvPr>
              <p:cNvPicPr>
                <a:picLocks noChangeAspect="1"/>
              </p:cNvPicPr>
              <p:nvPr/>
            </p:nvPicPr>
            <p:blipFill>
              <a:blip r:embed="rId34"/>
              <a:stretch>
                <a:fillRect/>
              </a:stretch>
            </p:blipFill>
            <p:spPr>
              <a:xfrm>
                <a:off x="1105408" y="4572508"/>
                <a:ext cx="7240524" cy="236220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90" name="Equation OMML" descr="\mathrm{sin}(a)^{2}\,(\mathrm{cos}(b)-1)^{2}+\mathrm{cos}^{2}(a)\,\mathrm{sin}^{2}(b)+\mathrm{sin}^{2}(a)\,\mathrm{sin}^{2}(b)+\mathrm{cos}^{2}(a)\,(\mathrm{cos}(b)-1)^{2}"/>
              <p:cNvSpPr txBox="1"/>
              <p:nvPr/>
            </p:nvSpPr>
            <p:spPr>
              <a:xfrm>
                <a:off x="1118108" y="5029708"/>
                <a:ext cx="7554468" cy="240792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603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sin</m:t>
                      </m:r>
                      <m:r>
                        <a:rPr lang="en-US" i="1" smtClean="0" sz="1603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(a</m:t>
                      </m:r>
                      <m:sSup>
                        <m:sSupPr>
                          <m:ctrlPr>
                            <a:rPr lang="en-US" i="1" smtClean="0" sz="1603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 sz="1603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)</m:t>
                          </m:r>
                        </m:e>
                        <m:sup>
                          <m:r>
                            <a:rPr lang="en-US" i="1" smtClean="0" sz="1603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2</m:t>
                          </m:r>
                        </m:sup>
                      </m:sSup>
                      <m:r>
                        <a:rPr lang="en-US" i="1" smtClean="0" sz="1603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 (</m:t>
                      </m:r>
                      <m:r>
                        <m:rPr>
                          <m:sty m:val="p"/>
                        </m:rPr>
                        <a:rPr lang="en-US" i="0" smtClean="0" sz="1603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603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(b)-1</m:t>
                      </m:r>
                      <m:sSup>
                        <m:sSupPr>
                          <m:ctrlPr>
                            <a:rPr lang="en-US" i="1" smtClean="0" sz="1603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 sz="1603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)</m:t>
                          </m:r>
                        </m:e>
                        <m:sup>
                          <m:r>
                            <a:rPr lang="en-US" i="1" smtClean="0" sz="1603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2</m:t>
                          </m:r>
                        </m:sup>
                      </m:sSup>
                      <m:r>
                        <a:rPr lang="en-US" i="1" smtClean="0" sz="1603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+</m:t>
                      </m:r>
                      <m:sSup>
                        <m:sSupPr>
                          <m:ctrlPr>
                            <a:rPr lang="en-US" i="1" smtClean="0" sz="1603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i="0" smtClean="0" sz="1603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cos</m:t>
                          </m:r>
                        </m:e>
                        <m:sup>
                          <m:r>
                            <a:rPr lang="en-US" i="1" smtClean="0" sz="1603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2</m:t>
                          </m:r>
                        </m:sup>
                      </m:sSup>
                      <m:r>
                        <a:rPr lang="en-US" i="1" smtClean="0" sz="1603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(a) </m:t>
                      </m:r>
                      <m:sSup>
                        <m:sSupPr>
                          <m:ctrlPr>
                            <a:rPr lang="en-US" i="1" smtClean="0" sz="1603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i="0" smtClean="0" sz="1603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sin</m:t>
                          </m:r>
                        </m:e>
                        <m:sup>
                          <m:r>
                            <a:rPr lang="en-US" i="1" smtClean="0" sz="1603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2</m:t>
                          </m:r>
                        </m:sup>
                      </m:sSup>
                      <m:r>
                        <a:rPr lang="en-US" i="1" smtClean="0" sz="1603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(b)+</m:t>
                      </m:r>
                      <m:sSup>
                        <m:sSupPr>
                          <m:ctrlPr>
                            <a:rPr lang="en-US" i="1" smtClean="0" sz="1603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i="0" smtClean="0" sz="1603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sin</m:t>
                          </m:r>
                        </m:e>
                        <m:sup>
                          <m:r>
                            <a:rPr lang="en-US" i="1" smtClean="0" sz="1603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2</m:t>
                          </m:r>
                        </m:sup>
                      </m:sSup>
                      <m:r>
                        <a:rPr lang="en-US" i="1" smtClean="0" sz="1603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(a) </m:t>
                      </m:r>
                      <m:sSup>
                        <m:sSupPr>
                          <m:ctrlPr>
                            <a:rPr lang="en-US" i="1" smtClean="0" sz="1603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i="0" smtClean="0" sz="1603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sin</m:t>
                          </m:r>
                        </m:e>
                        <m:sup>
                          <m:r>
                            <a:rPr lang="en-US" i="1" smtClean="0" sz="1603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2</m:t>
                          </m:r>
                        </m:sup>
                      </m:sSup>
                      <m:r>
                        <a:rPr lang="en-US" i="1" smtClean="0" sz="1603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(b)+</m:t>
                      </m:r>
                      <m:sSup>
                        <m:sSupPr>
                          <m:ctrlPr>
                            <a:rPr lang="en-US" i="1" smtClean="0" sz="1603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i="0" smtClean="0" sz="1603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cos</m:t>
                          </m:r>
                        </m:e>
                        <m:sup>
                          <m:r>
                            <a:rPr lang="en-US" i="1" smtClean="0" sz="1603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2</m:t>
                          </m:r>
                        </m:sup>
                      </m:sSup>
                      <m:r>
                        <a:rPr lang="en-US" i="1" smtClean="0" sz="1603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(a) (</m:t>
                      </m:r>
                      <m:r>
                        <m:rPr>
                          <m:sty m:val="p"/>
                        </m:rPr>
                        <a:rPr lang="en-US" i="0" smtClean="0" sz="1603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603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(b)-1</m:t>
                      </m:r>
                      <m:sSup>
                        <m:sSupPr>
                          <m:ctrlPr>
                            <a:rPr lang="en-US" i="1" smtClean="0" sz="1603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 sz="1603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)</m:t>
                          </m:r>
                        </m:e>
                        <m:sup>
                          <m:r>
                            <a:rPr lang="en-US" i="1" smtClean="0" sz="1603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2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90" name="Image 34" descr="/home/ahmed/Projects/ai_llm_slides/videos/deep-learning/002_transformers_part2/recreated_pptx/build/assets/dR5.png">    </p:cNvPr>
              <p:cNvPicPr>
                <a:picLocks noChangeAspect="1"/>
              </p:cNvPicPr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1118108" y="5029708"/>
                <a:ext cx="7554468" cy="240792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91" name="Equation OMML" descr="[\,\mathrm{sin}(a)^{2}+\mathrm{cos}^{2}(a)\,]\,(\mathrm{cos}(b)-1)^{2}+\,[\,\mathrm{sin}(a)^{2}+\mathrm{cos}^{2}(a)\,]\,(\mathrm{sin}^{2}(b)\,)=(\mathrm{cos}(b)-1)^{2}+\mathrm{sin}^{2}(b)"/>
              <p:cNvSpPr txBox="1"/>
              <p:nvPr/>
            </p:nvSpPr>
            <p:spPr>
              <a:xfrm>
                <a:off x="1041908" y="5461508"/>
                <a:ext cx="8269224" cy="230124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 sz="153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[ </m:t>
                      </m:r>
                      <m:r>
                        <m:rPr>
                          <m:sty m:val="p"/>
                        </m:rPr>
                        <a:rPr lang="en-US" i="0" smtClean="0" sz="153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sin</m:t>
                      </m:r>
                      <m:r>
                        <a:rPr lang="en-US" i="1" smtClean="0" sz="153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(a</m:t>
                      </m:r>
                      <m:sSup>
                        <m:sSupPr>
                          <m:ctrlPr>
                            <a:rPr lang="en-US" i="1" smtClean="0" sz="153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 sz="153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)</m:t>
                          </m:r>
                        </m:e>
                        <m:sup>
                          <m:r>
                            <a:rPr lang="en-US" i="1" smtClean="0" sz="153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2</m:t>
                          </m:r>
                        </m:sup>
                      </m:sSup>
                      <m:r>
                        <a:rPr lang="en-US" i="1" smtClean="0" sz="153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+</m:t>
                      </m:r>
                      <m:sSup>
                        <m:sSupPr>
                          <m:ctrlPr>
                            <a:rPr lang="en-US" i="1" smtClean="0" sz="153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i="0" smtClean="0" sz="153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cos</m:t>
                          </m:r>
                        </m:e>
                        <m:sup>
                          <m:r>
                            <a:rPr lang="en-US" i="1" smtClean="0" sz="153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2</m:t>
                          </m:r>
                        </m:sup>
                      </m:sSup>
                      <m:r>
                        <a:rPr lang="en-US" i="1" smtClean="0" sz="153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(a) ] (</m:t>
                      </m:r>
                      <m:r>
                        <m:rPr>
                          <m:sty m:val="p"/>
                        </m:rPr>
                        <a:rPr lang="en-US" i="0" smtClean="0" sz="153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53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(b)-1</m:t>
                      </m:r>
                      <m:sSup>
                        <m:sSupPr>
                          <m:ctrlPr>
                            <a:rPr lang="en-US" i="1" smtClean="0" sz="153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 sz="153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)</m:t>
                          </m:r>
                        </m:e>
                        <m:sup>
                          <m:r>
                            <a:rPr lang="en-US" i="1" smtClean="0" sz="153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2</m:t>
                          </m:r>
                        </m:sup>
                      </m:sSup>
                      <m:r>
                        <a:rPr lang="en-US" i="1" smtClean="0" sz="153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+ [ </m:t>
                      </m:r>
                      <m:r>
                        <m:rPr>
                          <m:sty m:val="p"/>
                        </m:rPr>
                        <a:rPr lang="en-US" i="0" smtClean="0" sz="153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sin</m:t>
                      </m:r>
                      <m:r>
                        <a:rPr lang="en-US" i="1" smtClean="0" sz="153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(a</m:t>
                      </m:r>
                      <m:sSup>
                        <m:sSupPr>
                          <m:ctrlPr>
                            <a:rPr lang="en-US" i="1" smtClean="0" sz="153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 sz="153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)</m:t>
                          </m:r>
                        </m:e>
                        <m:sup>
                          <m:r>
                            <a:rPr lang="en-US" i="1" smtClean="0" sz="153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2</m:t>
                          </m:r>
                        </m:sup>
                      </m:sSup>
                      <m:r>
                        <a:rPr lang="en-US" i="1" smtClean="0" sz="153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+</m:t>
                      </m:r>
                      <m:sSup>
                        <m:sSupPr>
                          <m:ctrlPr>
                            <a:rPr lang="en-US" i="1" smtClean="0" sz="153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i="0" smtClean="0" sz="153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cos</m:t>
                          </m:r>
                        </m:e>
                        <m:sup>
                          <m:r>
                            <a:rPr lang="en-US" i="1" smtClean="0" sz="153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2</m:t>
                          </m:r>
                        </m:sup>
                      </m:sSup>
                      <m:r>
                        <a:rPr lang="en-US" i="1" smtClean="0" sz="153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(a) ] (</m:t>
                      </m:r>
                      <m:sSup>
                        <m:sSupPr>
                          <m:ctrlPr>
                            <a:rPr lang="en-US" i="1" smtClean="0" sz="153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i="0" smtClean="0" sz="153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sin</m:t>
                          </m:r>
                        </m:e>
                        <m:sup>
                          <m:r>
                            <a:rPr lang="en-US" i="1" smtClean="0" sz="153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2</m:t>
                          </m:r>
                        </m:sup>
                      </m:sSup>
                      <m:r>
                        <a:rPr lang="en-US" i="1" smtClean="0" sz="153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(b) )=(</m:t>
                      </m:r>
                      <m:r>
                        <m:rPr>
                          <m:sty m:val="p"/>
                        </m:rPr>
                        <a:rPr lang="en-US" i="0" smtClean="0" sz="153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53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(b)-1</m:t>
                      </m:r>
                      <m:sSup>
                        <m:sSupPr>
                          <m:ctrlPr>
                            <a:rPr lang="en-US" i="1" smtClean="0" sz="153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 sz="153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)</m:t>
                          </m:r>
                        </m:e>
                        <m:sup>
                          <m:r>
                            <a:rPr lang="en-US" i="1" smtClean="0" sz="153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2</m:t>
                          </m:r>
                        </m:sup>
                      </m:sSup>
                      <m:r>
                        <a:rPr lang="en-US" i="1" smtClean="0" sz="153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+</m:t>
                      </m:r>
                      <m:sSup>
                        <m:sSupPr>
                          <m:ctrlPr>
                            <a:rPr lang="en-US" i="1" smtClean="0" sz="153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i="0" smtClean="0" sz="153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sin</m:t>
                          </m:r>
                        </m:e>
                        <m:sup>
                          <m:r>
                            <a:rPr lang="en-US" i="1" smtClean="0" sz="153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2</m:t>
                          </m:r>
                        </m:sup>
                      </m:sSup>
                      <m:r>
                        <a:rPr lang="en-US" i="1" smtClean="0" sz="153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(b)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91" name="Image 35" descr="/home/ahmed/Projects/ai_llm_slides/videos/deep-learning/002_transformers_part2/recreated_pptx/build/assets/dR6.png">    </p:cNvPr>
              <p:cNvPicPr>
                <a:picLocks noChangeAspect="1"/>
              </p:cNvPicPr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1041908" y="5461508"/>
                <a:ext cx="8269224" cy="230124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92" name="Equation OMML" descr="["/>
              <p:cNvSpPr txBox="1"/>
              <p:nvPr/>
            </p:nvSpPr>
            <p:spPr>
              <a:xfrm>
                <a:off x="1067308" y="3366008"/>
                <a:ext cx="82296" cy="275844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 sz="2220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 xml:space="preserve">[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92" name="Image 36" descr="/home/ahmed/Projects/ai_llm_slides/videos/deep-learning/002_transformers_part2/recreated_pptx/build/assets/r1_s01.png">    </p:cNvPr>
              <p:cNvPicPr>
                <a:picLocks noChangeAspect="1"/>
              </p:cNvPicPr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1067308" y="3366008"/>
                <a:ext cx="82296" cy="275844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93" name="Equation OMML" descr="\mathrm{sin}(a)"/>
              <p:cNvSpPr txBox="1"/>
              <p:nvPr/>
            </p:nvSpPr>
            <p:spPr>
              <a:xfrm>
                <a:off x="1207008" y="3378708"/>
                <a:ext cx="533400" cy="193548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495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sin</m:t>
                      </m:r>
                      <m:r>
                        <a:rPr lang="en-US" i="1" smtClean="0" sz="1495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(a)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93" name="Image 37" descr="/home/ahmed/Projects/ai_llm_slides/videos/deep-learning/002_transformers_part2/recreated_pptx/build/assets/r1_s02.png">    </p:cNvPr>
              <p:cNvPicPr>
                <a:picLocks noChangeAspect="1"/>
              </p:cNvPicPr>
              <p:nvPr/>
            </p:nvPicPr>
            <p:blipFill>
              <a:blip r:embed="rId38"/>
              <a:stretch>
                <a:fillRect/>
              </a:stretch>
            </p:blipFill>
            <p:spPr>
              <a:xfrm>
                <a:off x="1207008" y="3378708"/>
                <a:ext cx="533400" cy="193548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94" name="Equation OMML" descr="\mathrm{cos}(b)\,+"/>
              <p:cNvSpPr txBox="1"/>
              <p:nvPr/>
            </p:nvSpPr>
            <p:spPr>
              <a:xfrm>
                <a:off x="1816608" y="3378708"/>
                <a:ext cx="781812" cy="187452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445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445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 xml:space="preserve">(b) +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94" name="Image 38" descr="/home/ahmed/Projects/ai_llm_slides/videos/deep-learning/002_transformers_part2/recreated_pptx/build/assets/r1_s03.png">    </p:cNvPr>
              <p:cNvPicPr>
                <a:picLocks noChangeAspect="1"/>
              </p:cNvPicPr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1816608" y="3378708"/>
                <a:ext cx="781812" cy="187452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95" name="Equation OMML" descr="\mathrm{cos}(a)"/>
              <p:cNvSpPr txBox="1"/>
              <p:nvPr/>
            </p:nvSpPr>
            <p:spPr>
              <a:xfrm>
                <a:off x="2680208" y="3378708"/>
                <a:ext cx="579120" cy="193548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489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489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(a)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95" name="Image 39" descr="/home/ahmed/Projects/ai_llm_slides/videos/deep-learning/002_transformers_part2/recreated_pptx/build/assets/r1_s04.png">    </p:cNvPr>
              <p:cNvPicPr>
                <a:picLocks noChangeAspect="1"/>
              </p:cNvPicPr>
              <p:nvPr/>
            </p:nvPicPr>
            <p:blipFill>
              <a:blip r:embed="rId40"/>
              <a:stretch>
                <a:fillRect/>
              </a:stretch>
            </p:blipFill>
            <p:spPr>
              <a:xfrm>
                <a:off x="2680208" y="3378708"/>
                <a:ext cx="579120" cy="193548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96" name="Equation OMML" descr="\mathrm{sin}(b)\,-"/>
              <p:cNvSpPr txBox="1"/>
              <p:nvPr/>
            </p:nvSpPr>
            <p:spPr>
              <a:xfrm>
                <a:off x="3340608" y="3378708"/>
                <a:ext cx="694944" cy="178308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361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 xml:space="preserve">sin</m:t>
                      </m:r>
                      <m:r>
                        <a:rPr lang="en-US" i="1" smtClean="0" sz="1361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 xml:space="preserve">(b) -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96" name="Image 40" descr="/home/ahmed/Projects/ai_llm_slides/videos/deep-learning/002_transformers_part2/recreated_pptx/build/assets/r1_s05.png">    </p:cNvPr>
              <p:cNvPicPr>
                <a:picLocks noChangeAspect="1"/>
              </p:cNvPicPr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3340608" y="3378708"/>
                <a:ext cx="694944" cy="178308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97" name="Equation OMML" descr="\mathrm{sin}(a)"/>
              <p:cNvSpPr txBox="1"/>
              <p:nvPr/>
            </p:nvSpPr>
            <p:spPr>
              <a:xfrm>
                <a:off x="4115308" y="3378708"/>
                <a:ext cx="557784" cy="202692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568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sin</m:t>
                      </m:r>
                      <m:r>
                        <a:rPr lang="en-US" i="1" smtClean="0" sz="1568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(a)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97" name="Image 41" descr="/home/ahmed/Projects/ai_llm_slides/videos/deep-learning/002_transformers_part2/recreated_pptx/build/assets/r1_s06.png">    </p:cNvPr>
              <p:cNvPicPr>
                <a:picLocks noChangeAspect="1"/>
              </p:cNvPicPr>
              <p:nvPr/>
            </p:nvPicPr>
            <p:blipFill>
              <a:blip r:embed="rId42"/>
              <a:stretch>
                <a:fillRect/>
              </a:stretch>
            </p:blipFill>
            <p:spPr>
              <a:xfrm>
                <a:off x="4115308" y="3378708"/>
                <a:ext cx="557784" cy="202692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98" name="Equation OMML" descr="]^{2}\,+\,[\,-"/>
              <p:cNvSpPr txBox="1"/>
              <p:nvPr/>
            </p:nvSpPr>
            <p:spPr>
              <a:xfrm>
                <a:off x="4737608" y="3378708"/>
                <a:ext cx="888492" cy="268224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smtClean="0" sz="1790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 sz="1790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</a:rPr>
                            <m:t xml:space="preserve">]</m:t>
                          </m:r>
                        </m:e>
                        <m:sup>
                          <m:r>
                            <a:rPr lang="en-US" i="1" smtClean="0" sz="1790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</a:rPr>
                            <m:t xml:space="preserve">2</m:t>
                          </m:r>
                        </m:sup>
                      </m:sSup>
                      <m:r>
                        <a:rPr lang="en-US" i="1" smtClean="0" sz="1790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 xml:space="preserve"> + [ -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98" name="Image 42" descr="/home/ahmed/Projects/ai_llm_slides/videos/deep-learning/002_transformers_part2/recreated_pptx/build/assets/r1_s07.png">    </p:cNvPr>
              <p:cNvPicPr>
                <a:picLocks noChangeAspect="1"/>
              </p:cNvPicPr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4737608" y="3378708"/>
                <a:ext cx="888492" cy="268224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99" name="Equation OMML" descr="\mathrm{sin}(a)"/>
              <p:cNvSpPr txBox="1"/>
              <p:nvPr/>
            </p:nvSpPr>
            <p:spPr>
              <a:xfrm>
                <a:off x="5639308" y="3378708"/>
                <a:ext cx="533400" cy="193548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495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sin</m:t>
                      </m:r>
                      <m:r>
                        <a:rPr lang="en-US" i="1" smtClean="0" sz="1495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(a)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99" name="Image 43" descr="/home/ahmed/Projects/ai_llm_slides/videos/deep-learning/002_transformers_part2/recreated_pptx/build/assets/r1_s08.png">    </p:cNvPr>
              <p:cNvPicPr>
                <a:picLocks noChangeAspect="1"/>
              </p:cNvPicPr>
              <p:nvPr/>
            </p:nvPicPr>
            <p:blipFill>
              <a:blip r:embed="rId44"/>
              <a:stretch>
                <a:fillRect/>
              </a:stretch>
            </p:blipFill>
            <p:spPr>
              <a:xfrm>
                <a:off x="5639308" y="3378708"/>
                <a:ext cx="533400" cy="193548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100" name="Equation OMML" descr="\mathrm{sin}(b)\,+"/>
              <p:cNvSpPr txBox="1"/>
              <p:nvPr/>
            </p:nvSpPr>
            <p:spPr>
              <a:xfrm>
                <a:off x="6248908" y="3378708"/>
                <a:ext cx="743712" cy="190500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460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 xml:space="preserve">sin</m:t>
                      </m:r>
                      <m:r>
                        <a:rPr lang="en-US" i="1" smtClean="0" sz="1460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 xml:space="preserve">(b) +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100" name="Image 44" descr="/home/ahmed/Projects/ai_llm_slides/videos/deep-learning/002_transformers_part2/recreated_pptx/build/assets/r1_s09.png">    </p:cNvPr>
              <p:cNvPicPr>
                <a:picLocks noChangeAspect="1"/>
              </p:cNvPicPr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6248908" y="3378708"/>
                <a:ext cx="743712" cy="190500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101" name="Equation OMML" descr="\mathrm{cos}(a)"/>
              <p:cNvSpPr txBox="1"/>
              <p:nvPr/>
            </p:nvSpPr>
            <p:spPr>
              <a:xfrm>
                <a:off x="7087108" y="3378708"/>
                <a:ext cx="566928" cy="188976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456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456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(a)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101" name="Image 45" descr="/home/ahmed/Projects/ai_llm_slides/videos/deep-learning/002_transformers_part2/recreated_pptx/build/assets/r1_s10.png">    </p:cNvPr>
              <p:cNvPicPr>
                <a:picLocks noChangeAspect="1"/>
              </p:cNvPicPr>
              <p:nvPr/>
            </p:nvPicPr>
            <p:blipFill>
              <a:blip r:embed="rId46"/>
              <a:stretch>
                <a:fillRect/>
              </a:stretch>
            </p:blipFill>
            <p:spPr>
              <a:xfrm>
                <a:off x="7087108" y="3378708"/>
                <a:ext cx="566928" cy="188976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102" name="Equation OMML" descr="\mathrm{cos}(b)\,-"/>
              <p:cNvSpPr txBox="1"/>
              <p:nvPr/>
            </p:nvSpPr>
            <p:spPr>
              <a:xfrm>
                <a:off x="7734808" y="3378708"/>
                <a:ext cx="733044" cy="178308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352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352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 xml:space="preserve">(b) -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102" name="Image 46" descr="/home/ahmed/Projects/ai_llm_slides/videos/deep-learning/002_transformers_part2/recreated_pptx/build/assets/r1_s11.png">    </p:cNvPr>
              <p:cNvPicPr>
                <a:picLocks noChangeAspect="1"/>
              </p:cNvPicPr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7734808" y="3378708"/>
                <a:ext cx="733044" cy="178308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103" name="Equation OMML" descr="\mathrm{cos}(a)"/>
              <p:cNvSpPr txBox="1"/>
              <p:nvPr/>
            </p:nvSpPr>
            <p:spPr>
              <a:xfrm>
                <a:off x="8547608" y="3378708"/>
                <a:ext cx="589788" cy="196596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52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52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 xml:space="preserve">(a)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103" name="Image 47" descr="/home/ahmed/Projects/ai_llm_slides/videos/deep-learning/002_transformers_part2/recreated_pptx/build/assets/r1_s12.png">    </p:cNvPr>
              <p:cNvPicPr>
                <a:picLocks noChangeAspect="1"/>
              </p:cNvPicPr>
              <p:nvPr/>
            </p:nvPicPr>
            <p:blipFill>
              <a:blip r:embed="rId48"/>
              <a:stretch>
                <a:fillRect/>
              </a:stretch>
            </p:blipFill>
            <p:spPr>
              <a:xfrm>
                <a:off x="8547608" y="3378708"/>
                <a:ext cx="589788" cy="196596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104" name="Equation OMML" descr="]^{2}"/>
              <p:cNvSpPr txBox="1"/>
              <p:nvPr/>
            </p:nvSpPr>
            <p:spPr>
              <a:xfrm>
                <a:off x="9169908" y="3378708"/>
                <a:ext cx="179832" cy="272796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smtClean="0" sz="1820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 sz="1820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</a:rPr>
                            <m:t xml:space="preserve">]</m:t>
                          </m:r>
                        </m:e>
                        <m:sup>
                          <m:r>
                            <a:rPr lang="en-US" i="1" smtClean="0" sz="1820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</a:rPr>
                            <m:t xml:space="preserve">2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104" name="Image 48" descr="/home/ahmed/Projects/ai_llm_slides/videos/deep-learning/002_transformers_part2/recreated_pptx/build/assets/r1_s13.png">    </p:cNvPr>
              <p:cNvPicPr>
                <a:picLocks noChangeAspect="1"/>
              </p:cNvPicPr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9169908" y="3378708"/>
                <a:ext cx="179832" cy="272796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105" name="Equation OMML" descr="\mathrm{cos}^{2}(b)"/>
              <p:cNvSpPr txBox="1"/>
              <p:nvPr/>
            </p:nvSpPr>
            <p:spPr>
              <a:xfrm>
                <a:off x="965708" y="5994908"/>
                <a:ext cx="679704" cy="228600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smtClean="0" sz="15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i="0" smtClean="0" sz="15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cos</m:t>
                          </m:r>
                        </m:e>
                        <m:sup>
                          <m:r>
                            <a:rPr lang="en-US" i="1" smtClean="0" sz="15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2</m:t>
                          </m:r>
                        </m:sup>
                      </m:sSup>
                      <m:r>
                        <a:rPr lang="en-US" i="1" smtClean="0" sz="15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(b)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105" name="Image 49" descr="/home/ahmed/Projects/ai_llm_slides/videos/deep-learning/002_transformers_part2/recreated_pptx/build/assets/dR7_s1.png">    </p:cNvPr>
              <p:cNvPicPr>
                <a:picLocks noChangeAspect="1"/>
              </p:cNvPicPr>
              <p:nvPr/>
            </p:nvPicPr>
            <p:blipFill>
              <a:blip r:embed="rId50"/>
              <a:stretch>
                <a:fillRect/>
              </a:stretch>
            </p:blipFill>
            <p:spPr>
              <a:xfrm>
                <a:off x="965708" y="5994908"/>
                <a:ext cx="679704" cy="228600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106" name="Equation OMML" descr="-2\,\mathrm{cos}(b)\,+1\,+"/>
              <p:cNvSpPr txBox="1"/>
              <p:nvPr/>
            </p:nvSpPr>
            <p:spPr>
              <a:xfrm>
                <a:off x="1715008" y="5994908"/>
                <a:ext cx="1507236" cy="195072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 sz="1506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-2 </m:t>
                      </m:r>
                      <m:r>
                        <m:rPr>
                          <m:sty m:val="p"/>
                        </m:rPr>
                        <a:rPr lang="en-US" i="0" smtClean="0" sz="1506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506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(b) +1 +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106" name="Image 50" descr="/home/ahmed/Projects/ai_llm_slides/videos/deep-learning/002_transformers_part2/recreated_pptx/build/assets/dR7_s2.png">    </p:cNvPr>
              <p:cNvPicPr>
                <a:picLocks noChangeAspect="1"/>
              </p:cNvPicPr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1715008" y="5994908"/>
                <a:ext cx="1507236" cy="195072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107" name="Equation OMML" descr="\mathrm{sin}^{2}(b)"/>
              <p:cNvSpPr txBox="1"/>
              <p:nvPr/>
            </p:nvSpPr>
            <p:spPr>
              <a:xfrm>
                <a:off x="3162808" y="5994908"/>
                <a:ext cx="640080" cy="231648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smtClean="0" sz="1522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i="0" smtClean="0" sz="1522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sin</m:t>
                          </m:r>
                        </m:e>
                        <m:sup>
                          <m:r>
                            <a:rPr lang="en-US" i="1" smtClean="0" sz="1522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2</m:t>
                          </m:r>
                        </m:sup>
                      </m:sSup>
                      <m:r>
                        <a:rPr lang="en-US" i="1" smtClean="0" sz="1522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(b)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107" name="Image 51" descr="/home/ahmed/Projects/ai_llm_slides/videos/deep-learning/002_transformers_part2/recreated_pptx/build/assets/dR7_s3.png">    </p:cNvPr>
              <p:cNvPicPr>
                <a:picLocks noChangeAspect="1"/>
              </p:cNvPicPr>
              <p:nvPr/>
            </p:nvPicPr>
            <p:blipFill>
              <a:blip r:embed="rId52"/>
              <a:stretch>
                <a:fillRect/>
              </a:stretch>
            </p:blipFill>
            <p:spPr>
              <a:xfrm>
                <a:off x="3162808" y="5994908"/>
                <a:ext cx="640080" cy="231648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108" name="Equation OMML" descr="=\,2\,-2\,\mathrm{cos}(b)\,=\,2(1-\mathrm{cos}(b)\,)"/>
              <p:cNvSpPr txBox="1"/>
              <p:nvPr/>
            </p:nvSpPr>
            <p:spPr>
              <a:xfrm>
                <a:off x="3874008" y="5994908"/>
                <a:ext cx="2674620" cy="181356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 sz="139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= 2 -2 </m:t>
                      </m:r>
                      <m:r>
                        <m:rPr>
                          <m:sty m:val="p"/>
                        </m:rPr>
                        <a:rPr lang="en-US" i="0" smtClean="0" sz="139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39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(b) = 2(1-</m:t>
                      </m:r>
                      <m:r>
                        <m:rPr>
                          <m:sty m:val="p"/>
                        </m:rPr>
                        <a:rPr lang="en-US" i="0" smtClean="0" sz="139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cos</m:t>
                      </m:r>
                      <m:r>
                        <a:rPr lang="en-US" i="1" smtClean="0" sz="139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(b) 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108" name="Image 52" descr="/home/ahmed/Projects/ai_llm_slides/videos/deep-learning/002_transformers_part2/recreated_pptx/build/assets/dR7_s4.png">    </p:cNvPr>
              <p:cNvPicPr>
                <a:picLocks noChangeAspect="1"/>
              </p:cNvPicPr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3874008" y="5994908"/>
                <a:ext cx="2674620" cy="181356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109" name="Equation OMML" descr="="/>
              <p:cNvSpPr txBox="1"/>
              <p:nvPr/>
            </p:nvSpPr>
            <p:spPr>
              <a:xfrm>
                <a:off x="9728708" y="3429508"/>
                <a:ext cx="150876" cy="82296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 sz="1600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 xml:space="preserve">=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109" name="Image 53" descr="/home/ahmed/Projects/ai_llm_slides/videos/deep-learning/002_transformers_part2/recreated_pptx/build/assets/dEq.png">    </p:cNvPr>
              <p:cNvPicPr>
                <a:picLocks noChangeAspect="1"/>
              </p:cNvPicPr>
              <p:nvPr/>
            </p:nvPicPr>
            <p:blipFill>
              <a:blip r:embed="rId54"/>
              <a:stretch>
                <a:fillRect/>
              </a:stretch>
            </p:blipFill>
            <p:spPr>
              <a:xfrm>
                <a:off x="9728708" y="3429508"/>
                <a:ext cx="150876" cy="82296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110" name="Equation OMML" descr="="/>
              <p:cNvSpPr txBox="1"/>
              <p:nvPr/>
            </p:nvSpPr>
            <p:spPr>
              <a:xfrm>
                <a:off x="9741408" y="3861308"/>
                <a:ext cx="150876" cy="82296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 sz="1600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 xml:space="preserve">=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110" name="Image 54" descr="/home/ahmed/Projects/ai_llm_slides/videos/deep-learning/002_transformers_part2/recreated_pptx/build/assets/dEq.png">    </p:cNvPr>
              <p:cNvPicPr>
                <a:picLocks noChangeAspect="1"/>
              </p:cNvPicPr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741408" y="3861308"/>
                <a:ext cx="150876" cy="82296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111" name="Equation OMML" descr="="/>
              <p:cNvSpPr txBox="1"/>
              <p:nvPr/>
            </p:nvSpPr>
            <p:spPr>
              <a:xfrm>
                <a:off x="9792208" y="4636008"/>
                <a:ext cx="150876" cy="82296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 sz="1600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 xml:space="preserve">=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111" name="Image 55" descr="/home/ahmed/Projects/ai_llm_slides/videos/deep-learning/002_transformers_part2/recreated_pptx/build/assets/dEq.png">    </p:cNvPr>
              <p:cNvPicPr>
                <a:picLocks noChangeAspect="1"/>
              </p:cNvPicPr>
              <p:nvPr/>
            </p:nvPicPr>
            <p:blipFill>
              <a:blip r:embed="rId56"/>
              <a:stretch>
                <a:fillRect/>
              </a:stretch>
            </p:blipFill>
            <p:spPr>
              <a:xfrm>
                <a:off x="9792208" y="4636008"/>
                <a:ext cx="150876" cy="82296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112" name="Equation OMML" descr="="/>
              <p:cNvSpPr txBox="1"/>
              <p:nvPr/>
            </p:nvSpPr>
            <p:spPr>
              <a:xfrm>
                <a:off x="9817608" y="5105908"/>
                <a:ext cx="150876" cy="82296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 sz="1600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 xml:space="preserve">=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112" name="Image 56" descr="/home/ahmed/Projects/ai_llm_slides/videos/deep-learning/002_transformers_part2/recreated_pptx/build/assets/dEq.png">    </p:cNvPr>
              <p:cNvPicPr>
                <a:picLocks noChangeAspect="1"/>
              </p:cNvPicPr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9817608" y="5105908"/>
                <a:ext cx="150876" cy="82296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113" name="Equation OMML" descr="="/>
              <p:cNvSpPr txBox="1"/>
              <p:nvPr/>
            </p:nvSpPr>
            <p:spPr>
              <a:xfrm>
                <a:off x="9830308" y="5537708"/>
                <a:ext cx="150876" cy="82296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 sz="1600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 xml:space="preserve">=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113" name="Image 57" descr="/home/ahmed/Projects/ai_llm_slides/videos/deep-learning/002_transformers_part2/recreated_pptx/build/assets/dEq.png">    </p:cNvPr>
              <p:cNvPicPr>
                <a:picLocks noChangeAspect="1"/>
              </p:cNvPicPr>
              <p:nvPr/>
            </p:nvPicPr>
            <p:blipFill>
              <a:blip r:embed="rId58"/>
              <a:stretch>
                <a:fillRect/>
              </a:stretch>
            </p:blipFill>
            <p:spPr>
              <a:xfrm>
                <a:off x="9830308" y="5537708"/>
                <a:ext cx="150876" cy="82296"/>
              </a:xfrm>
              <a:prstGeom prst="rect">
                <a:avLst/>
              </a:prstGeom>
            </p:spPr>
          </p:pic>
        </mc:Fallback>
      </mc:AlternateContent>
      <p:sp>
        <p:nvSpPr>
          <p:cNvPr id="114" name="Shape 54"/>
          <p:cNvSpPr/>
          <p:nvPr/>
        </p:nvSpPr>
        <p:spPr>
          <a:xfrm>
            <a:off x="7289800" y="5956300"/>
            <a:ext cx="2044700" cy="419100"/>
          </a:xfrm>
          <a:prstGeom prst="rect">
            <a:avLst/>
          </a:prstGeom>
          <a:solidFill>
            <a:srgbClr val="E9FFD7"/>
          </a:solidFill>
          <a:ln w="19050">
            <a:solidFill>
              <a:srgbClr val="00CC00"/>
            </a:solidFill>
            <a:prstDash val="solid"/>
          </a:ln>
        </p:spPr>
      </p:sp>
      <mc:AlternateContent>
        <mc:Choice xmlns:a14="http://schemas.microsoft.com/office/drawing/2010/main" Requires="a14">
          <p:sp>
            <p:nvSpPr>
              <p:cNvPr id="115" name="Equation OMML" descr="\mathbf{=2}\,(\mathbf{1-cos}(\omega\delta))"/>
              <p:cNvSpPr txBox="1"/>
              <p:nvPr/>
            </p:nvSpPr>
            <p:spPr>
              <a:xfrm>
                <a:off x="7404608" y="6045708"/>
                <a:ext cx="1706880" cy="201168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b"/>
                        </m:rPr>
                        <a:rPr lang="en-US" i="0" smtClean="0" sz="1559" b="1">
                          <a:solidFill>
                            <a:srgbClr val="0A0A66"/>
                          </a:solidFill>
                          <a:latin typeface="Cambria Math" panose="02040503050406030204" pitchFamily="18" charset="0"/>
                        </a:rPr>
                        <m:t xml:space="preserve">=2</m:t>
                      </m:r>
                      <m:r>
                        <a:rPr lang="en-US" i="1" smtClean="0" sz="1559">
                          <a:solidFill>
                            <a:srgbClr val="0A0A66"/>
                          </a:solidFill>
                          <a:latin typeface="Cambria Math" panose="02040503050406030204" pitchFamily="18" charset="0"/>
                        </a:rPr>
                        <m:t xml:space="preserve"> (</m:t>
                      </m:r>
                      <m:r>
                        <m:rPr>
                          <m:sty m:val="b"/>
                        </m:rPr>
                        <a:rPr lang="en-US" i="0" smtClean="0" sz="1559" b="1">
                          <a:solidFill>
                            <a:srgbClr val="0A0A66"/>
                          </a:solidFill>
                          <a:latin typeface="Cambria Math" panose="02040503050406030204" pitchFamily="18" charset="0"/>
                        </a:rPr>
                        <m:t xml:space="preserve">1-cos</m:t>
                      </m:r>
                      <m:r>
                        <a:rPr lang="en-US" i="1" smtClean="0" sz="1559">
                          <a:solidFill>
                            <a:srgbClr val="0A0A66"/>
                          </a:solidFill>
                          <a:latin typeface="Cambria Math" panose="02040503050406030204" pitchFamily="18" charset="0"/>
                        </a:rPr>
                        <m:t xml:space="preserve">(ωδ))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115" name="Image 58" descr="/home/ahmed/Projects/ai_llm_slides/videos/deep-learning/002_transformers_part2/recreated_pptx/build/assets/callout.png">    </p:cNvPr>
              <p:cNvPicPr>
                <a:picLocks noChangeAspect="1"/>
              </p:cNvPicPr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7404608" y="6045708"/>
                <a:ext cx="1706880" cy="201168"/>
              </a:xfrm>
              <a:prstGeom prst="rect">
                <a:avLst/>
              </a:prstGeom>
            </p:spPr>
          </p:pic>
        </mc:Fallback>
      </mc:AlternateContent>
      <p:sp>
        <p:nvSpPr>
          <p:cNvPr id="116" name="Text 55"/>
          <p:cNvSpPr/>
          <p:nvPr/>
        </p:nvSpPr>
        <p:spPr>
          <a:xfrm rot="-2880000">
            <a:off x="9271000" y="5626100"/>
            <a:ext cx="1727200" cy="330200"/>
          </a:xfrm>
          <a:prstGeom prst="rect">
            <a:avLst/>
          </a:prstGeom>
          <a:solidFill>
            <a:srgbClr val="FBFDD2"/>
          </a:solidFill>
          <a:ln>
            <a:solidFill>
              <a:srgbClr val="FBFDD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Irrespective of Position “t”</a:t>
            </a:r>
            <a:endParaRPr lang="en-US" sz="1100" dirty="0"/>
          </a:p>
        </p:txBody>
      </p:sp>
      <p:sp>
        <p:nvSpPr>
          <p:cNvPr id="117" name="Shape 56"/>
          <p:cNvSpPr/>
          <p:nvPr/>
        </p:nvSpPr>
        <p:spPr>
          <a:xfrm>
            <a:off x="469900" y="6578600"/>
            <a:ext cx="11239500" cy="2794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71500"/>
            <a:ext cx="11137900" cy="6286500"/>
          </a:xfrm>
          <a:prstGeom prst="rect">
            <a:avLst/>
          </a:prstGeom>
          <a:solidFill>
            <a:srgbClr val="E9E9E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2764790"/>
            <a:ext cx="10621010" cy="3982720"/>
          </a:xfrm>
          <a:prstGeom prst="rect">
            <a:avLst/>
          </a:prstGeom>
          <a:solidFill>
            <a:srgbClr val="E9FEF9"/>
          </a:solidFill>
          <a:ln w="19050">
            <a:solidFill>
              <a:srgbClr val="0000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0270" y="1303020"/>
            <a:ext cx="1551940" cy="130937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80"/>
            </a:solidFill>
            <a:prstDash val="solid"/>
          </a:ln>
        </p:spPr>
      </p:sp>
      <p:pic>
        <p:nvPicPr>
          <p:cNvPr id="7" name="Image 0" descr="/home/ahmed/Projects/ai_llm_slides/videos/deep-learning/002_transformers_part2/recreated_pptx/build/assets/eq_032_vec_brk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350" y="1488440"/>
            <a:ext cx="124971" cy="929643"/>
          </a:xfrm>
          <a:prstGeom prst="rect">
            <a:avLst/>
          </a:prstGeom>
        </p:spPr>
      </p:pic>
      <p:pic>
        <p:nvPicPr>
          <p:cNvPr id="8" name="Image 1" descr="/home/ahmed/Projects/ai_llm_slides/videos/deep-learning/002_transformers_part2/recreated_pptx/build/assets/eq_032_vec_brk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9244" y="1488440"/>
            <a:ext cx="123444" cy="92964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00150" y="1595120"/>
            <a:ext cx="114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sin(ωt)</a:t>
            </a:r>
            <a:endParaRPr lang="en-US" sz="1850" dirty="0"/>
          </a:p>
        </p:txBody>
      </p:sp>
      <p:sp>
        <p:nvSpPr>
          <p:cNvPr id="10" name="Text 6"/>
          <p:cNvSpPr/>
          <p:nvPr/>
        </p:nvSpPr>
        <p:spPr>
          <a:xfrm>
            <a:off x="1200150" y="2047240"/>
            <a:ext cx="114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cos(ωt)</a:t>
            </a:r>
            <a:endParaRPr lang="en-US" sz="1850" dirty="0"/>
          </a:p>
        </p:txBody>
      </p:sp>
      <p:sp>
        <p:nvSpPr>
          <p:cNvPr id="11" name="Shape 7"/>
          <p:cNvSpPr/>
          <p:nvPr/>
        </p:nvSpPr>
        <p:spPr>
          <a:xfrm>
            <a:off x="2640330" y="1568450"/>
            <a:ext cx="8385810" cy="717550"/>
          </a:xfrm>
          <a:prstGeom prst="rect">
            <a:avLst/>
          </a:prstGeom>
          <a:solidFill>
            <a:srgbClr val="FFFFCC"/>
          </a:solidFill>
          <a:ln w="15875">
            <a:solidFill>
              <a:srgbClr val="CC6600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2747010" y="1631950"/>
            <a:ext cx="8191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</a:t>
            </a:r>
            <a:pPr algn="l" indent="0" marL="0">
              <a:buNone/>
            </a:pPr>
            <a:r>
              <a:rPr lang="en-US" sz="2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“t”</a:t>
            </a:r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the step (position) and </a:t>
            </a:r>
            <a:pPr algn="l" indent="0" marL="0">
              <a:buNone/>
            </a:pPr>
            <a:r>
              <a:rPr lang="en-US" sz="2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ω</a:t>
            </a:r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the frequency of trigonometric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2747010" y="1910080"/>
            <a:ext cx="508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 Sine/Cosine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2212975" y="716280"/>
            <a:ext cx="762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C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Sin/Cos Positional Encoder</a:t>
            </a:r>
            <a:endParaRPr lang="en-US" sz="1900" dirty="0"/>
          </a:p>
        </p:txBody>
      </p:sp>
      <p:sp>
        <p:nvSpPr>
          <p:cNvPr id="15" name="Text 11"/>
          <p:cNvSpPr/>
          <p:nvPr/>
        </p:nvSpPr>
        <p:spPr>
          <a:xfrm>
            <a:off x="2246630" y="1050290"/>
            <a:ext cx="762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spc="10" kern="0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of Dimension “2” to define Position</a:t>
            </a:r>
            <a:endParaRPr lang="en-US" sz="2200" dirty="0"/>
          </a:p>
        </p:txBody>
      </p:sp>
      <p:sp>
        <p:nvSpPr>
          <p:cNvPr id="16" name="Text 12"/>
          <p:cNvSpPr/>
          <p:nvPr/>
        </p:nvSpPr>
        <p:spPr>
          <a:xfrm>
            <a:off x="869950" y="2969260"/>
            <a:ext cx="990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90" b="1" i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vector can be used to define word position at step “t” , t=0,1,2,3,4,5,6,7,....</a:t>
            </a:r>
            <a:endParaRPr lang="en-US" sz="1990" dirty="0"/>
          </a:p>
        </p:txBody>
      </p:sp>
      <p:sp>
        <p:nvSpPr>
          <p:cNvPr id="17" name="Text 13"/>
          <p:cNvSpPr/>
          <p:nvPr/>
        </p:nvSpPr>
        <p:spPr>
          <a:xfrm>
            <a:off x="866140" y="3808730"/>
            <a:ext cx="254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50" dirty="0"/>
          </a:p>
        </p:txBody>
      </p:sp>
      <p:sp>
        <p:nvSpPr>
          <p:cNvPr id="18" name="Text 14"/>
          <p:cNvSpPr/>
          <p:nvPr/>
        </p:nvSpPr>
        <p:spPr>
          <a:xfrm>
            <a:off x="1116330" y="3832860"/>
            <a:ext cx="990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9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Values are </a:t>
            </a:r>
            <a:pPr indent="0" marL="0">
              <a:buNone/>
            </a:pPr>
            <a:r>
              <a:rPr lang="en-US" sz="1990" b="1" dirty="0">
                <a:solidFill>
                  <a:srgbClr val="00008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between -1 and 1</a:t>
            </a:r>
            <a:pPr indent="0" marL="0">
              <a:buNone/>
            </a:pPr>
            <a:r>
              <a:rPr lang="en-US" sz="199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990" b="1" i="1" dirty="0">
                <a:solidFill>
                  <a:srgbClr val="00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(bounded values)</a:t>
            </a:r>
            <a:endParaRPr lang="en-US" sz="1990" dirty="0"/>
          </a:p>
        </p:txBody>
      </p:sp>
      <p:sp>
        <p:nvSpPr>
          <p:cNvPr id="19" name="Text 15"/>
          <p:cNvSpPr/>
          <p:nvPr/>
        </p:nvSpPr>
        <p:spPr>
          <a:xfrm>
            <a:off x="1092200" y="4258310"/>
            <a:ext cx="990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90" b="1" i="1" dirty="0">
                <a:solidFill>
                  <a:srgbClr val="00008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Distance</a:t>
            </a:r>
            <a:pPr indent="0" marL="0">
              <a:buNone/>
            </a:pPr>
            <a:r>
              <a:rPr lang="en-US" sz="1990" b="1" i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between vectors representing positions </a:t>
            </a:r>
            <a:pPr indent="0" marL="0">
              <a:buNone/>
            </a:pPr>
            <a:r>
              <a:rPr lang="en-US" sz="1990" b="1" i="1" dirty="0">
                <a:solidFill>
                  <a:srgbClr val="00008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“t” and “t+1”</a:t>
            </a:r>
            <a:pPr indent="0" marL="0">
              <a:buNone/>
            </a:pPr>
            <a:r>
              <a:rPr lang="en-US" sz="1990" b="1" i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is </a:t>
            </a:r>
            <a:pPr indent="0" marL="0">
              <a:buNone/>
            </a:pPr>
            <a:r>
              <a:rPr lang="en-US" sz="1990" b="1" i="1" dirty="0">
                <a:solidFill>
                  <a:srgbClr val="00008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constant</a:t>
            </a:r>
            <a:endParaRPr lang="en-US" sz="1990" dirty="0"/>
          </a:p>
        </p:txBody>
      </p:sp>
      <p:sp>
        <p:nvSpPr>
          <p:cNvPr id="20" name="Text 16"/>
          <p:cNvSpPr/>
          <p:nvPr/>
        </p:nvSpPr>
        <p:spPr>
          <a:xfrm>
            <a:off x="1092200" y="4683760"/>
            <a:ext cx="990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90" b="1" i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irrespective of “t”  </a:t>
            </a:r>
            <a:pPr indent="0" marL="0">
              <a:buNone/>
            </a:pPr>
            <a:r>
              <a:rPr lang="en-US" sz="1990" b="1" i="1" dirty="0">
                <a:solidFill>
                  <a:srgbClr val="00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[Distance (Pos1, Pos2) = Distance (Pos90, Pos91)]</a:t>
            </a:r>
            <a:endParaRPr lang="en-US" sz="1990" dirty="0"/>
          </a:p>
        </p:txBody>
      </p:sp>
      <p:sp>
        <p:nvSpPr>
          <p:cNvPr id="21" name="Text 17"/>
          <p:cNvSpPr/>
          <p:nvPr/>
        </p:nvSpPr>
        <p:spPr>
          <a:xfrm>
            <a:off x="866140" y="5085080"/>
            <a:ext cx="254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50" dirty="0"/>
          </a:p>
        </p:txBody>
      </p:sp>
      <p:sp>
        <p:nvSpPr>
          <p:cNvPr id="22" name="Text 18"/>
          <p:cNvSpPr/>
          <p:nvPr/>
        </p:nvSpPr>
        <p:spPr>
          <a:xfrm>
            <a:off x="1116330" y="5107940"/>
            <a:ext cx="990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90" b="1" i="1" dirty="0">
                <a:solidFill>
                  <a:srgbClr val="00008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"t" may take any positive value</a:t>
            </a:r>
            <a:pPr indent="0" marL="0">
              <a:buNone/>
            </a:pPr>
            <a:r>
              <a:rPr lang="en-US" sz="199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990" b="1" i="1" dirty="0">
                <a:solidFill>
                  <a:srgbClr val="00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(No limitation of length of Sequence )</a:t>
            </a:r>
            <a:endParaRPr lang="en-US" sz="1990" dirty="0"/>
          </a:p>
        </p:txBody>
      </p:sp>
      <p:sp>
        <p:nvSpPr>
          <p:cNvPr id="23" name="Text 19"/>
          <p:cNvSpPr/>
          <p:nvPr/>
        </p:nvSpPr>
        <p:spPr>
          <a:xfrm>
            <a:off x="866140" y="5948680"/>
            <a:ext cx="254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50" dirty="0"/>
          </a:p>
        </p:txBody>
      </p:sp>
      <p:sp>
        <p:nvSpPr>
          <p:cNvPr id="24" name="Text 20"/>
          <p:cNvSpPr/>
          <p:nvPr/>
        </p:nvSpPr>
        <p:spPr>
          <a:xfrm>
            <a:off x="1092200" y="5958840"/>
            <a:ext cx="1016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9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 Vector Length = 2</a:t>
            </a:r>
            <a:pPr indent="0" marL="0">
              <a:buNone/>
            </a:pPr>
            <a:r>
              <a:rPr lang="en-US" sz="199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buNone/>
            </a:pPr>
            <a:r>
              <a:rPr lang="en-US" sz="199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(Cannot be combined with Word Embedding Vector) ??</a:t>
            </a:r>
            <a:endParaRPr lang="en-US" sz="199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71500"/>
            <a:ext cx="11137900" cy="6286500"/>
          </a:xfrm>
          <a:prstGeom prst="rect">
            <a:avLst/>
          </a:prstGeom>
          <a:solidFill>
            <a:srgbClr val="E9E9E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21630" y="1342390"/>
            <a:ext cx="4373880" cy="2485390"/>
          </a:xfrm>
          <a:prstGeom prst="rect">
            <a:avLst/>
          </a:prstGeom>
          <a:solidFill>
            <a:srgbClr val="FCFFD6"/>
          </a:solidFill>
          <a:ln w="15875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20300" y="1342390"/>
            <a:ext cx="1452880" cy="2471420"/>
          </a:xfrm>
          <a:prstGeom prst="rect">
            <a:avLst/>
          </a:prstGeom>
          <a:solidFill>
            <a:srgbClr val="FCFFD6"/>
          </a:solidFill>
          <a:ln w="15875">
            <a:solidFill>
              <a:srgbClr val="C000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13450" y="3949700"/>
            <a:ext cx="5327650" cy="2832100"/>
          </a:xfrm>
          <a:prstGeom prst="rect">
            <a:avLst/>
          </a:prstGeom>
          <a:solidFill>
            <a:srgbClr val="E9FEF9"/>
          </a:solidFill>
          <a:ln w="25400">
            <a:solidFill>
              <a:srgbClr val="00008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21140" y="4598670"/>
            <a:ext cx="2061210" cy="651510"/>
          </a:xfrm>
          <a:prstGeom prst="roundRect">
            <a:avLst>
              <a:gd name="adj" fmla="val 7018"/>
            </a:avLst>
          </a:prstGeom>
          <a:solidFill>
            <a:srgbClr val="FDFDFC"/>
          </a:solidFill>
          <a:ln w="15875">
            <a:solidFill>
              <a:srgbClr val="C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2140" y="3017520"/>
            <a:ext cx="1955800" cy="1262380"/>
          </a:xfrm>
          <a:prstGeom prst="rect">
            <a:avLst/>
          </a:prstGeom>
          <a:solidFill>
            <a:srgbClr val="E0F8E8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77870" y="1621790"/>
            <a:ext cx="530860" cy="5182870"/>
          </a:xfrm>
          <a:prstGeom prst="rect">
            <a:avLst/>
          </a:prstGeom>
          <a:solidFill>
            <a:srgbClr val="FCFEE9"/>
          </a:solidFill>
          <a:ln w="12700">
            <a:solidFill>
              <a:srgbClr val="FCFEE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00760" y="1692910"/>
            <a:ext cx="1216660" cy="1144270"/>
          </a:xfrm>
          <a:prstGeom prst="roundRect">
            <a:avLst>
              <a:gd name="adj" fmla="val 4795"/>
            </a:avLst>
          </a:prstGeom>
          <a:solidFill>
            <a:srgbClr val="655241"/>
          </a:solidFill>
          <a:ln w="12700">
            <a:solidFill>
              <a:srgbClr val="65524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9010" y="1661160"/>
            <a:ext cx="1216660" cy="1144270"/>
          </a:xfrm>
          <a:prstGeom prst="roundRect">
            <a:avLst>
              <a:gd name="adj" fmla="val 4795"/>
            </a:avLst>
          </a:prstGeom>
          <a:solidFill>
            <a:srgbClr val="E1E0D6"/>
          </a:solidFill>
          <a:ln w="25400">
            <a:solidFill>
              <a:srgbClr val="7F6B5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01290" y="1661160"/>
            <a:ext cx="373380" cy="758190"/>
          </a:xfrm>
          <a:prstGeom prst="roundRect">
            <a:avLst>
              <a:gd name="adj" fmla="val 12245"/>
            </a:avLst>
          </a:prstGeom>
          <a:solidFill>
            <a:srgbClr val="A6D8AC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01290" y="2578100"/>
            <a:ext cx="373380" cy="759460"/>
          </a:xfrm>
          <a:prstGeom prst="roundRect">
            <a:avLst>
              <a:gd name="adj" fmla="val 12245"/>
            </a:avLst>
          </a:prstGeom>
          <a:solidFill>
            <a:srgbClr val="EDDDA4"/>
          </a:solidFill>
          <a:ln w="12700">
            <a:solidFill>
              <a:srgbClr val="ED7D3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01290" y="3429000"/>
            <a:ext cx="373380" cy="797560"/>
          </a:xfrm>
          <a:prstGeom prst="roundRect">
            <a:avLst>
              <a:gd name="adj" fmla="val 12245"/>
            </a:avLst>
          </a:prstGeom>
          <a:solidFill>
            <a:srgbClr val="A6D8AC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01290" y="4705350"/>
            <a:ext cx="373380" cy="798830"/>
          </a:xfrm>
          <a:prstGeom prst="roundRect">
            <a:avLst>
              <a:gd name="adj" fmla="val 12245"/>
            </a:avLst>
          </a:prstGeom>
          <a:solidFill>
            <a:srgbClr val="EDDDA4"/>
          </a:solidFill>
          <a:ln w="12700">
            <a:solidFill>
              <a:srgbClr val="ED7D3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633980" y="5980430"/>
            <a:ext cx="608330" cy="797560"/>
          </a:xfrm>
          <a:prstGeom prst="roundRect">
            <a:avLst>
              <a:gd name="adj" fmla="val 7516"/>
            </a:avLst>
          </a:prstGeom>
          <a:solidFill>
            <a:srgbClr val="A6D8AC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11930" y="1661160"/>
            <a:ext cx="1093470" cy="784860"/>
          </a:xfrm>
          <a:prstGeom prst="roundRect">
            <a:avLst>
              <a:gd name="adj" fmla="val 5825"/>
            </a:avLst>
          </a:prstGeom>
          <a:solidFill>
            <a:srgbClr val="A6D8AC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011930" y="2578100"/>
            <a:ext cx="1093470" cy="744220"/>
          </a:xfrm>
          <a:prstGeom prst="roundRect">
            <a:avLst>
              <a:gd name="adj" fmla="val 6143"/>
            </a:avLst>
          </a:prstGeom>
          <a:solidFill>
            <a:srgbClr val="EDDDA4"/>
          </a:solidFill>
          <a:ln w="12700">
            <a:solidFill>
              <a:srgbClr val="ED7D3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11930" y="3429000"/>
            <a:ext cx="1093470" cy="797560"/>
          </a:xfrm>
          <a:prstGeom prst="roundRect">
            <a:avLst>
              <a:gd name="adj" fmla="val 5732"/>
            </a:avLst>
          </a:prstGeom>
          <a:solidFill>
            <a:srgbClr val="A6D8AC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11930" y="4705350"/>
            <a:ext cx="1093470" cy="770890"/>
          </a:xfrm>
          <a:prstGeom prst="roundRect">
            <a:avLst>
              <a:gd name="adj" fmla="val 5931"/>
            </a:avLst>
          </a:prstGeom>
          <a:solidFill>
            <a:srgbClr val="EDDDA4"/>
          </a:solidFill>
          <a:ln w="12700">
            <a:solidFill>
              <a:srgbClr val="ED7D3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11930" y="5980430"/>
            <a:ext cx="1093470" cy="797560"/>
          </a:xfrm>
          <a:prstGeom prst="roundRect">
            <a:avLst>
              <a:gd name="adj" fmla="val 5732"/>
            </a:avLst>
          </a:prstGeom>
          <a:solidFill>
            <a:srgbClr val="A6D8AC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07440" y="1780540"/>
            <a:ext cx="27940" cy="904240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07440" y="1780540"/>
            <a:ext cx="63500" cy="27940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07440" y="2656840"/>
            <a:ext cx="63500" cy="27940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28190" y="1780540"/>
            <a:ext cx="27940" cy="904240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992630" y="1780540"/>
            <a:ext cx="63500" cy="27940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92630" y="2656840"/>
            <a:ext cx="63500" cy="27940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51910" y="1621790"/>
            <a:ext cx="27940" cy="5182870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816350" y="1621790"/>
            <a:ext cx="63500" cy="27940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816350" y="6776720"/>
            <a:ext cx="63500" cy="27940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222240" y="1595120"/>
            <a:ext cx="27940" cy="5196840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186680" y="1595120"/>
            <a:ext cx="63500" cy="27940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186680" y="6764020"/>
            <a:ext cx="63500" cy="27940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785110" y="4302760"/>
            <a:ext cx="30480" cy="30480"/>
          </a:xfrm>
          <a:prstGeom prst="ellipse">
            <a:avLst/>
          </a:prstGeom>
          <a:solidFill>
            <a:srgbClr val="8C8C8C"/>
          </a:solidFill>
          <a:ln w="12700">
            <a:solidFill>
              <a:srgbClr val="8C8C8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85110" y="4455160"/>
            <a:ext cx="30480" cy="30480"/>
          </a:xfrm>
          <a:prstGeom prst="ellipse">
            <a:avLst/>
          </a:prstGeom>
          <a:solidFill>
            <a:srgbClr val="8C8C8C"/>
          </a:solidFill>
          <a:ln w="12700">
            <a:solidFill>
              <a:srgbClr val="8C8C8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785110" y="4607560"/>
            <a:ext cx="30480" cy="30480"/>
          </a:xfrm>
          <a:prstGeom prst="ellipse">
            <a:avLst/>
          </a:prstGeom>
          <a:solidFill>
            <a:srgbClr val="8C8C8C"/>
          </a:solidFill>
          <a:ln w="12700">
            <a:solidFill>
              <a:srgbClr val="8C8C8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785110" y="5547360"/>
            <a:ext cx="30480" cy="30480"/>
          </a:xfrm>
          <a:prstGeom prst="ellipse">
            <a:avLst/>
          </a:prstGeom>
          <a:solidFill>
            <a:srgbClr val="8C8C8C"/>
          </a:solidFill>
          <a:ln w="12700">
            <a:solidFill>
              <a:srgbClr val="8C8C8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785110" y="5699760"/>
            <a:ext cx="30480" cy="30480"/>
          </a:xfrm>
          <a:prstGeom prst="ellipse">
            <a:avLst/>
          </a:prstGeom>
          <a:solidFill>
            <a:srgbClr val="8C8C8C"/>
          </a:solidFill>
          <a:ln w="12700">
            <a:solidFill>
              <a:srgbClr val="8C8C8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785110" y="5852160"/>
            <a:ext cx="30480" cy="30480"/>
          </a:xfrm>
          <a:prstGeom prst="ellipse">
            <a:avLst/>
          </a:prstGeom>
          <a:solidFill>
            <a:srgbClr val="8C8C8C"/>
          </a:solidFill>
          <a:ln w="12700">
            <a:solidFill>
              <a:srgbClr val="8C8C8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480560" y="3489960"/>
            <a:ext cx="30480" cy="30480"/>
          </a:xfrm>
          <a:prstGeom prst="ellipse">
            <a:avLst/>
          </a:prstGeom>
          <a:solidFill>
            <a:srgbClr val="8C8C8C"/>
          </a:solidFill>
          <a:ln w="12700">
            <a:solidFill>
              <a:srgbClr val="8C8C8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480560" y="3642360"/>
            <a:ext cx="30480" cy="30480"/>
          </a:xfrm>
          <a:prstGeom prst="ellipse">
            <a:avLst/>
          </a:prstGeom>
          <a:solidFill>
            <a:srgbClr val="8C8C8C"/>
          </a:solidFill>
          <a:ln w="12700">
            <a:solidFill>
              <a:srgbClr val="8C8C8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480560" y="3794760"/>
            <a:ext cx="30480" cy="30480"/>
          </a:xfrm>
          <a:prstGeom prst="ellipse">
            <a:avLst/>
          </a:prstGeom>
          <a:solidFill>
            <a:srgbClr val="8C8C8C"/>
          </a:solidFill>
          <a:ln w="12700">
            <a:solidFill>
              <a:srgbClr val="8C8C8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480560" y="4874260"/>
            <a:ext cx="30480" cy="30480"/>
          </a:xfrm>
          <a:prstGeom prst="ellipse">
            <a:avLst/>
          </a:prstGeom>
          <a:solidFill>
            <a:srgbClr val="8C8C8C"/>
          </a:solidFill>
          <a:ln w="12700">
            <a:solidFill>
              <a:srgbClr val="8C8C8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480560" y="5026660"/>
            <a:ext cx="30480" cy="30480"/>
          </a:xfrm>
          <a:prstGeom prst="ellipse">
            <a:avLst/>
          </a:prstGeom>
          <a:solidFill>
            <a:srgbClr val="8C8C8C"/>
          </a:solidFill>
          <a:ln w="12700">
            <a:solidFill>
              <a:srgbClr val="8C8C8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480560" y="5179060"/>
            <a:ext cx="30480" cy="30480"/>
          </a:xfrm>
          <a:prstGeom prst="ellipse">
            <a:avLst/>
          </a:prstGeom>
          <a:solidFill>
            <a:srgbClr val="8C8C8C"/>
          </a:solidFill>
          <a:ln w="12700">
            <a:solidFill>
              <a:srgbClr val="8C8C8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141220" y="540385"/>
            <a:ext cx="762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80" b="1" dirty="0">
                <a:solidFill>
                  <a:srgbClr val="C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Sin/Cos Positional Encoder</a:t>
            </a:r>
            <a:endParaRPr lang="en-US" sz="1880" dirty="0"/>
          </a:p>
        </p:txBody>
      </p:sp>
      <p:sp>
        <p:nvSpPr>
          <p:cNvPr id="48" name="Text 46"/>
          <p:cNvSpPr/>
          <p:nvPr/>
        </p:nvSpPr>
        <p:spPr>
          <a:xfrm>
            <a:off x="1539240" y="843915"/>
            <a:ext cx="889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2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Positional Vector with Same dimension as Embedding dimension</a:t>
            </a:r>
            <a:endParaRPr lang="en-US" sz="2220" dirty="0"/>
          </a:p>
        </p:txBody>
      </p:sp>
      <p:sp>
        <p:nvSpPr>
          <p:cNvPr id="49" name="Text 47"/>
          <p:cNvSpPr/>
          <p:nvPr/>
        </p:nvSpPr>
        <p:spPr>
          <a:xfrm>
            <a:off x="2032000" y="1234675"/>
            <a:ext cx="1524000" cy="226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2032000" y="1435335"/>
            <a:ext cx="1524000" cy="226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Pairs “K”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2813050" y="1468971"/>
            <a:ext cx="1524000" cy="237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 “i”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2506980" y="1994097"/>
            <a:ext cx="762000" cy="248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150" dirty="0"/>
          </a:p>
        </p:txBody>
      </p:sp>
      <p:sp>
        <p:nvSpPr>
          <p:cNvPr id="53" name="Text 51"/>
          <p:cNvSpPr/>
          <p:nvPr/>
        </p:nvSpPr>
        <p:spPr>
          <a:xfrm>
            <a:off x="2506980" y="2871667"/>
            <a:ext cx="762000" cy="248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2506980" y="3775907"/>
            <a:ext cx="762000" cy="248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50" dirty="0"/>
          </a:p>
        </p:txBody>
      </p:sp>
      <p:sp>
        <p:nvSpPr>
          <p:cNvPr id="55" name="Text 53"/>
          <p:cNvSpPr/>
          <p:nvPr/>
        </p:nvSpPr>
        <p:spPr>
          <a:xfrm>
            <a:off x="2506980" y="5024317"/>
            <a:ext cx="762000" cy="248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endParaRPr lang="en-US" sz="1150" dirty="0"/>
          </a:p>
        </p:txBody>
      </p:sp>
      <p:sp>
        <p:nvSpPr>
          <p:cNvPr id="56" name="Text 54"/>
          <p:cNvSpPr/>
          <p:nvPr/>
        </p:nvSpPr>
        <p:spPr>
          <a:xfrm>
            <a:off x="2367280" y="6366707"/>
            <a:ext cx="1143000" cy="248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[d/2]-1</a:t>
            </a:r>
            <a:endParaRPr lang="en-US" sz="1150" dirty="0"/>
          </a:p>
        </p:txBody>
      </p:sp>
      <p:sp>
        <p:nvSpPr>
          <p:cNvPr id="57" name="Text 55"/>
          <p:cNvSpPr/>
          <p:nvPr/>
        </p:nvSpPr>
        <p:spPr>
          <a:xfrm>
            <a:off x="2921000" y="1683563"/>
            <a:ext cx="1143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2921000" y="2187753"/>
            <a:ext cx="1143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2921000" y="2573833"/>
            <a:ext cx="1143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2921000" y="3065323"/>
            <a:ext cx="1143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2921000" y="3476803"/>
            <a:ext cx="1143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2921000" y="3942893"/>
            <a:ext cx="1143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2921000" y="4396283"/>
            <a:ext cx="1143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2921000" y="4740453"/>
            <a:ext cx="1143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2k</a:t>
            </a:r>
            <a:endParaRPr lang="en-US" sz="1200" dirty="0"/>
          </a:p>
        </p:txBody>
      </p:sp>
      <p:sp>
        <p:nvSpPr>
          <p:cNvPr id="65" name="Text 63"/>
          <p:cNvSpPr/>
          <p:nvPr/>
        </p:nvSpPr>
        <p:spPr>
          <a:xfrm>
            <a:off x="2921000" y="5191303"/>
            <a:ext cx="1143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2k+1</a:t>
            </a:r>
            <a:endParaRPr lang="en-US" sz="1200" dirty="0"/>
          </a:p>
        </p:txBody>
      </p:sp>
      <p:sp>
        <p:nvSpPr>
          <p:cNvPr id="66" name="Text 64"/>
          <p:cNvSpPr/>
          <p:nvPr/>
        </p:nvSpPr>
        <p:spPr>
          <a:xfrm>
            <a:off x="2921000" y="6015533"/>
            <a:ext cx="1143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d-1-1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2921000" y="6467653"/>
            <a:ext cx="1143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d-1</a:t>
            </a:r>
            <a:endParaRPr lang="en-US" sz="1200" dirty="0"/>
          </a:p>
        </p:txBody>
      </p:sp>
      <p:sp>
        <p:nvSpPr>
          <p:cNvPr id="68" name="Text 66"/>
          <p:cNvSpPr/>
          <p:nvPr/>
        </p:nvSpPr>
        <p:spPr>
          <a:xfrm>
            <a:off x="999490" y="1804600"/>
            <a:ext cx="1143000" cy="3994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sin(ωt)</a:t>
            </a:r>
            <a:endParaRPr lang="en-US" sz="1850" dirty="0"/>
          </a:p>
        </p:txBody>
      </p:sp>
      <p:sp>
        <p:nvSpPr>
          <p:cNvPr id="69" name="Text 67"/>
          <p:cNvSpPr/>
          <p:nvPr/>
        </p:nvSpPr>
        <p:spPr>
          <a:xfrm>
            <a:off x="999490" y="2324030"/>
            <a:ext cx="1143000" cy="3994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cos(ωt)</a:t>
            </a:r>
            <a:endParaRPr lang="en-US" sz="1850" dirty="0"/>
          </a:p>
        </p:txBody>
      </p:sp>
      <p:pic>
        <p:nvPicPr>
          <p:cNvPr id="70" name="Image 0" descr="/home/ahmed/Projects/ai_llm_slides/videos/deep-learning/002_transformers_part2/recreated_pptx/build/assets/p33_s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90416" y="1774953"/>
            <a:ext cx="810768" cy="216408"/>
          </a:xfrm>
          <a:prstGeom prst="rect">
            <a:avLst/>
          </a:prstGeom>
        </p:spPr>
      </p:pic>
      <p:pic>
        <p:nvPicPr>
          <p:cNvPr id="71" name="Image 1" descr="/home/ahmed/Projects/ai_llm_slides/videos/deep-learning/002_transformers_part2/recreated_pptx/build/assets/p33_c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5270" y="2206753"/>
            <a:ext cx="861060" cy="216408"/>
          </a:xfrm>
          <a:prstGeom prst="rect">
            <a:avLst/>
          </a:prstGeom>
        </p:spPr>
      </p:pic>
      <p:pic>
        <p:nvPicPr>
          <p:cNvPr id="72" name="Image 2" descr="/home/ahmed/Projects/ai_llm_slides/videos/deep-learning/002_transformers_part2/recreated_pptx/build/assets/p33_s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0416" y="2619501"/>
            <a:ext cx="810768" cy="214884"/>
          </a:xfrm>
          <a:prstGeom prst="rect">
            <a:avLst/>
          </a:prstGeom>
        </p:spPr>
      </p:pic>
      <p:pic>
        <p:nvPicPr>
          <p:cNvPr id="73" name="Image 3" descr="/home/ahmed/Projects/ai_llm_slides/videos/deep-learning/002_transformers_part2/recreated_pptx/build/assets/p33_c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5270" y="3090671"/>
            <a:ext cx="861060" cy="214884"/>
          </a:xfrm>
          <a:prstGeom prst="rect">
            <a:avLst/>
          </a:prstGeom>
        </p:spPr>
      </p:pic>
      <p:pic>
        <p:nvPicPr>
          <p:cNvPr id="74" name="Image 4" descr="/home/ahmed/Projects/ai_llm_slides/videos/deep-learning/002_transformers_part2/recreated_pptx/build/assets/p33_s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9748" y="3516121"/>
            <a:ext cx="832104" cy="214884"/>
          </a:xfrm>
          <a:prstGeom prst="rect">
            <a:avLst/>
          </a:prstGeom>
        </p:spPr>
      </p:pic>
      <p:pic>
        <p:nvPicPr>
          <p:cNvPr id="75" name="Image 5" descr="/home/ahmed/Projects/ai_llm_slides/videos/deep-learning/002_transformers_part2/recreated_pptx/build/assets/p33_c2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65270" y="3968241"/>
            <a:ext cx="861060" cy="214884"/>
          </a:xfrm>
          <a:prstGeom prst="rect">
            <a:avLst/>
          </a:prstGeom>
        </p:spPr>
      </p:pic>
      <p:pic>
        <p:nvPicPr>
          <p:cNvPr id="76" name="Image 6" descr="/home/ahmed/Projects/ai_llm_slides/videos/deep-learning/002_transformers_part2/recreated_pptx/build/assets/p33_sk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94988" y="4786121"/>
            <a:ext cx="801624" cy="214884"/>
          </a:xfrm>
          <a:prstGeom prst="rect">
            <a:avLst/>
          </a:prstGeom>
        </p:spPr>
      </p:pic>
      <p:pic>
        <p:nvPicPr>
          <p:cNvPr id="77" name="Image 7" descr="/home/ahmed/Projects/ai_llm_slides/videos/deep-learning/002_transformers_part2/recreated_pptx/build/assets/p33_ck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69080" y="5224271"/>
            <a:ext cx="853440" cy="214884"/>
          </a:xfrm>
          <a:prstGeom prst="rect">
            <a:avLst/>
          </a:prstGeom>
        </p:spPr>
      </p:pic>
      <p:pic>
        <p:nvPicPr>
          <p:cNvPr id="78" name="Image 8" descr="/home/ahmed/Projects/ai_llm_slides/videos/deep-learning/002_transformers_part2/recreated_pptx/build/assets/p33_sdh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19550" y="6048501"/>
            <a:ext cx="952500" cy="228600"/>
          </a:xfrm>
          <a:prstGeom prst="rect">
            <a:avLst/>
          </a:prstGeom>
        </p:spPr>
      </p:pic>
      <p:pic>
        <p:nvPicPr>
          <p:cNvPr id="79" name="Image 9" descr="/home/ahmed/Projects/ai_llm_slides/videos/deep-learning/002_transformers_part2/recreated_pptx/build/assets/p33_cdh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93642" y="6513321"/>
            <a:ext cx="1004316" cy="228600"/>
          </a:xfrm>
          <a:prstGeom prst="rect">
            <a:avLst/>
          </a:prstGeom>
        </p:spPr>
      </p:pic>
      <p:sp>
        <p:nvSpPr>
          <p:cNvPr id="80" name="Text 68"/>
          <p:cNvSpPr/>
          <p:nvPr/>
        </p:nvSpPr>
        <p:spPr>
          <a:xfrm>
            <a:off x="508000" y="3078563"/>
            <a:ext cx="2159000" cy="313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Sin/Cos pairs</a:t>
            </a:r>
            <a:endParaRPr lang="en-US" sz="1450" dirty="0"/>
          </a:p>
        </p:txBody>
      </p:sp>
      <p:sp>
        <p:nvSpPr>
          <p:cNvPr id="81" name="Text 69"/>
          <p:cNvSpPr/>
          <p:nvPr/>
        </p:nvSpPr>
        <p:spPr>
          <a:xfrm>
            <a:off x="508000" y="3291923"/>
            <a:ext cx="2159000" cy="313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Represents</a:t>
            </a:r>
            <a:endParaRPr lang="en-US" sz="1450" dirty="0"/>
          </a:p>
        </p:txBody>
      </p:sp>
      <p:sp>
        <p:nvSpPr>
          <p:cNvPr id="82" name="Text 70"/>
          <p:cNvSpPr/>
          <p:nvPr/>
        </p:nvSpPr>
        <p:spPr>
          <a:xfrm>
            <a:off x="508000" y="3488773"/>
            <a:ext cx="2159000" cy="313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 </a:t>
            </a:r>
            <a:pPr algn="ctr" indent="0" marL="0">
              <a:buNone/>
            </a:pPr>
            <a:r>
              <a:rPr lang="en-US" sz="14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“t”</a:t>
            </a:r>
            <a:endParaRPr lang="en-US" sz="1450" dirty="0"/>
          </a:p>
        </p:txBody>
      </p:sp>
      <p:sp>
        <p:nvSpPr>
          <p:cNvPr id="83" name="Text 71"/>
          <p:cNvSpPr/>
          <p:nvPr/>
        </p:nvSpPr>
        <p:spPr>
          <a:xfrm>
            <a:off x="381000" y="3933273"/>
            <a:ext cx="2413000" cy="313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“</a:t>
            </a:r>
            <a:pPr algn="ctr" indent="0" marL="0">
              <a:buNone/>
            </a:pPr>
            <a:r>
              <a:rPr lang="en-US" sz="145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ω</a:t>
            </a:r>
            <a:pPr algn="ctr" indent="0" marL="0">
              <a:buNone/>
            </a:pPr>
            <a:r>
              <a:rPr lang="en-US" sz="14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” is accepted</a:t>
            </a:r>
            <a:endParaRPr lang="en-US" sz="1450" dirty="0"/>
          </a:p>
        </p:txBody>
      </p:sp>
      <p:sp>
        <p:nvSpPr>
          <p:cNvPr id="84" name="Text 72"/>
          <p:cNvSpPr/>
          <p:nvPr/>
        </p:nvSpPr>
        <p:spPr>
          <a:xfrm>
            <a:off x="5527040" y="1504950"/>
            <a:ext cx="4445000" cy="2806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Word </a:t>
            </a:r>
            <a:pPr indent="0" marL="0">
              <a:buNone/>
            </a:pPr>
            <a:r>
              <a:rPr lang="en-US" sz="1300" dirty="0">
                <a:solidFill>
                  <a:srgbClr val="C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Embedding Dimension </a:t>
            </a:r>
            <a:pPr indent="0" marL="0">
              <a:buNone/>
            </a:pPr>
            <a:r>
              <a:rPr lang="en-US" sz="1300" b="1" dirty="0">
                <a:solidFill>
                  <a:srgbClr val="C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“d”</a:t>
            </a:r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</a:t>
            </a:r>
            <a:pPr indent="0" marL="0">
              <a:buNone/>
            </a:pPr>
            <a:r>
              <a:rPr lang="en-US" sz="1300" b="1" i="1" dirty="0">
                <a:solidFill>
                  <a:srgbClr val="00B05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[Even Num]</a:t>
            </a:r>
            <a:endParaRPr lang="en-US" sz="1300" dirty="0"/>
          </a:p>
        </p:txBody>
      </p:sp>
      <p:sp>
        <p:nvSpPr>
          <p:cNvPr id="85" name="Text 73"/>
          <p:cNvSpPr/>
          <p:nvPr/>
        </p:nvSpPr>
        <p:spPr>
          <a:xfrm>
            <a:off x="5527040" y="1863090"/>
            <a:ext cx="4445000" cy="2806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Position </a:t>
            </a:r>
            <a:pPr indent="0" marL="0">
              <a:buNone/>
            </a:pPr>
            <a:r>
              <a:rPr lang="en-US" sz="1300" dirty="0">
                <a:solidFill>
                  <a:srgbClr val="C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Encoding Dimension  </a:t>
            </a:r>
            <a:pPr indent="0" marL="0">
              <a:buNone/>
            </a:pPr>
            <a:r>
              <a:rPr lang="en-US" sz="1300" b="1" dirty="0">
                <a:solidFill>
                  <a:srgbClr val="C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“d”</a:t>
            </a:r>
            <a:endParaRPr lang="en-US" sz="1300" dirty="0"/>
          </a:p>
        </p:txBody>
      </p:sp>
      <p:sp>
        <p:nvSpPr>
          <p:cNvPr id="86" name="Text 74"/>
          <p:cNvSpPr/>
          <p:nvPr/>
        </p:nvSpPr>
        <p:spPr>
          <a:xfrm>
            <a:off x="5527040" y="2373630"/>
            <a:ext cx="4445000" cy="2806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030A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Number of Vector Pairs “</a:t>
            </a:r>
            <a:pPr indent="0" marL="0">
              <a:buNone/>
            </a:pPr>
            <a:r>
              <a:rPr lang="en-US" sz="1300" b="1" dirty="0">
                <a:solidFill>
                  <a:srgbClr val="7030A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K”=d/2</a:t>
            </a:r>
            <a:pPr indent="0" marL="0">
              <a:buNone/>
            </a:pPr>
            <a:r>
              <a:rPr lang="en-US" sz="800" dirty="0">
                <a:solidFill>
                  <a:srgbClr val="0000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 [0, 1, 2,... d/2-1]</a:t>
            </a:r>
            <a:endParaRPr lang="en-US" sz="1300" dirty="0"/>
          </a:p>
        </p:txBody>
      </p:sp>
      <p:sp>
        <p:nvSpPr>
          <p:cNvPr id="87" name="Text 75"/>
          <p:cNvSpPr/>
          <p:nvPr/>
        </p:nvSpPr>
        <p:spPr>
          <a:xfrm>
            <a:off x="5527040" y="2863850"/>
            <a:ext cx="4445000" cy="2806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00C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Elements Index </a:t>
            </a:r>
            <a:pPr indent="0" marL="0">
              <a:buNone/>
            </a:pPr>
            <a:r>
              <a:rPr lang="en-US" sz="1300" b="1" dirty="0">
                <a:solidFill>
                  <a:srgbClr val="0000C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“i”</a:t>
            </a:r>
            <a:pPr indent="0" marL="0">
              <a:buNone/>
            </a:pPr>
            <a:r>
              <a:rPr lang="en-US" sz="800" dirty="0">
                <a:solidFill>
                  <a:srgbClr val="0000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 [0, 1, 2, ..., d-1]</a:t>
            </a:r>
            <a:endParaRPr lang="en-US" sz="1300" dirty="0"/>
          </a:p>
        </p:txBody>
      </p:sp>
      <p:sp>
        <p:nvSpPr>
          <p:cNvPr id="88" name="Text 76"/>
          <p:cNvSpPr/>
          <p:nvPr/>
        </p:nvSpPr>
        <p:spPr>
          <a:xfrm>
            <a:off x="5527040" y="3210560"/>
            <a:ext cx="4445000" cy="2806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Even </a:t>
            </a:r>
            <a:pPr indent="0" marL="0">
              <a:buNone/>
            </a:pPr>
            <a:r>
              <a:rPr lang="en-US" sz="1300" dirty="0">
                <a:solidFill>
                  <a:srgbClr val="0000C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Index </a:t>
            </a:r>
            <a:pPr indent="0" marL="0">
              <a:buNone/>
            </a:pPr>
            <a:r>
              <a:rPr lang="en-US" sz="1300" b="1" dirty="0">
                <a:solidFill>
                  <a:srgbClr val="0000C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“i”</a:t>
            </a:r>
            <a:pPr indent="0" marL="0">
              <a:buNone/>
            </a:pPr>
            <a:r>
              <a:rPr lang="en-US" sz="1300" dirty="0">
                <a:solidFill>
                  <a:srgbClr val="0000C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 is </a:t>
            </a:r>
            <a:pPr indent="0" marL="0">
              <a:buNone/>
            </a:pPr>
            <a:r>
              <a:rPr lang="en-US" sz="1300" b="1" dirty="0">
                <a:solidFill>
                  <a:srgbClr val="00B05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Sine Term</a:t>
            </a:r>
            <a:pPr indent="0" marL="0">
              <a:buNone/>
            </a:pPr>
            <a:r>
              <a:rPr lang="en-US" sz="1300" dirty="0">
                <a:solidFill>
                  <a:srgbClr val="C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,   </a:t>
            </a:r>
            <a:pPr indent="0" marL="0">
              <a:buNone/>
            </a:pPr>
            <a:r>
              <a:rPr lang="en-US" sz="1300" b="1" dirty="0">
                <a:solidFill>
                  <a:srgbClr val="C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i=2*k</a:t>
            </a:r>
            <a:endParaRPr lang="en-US" sz="1300" dirty="0"/>
          </a:p>
        </p:txBody>
      </p:sp>
      <p:sp>
        <p:nvSpPr>
          <p:cNvPr id="89" name="Text 77"/>
          <p:cNvSpPr/>
          <p:nvPr/>
        </p:nvSpPr>
        <p:spPr>
          <a:xfrm>
            <a:off x="5527040" y="3569970"/>
            <a:ext cx="4445000" cy="2806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Odd </a:t>
            </a:r>
            <a:pPr indent="0" marL="0">
              <a:buNone/>
            </a:pPr>
            <a:r>
              <a:rPr lang="en-US" sz="1300" dirty="0">
                <a:solidFill>
                  <a:srgbClr val="0000C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Index </a:t>
            </a:r>
            <a:pPr indent="0" marL="0">
              <a:buNone/>
            </a:pPr>
            <a:r>
              <a:rPr lang="en-US" sz="1300" b="1" dirty="0">
                <a:solidFill>
                  <a:srgbClr val="0000C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“i”</a:t>
            </a:r>
            <a:pPr indent="0" marL="0">
              <a:buNone/>
            </a:pPr>
            <a:r>
              <a:rPr lang="en-US" sz="1300" dirty="0">
                <a:solidFill>
                  <a:srgbClr val="0000C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is </a:t>
            </a:r>
            <a:pPr indent="0" marL="0">
              <a:buNone/>
            </a:pPr>
            <a:r>
              <a:rPr lang="en-US" sz="1300" b="1" dirty="0">
                <a:solidFill>
                  <a:srgbClr val="00B05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Cosine Term,</a:t>
            </a:r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 </a:t>
            </a:r>
            <a:pPr indent="0" marL="0">
              <a:buNone/>
            </a:pPr>
            <a:r>
              <a:rPr lang="en-US" sz="1300" b="1" dirty="0">
                <a:solidFill>
                  <a:srgbClr val="C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i=2*k+1</a:t>
            </a:r>
            <a:endParaRPr lang="en-US" sz="1300" dirty="0"/>
          </a:p>
        </p:txBody>
      </p:sp>
      <p:sp>
        <p:nvSpPr>
          <p:cNvPr id="90" name="Text 78"/>
          <p:cNvSpPr/>
          <p:nvPr/>
        </p:nvSpPr>
        <p:spPr>
          <a:xfrm>
            <a:off x="10111740" y="1510729"/>
            <a:ext cx="165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i="1" u="sng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</a:t>
            </a:r>
            <a:endParaRPr lang="en-US" sz="1500" dirty="0"/>
          </a:p>
        </p:txBody>
      </p:sp>
      <p:sp>
        <p:nvSpPr>
          <p:cNvPr id="91" name="Text 79"/>
          <p:cNvSpPr/>
          <p:nvPr/>
        </p:nvSpPr>
        <p:spPr>
          <a:xfrm>
            <a:off x="10111740" y="1875219"/>
            <a:ext cx="165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pPr indent="0" marL="0">
              <a:buNone/>
            </a:pPr>
            <a:r>
              <a:rPr lang="en-US" sz="1500" dirty="0">
                <a:solidFill>
                  <a:srgbClr val="ED7D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=100</a:t>
            </a:r>
            <a:endParaRPr lang="en-US" sz="1500" dirty="0"/>
          </a:p>
        </p:txBody>
      </p:sp>
      <p:sp>
        <p:nvSpPr>
          <p:cNvPr id="92" name="Text 80"/>
          <p:cNvSpPr/>
          <p:nvPr/>
        </p:nvSpPr>
        <p:spPr>
          <a:xfrm>
            <a:off x="10111740" y="2380679"/>
            <a:ext cx="165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703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indent="0" marL="0">
              <a:buNone/>
            </a:pPr>
            <a:r>
              <a:rPr lang="en-US" sz="1500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=[0 ..49]</a:t>
            </a:r>
            <a:endParaRPr lang="en-US" sz="1500" dirty="0"/>
          </a:p>
        </p:txBody>
      </p:sp>
      <p:sp>
        <p:nvSpPr>
          <p:cNvPr id="93" name="Text 81"/>
          <p:cNvSpPr/>
          <p:nvPr/>
        </p:nvSpPr>
        <p:spPr>
          <a:xfrm>
            <a:off x="10111740" y="2856929"/>
            <a:ext cx="165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703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pPr indent="0" marL="0">
              <a:buNone/>
            </a:pPr>
            <a:r>
              <a:rPr lang="en-US" sz="1500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=[0 .. 99]</a:t>
            </a:r>
            <a:endParaRPr lang="en-US" sz="1500" dirty="0"/>
          </a:p>
        </p:txBody>
      </p:sp>
      <p:sp>
        <p:nvSpPr>
          <p:cNvPr id="94" name="Text 82"/>
          <p:cNvSpPr/>
          <p:nvPr/>
        </p:nvSpPr>
        <p:spPr>
          <a:xfrm>
            <a:off x="10111740" y="3203639"/>
            <a:ext cx="165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spc="50" kern="0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[0,2,4,...]</a:t>
            </a:r>
            <a:endParaRPr lang="en-US" sz="1500" dirty="0"/>
          </a:p>
        </p:txBody>
      </p:sp>
      <p:sp>
        <p:nvSpPr>
          <p:cNvPr id="95" name="Text 83"/>
          <p:cNvSpPr/>
          <p:nvPr/>
        </p:nvSpPr>
        <p:spPr>
          <a:xfrm>
            <a:off x="10111740" y="3563049"/>
            <a:ext cx="1651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spc="50" kern="0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 [1,3,5,...]</a:t>
            </a:r>
            <a:endParaRPr lang="en-US" sz="1500" dirty="0"/>
          </a:p>
        </p:txBody>
      </p:sp>
      <p:sp>
        <p:nvSpPr>
          <p:cNvPr id="96" name="Text 84"/>
          <p:cNvSpPr/>
          <p:nvPr/>
        </p:nvSpPr>
        <p:spPr>
          <a:xfrm>
            <a:off x="6122670" y="4027170"/>
            <a:ext cx="3937000" cy="237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000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Use different “</a:t>
            </a:r>
            <a:pPr indent="0" marL="0">
              <a:buNone/>
            </a:pPr>
            <a:r>
              <a:rPr lang="en-US" sz="1100" dirty="0">
                <a:solidFill>
                  <a:srgbClr val="C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ω</a:t>
            </a:r>
            <a:pPr indent="0" marL="0">
              <a:buNone/>
            </a:pPr>
            <a:r>
              <a:rPr lang="en-US" sz="1100" dirty="0">
                <a:solidFill>
                  <a:srgbClr val="0000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” values for different “</a:t>
            </a:r>
            <a:pPr indent="0" marL="0">
              <a:buNone/>
            </a:pPr>
            <a:r>
              <a:rPr lang="en-US" sz="1100" dirty="0">
                <a:solidFill>
                  <a:srgbClr val="C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Pairs</a:t>
            </a:r>
            <a:pPr indent="0" marL="0">
              <a:buNone/>
            </a:pPr>
            <a:r>
              <a:rPr lang="en-US" sz="1100" dirty="0">
                <a:solidFill>
                  <a:srgbClr val="0000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”</a:t>
            </a:r>
            <a:endParaRPr lang="en-US" sz="1100" dirty="0"/>
          </a:p>
        </p:txBody>
      </p:sp>
      <p:sp>
        <p:nvSpPr>
          <p:cNvPr id="97" name="Text 85"/>
          <p:cNvSpPr/>
          <p:nvPr/>
        </p:nvSpPr>
        <p:spPr>
          <a:xfrm>
            <a:off x="6122670" y="4248150"/>
            <a:ext cx="39370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Select “</a:t>
            </a:r>
            <a:pPr indent="0" marL="0">
              <a:buNone/>
            </a:pPr>
            <a:r>
              <a:rPr lang="en-US" sz="1250" dirty="0">
                <a:solidFill>
                  <a:srgbClr val="C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ω</a:t>
            </a:r>
            <a:pPr indent="0" marL="0">
              <a:buNone/>
            </a:pPr>
            <a:r>
              <a:rPr lang="en-US" sz="1250" dirty="0">
                <a:solidFill>
                  <a:srgbClr val="0000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” Value Based on “</a:t>
            </a:r>
            <a:pPr indent="0" marL="0">
              <a:buNone/>
            </a:pPr>
            <a:r>
              <a:rPr lang="en-US" sz="1250" dirty="0">
                <a:solidFill>
                  <a:srgbClr val="C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Pair</a:t>
            </a:r>
            <a:pPr indent="0" marL="0">
              <a:buNone/>
            </a:pPr>
            <a:r>
              <a:rPr lang="en-US" sz="1250" dirty="0">
                <a:solidFill>
                  <a:srgbClr val="0000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” index </a:t>
            </a:r>
            <a:pPr indent="0" marL="0">
              <a:buNone/>
            </a:pPr>
            <a:r>
              <a:rPr lang="en-US" sz="1250" dirty="0">
                <a:solidFill>
                  <a:srgbClr val="C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</a:t>
            </a:r>
            <a:endParaRPr lang="en-US" sz="1250" dirty="0"/>
          </a:p>
        </p:txBody>
      </p:sp>
      <p:sp>
        <p:nvSpPr>
          <p:cNvPr id="98" name="Text 86"/>
          <p:cNvSpPr/>
          <p:nvPr/>
        </p:nvSpPr>
        <p:spPr>
          <a:xfrm>
            <a:off x="6201410" y="5359400"/>
            <a:ext cx="2794000" cy="2806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Largest</a:t>
            </a:r>
            <a:pPr indent="0" marL="0">
              <a:buNone/>
            </a:pPr>
            <a:r>
              <a:rPr lang="en-US" sz="1300" dirty="0">
                <a:solidFill>
                  <a:srgbClr val="0000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 “</a:t>
            </a:r>
            <a:pPr indent="0" marL="0">
              <a:buNone/>
            </a:pPr>
            <a:r>
              <a:rPr lang="en-US" sz="1300" dirty="0">
                <a:solidFill>
                  <a:srgbClr val="C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ω</a:t>
            </a:r>
            <a:pPr indent="0" marL="0">
              <a:buNone/>
            </a:pPr>
            <a:r>
              <a:rPr lang="en-US" sz="1300" dirty="0">
                <a:solidFill>
                  <a:srgbClr val="0000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” value = 1</a:t>
            </a:r>
            <a:endParaRPr lang="en-US" sz="1300" dirty="0"/>
          </a:p>
        </p:txBody>
      </p:sp>
      <p:sp>
        <p:nvSpPr>
          <p:cNvPr id="99" name="Text 87"/>
          <p:cNvSpPr/>
          <p:nvPr/>
        </p:nvSpPr>
        <p:spPr>
          <a:xfrm>
            <a:off x="9358630" y="5384800"/>
            <a:ext cx="1778000" cy="237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000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(Used in First Pair)</a:t>
            </a:r>
            <a:endParaRPr lang="en-US" sz="1100" dirty="0"/>
          </a:p>
        </p:txBody>
      </p:sp>
      <p:sp>
        <p:nvSpPr>
          <p:cNvPr id="100" name="Text 88"/>
          <p:cNvSpPr/>
          <p:nvPr/>
        </p:nvSpPr>
        <p:spPr>
          <a:xfrm>
            <a:off x="6201410" y="5600700"/>
            <a:ext cx="2794000" cy="2806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Smallest</a:t>
            </a:r>
            <a:pPr indent="0" marL="0">
              <a:buNone/>
            </a:pPr>
            <a:r>
              <a:rPr lang="en-US" sz="1300" dirty="0">
                <a:solidFill>
                  <a:srgbClr val="0000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 “</a:t>
            </a:r>
            <a:pPr indent="0" marL="0">
              <a:buNone/>
            </a:pPr>
            <a:r>
              <a:rPr lang="en-US" sz="1300" dirty="0">
                <a:solidFill>
                  <a:srgbClr val="C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ω</a:t>
            </a:r>
            <a:pPr indent="0" marL="0">
              <a:buNone/>
            </a:pPr>
            <a:r>
              <a:rPr lang="en-US" sz="1300" dirty="0">
                <a:solidFill>
                  <a:srgbClr val="0000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” value ≈  1/10000</a:t>
            </a:r>
            <a:endParaRPr lang="en-US" sz="1300" dirty="0"/>
          </a:p>
        </p:txBody>
      </p:sp>
      <p:sp>
        <p:nvSpPr>
          <p:cNvPr id="101" name="Text 89"/>
          <p:cNvSpPr/>
          <p:nvPr/>
        </p:nvSpPr>
        <p:spPr>
          <a:xfrm>
            <a:off x="9240520" y="5626100"/>
            <a:ext cx="1778000" cy="237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000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(Used in Last Pair)</a:t>
            </a:r>
            <a:endParaRPr lang="en-US" sz="1100" dirty="0"/>
          </a:p>
        </p:txBody>
      </p:sp>
      <p:sp>
        <p:nvSpPr>
          <p:cNvPr id="102" name="Text 90"/>
          <p:cNvSpPr/>
          <p:nvPr/>
        </p:nvSpPr>
        <p:spPr>
          <a:xfrm>
            <a:off x="6188710" y="5975350"/>
            <a:ext cx="12700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i="1" u="sng" dirty="0">
                <a:solidFill>
                  <a:srgbClr val="0000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Note:</a:t>
            </a:r>
            <a:endParaRPr lang="en-US" sz="1200" dirty="0"/>
          </a:p>
        </p:txBody>
      </p:sp>
      <p:sp>
        <p:nvSpPr>
          <p:cNvPr id="103" name="Text 91"/>
          <p:cNvSpPr/>
          <p:nvPr/>
        </p:nvSpPr>
        <p:spPr>
          <a:xfrm>
            <a:off x="6240780" y="6223000"/>
            <a:ext cx="5080000" cy="2806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00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“</a:t>
            </a:r>
            <a:pPr indent="0" marL="0">
              <a:buNone/>
            </a:pPr>
            <a:r>
              <a:rPr lang="en-US" sz="1300" dirty="0">
                <a:solidFill>
                  <a:srgbClr val="C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ω</a:t>
            </a:r>
            <a:pPr indent="0" marL="0">
              <a:buNone/>
            </a:pPr>
            <a:r>
              <a:rPr lang="en-US" sz="1300" dirty="0">
                <a:solidFill>
                  <a:srgbClr val="0000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” Value depends on Embedding Dimension </a:t>
            </a:r>
            <a:pPr indent="0" marL="0">
              <a:buNone/>
            </a:pPr>
            <a:r>
              <a:rPr lang="en-US" sz="1300" dirty="0">
                <a:solidFill>
                  <a:srgbClr val="0000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“</a:t>
            </a:r>
            <a:pPr indent="0" marL="0">
              <a:buNone/>
            </a:pPr>
            <a:r>
              <a:rPr lang="en-US" sz="1300" dirty="0">
                <a:solidFill>
                  <a:srgbClr val="C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</a:t>
            </a:r>
            <a:pPr indent="0" marL="0">
              <a:buNone/>
            </a:pPr>
            <a:r>
              <a:rPr lang="en-US" sz="1300" b="1" dirty="0">
                <a:solidFill>
                  <a:srgbClr val="0000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” ONLY</a:t>
            </a:r>
            <a:endParaRPr lang="en-US" sz="1300" dirty="0"/>
          </a:p>
        </p:txBody>
      </p:sp>
      <p:sp>
        <p:nvSpPr>
          <p:cNvPr id="104" name="Text 92"/>
          <p:cNvSpPr/>
          <p:nvPr/>
        </p:nvSpPr>
        <p:spPr>
          <a:xfrm>
            <a:off x="6240780" y="6463030"/>
            <a:ext cx="5080000" cy="2806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00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“</a:t>
            </a:r>
            <a:pPr indent="0" marL="0">
              <a:buNone/>
            </a:pPr>
            <a:r>
              <a:rPr lang="en-US" sz="1300" dirty="0">
                <a:solidFill>
                  <a:srgbClr val="C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ω</a:t>
            </a:r>
            <a:pPr indent="0" marL="0">
              <a:buNone/>
            </a:pPr>
            <a:r>
              <a:rPr lang="en-US" sz="1300" dirty="0">
                <a:solidFill>
                  <a:srgbClr val="0000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” Value does </a:t>
            </a:r>
            <a:pPr indent="0" marL="0">
              <a:buNone/>
            </a:pPr>
            <a:r>
              <a:rPr lang="en-US" sz="1300" b="1" dirty="0">
                <a:solidFill>
                  <a:srgbClr val="0000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</a:t>
            </a:r>
            <a:pPr indent="0" marL="0">
              <a:buNone/>
            </a:pPr>
            <a:r>
              <a:rPr lang="en-US" sz="1300" dirty="0">
                <a:solidFill>
                  <a:srgbClr val="00008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depend on Sequence Length</a:t>
            </a:r>
            <a:endParaRPr lang="en-US" sz="1300" dirty="0"/>
          </a:p>
        </p:txBody>
      </p:sp>
      <p:sp>
        <p:nvSpPr>
          <p:cNvPr id="105" name="Text 93"/>
          <p:cNvSpPr/>
          <p:nvPr/>
        </p:nvSpPr>
        <p:spPr>
          <a:xfrm>
            <a:off x="9283700" y="4675188"/>
            <a:ext cx="508000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ω</a:t>
            </a:r>
            <a:endParaRPr lang="en-US" sz="2500" dirty="0"/>
          </a:p>
        </p:txBody>
      </p:sp>
      <p:sp>
        <p:nvSpPr>
          <p:cNvPr id="106" name="Text 94"/>
          <p:cNvSpPr/>
          <p:nvPr/>
        </p:nvSpPr>
        <p:spPr>
          <a:xfrm>
            <a:off x="9525000" y="4959045"/>
            <a:ext cx="254000" cy="172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endParaRPr lang="en-US" sz="800" dirty="0"/>
          </a:p>
        </p:txBody>
      </p:sp>
      <p:sp>
        <p:nvSpPr>
          <p:cNvPr id="107" name="Shape 95"/>
          <p:cNvSpPr/>
          <p:nvPr/>
        </p:nvSpPr>
        <p:spPr>
          <a:xfrm>
            <a:off x="9742170" y="4856480"/>
            <a:ext cx="105410" cy="15240"/>
          </a:xfrm>
          <a:prstGeom prst="rect">
            <a:avLst/>
          </a:prstGeom>
          <a:solidFill>
            <a:srgbClr val="000080"/>
          </a:solidFill>
          <a:ln w="12700">
            <a:solidFill>
              <a:srgbClr val="000080"/>
            </a:solidFill>
            <a:prstDash val="solid"/>
          </a:ln>
        </p:spPr>
      </p:sp>
      <p:sp>
        <p:nvSpPr>
          <p:cNvPr id="108" name="Shape 96"/>
          <p:cNvSpPr/>
          <p:nvPr/>
        </p:nvSpPr>
        <p:spPr>
          <a:xfrm>
            <a:off x="9742170" y="4926330"/>
            <a:ext cx="105410" cy="15240"/>
          </a:xfrm>
          <a:prstGeom prst="rect">
            <a:avLst/>
          </a:prstGeom>
          <a:solidFill>
            <a:srgbClr val="000080"/>
          </a:solidFill>
          <a:ln w="12700">
            <a:solidFill>
              <a:srgbClr val="000080"/>
            </a:solidFill>
            <a:prstDash val="solid"/>
          </a:ln>
        </p:spPr>
      </p:sp>
      <p:sp>
        <p:nvSpPr>
          <p:cNvPr id="109" name="Shape 97"/>
          <p:cNvSpPr/>
          <p:nvPr/>
        </p:nvSpPr>
        <p:spPr>
          <a:xfrm>
            <a:off x="9979660" y="4888230"/>
            <a:ext cx="977900" cy="17780"/>
          </a:xfrm>
          <a:prstGeom prst="rect">
            <a:avLst/>
          </a:prstGeom>
          <a:solidFill>
            <a:srgbClr val="000080"/>
          </a:solidFill>
          <a:ln w="12700">
            <a:solidFill>
              <a:srgbClr val="000080"/>
            </a:solidFill>
            <a:prstDash val="solid"/>
          </a:ln>
        </p:spPr>
      </p:sp>
      <p:sp>
        <p:nvSpPr>
          <p:cNvPr id="110" name="Text 98"/>
          <p:cNvSpPr/>
          <p:nvPr/>
        </p:nvSpPr>
        <p:spPr>
          <a:xfrm>
            <a:off x="10375900" y="4612030"/>
            <a:ext cx="254000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1" name="Text 99"/>
          <p:cNvSpPr/>
          <p:nvPr/>
        </p:nvSpPr>
        <p:spPr>
          <a:xfrm>
            <a:off x="9982200" y="4961858"/>
            <a:ext cx="1016000" cy="377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</a:t>
            </a:r>
            <a:endParaRPr lang="en-US" sz="1750" dirty="0"/>
          </a:p>
        </p:txBody>
      </p:sp>
      <p:sp>
        <p:nvSpPr>
          <p:cNvPr id="112" name="Text 100"/>
          <p:cNvSpPr/>
          <p:nvPr/>
        </p:nvSpPr>
        <p:spPr>
          <a:xfrm>
            <a:off x="10674350" y="4944269"/>
            <a:ext cx="508000" cy="26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2k/d</a:t>
            </a:r>
            <a:endParaRPr lang="en-US" sz="1250" dirty="0"/>
          </a:p>
        </p:txBody>
      </p:sp>
      <p:sp>
        <p:nvSpPr>
          <p:cNvPr id="113" name="Text 101"/>
          <p:cNvSpPr/>
          <p:nvPr/>
        </p:nvSpPr>
        <p:spPr>
          <a:xfrm>
            <a:off x="5273040" y="6642875"/>
            <a:ext cx="762000" cy="2806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dx1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71500"/>
            <a:ext cx="11137900" cy="6286500"/>
          </a:xfrm>
          <a:prstGeom prst="rect">
            <a:avLst/>
          </a:prstGeom>
          <a:solidFill>
            <a:srgbClr val="E9E9E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3109363" y="676792"/>
            <a:ext cx="6096000" cy="7524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4740"/>
              </a:lnSpc>
              <a:buNone/>
            </a:pPr>
            <a:r>
              <a:rPr lang="en-US" sz="3950" b="1" dirty="0">
                <a:solidFill>
                  <a:srgbClr val="9C16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[2] Position </a:t>
            </a:r>
            <a:pPr algn="ctr" indent="0" marL="0">
              <a:lnSpc>
                <a:spcPts val="4740"/>
              </a:lnSpc>
              <a:buNone/>
            </a:pPr>
            <a:r>
              <a:rPr lang="en-US" sz="3950" b="1" dirty="0">
                <a:solidFill>
                  <a:srgbClr val="000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</a:t>
            </a:r>
            <a:endParaRPr lang="en-US" sz="3950" dirty="0"/>
          </a:p>
        </p:txBody>
      </p:sp>
      <p:sp>
        <p:nvSpPr>
          <p:cNvPr id="6" name="Text 4"/>
          <p:cNvSpPr/>
          <p:nvPr/>
        </p:nvSpPr>
        <p:spPr>
          <a:xfrm>
            <a:off x="3742739" y="1309191"/>
            <a:ext cx="5080000" cy="4476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820"/>
              </a:lnSpc>
              <a:buNone/>
            </a:pPr>
            <a:r>
              <a:rPr lang="en-US" sz="2350" b="1" dirty="0">
                <a:solidFill>
                  <a:srgbClr val="9C16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(Similar to Word Embedding)</a:t>
            </a:r>
            <a:endParaRPr lang="en-US" sz="2350" dirty="0"/>
          </a:p>
        </p:txBody>
      </p:sp>
      <p:sp>
        <p:nvSpPr>
          <p:cNvPr id="7" name="Shape 5"/>
          <p:cNvSpPr/>
          <p:nvPr/>
        </p:nvSpPr>
        <p:spPr>
          <a:xfrm>
            <a:off x="1953975" y="1807534"/>
            <a:ext cx="9515363" cy="518337"/>
          </a:xfrm>
          <a:prstGeom prst="roundRect">
            <a:avLst>
              <a:gd name="adj" fmla="val 24697"/>
            </a:avLst>
          </a:prstGeom>
          <a:solidFill>
            <a:srgbClr val="CCCCFC"/>
          </a:solidFill>
          <a:ln w="12700">
            <a:solidFill>
              <a:srgbClr val="26266E"/>
            </a:solidFill>
            <a:prstDash val="sysDash"/>
          </a:ln>
        </p:spPr>
      </p:sp>
      <p:sp>
        <p:nvSpPr>
          <p:cNvPr id="8" name="Shape 6"/>
          <p:cNvSpPr/>
          <p:nvPr/>
        </p:nvSpPr>
        <p:spPr>
          <a:xfrm>
            <a:off x="2138739" y="1913860"/>
            <a:ext cx="778650" cy="292395"/>
          </a:xfrm>
          <a:prstGeom prst="rect">
            <a:avLst/>
          </a:prstGeom>
          <a:ln w="12700">
            <a:solidFill>
              <a:srgbClr val="6664A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38739" y="1913860"/>
            <a:ext cx="778650" cy="2923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1212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102153" y="1913860"/>
            <a:ext cx="791847" cy="292395"/>
          </a:xfrm>
          <a:prstGeom prst="rect">
            <a:avLst/>
          </a:prstGeom>
          <a:ln w="12700">
            <a:solidFill>
              <a:srgbClr val="6664A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02153" y="1913860"/>
            <a:ext cx="791847" cy="2923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1212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078765" y="1913860"/>
            <a:ext cx="778650" cy="292395"/>
          </a:xfrm>
          <a:prstGeom prst="rect">
            <a:avLst/>
          </a:prstGeom>
          <a:ln w="12700">
            <a:solidFill>
              <a:srgbClr val="6664A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78765" y="1913860"/>
            <a:ext cx="778650" cy="2923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1212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42179" y="1913860"/>
            <a:ext cx="791847" cy="292395"/>
          </a:xfrm>
          <a:prstGeom prst="rect">
            <a:avLst/>
          </a:prstGeom>
          <a:ln w="12700">
            <a:solidFill>
              <a:srgbClr val="6664A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42179" y="1913860"/>
            <a:ext cx="791847" cy="2923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1212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018790" y="1913860"/>
            <a:ext cx="778650" cy="292395"/>
          </a:xfrm>
          <a:prstGeom prst="rect">
            <a:avLst/>
          </a:prstGeom>
          <a:ln w="12700">
            <a:solidFill>
              <a:srgbClr val="6664A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18790" y="1913860"/>
            <a:ext cx="778650" cy="2923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1212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982204" y="1913860"/>
            <a:ext cx="791847" cy="292395"/>
          </a:xfrm>
          <a:prstGeom prst="rect">
            <a:avLst/>
          </a:prstGeom>
          <a:ln w="12700">
            <a:solidFill>
              <a:srgbClr val="6664A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82204" y="1913860"/>
            <a:ext cx="791847" cy="2923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1212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9463325" y="1913860"/>
            <a:ext cx="844637" cy="292395"/>
          </a:xfrm>
          <a:prstGeom prst="rect">
            <a:avLst/>
          </a:prstGeom>
          <a:ln w="12700">
            <a:solidFill>
              <a:srgbClr val="6664A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463325" y="1913860"/>
            <a:ext cx="844637" cy="2923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1212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N-2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10453134" y="1913860"/>
            <a:ext cx="857834" cy="292395"/>
          </a:xfrm>
          <a:prstGeom prst="rect">
            <a:avLst/>
          </a:prstGeom>
          <a:ln w="12700">
            <a:solidFill>
              <a:srgbClr val="6664A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453134" y="1913860"/>
            <a:ext cx="857834" cy="2923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1212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N-1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132870" y="2043075"/>
            <a:ext cx="127000" cy="127000"/>
          </a:xfrm>
          <a:prstGeom prst="ellipse">
            <a:avLst/>
          </a:prstGeom>
          <a:solidFill>
            <a:srgbClr val="8A9ABC"/>
          </a:solidFill>
          <a:ln w="3175">
            <a:solidFill>
              <a:srgbClr val="8A9AB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357226" y="2043075"/>
            <a:ext cx="127000" cy="127000"/>
          </a:xfrm>
          <a:prstGeom prst="ellipse">
            <a:avLst/>
          </a:prstGeom>
          <a:solidFill>
            <a:srgbClr val="8A9ABC"/>
          </a:solidFill>
          <a:ln w="3175">
            <a:solidFill>
              <a:srgbClr val="8A9AB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07978" y="2043075"/>
            <a:ext cx="127000" cy="127000"/>
          </a:xfrm>
          <a:prstGeom prst="ellipse">
            <a:avLst/>
          </a:prstGeom>
          <a:solidFill>
            <a:srgbClr val="8A9ABC"/>
          </a:solidFill>
          <a:ln w="3175">
            <a:solidFill>
              <a:srgbClr val="8A9AB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845532" y="2043075"/>
            <a:ext cx="127000" cy="127000"/>
          </a:xfrm>
          <a:prstGeom prst="ellipse">
            <a:avLst/>
          </a:prstGeom>
          <a:solidFill>
            <a:srgbClr val="8A9ABC"/>
          </a:solidFill>
          <a:ln w="3175">
            <a:solidFill>
              <a:srgbClr val="8A9AB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043494" y="2043075"/>
            <a:ext cx="127000" cy="127000"/>
          </a:xfrm>
          <a:prstGeom prst="ellipse">
            <a:avLst/>
          </a:prstGeom>
          <a:solidFill>
            <a:srgbClr val="8A9ABC"/>
          </a:solidFill>
          <a:ln w="3175">
            <a:solidFill>
              <a:srgbClr val="8A9AB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9810" y="1827532"/>
            <a:ext cx="1651000" cy="2609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44"/>
              </a:lnSpc>
              <a:buNone/>
            </a:pPr>
            <a:r>
              <a:rPr lang="en-US" sz="1370" b="1" dirty="0">
                <a:solidFill>
                  <a:srgbClr val="1414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</a:t>
            </a:r>
            <a:endParaRPr lang="en-US" sz="1370" dirty="0"/>
          </a:p>
        </p:txBody>
      </p:sp>
      <p:sp>
        <p:nvSpPr>
          <p:cNvPr id="30" name="Text 28"/>
          <p:cNvSpPr/>
          <p:nvPr/>
        </p:nvSpPr>
        <p:spPr>
          <a:xfrm>
            <a:off x="739810" y="2030147"/>
            <a:ext cx="1651000" cy="280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64"/>
              </a:lnSpc>
              <a:buNone/>
            </a:pPr>
            <a:r>
              <a:rPr lang="en-US" sz="1470" b="1" dirty="0">
                <a:solidFill>
                  <a:srgbClr val="1414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Information</a:t>
            </a:r>
            <a:endParaRPr lang="en-US" sz="1470" dirty="0"/>
          </a:p>
        </p:txBody>
      </p:sp>
      <p:sp>
        <p:nvSpPr>
          <p:cNvPr id="31" name="Text 29"/>
          <p:cNvSpPr/>
          <p:nvPr/>
        </p:nvSpPr>
        <p:spPr>
          <a:xfrm>
            <a:off x="581440" y="2383301"/>
            <a:ext cx="1651000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1414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(similar to word tokenization)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60625" y="2861154"/>
            <a:ext cx="1651000" cy="2781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2"/>
              </a:lnSpc>
              <a:buNone/>
            </a:pPr>
            <a:r>
              <a:rPr lang="en-US" sz="1460" b="1" i="1" dirty="0">
                <a:solidFill>
                  <a:srgbClr val="8A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Positional</a:t>
            </a:r>
            <a:endParaRPr lang="en-US" sz="1460" dirty="0"/>
          </a:p>
        </p:txBody>
      </p:sp>
      <p:sp>
        <p:nvSpPr>
          <p:cNvPr id="33" name="Text 31"/>
          <p:cNvSpPr/>
          <p:nvPr/>
        </p:nvSpPr>
        <p:spPr>
          <a:xfrm>
            <a:off x="660625" y="3077262"/>
            <a:ext cx="1651000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750" b="1" i="1" dirty="0">
                <a:solidFill>
                  <a:srgbClr val="8A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581440" y="3386749"/>
            <a:ext cx="1651000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1414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(Trained on Position Values)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1993567" y="2844208"/>
            <a:ext cx="9475770" cy="505046"/>
          </a:xfrm>
          <a:prstGeom prst="rect">
            <a:avLst/>
          </a:prstGeom>
          <a:solidFill>
            <a:srgbClr val="8E0094"/>
          </a:solidFill>
          <a:ln w="12700">
            <a:solidFill>
              <a:srgbClr val="8E009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402650" y="2929213"/>
            <a:ext cx="2540000" cy="4381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FFF5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</a:t>
            </a:r>
            <a:endParaRPr lang="en-US" sz="2300" dirty="0"/>
          </a:p>
        </p:txBody>
      </p:sp>
      <p:sp>
        <p:nvSpPr>
          <p:cNvPr id="37" name="Text 35"/>
          <p:cNvSpPr/>
          <p:nvPr/>
        </p:nvSpPr>
        <p:spPr>
          <a:xfrm>
            <a:off x="4893962" y="2985391"/>
            <a:ext cx="2540000" cy="3524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22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to</a:t>
            </a:r>
            <a:endParaRPr lang="en-US" sz="1850" dirty="0"/>
          </a:p>
        </p:txBody>
      </p:sp>
      <p:sp>
        <p:nvSpPr>
          <p:cNvPr id="38" name="Text 36"/>
          <p:cNvSpPr/>
          <p:nvPr/>
        </p:nvSpPr>
        <p:spPr>
          <a:xfrm>
            <a:off x="5910166" y="2929213"/>
            <a:ext cx="2540000" cy="4381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760"/>
              </a:lnSpc>
              <a:buNone/>
            </a:pPr>
            <a:r>
              <a:rPr lang="en-US" sz="2300" b="1" dirty="0">
                <a:solidFill>
                  <a:srgbClr val="FFF5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</a:t>
            </a:r>
            <a:endParaRPr lang="en-US" sz="2300" dirty="0"/>
          </a:p>
        </p:txBody>
      </p:sp>
      <p:sp>
        <p:nvSpPr>
          <p:cNvPr id="39" name="Text 37"/>
          <p:cNvSpPr/>
          <p:nvPr/>
        </p:nvSpPr>
        <p:spPr>
          <a:xfrm>
            <a:off x="7414675" y="2985391"/>
            <a:ext cx="2540000" cy="3524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22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 Vectors</a:t>
            </a:r>
            <a:endParaRPr lang="en-US" sz="1850" dirty="0"/>
          </a:p>
        </p:txBody>
      </p:sp>
      <p:sp>
        <p:nvSpPr>
          <p:cNvPr id="40" name="Shape 38"/>
          <p:cNvSpPr/>
          <p:nvPr/>
        </p:nvSpPr>
        <p:spPr>
          <a:xfrm>
            <a:off x="6672038" y="2339162"/>
            <a:ext cx="66040" cy="431947"/>
          </a:xfrm>
          <a:prstGeom prst="rect">
            <a:avLst/>
          </a:prstGeom>
          <a:solidFill>
            <a:srgbClr val="8A1620"/>
          </a:solidFill>
          <a:ln w="12700">
            <a:solidFill>
              <a:srgbClr val="8A162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6645669" y="2771109"/>
            <a:ext cx="131975" cy="73099"/>
          </a:xfrm>
          <a:prstGeom prst="triangle">
            <a:avLst/>
          </a:prstGeom>
          <a:solidFill>
            <a:srgbClr val="8A1620"/>
          </a:solidFill>
          <a:ln w="12700">
            <a:solidFill>
              <a:srgbClr val="8A162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645643" y="3349254"/>
            <a:ext cx="66040" cy="431947"/>
          </a:xfrm>
          <a:prstGeom prst="rect">
            <a:avLst/>
          </a:prstGeom>
          <a:solidFill>
            <a:srgbClr val="8A1620"/>
          </a:solidFill>
          <a:ln w="12700">
            <a:solidFill>
              <a:srgbClr val="8A162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6632472" y="3781202"/>
            <a:ext cx="118777" cy="59808"/>
          </a:xfrm>
          <a:prstGeom prst="triangle">
            <a:avLst/>
          </a:prstGeom>
          <a:solidFill>
            <a:srgbClr val="8A1620"/>
          </a:solidFill>
          <a:ln w="12700">
            <a:solidFill>
              <a:srgbClr val="8A162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967173" y="3854301"/>
            <a:ext cx="9502165" cy="505046"/>
          </a:xfrm>
          <a:prstGeom prst="roundRect">
            <a:avLst>
              <a:gd name="adj" fmla="val 25347"/>
            </a:avLst>
          </a:prstGeom>
          <a:solidFill>
            <a:srgbClr val="FBDCFC"/>
          </a:solidFill>
          <a:ln w="12700">
            <a:solidFill>
              <a:srgbClr val="5F7382"/>
            </a:solidFill>
            <a:prstDash val="sysDash"/>
          </a:ln>
        </p:spPr>
      </p:sp>
      <p:sp>
        <p:nvSpPr>
          <p:cNvPr id="45" name="Shape 43"/>
          <p:cNvSpPr/>
          <p:nvPr/>
        </p:nvSpPr>
        <p:spPr>
          <a:xfrm>
            <a:off x="2112345" y="3987207"/>
            <a:ext cx="791847" cy="279105"/>
          </a:xfrm>
          <a:prstGeom prst="rect">
            <a:avLst/>
          </a:prstGeom>
          <a:solidFill>
            <a:srgbClr val="F9D1DC"/>
          </a:solidFill>
          <a:ln w="12700">
            <a:solidFill>
              <a:srgbClr val="9C687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112345" y="3987207"/>
            <a:ext cx="791847" cy="2791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30" b="1" i="1" dirty="0">
                <a:solidFill>
                  <a:srgbClr val="1810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Vector </a:t>
            </a:r>
            <a:pPr algn="ctr" indent="0" marL="0">
              <a:buNone/>
            </a:pPr>
            <a:r>
              <a:rPr lang="en-US" sz="900" b="1" i="1" baseline="-40000" dirty="0">
                <a:solidFill>
                  <a:srgbClr val="1810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P0</a:t>
            </a:r>
            <a:endParaRPr lang="en-US" sz="1330" dirty="0"/>
          </a:p>
        </p:txBody>
      </p:sp>
      <p:sp>
        <p:nvSpPr>
          <p:cNvPr id="47" name="Shape 45"/>
          <p:cNvSpPr/>
          <p:nvPr/>
        </p:nvSpPr>
        <p:spPr>
          <a:xfrm>
            <a:off x="3062561" y="3987207"/>
            <a:ext cx="805045" cy="279105"/>
          </a:xfrm>
          <a:prstGeom prst="rect">
            <a:avLst/>
          </a:prstGeom>
          <a:solidFill>
            <a:srgbClr val="F9D1DC"/>
          </a:solidFill>
          <a:ln w="12700">
            <a:solidFill>
              <a:srgbClr val="9C687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62561" y="3987207"/>
            <a:ext cx="805045" cy="2791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30" b="1" i="1" dirty="0">
                <a:solidFill>
                  <a:srgbClr val="1810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Vector </a:t>
            </a:r>
            <a:pPr algn="ctr" indent="0" marL="0">
              <a:buNone/>
            </a:pPr>
            <a:r>
              <a:rPr lang="en-US" sz="900" b="1" i="1" baseline="-40000" dirty="0">
                <a:solidFill>
                  <a:srgbClr val="1810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P1</a:t>
            </a:r>
            <a:endParaRPr lang="en-US" sz="1330" dirty="0"/>
          </a:p>
        </p:txBody>
      </p:sp>
      <p:sp>
        <p:nvSpPr>
          <p:cNvPr id="49" name="Shape 47"/>
          <p:cNvSpPr/>
          <p:nvPr/>
        </p:nvSpPr>
        <p:spPr>
          <a:xfrm>
            <a:off x="4065567" y="3987207"/>
            <a:ext cx="778650" cy="279105"/>
          </a:xfrm>
          <a:prstGeom prst="rect">
            <a:avLst/>
          </a:prstGeom>
          <a:solidFill>
            <a:srgbClr val="F9D1DC"/>
          </a:solidFill>
          <a:ln w="12700">
            <a:solidFill>
              <a:srgbClr val="9C687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65567" y="3987207"/>
            <a:ext cx="778650" cy="2791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30" b="1" i="1" dirty="0">
                <a:solidFill>
                  <a:srgbClr val="1810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Vector </a:t>
            </a:r>
            <a:pPr algn="ctr" indent="0" marL="0">
              <a:buNone/>
            </a:pPr>
            <a:r>
              <a:rPr lang="en-US" sz="900" b="1" i="1" baseline="-40000" dirty="0">
                <a:solidFill>
                  <a:srgbClr val="1810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P2</a:t>
            </a:r>
            <a:endParaRPr lang="en-US" sz="1330" dirty="0"/>
          </a:p>
        </p:txBody>
      </p:sp>
      <p:sp>
        <p:nvSpPr>
          <p:cNvPr id="51" name="Shape 49"/>
          <p:cNvSpPr/>
          <p:nvPr/>
        </p:nvSpPr>
        <p:spPr>
          <a:xfrm>
            <a:off x="5015784" y="3987207"/>
            <a:ext cx="791847" cy="279105"/>
          </a:xfrm>
          <a:prstGeom prst="rect">
            <a:avLst/>
          </a:prstGeom>
          <a:solidFill>
            <a:srgbClr val="F9D1DC"/>
          </a:solidFill>
          <a:ln w="12700">
            <a:solidFill>
              <a:srgbClr val="9C687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015784" y="3987207"/>
            <a:ext cx="791847" cy="2791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30" b="1" i="1" dirty="0">
                <a:solidFill>
                  <a:srgbClr val="1810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Vector </a:t>
            </a:r>
            <a:pPr algn="ctr" indent="0" marL="0">
              <a:buNone/>
            </a:pPr>
            <a:r>
              <a:rPr lang="en-US" sz="900" b="1" i="1" baseline="-40000" dirty="0">
                <a:solidFill>
                  <a:srgbClr val="1810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P3</a:t>
            </a:r>
            <a:endParaRPr lang="en-US" sz="1330" dirty="0"/>
          </a:p>
        </p:txBody>
      </p:sp>
      <p:sp>
        <p:nvSpPr>
          <p:cNvPr id="53" name="Shape 51"/>
          <p:cNvSpPr/>
          <p:nvPr/>
        </p:nvSpPr>
        <p:spPr>
          <a:xfrm>
            <a:off x="6018790" y="3987207"/>
            <a:ext cx="765452" cy="279105"/>
          </a:xfrm>
          <a:prstGeom prst="rect">
            <a:avLst/>
          </a:prstGeom>
          <a:solidFill>
            <a:srgbClr val="F9D1DC"/>
          </a:solidFill>
          <a:ln w="12700">
            <a:solidFill>
              <a:srgbClr val="9C687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18790" y="3987207"/>
            <a:ext cx="765452" cy="2791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30" b="1" i="1" dirty="0">
                <a:solidFill>
                  <a:srgbClr val="1810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Vector </a:t>
            </a:r>
            <a:pPr algn="ctr" indent="0" marL="0">
              <a:buNone/>
            </a:pPr>
            <a:r>
              <a:rPr lang="en-US" sz="900" b="1" i="1" baseline="-40000" dirty="0">
                <a:solidFill>
                  <a:srgbClr val="1810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P4</a:t>
            </a:r>
            <a:endParaRPr lang="en-US" sz="1330" dirty="0"/>
          </a:p>
        </p:txBody>
      </p:sp>
      <p:sp>
        <p:nvSpPr>
          <p:cNvPr id="55" name="Shape 53"/>
          <p:cNvSpPr/>
          <p:nvPr/>
        </p:nvSpPr>
        <p:spPr>
          <a:xfrm>
            <a:off x="6982204" y="3987207"/>
            <a:ext cx="778650" cy="279105"/>
          </a:xfrm>
          <a:prstGeom prst="rect">
            <a:avLst/>
          </a:prstGeom>
          <a:solidFill>
            <a:srgbClr val="F9D1DC"/>
          </a:solidFill>
          <a:ln w="12700">
            <a:solidFill>
              <a:srgbClr val="9C687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982204" y="3987207"/>
            <a:ext cx="778650" cy="2791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30" b="1" i="1" dirty="0">
                <a:solidFill>
                  <a:srgbClr val="1810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Vector </a:t>
            </a:r>
            <a:pPr algn="ctr" indent="0" marL="0">
              <a:buNone/>
            </a:pPr>
            <a:r>
              <a:rPr lang="en-US" sz="900" b="1" i="1" baseline="-40000" dirty="0">
                <a:solidFill>
                  <a:srgbClr val="1810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P5</a:t>
            </a:r>
            <a:endParaRPr lang="en-US" sz="1330" dirty="0"/>
          </a:p>
        </p:txBody>
      </p:sp>
      <p:sp>
        <p:nvSpPr>
          <p:cNvPr id="57" name="Shape 55"/>
          <p:cNvSpPr/>
          <p:nvPr/>
        </p:nvSpPr>
        <p:spPr>
          <a:xfrm>
            <a:off x="9436930" y="3987207"/>
            <a:ext cx="844637" cy="279105"/>
          </a:xfrm>
          <a:prstGeom prst="rect">
            <a:avLst/>
          </a:prstGeom>
          <a:solidFill>
            <a:srgbClr val="F9D1DC"/>
          </a:solidFill>
          <a:ln w="12700">
            <a:solidFill>
              <a:srgbClr val="9C687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436930" y="3987207"/>
            <a:ext cx="844637" cy="2791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30" b="1" i="1" dirty="0">
                <a:solidFill>
                  <a:srgbClr val="1810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Vector </a:t>
            </a:r>
            <a:pPr algn="ctr" indent="0" marL="0">
              <a:buNone/>
            </a:pPr>
            <a:r>
              <a:rPr lang="en-US" sz="900" b="1" i="1" baseline="-40000" dirty="0">
                <a:solidFill>
                  <a:srgbClr val="1810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PN-2</a:t>
            </a:r>
            <a:endParaRPr lang="en-US" sz="1330" dirty="0"/>
          </a:p>
        </p:txBody>
      </p:sp>
      <p:sp>
        <p:nvSpPr>
          <p:cNvPr id="59" name="Shape 57"/>
          <p:cNvSpPr/>
          <p:nvPr/>
        </p:nvSpPr>
        <p:spPr>
          <a:xfrm>
            <a:off x="10439936" y="3987207"/>
            <a:ext cx="844637" cy="279105"/>
          </a:xfrm>
          <a:prstGeom prst="rect">
            <a:avLst/>
          </a:prstGeom>
          <a:solidFill>
            <a:srgbClr val="F9D1DC"/>
          </a:solidFill>
          <a:ln w="12700">
            <a:solidFill>
              <a:srgbClr val="9C6878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439936" y="3987207"/>
            <a:ext cx="844637" cy="2791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30" b="1" i="1" dirty="0">
                <a:solidFill>
                  <a:srgbClr val="1810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Vector </a:t>
            </a:r>
            <a:pPr algn="ctr" indent="0" marL="0">
              <a:buNone/>
            </a:pPr>
            <a:r>
              <a:rPr lang="en-US" sz="900" b="1" i="1" baseline="-40000" dirty="0">
                <a:solidFill>
                  <a:srgbClr val="1810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PN-1</a:t>
            </a:r>
            <a:endParaRPr lang="en-US" sz="1330" dirty="0"/>
          </a:p>
        </p:txBody>
      </p:sp>
      <p:pic>
        <p:nvPicPr>
          <p:cNvPr id="61" name="Image 0" descr="/home/ahmed/Projects/ai_llm_slides/videos/deep-learning/002_transformers_part2/recreated_pptx/build/assets/brace_03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12345" y="4452972"/>
            <a:ext cx="9132697" cy="224028"/>
          </a:xfrm>
          <a:prstGeom prst="rect">
            <a:avLst/>
          </a:prstGeom>
        </p:spPr>
      </p:pic>
      <p:sp>
        <p:nvSpPr>
          <p:cNvPr id="62" name="Shape 59"/>
          <p:cNvSpPr/>
          <p:nvPr/>
        </p:nvSpPr>
        <p:spPr>
          <a:xfrm>
            <a:off x="2706230" y="4797940"/>
            <a:ext cx="7944866" cy="1900569"/>
          </a:xfrm>
          <a:prstGeom prst="rect">
            <a:avLst/>
          </a:prstGeom>
          <a:ln w="22225">
            <a:solidFill>
              <a:srgbClr val="447E44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5451300" y="5449184"/>
            <a:ext cx="805045" cy="318977"/>
          </a:xfrm>
          <a:prstGeom prst="rect">
            <a:avLst/>
          </a:prstGeom>
          <a:solidFill>
            <a:srgbClr val="FFF59B"/>
          </a:solidFill>
          <a:ln w="12700">
            <a:solidFill>
              <a:srgbClr val="FFF59B"/>
            </a:solidFill>
            <a:prstDash val="solid"/>
          </a:ln>
        </p:spPr>
      </p:sp>
      <p:sp>
        <p:nvSpPr>
          <p:cNvPr id="64" name="Text 61"/>
          <p:cNvSpPr/>
          <p:nvPr/>
        </p:nvSpPr>
        <p:spPr>
          <a:xfrm>
            <a:off x="3370064" y="4916191"/>
            <a:ext cx="6604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valued vectors representing  positions</a:t>
            </a:r>
            <a:endParaRPr lang="en-US" sz="2000" dirty="0"/>
          </a:p>
        </p:txBody>
      </p:sp>
      <p:sp>
        <p:nvSpPr>
          <p:cNvPr id="65" name="Text 62"/>
          <p:cNvSpPr/>
          <p:nvPr/>
        </p:nvSpPr>
        <p:spPr>
          <a:xfrm>
            <a:off x="3370064" y="5186955"/>
            <a:ext cx="6604000" cy="3905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460"/>
              </a:lnSpc>
              <a:buNone/>
            </a:pPr>
            <a:r>
              <a:rPr lang="en-US" sz="2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(Vector for each position)</a:t>
            </a:r>
            <a:endParaRPr lang="en-US" sz="2050" dirty="0"/>
          </a:p>
        </p:txBody>
      </p:sp>
      <p:sp>
        <p:nvSpPr>
          <p:cNvPr id="66" name="Text 63"/>
          <p:cNvSpPr/>
          <p:nvPr/>
        </p:nvSpPr>
        <p:spPr>
          <a:xfrm>
            <a:off x="3370064" y="5467755"/>
            <a:ext cx="6604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2000" b="1" i="1" dirty="0">
                <a:solidFill>
                  <a:srgbClr val="8A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Positions &gt; </a:t>
            </a:r>
            <a:pPr algn="ctr" indent="0" marL="0">
              <a:lnSpc>
                <a:spcPts val="2400"/>
              </a:lnSpc>
              <a:buNone/>
            </a:pPr>
            <a:r>
              <a:rPr lang="en-US" sz="2000" b="1" i="1" dirty="0">
                <a:solidFill>
                  <a:srgbClr val="8A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N-1</a:t>
            </a:r>
            <a:pPr algn="ctr" indent="0" marL="0">
              <a:lnSpc>
                <a:spcPts val="2400"/>
              </a:lnSpc>
              <a:buNone/>
            </a:pPr>
            <a:r>
              <a:rPr lang="en-US" sz="2000" b="1" i="1" dirty="0">
                <a:solidFill>
                  <a:srgbClr val="8A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can NOT be Embedded</a:t>
            </a:r>
            <a:endParaRPr lang="en-US" sz="2000" dirty="0"/>
          </a:p>
        </p:txBody>
      </p:sp>
      <p:sp>
        <p:nvSpPr>
          <p:cNvPr id="67" name="Text 64"/>
          <p:cNvSpPr/>
          <p:nvPr/>
        </p:nvSpPr>
        <p:spPr>
          <a:xfrm>
            <a:off x="3116064" y="5760150"/>
            <a:ext cx="7112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2000" b="1" i="1" u="sng" dirty="0">
                <a:solidFill>
                  <a:srgbClr val="8A24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(Must  Train Embedding on Max Expected Seq. Length)</a:t>
            </a:r>
            <a:endParaRPr lang="en-US" sz="2000" dirty="0"/>
          </a:p>
        </p:txBody>
      </p:sp>
      <p:sp>
        <p:nvSpPr>
          <p:cNvPr id="68" name="Text 65"/>
          <p:cNvSpPr/>
          <p:nvPr/>
        </p:nvSpPr>
        <p:spPr>
          <a:xfrm>
            <a:off x="3370064" y="6320055"/>
            <a:ext cx="6604000" cy="3714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9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Length  = Word Embedding length</a:t>
            </a:r>
            <a:endParaRPr lang="en-US" sz="1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71500"/>
            <a:ext cx="11137900" cy="6286500"/>
          </a:xfrm>
          <a:prstGeom prst="rect">
            <a:avLst/>
          </a:prstGeom>
          <a:solidFill>
            <a:srgbClr val="E9E9E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92379" y="1913700"/>
            <a:ext cx="11091672" cy="923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8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Transformer Block</a:t>
            </a:r>
            <a:endParaRPr lang="en-US" sz="4850" dirty="0"/>
          </a:p>
        </p:txBody>
      </p:sp>
      <p:sp>
        <p:nvSpPr>
          <p:cNvPr id="6" name="Text 4"/>
          <p:cNvSpPr/>
          <p:nvPr/>
        </p:nvSpPr>
        <p:spPr>
          <a:xfrm>
            <a:off x="1324762" y="3771011"/>
            <a:ext cx="237744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00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Adding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2531174" y="4405630"/>
            <a:ext cx="566928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000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Residual Connections</a:t>
            </a:r>
            <a:endParaRPr lang="en-US" sz="3500" dirty="0"/>
          </a:p>
        </p:txBody>
      </p:sp>
      <p:sp>
        <p:nvSpPr>
          <p:cNvPr id="8" name="Text 6"/>
          <p:cNvSpPr/>
          <p:nvPr/>
        </p:nvSpPr>
        <p:spPr>
          <a:xfrm>
            <a:off x="2531174" y="4922647"/>
            <a:ext cx="566928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000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Normalization</a:t>
            </a:r>
            <a:endParaRPr lang="en-US" sz="3500" dirty="0"/>
          </a:p>
        </p:txBody>
      </p:sp>
      <p:sp>
        <p:nvSpPr>
          <p:cNvPr id="9" name="Text 7"/>
          <p:cNvSpPr/>
          <p:nvPr/>
        </p:nvSpPr>
        <p:spPr>
          <a:xfrm>
            <a:off x="2518728" y="5428234"/>
            <a:ext cx="566928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0000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 Forward Network</a:t>
            </a:r>
            <a:endParaRPr lang="en-US" sz="3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71500"/>
            <a:ext cx="11137900" cy="6286500"/>
          </a:xfrm>
          <a:prstGeom prst="rect">
            <a:avLst/>
          </a:prstGeom>
          <a:solidFill>
            <a:srgbClr val="E9E9E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32815" y="938947"/>
            <a:ext cx="11091672" cy="542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28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 Head Self Attention Block</a:t>
            </a:r>
            <a:endParaRPr lang="en-US" sz="2850" dirty="0"/>
          </a:p>
        </p:txBody>
      </p:sp>
      <p:sp>
        <p:nvSpPr>
          <p:cNvPr id="6" name="Shape 4"/>
          <p:cNvSpPr/>
          <p:nvPr/>
        </p:nvSpPr>
        <p:spPr>
          <a:xfrm>
            <a:off x="1009044" y="1461976"/>
            <a:ext cx="10133776" cy="2977115"/>
          </a:xfrm>
          <a:prstGeom prst="rect">
            <a:avLst/>
          </a:prstGeom>
          <a:solidFill>
            <a:srgbClr val="FFFFE6"/>
          </a:solidFill>
          <a:ln w="19050">
            <a:solidFill>
              <a:srgbClr val="2121A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2784" y="1525014"/>
            <a:ext cx="9895956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121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Input: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2136913" y="1764246"/>
            <a:ext cx="8891827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650" dirty="0">
                <a:solidFill>
                  <a:srgbClr val="2121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Embedding + Positional Information   [First Transformer Block]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2150126" y="2016769"/>
            <a:ext cx="8878615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650" dirty="0">
                <a:solidFill>
                  <a:srgbClr val="2121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of Previous Transformer Block      [Stacked Transformer Blocks]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1132784" y="2548397"/>
            <a:ext cx="9895956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121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2150126" y="2800920"/>
            <a:ext cx="8878615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650" dirty="0">
                <a:solidFill>
                  <a:srgbClr val="2121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Encoded Vectors of Input Sequence   [With Same Input Vectors Dimension]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132784" y="3345839"/>
            <a:ext cx="9895956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121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Remember: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674485" y="3585071"/>
            <a:ext cx="9354255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650" dirty="0">
                <a:solidFill>
                  <a:srgbClr val="2121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 Input Sequences should be of Same Length  (Fixed Length Sequences)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2744676" y="3837594"/>
            <a:ext cx="8284065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650" dirty="0">
                <a:solidFill>
                  <a:srgbClr val="2121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[Apply  Pad or Cut]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1648061" y="4090117"/>
            <a:ext cx="9380680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650" dirty="0">
                <a:solidFill>
                  <a:srgbClr val="2121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Sequence is of same Length as Input Sequence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612677" y="4625161"/>
            <a:ext cx="10926510" cy="2166383"/>
          </a:xfrm>
          <a:prstGeom prst="rect">
            <a:avLst/>
          </a:prstGeom>
          <a:solidFill>
            <a:srgbClr val="FFFFFF"/>
          </a:solidFill>
          <a:ln w="19050">
            <a:solidFill>
              <a:srgbClr val="C000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79234" y="4771358"/>
            <a:ext cx="792733" cy="239232"/>
          </a:xfrm>
          <a:prstGeom prst="rect">
            <a:avLst/>
          </a:prstGeom>
          <a:solidFill>
            <a:srgbClr val="FFFFFF"/>
          </a:solidFill>
          <a:ln w="9525">
            <a:solidFill>
              <a:srgbClr val="AAAAA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92446" y="4784649"/>
            <a:ext cx="118910" cy="212651"/>
          </a:xfrm>
          <a:prstGeom prst="rect">
            <a:avLst/>
          </a:prstGeom>
          <a:solidFill>
            <a:srgbClr val="FAFDC3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50993" y="4784649"/>
            <a:ext cx="118910" cy="212651"/>
          </a:xfrm>
          <a:prstGeom prst="rect">
            <a:avLst/>
          </a:prstGeom>
          <a:solidFill>
            <a:srgbClr val="F0FFDE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96328" y="4784649"/>
            <a:ext cx="145334" cy="212651"/>
          </a:xfrm>
          <a:prstGeom prst="rect">
            <a:avLst/>
          </a:prstGeom>
          <a:solidFill>
            <a:srgbClr val="FFCCCC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81299" y="4784649"/>
            <a:ext cx="105698" cy="212651"/>
          </a:xfrm>
          <a:prstGeom prst="rect">
            <a:avLst/>
          </a:prstGeom>
          <a:solidFill>
            <a:srgbClr val="E9E5F5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739845" y="4784649"/>
            <a:ext cx="92486" cy="212651"/>
          </a:xfrm>
          <a:prstGeom prst="rect">
            <a:avLst/>
          </a:prstGeom>
          <a:solidFill>
            <a:srgbClr val="F7DEF4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922895" y="4776674"/>
            <a:ext cx="10922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043727" y="4771358"/>
            <a:ext cx="792733" cy="239232"/>
          </a:xfrm>
          <a:prstGeom prst="rect">
            <a:avLst/>
          </a:prstGeom>
          <a:solidFill>
            <a:srgbClr val="FFFFFF"/>
          </a:solidFill>
          <a:ln w="9525">
            <a:solidFill>
              <a:srgbClr val="AAAAA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056939" y="4784649"/>
            <a:ext cx="118910" cy="212651"/>
          </a:xfrm>
          <a:prstGeom prst="rect">
            <a:avLst/>
          </a:prstGeom>
          <a:solidFill>
            <a:srgbClr val="FAFDC3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15486" y="4784649"/>
            <a:ext cx="118910" cy="212651"/>
          </a:xfrm>
          <a:prstGeom prst="rect">
            <a:avLst/>
          </a:prstGeom>
          <a:solidFill>
            <a:srgbClr val="F0FFDE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60820" y="4784649"/>
            <a:ext cx="145334" cy="212651"/>
          </a:xfrm>
          <a:prstGeom prst="rect">
            <a:avLst/>
          </a:prstGeom>
          <a:solidFill>
            <a:srgbClr val="FFCCCC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45791" y="4784649"/>
            <a:ext cx="105698" cy="212651"/>
          </a:xfrm>
          <a:prstGeom prst="rect">
            <a:avLst/>
          </a:prstGeom>
          <a:solidFill>
            <a:srgbClr val="E9E5F5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704338" y="4784649"/>
            <a:ext cx="92486" cy="212651"/>
          </a:xfrm>
          <a:prstGeom prst="rect">
            <a:avLst/>
          </a:prstGeom>
          <a:solidFill>
            <a:srgbClr val="F7DEF4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887387" y="4776674"/>
            <a:ext cx="10922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008219" y="4771358"/>
            <a:ext cx="792733" cy="239232"/>
          </a:xfrm>
          <a:prstGeom prst="rect">
            <a:avLst/>
          </a:prstGeom>
          <a:solidFill>
            <a:srgbClr val="FFFFFF"/>
          </a:solidFill>
          <a:ln w="9525">
            <a:solidFill>
              <a:srgbClr val="AAAAA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021431" y="4784649"/>
            <a:ext cx="118910" cy="212651"/>
          </a:xfrm>
          <a:prstGeom prst="rect">
            <a:avLst/>
          </a:prstGeom>
          <a:solidFill>
            <a:srgbClr val="FAFDC3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179978" y="4784649"/>
            <a:ext cx="118910" cy="212651"/>
          </a:xfrm>
          <a:prstGeom prst="rect">
            <a:avLst/>
          </a:prstGeom>
          <a:solidFill>
            <a:srgbClr val="F0FFDE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325312" y="4784649"/>
            <a:ext cx="145334" cy="212651"/>
          </a:xfrm>
          <a:prstGeom prst="rect">
            <a:avLst/>
          </a:prstGeom>
          <a:solidFill>
            <a:srgbClr val="FFCCCC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10284" y="4784649"/>
            <a:ext cx="105698" cy="212651"/>
          </a:xfrm>
          <a:prstGeom prst="rect">
            <a:avLst/>
          </a:prstGeom>
          <a:solidFill>
            <a:srgbClr val="E9E5F5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668830" y="4784649"/>
            <a:ext cx="92486" cy="212651"/>
          </a:xfrm>
          <a:prstGeom prst="rect">
            <a:avLst/>
          </a:prstGeom>
          <a:solidFill>
            <a:srgbClr val="F7DEF4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851880" y="4776674"/>
            <a:ext cx="10922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972711" y="4771358"/>
            <a:ext cx="792733" cy="239232"/>
          </a:xfrm>
          <a:prstGeom prst="rect">
            <a:avLst/>
          </a:prstGeom>
          <a:solidFill>
            <a:srgbClr val="FFFFFF"/>
          </a:solidFill>
          <a:ln w="9525">
            <a:solidFill>
              <a:srgbClr val="AAAAA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985924" y="4784649"/>
            <a:ext cx="118910" cy="212651"/>
          </a:xfrm>
          <a:prstGeom prst="rect">
            <a:avLst/>
          </a:prstGeom>
          <a:solidFill>
            <a:srgbClr val="FAFDC3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144470" y="4784649"/>
            <a:ext cx="118910" cy="212651"/>
          </a:xfrm>
          <a:prstGeom prst="rect">
            <a:avLst/>
          </a:prstGeom>
          <a:solidFill>
            <a:srgbClr val="F0FFDE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289805" y="4784649"/>
            <a:ext cx="145334" cy="212651"/>
          </a:xfrm>
          <a:prstGeom prst="rect">
            <a:avLst/>
          </a:prstGeom>
          <a:solidFill>
            <a:srgbClr val="FFCCCC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74776" y="4784649"/>
            <a:ext cx="105698" cy="212651"/>
          </a:xfrm>
          <a:prstGeom prst="rect">
            <a:avLst/>
          </a:prstGeom>
          <a:solidFill>
            <a:srgbClr val="E9E5F5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633323" y="4784649"/>
            <a:ext cx="92486" cy="212651"/>
          </a:xfrm>
          <a:prstGeom prst="rect">
            <a:avLst/>
          </a:prstGeom>
          <a:solidFill>
            <a:srgbClr val="F7DEF4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16372" y="4776674"/>
            <a:ext cx="10922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5937204" y="4771358"/>
            <a:ext cx="792733" cy="239232"/>
          </a:xfrm>
          <a:prstGeom prst="rect">
            <a:avLst/>
          </a:prstGeom>
          <a:solidFill>
            <a:srgbClr val="FFFFFF"/>
          </a:solidFill>
          <a:ln w="9525">
            <a:solidFill>
              <a:srgbClr val="AAAAAA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950416" y="4784649"/>
            <a:ext cx="118910" cy="212651"/>
          </a:xfrm>
          <a:prstGeom prst="rect">
            <a:avLst/>
          </a:prstGeom>
          <a:solidFill>
            <a:srgbClr val="FAFDC3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108963" y="4784649"/>
            <a:ext cx="118910" cy="212651"/>
          </a:xfrm>
          <a:prstGeom prst="rect">
            <a:avLst/>
          </a:prstGeom>
          <a:solidFill>
            <a:srgbClr val="F0FFDE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254297" y="4784649"/>
            <a:ext cx="145334" cy="212651"/>
          </a:xfrm>
          <a:prstGeom prst="rect">
            <a:avLst/>
          </a:prstGeom>
          <a:solidFill>
            <a:srgbClr val="FFCCCC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439268" y="4784649"/>
            <a:ext cx="105698" cy="212651"/>
          </a:xfrm>
          <a:prstGeom prst="rect">
            <a:avLst/>
          </a:prstGeom>
          <a:solidFill>
            <a:srgbClr val="E9E5F5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597815" y="4784649"/>
            <a:ext cx="92486" cy="212651"/>
          </a:xfrm>
          <a:prstGeom prst="rect">
            <a:avLst/>
          </a:prstGeom>
          <a:solidFill>
            <a:srgbClr val="F7DEF4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780864" y="4776674"/>
            <a:ext cx="10922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6901696" y="4771358"/>
            <a:ext cx="792733" cy="239232"/>
          </a:xfrm>
          <a:prstGeom prst="rect">
            <a:avLst/>
          </a:prstGeom>
          <a:solidFill>
            <a:srgbClr val="FFFFFF"/>
          </a:solidFill>
          <a:ln w="9525">
            <a:solidFill>
              <a:srgbClr val="AAAAAA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914908" y="4784649"/>
            <a:ext cx="118910" cy="212651"/>
          </a:xfrm>
          <a:prstGeom prst="rect">
            <a:avLst/>
          </a:prstGeom>
          <a:solidFill>
            <a:srgbClr val="FAFDC3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073455" y="4784649"/>
            <a:ext cx="118910" cy="212651"/>
          </a:xfrm>
          <a:prstGeom prst="rect">
            <a:avLst/>
          </a:prstGeom>
          <a:solidFill>
            <a:srgbClr val="F0FFDE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218790" y="4784649"/>
            <a:ext cx="145334" cy="212651"/>
          </a:xfrm>
          <a:prstGeom prst="rect">
            <a:avLst/>
          </a:prstGeom>
          <a:solidFill>
            <a:srgbClr val="FFCCCC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403761" y="4784649"/>
            <a:ext cx="105698" cy="212651"/>
          </a:xfrm>
          <a:prstGeom prst="rect">
            <a:avLst/>
          </a:prstGeom>
          <a:solidFill>
            <a:srgbClr val="E9E5F5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562307" y="4784649"/>
            <a:ext cx="92486" cy="212651"/>
          </a:xfrm>
          <a:prstGeom prst="rect">
            <a:avLst/>
          </a:prstGeom>
          <a:solidFill>
            <a:srgbClr val="F7DEF4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745357" y="4776674"/>
            <a:ext cx="10922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9412019" y="4771358"/>
            <a:ext cx="792733" cy="239232"/>
          </a:xfrm>
          <a:prstGeom prst="rect">
            <a:avLst/>
          </a:prstGeom>
          <a:solidFill>
            <a:srgbClr val="FFFFFF"/>
          </a:solidFill>
          <a:ln w="9525">
            <a:solidFill>
              <a:srgbClr val="AAAAAA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9425231" y="4784649"/>
            <a:ext cx="118910" cy="212651"/>
          </a:xfrm>
          <a:prstGeom prst="rect">
            <a:avLst/>
          </a:prstGeom>
          <a:solidFill>
            <a:srgbClr val="FAFDC3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9583778" y="4784649"/>
            <a:ext cx="118910" cy="212651"/>
          </a:xfrm>
          <a:prstGeom prst="rect">
            <a:avLst/>
          </a:prstGeom>
          <a:solidFill>
            <a:srgbClr val="F0FFDE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9729112" y="4784649"/>
            <a:ext cx="145334" cy="212651"/>
          </a:xfrm>
          <a:prstGeom prst="rect">
            <a:avLst/>
          </a:prstGeom>
          <a:solidFill>
            <a:srgbClr val="FFCCCC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9914084" y="4784649"/>
            <a:ext cx="105698" cy="212651"/>
          </a:xfrm>
          <a:prstGeom prst="rect">
            <a:avLst/>
          </a:prstGeom>
          <a:solidFill>
            <a:srgbClr val="E9E5F5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10072630" y="4784649"/>
            <a:ext cx="92486" cy="212651"/>
          </a:xfrm>
          <a:prstGeom prst="rect">
            <a:avLst/>
          </a:prstGeom>
          <a:solidFill>
            <a:srgbClr val="F7DEF4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9255680" y="4776674"/>
            <a:ext cx="10922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N-2</a:t>
            </a:r>
            <a:endParaRPr lang="en-US" sz="1200" dirty="0"/>
          </a:p>
        </p:txBody>
      </p:sp>
      <p:sp>
        <p:nvSpPr>
          <p:cNvPr id="66" name="Shape 64"/>
          <p:cNvSpPr/>
          <p:nvPr/>
        </p:nvSpPr>
        <p:spPr>
          <a:xfrm>
            <a:off x="10363299" y="4771358"/>
            <a:ext cx="792733" cy="239232"/>
          </a:xfrm>
          <a:prstGeom prst="rect">
            <a:avLst/>
          </a:prstGeom>
          <a:solidFill>
            <a:srgbClr val="FFFFFF"/>
          </a:solidFill>
          <a:ln w="9525">
            <a:solidFill>
              <a:srgbClr val="AAAAAA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0376511" y="4784649"/>
            <a:ext cx="118910" cy="212651"/>
          </a:xfrm>
          <a:prstGeom prst="rect">
            <a:avLst/>
          </a:prstGeom>
          <a:solidFill>
            <a:srgbClr val="FAFDC3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0535058" y="4784649"/>
            <a:ext cx="118910" cy="212651"/>
          </a:xfrm>
          <a:prstGeom prst="rect">
            <a:avLst/>
          </a:prstGeom>
          <a:solidFill>
            <a:srgbClr val="F0FFDE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10680393" y="4784649"/>
            <a:ext cx="145334" cy="212651"/>
          </a:xfrm>
          <a:prstGeom prst="rect">
            <a:avLst/>
          </a:prstGeom>
          <a:solidFill>
            <a:srgbClr val="FFCCCC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0865364" y="4784649"/>
            <a:ext cx="105698" cy="212651"/>
          </a:xfrm>
          <a:prstGeom prst="rect">
            <a:avLst/>
          </a:prstGeom>
          <a:solidFill>
            <a:srgbClr val="E9E5F5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1023910" y="4784649"/>
            <a:ext cx="92486" cy="212651"/>
          </a:xfrm>
          <a:prstGeom prst="rect">
            <a:avLst/>
          </a:prstGeom>
          <a:solidFill>
            <a:srgbClr val="F7DEF4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10206960" y="4776674"/>
            <a:ext cx="10922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N-1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2079234" y="6140299"/>
            <a:ext cx="792733" cy="239232"/>
          </a:xfrm>
          <a:prstGeom prst="rect">
            <a:avLst/>
          </a:prstGeom>
          <a:solidFill>
            <a:srgbClr val="FFFFFF"/>
          </a:solidFill>
          <a:ln w="9525">
            <a:solidFill>
              <a:srgbClr val="AAAAAA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2092446" y="6153590"/>
            <a:ext cx="118910" cy="212651"/>
          </a:xfrm>
          <a:prstGeom prst="rect">
            <a:avLst/>
          </a:prstGeom>
          <a:solidFill>
            <a:srgbClr val="FAFDC3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2250993" y="6153590"/>
            <a:ext cx="118910" cy="212651"/>
          </a:xfrm>
          <a:prstGeom prst="rect">
            <a:avLst/>
          </a:prstGeom>
          <a:solidFill>
            <a:srgbClr val="F0FFDE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396328" y="6153590"/>
            <a:ext cx="145334" cy="212651"/>
          </a:xfrm>
          <a:prstGeom prst="rect">
            <a:avLst/>
          </a:prstGeom>
          <a:solidFill>
            <a:srgbClr val="FFCCCC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2581299" y="6153590"/>
            <a:ext cx="105698" cy="212651"/>
          </a:xfrm>
          <a:prstGeom prst="rect">
            <a:avLst/>
          </a:prstGeom>
          <a:solidFill>
            <a:srgbClr val="E9E5F5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739845" y="6153590"/>
            <a:ext cx="92486" cy="212651"/>
          </a:xfrm>
          <a:prstGeom prst="rect">
            <a:avLst/>
          </a:prstGeom>
          <a:solidFill>
            <a:srgbClr val="F7DEF4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1922895" y="6145616"/>
            <a:ext cx="10922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200" dirty="0"/>
          </a:p>
        </p:txBody>
      </p:sp>
      <p:sp>
        <p:nvSpPr>
          <p:cNvPr id="80" name="Shape 78"/>
          <p:cNvSpPr/>
          <p:nvPr/>
        </p:nvSpPr>
        <p:spPr>
          <a:xfrm>
            <a:off x="3043727" y="6140299"/>
            <a:ext cx="792733" cy="239232"/>
          </a:xfrm>
          <a:prstGeom prst="rect">
            <a:avLst/>
          </a:prstGeom>
          <a:solidFill>
            <a:srgbClr val="FFFFFF"/>
          </a:solidFill>
          <a:ln w="9525">
            <a:solidFill>
              <a:srgbClr val="AAAAAA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3056939" y="6153590"/>
            <a:ext cx="118910" cy="212651"/>
          </a:xfrm>
          <a:prstGeom prst="rect">
            <a:avLst/>
          </a:prstGeom>
          <a:solidFill>
            <a:srgbClr val="FAFDC3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3215486" y="6153590"/>
            <a:ext cx="118910" cy="212651"/>
          </a:xfrm>
          <a:prstGeom prst="rect">
            <a:avLst/>
          </a:prstGeom>
          <a:solidFill>
            <a:srgbClr val="F0FFDE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3360820" y="6153590"/>
            <a:ext cx="145334" cy="212651"/>
          </a:xfrm>
          <a:prstGeom prst="rect">
            <a:avLst/>
          </a:prstGeom>
          <a:solidFill>
            <a:srgbClr val="FFCCCC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3545791" y="6153590"/>
            <a:ext cx="105698" cy="212651"/>
          </a:xfrm>
          <a:prstGeom prst="rect">
            <a:avLst/>
          </a:prstGeom>
          <a:solidFill>
            <a:srgbClr val="E9E5F5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3704338" y="6153590"/>
            <a:ext cx="92486" cy="212651"/>
          </a:xfrm>
          <a:prstGeom prst="rect">
            <a:avLst/>
          </a:prstGeom>
          <a:solidFill>
            <a:srgbClr val="F7DEF4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2887387" y="6145616"/>
            <a:ext cx="10922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4008219" y="6140299"/>
            <a:ext cx="792733" cy="239232"/>
          </a:xfrm>
          <a:prstGeom prst="rect">
            <a:avLst/>
          </a:prstGeom>
          <a:solidFill>
            <a:srgbClr val="FFFFFF"/>
          </a:solidFill>
          <a:ln w="9525">
            <a:solidFill>
              <a:srgbClr val="AAAAAA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4021431" y="6153590"/>
            <a:ext cx="118910" cy="212651"/>
          </a:xfrm>
          <a:prstGeom prst="rect">
            <a:avLst/>
          </a:prstGeom>
          <a:solidFill>
            <a:srgbClr val="FAFDC3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4179978" y="6153590"/>
            <a:ext cx="118910" cy="212651"/>
          </a:xfrm>
          <a:prstGeom prst="rect">
            <a:avLst/>
          </a:prstGeom>
          <a:solidFill>
            <a:srgbClr val="F0FFDE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4325312" y="6153590"/>
            <a:ext cx="145334" cy="212651"/>
          </a:xfrm>
          <a:prstGeom prst="rect">
            <a:avLst/>
          </a:prstGeom>
          <a:solidFill>
            <a:srgbClr val="FFCCCC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4510284" y="6153590"/>
            <a:ext cx="105698" cy="212651"/>
          </a:xfrm>
          <a:prstGeom prst="rect">
            <a:avLst/>
          </a:prstGeom>
          <a:solidFill>
            <a:srgbClr val="E9E5F5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4668830" y="6153590"/>
            <a:ext cx="92486" cy="212651"/>
          </a:xfrm>
          <a:prstGeom prst="rect">
            <a:avLst/>
          </a:prstGeom>
          <a:solidFill>
            <a:srgbClr val="F7DEF4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3851880" y="6145616"/>
            <a:ext cx="10922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94" name="Shape 92"/>
          <p:cNvSpPr/>
          <p:nvPr/>
        </p:nvSpPr>
        <p:spPr>
          <a:xfrm>
            <a:off x="4972711" y="6140299"/>
            <a:ext cx="792733" cy="239232"/>
          </a:xfrm>
          <a:prstGeom prst="rect">
            <a:avLst/>
          </a:prstGeom>
          <a:solidFill>
            <a:srgbClr val="FFFFFF"/>
          </a:solidFill>
          <a:ln w="9525">
            <a:solidFill>
              <a:srgbClr val="AAAAAA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4985924" y="6153590"/>
            <a:ext cx="118910" cy="212651"/>
          </a:xfrm>
          <a:prstGeom prst="rect">
            <a:avLst/>
          </a:prstGeom>
          <a:solidFill>
            <a:srgbClr val="FAFDC3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5144470" y="6153590"/>
            <a:ext cx="118910" cy="212651"/>
          </a:xfrm>
          <a:prstGeom prst="rect">
            <a:avLst/>
          </a:prstGeom>
          <a:solidFill>
            <a:srgbClr val="F0FFDE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5289805" y="6153590"/>
            <a:ext cx="145334" cy="212651"/>
          </a:xfrm>
          <a:prstGeom prst="rect">
            <a:avLst/>
          </a:prstGeom>
          <a:solidFill>
            <a:srgbClr val="FFCCCC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5474776" y="6153590"/>
            <a:ext cx="105698" cy="212651"/>
          </a:xfrm>
          <a:prstGeom prst="rect">
            <a:avLst/>
          </a:prstGeom>
          <a:solidFill>
            <a:srgbClr val="E9E5F5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5633323" y="6153590"/>
            <a:ext cx="92486" cy="212651"/>
          </a:xfrm>
          <a:prstGeom prst="rect">
            <a:avLst/>
          </a:prstGeom>
          <a:solidFill>
            <a:srgbClr val="F7DEF4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4816372" y="6145616"/>
            <a:ext cx="10922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5937204" y="6140299"/>
            <a:ext cx="792733" cy="239232"/>
          </a:xfrm>
          <a:prstGeom prst="rect">
            <a:avLst/>
          </a:prstGeom>
          <a:solidFill>
            <a:srgbClr val="FFFFFF"/>
          </a:solidFill>
          <a:ln w="9525">
            <a:solidFill>
              <a:srgbClr val="AAAAAA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5950416" y="6153590"/>
            <a:ext cx="118910" cy="212651"/>
          </a:xfrm>
          <a:prstGeom prst="rect">
            <a:avLst/>
          </a:prstGeom>
          <a:solidFill>
            <a:srgbClr val="FAFDC3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6108963" y="6153590"/>
            <a:ext cx="118910" cy="212651"/>
          </a:xfrm>
          <a:prstGeom prst="rect">
            <a:avLst/>
          </a:prstGeom>
          <a:solidFill>
            <a:srgbClr val="F0FFDE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6254297" y="6153590"/>
            <a:ext cx="145334" cy="212651"/>
          </a:xfrm>
          <a:prstGeom prst="rect">
            <a:avLst/>
          </a:prstGeom>
          <a:solidFill>
            <a:srgbClr val="FFCCCC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6439268" y="6153590"/>
            <a:ext cx="105698" cy="212651"/>
          </a:xfrm>
          <a:prstGeom prst="rect">
            <a:avLst/>
          </a:prstGeom>
          <a:solidFill>
            <a:srgbClr val="E9E5F5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6597815" y="6153590"/>
            <a:ext cx="92486" cy="212651"/>
          </a:xfrm>
          <a:prstGeom prst="rect">
            <a:avLst/>
          </a:prstGeom>
          <a:solidFill>
            <a:srgbClr val="F7DEF4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780864" y="6145616"/>
            <a:ext cx="10922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08" name="Shape 106"/>
          <p:cNvSpPr/>
          <p:nvPr/>
        </p:nvSpPr>
        <p:spPr>
          <a:xfrm>
            <a:off x="6901696" y="6140299"/>
            <a:ext cx="792733" cy="239232"/>
          </a:xfrm>
          <a:prstGeom prst="rect">
            <a:avLst/>
          </a:prstGeom>
          <a:solidFill>
            <a:srgbClr val="FFFFFF"/>
          </a:solidFill>
          <a:ln w="9525">
            <a:solidFill>
              <a:srgbClr val="AAAAAA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6914908" y="6153590"/>
            <a:ext cx="118910" cy="212651"/>
          </a:xfrm>
          <a:prstGeom prst="rect">
            <a:avLst/>
          </a:prstGeom>
          <a:solidFill>
            <a:srgbClr val="FAFDC3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7073455" y="6153590"/>
            <a:ext cx="118910" cy="212651"/>
          </a:xfrm>
          <a:prstGeom prst="rect">
            <a:avLst/>
          </a:prstGeom>
          <a:solidFill>
            <a:srgbClr val="F0FFDE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7218790" y="6153590"/>
            <a:ext cx="145334" cy="212651"/>
          </a:xfrm>
          <a:prstGeom prst="rect">
            <a:avLst/>
          </a:prstGeom>
          <a:solidFill>
            <a:srgbClr val="FFCCCC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7403761" y="6153590"/>
            <a:ext cx="105698" cy="212651"/>
          </a:xfrm>
          <a:prstGeom prst="rect">
            <a:avLst/>
          </a:prstGeom>
          <a:solidFill>
            <a:srgbClr val="E9E5F5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7562307" y="6153590"/>
            <a:ext cx="92486" cy="212651"/>
          </a:xfrm>
          <a:prstGeom prst="rect">
            <a:avLst/>
          </a:prstGeom>
          <a:solidFill>
            <a:srgbClr val="F7DEF4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6745357" y="6145616"/>
            <a:ext cx="10922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15" name="Shape 113"/>
          <p:cNvSpPr/>
          <p:nvPr/>
        </p:nvSpPr>
        <p:spPr>
          <a:xfrm>
            <a:off x="9412019" y="6140299"/>
            <a:ext cx="792733" cy="239232"/>
          </a:xfrm>
          <a:prstGeom prst="rect">
            <a:avLst/>
          </a:prstGeom>
          <a:solidFill>
            <a:srgbClr val="FFFFFF"/>
          </a:solidFill>
          <a:ln w="9525">
            <a:solidFill>
              <a:srgbClr val="AAAAAA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9425231" y="6153590"/>
            <a:ext cx="118910" cy="212651"/>
          </a:xfrm>
          <a:prstGeom prst="rect">
            <a:avLst/>
          </a:prstGeom>
          <a:solidFill>
            <a:srgbClr val="FAFDC3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9583778" y="6153590"/>
            <a:ext cx="118910" cy="212651"/>
          </a:xfrm>
          <a:prstGeom prst="rect">
            <a:avLst/>
          </a:prstGeom>
          <a:solidFill>
            <a:srgbClr val="F0FFDE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9729112" y="6153590"/>
            <a:ext cx="145334" cy="212651"/>
          </a:xfrm>
          <a:prstGeom prst="rect">
            <a:avLst/>
          </a:prstGeom>
          <a:solidFill>
            <a:srgbClr val="FFCCCC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9914084" y="6153590"/>
            <a:ext cx="105698" cy="212651"/>
          </a:xfrm>
          <a:prstGeom prst="rect">
            <a:avLst/>
          </a:prstGeom>
          <a:solidFill>
            <a:srgbClr val="E9E5F5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10072630" y="6153590"/>
            <a:ext cx="92486" cy="212651"/>
          </a:xfrm>
          <a:prstGeom prst="rect">
            <a:avLst/>
          </a:prstGeom>
          <a:solidFill>
            <a:srgbClr val="F7DEF4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9255680" y="6145616"/>
            <a:ext cx="10922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N-2</a:t>
            </a:r>
            <a:endParaRPr lang="en-US" sz="1200" dirty="0"/>
          </a:p>
        </p:txBody>
      </p:sp>
      <p:sp>
        <p:nvSpPr>
          <p:cNvPr id="122" name="Shape 120"/>
          <p:cNvSpPr/>
          <p:nvPr/>
        </p:nvSpPr>
        <p:spPr>
          <a:xfrm>
            <a:off x="10363299" y="6140299"/>
            <a:ext cx="792733" cy="239232"/>
          </a:xfrm>
          <a:prstGeom prst="rect">
            <a:avLst/>
          </a:prstGeom>
          <a:solidFill>
            <a:srgbClr val="FFFFFF"/>
          </a:solidFill>
          <a:ln w="9525">
            <a:solidFill>
              <a:srgbClr val="AAAAAA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10376511" y="6153590"/>
            <a:ext cx="118910" cy="212651"/>
          </a:xfrm>
          <a:prstGeom prst="rect">
            <a:avLst/>
          </a:prstGeom>
          <a:solidFill>
            <a:srgbClr val="FAFDC3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10535058" y="6153590"/>
            <a:ext cx="118910" cy="212651"/>
          </a:xfrm>
          <a:prstGeom prst="rect">
            <a:avLst/>
          </a:prstGeom>
          <a:solidFill>
            <a:srgbClr val="F0FFDE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10680393" y="6153590"/>
            <a:ext cx="145334" cy="212651"/>
          </a:xfrm>
          <a:prstGeom prst="rect">
            <a:avLst/>
          </a:prstGeom>
          <a:solidFill>
            <a:srgbClr val="FFCCCC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10865364" y="6153590"/>
            <a:ext cx="105698" cy="212651"/>
          </a:xfrm>
          <a:prstGeom prst="rect">
            <a:avLst/>
          </a:prstGeom>
          <a:solidFill>
            <a:srgbClr val="E9E5F5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11023910" y="6153590"/>
            <a:ext cx="92486" cy="212651"/>
          </a:xfrm>
          <a:prstGeom prst="rect">
            <a:avLst/>
          </a:prstGeom>
          <a:solidFill>
            <a:srgbClr val="F7DEF4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10206960" y="6145616"/>
            <a:ext cx="10922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buNone/>
            </a:pPr>
            <a:r>
              <a:rPr lang="en-US" sz="8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N-1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013316" y="4846524"/>
            <a:ext cx="88900" cy="88900"/>
          </a:xfrm>
          <a:prstGeom prst="ellipse">
            <a:avLst/>
          </a:prstGeom>
          <a:solidFill>
            <a:srgbClr val="2222CC"/>
          </a:solidFill>
          <a:ln w="3175">
            <a:solidFill>
              <a:srgbClr val="2222CC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8016491" y="6211995"/>
            <a:ext cx="82550" cy="82550"/>
          </a:xfrm>
          <a:prstGeom prst="ellipse">
            <a:avLst/>
          </a:prstGeom>
          <a:solidFill>
            <a:srgbClr val="22CC22"/>
          </a:solidFill>
          <a:ln w="3175">
            <a:solidFill>
              <a:srgbClr val="22CC22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8257742" y="4846524"/>
            <a:ext cx="88900" cy="88900"/>
          </a:xfrm>
          <a:prstGeom prst="ellipse">
            <a:avLst/>
          </a:prstGeom>
          <a:solidFill>
            <a:srgbClr val="2222CC"/>
          </a:solidFill>
          <a:ln w="3175">
            <a:solidFill>
              <a:srgbClr val="2222CC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260917" y="6211995"/>
            <a:ext cx="82550" cy="82550"/>
          </a:xfrm>
          <a:prstGeom prst="ellipse">
            <a:avLst/>
          </a:prstGeom>
          <a:solidFill>
            <a:srgbClr val="22CC22"/>
          </a:solidFill>
          <a:ln w="3175">
            <a:solidFill>
              <a:srgbClr val="22CC22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495562" y="4846524"/>
            <a:ext cx="88900" cy="88900"/>
          </a:xfrm>
          <a:prstGeom prst="ellipse">
            <a:avLst/>
          </a:prstGeom>
          <a:solidFill>
            <a:srgbClr val="2222CC"/>
          </a:solidFill>
          <a:ln w="3175">
            <a:solidFill>
              <a:srgbClr val="2222CC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498737" y="6211995"/>
            <a:ext cx="82550" cy="82550"/>
          </a:xfrm>
          <a:prstGeom prst="ellipse">
            <a:avLst/>
          </a:prstGeom>
          <a:solidFill>
            <a:srgbClr val="22CC22"/>
          </a:solidFill>
          <a:ln w="3175">
            <a:solidFill>
              <a:srgbClr val="22CC22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733382" y="4846524"/>
            <a:ext cx="88900" cy="88900"/>
          </a:xfrm>
          <a:prstGeom prst="ellipse">
            <a:avLst/>
          </a:prstGeom>
          <a:solidFill>
            <a:srgbClr val="2222CC"/>
          </a:solidFill>
          <a:ln w="3175">
            <a:solidFill>
              <a:srgbClr val="2222CC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8736557" y="6211995"/>
            <a:ext cx="82550" cy="82550"/>
          </a:xfrm>
          <a:prstGeom prst="ellipse">
            <a:avLst/>
          </a:prstGeom>
          <a:solidFill>
            <a:srgbClr val="22CC22"/>
          </a:solidFill>
          <a:ln w="3175">
            <a:solidFill>
              <a:srgbClr val="22CC22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8931566" y="4846524"/>
            <a:ext cx="88900" cy="88900"/>
          </a:xfrm>
          <a:prstGeom prst="ellipse">
            <a:avLst/>
          </a:prstGeom>
          <a:solidFill>
            <a:srgbClr val="2222CC"/>
          </a:solidFill>
          <a:ln w="3175">
            <a:solidFill>
              <a:srgbClr val="2222CC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8934741" y="6211995"/>
            <a:ext cx="82550" cy="82550"/>
          </a:xfrm>
          <a:prstGeom prst="ellipse">
            <a:avLst/>
          </a:prstGeom>
          <a:solidFill>
            <a:srgbClr val="22CC22"/>
          </a:solidFill>
          <a:ln w="3175">
            <a:solidFill>
              <a:srgbClr val="22CC22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1933900" y="5236532"/>
            <a:ext cx="9499590" cy="664535"/>
          </a:xfrm>
          <a:prstGeom prst="rect">
            <a:avLst/>
          </a:prstGeom>
          <a:solidFill>
            <a:srgbClr val="1A0EAE"/>
          </a:solidFill>
          <a:ln/>
        </p:spPr>
      </p:sp>
      <p:sp>
        <p:nvSpPr>
          <p:cNvPr id="140" name="Text 138"/>
          <p:cNvSpPr/>
          <p:nvPr/>
        </p:nvSpPr>
        <p:spPr>
          <a:xfrm>
            <a:off x="1933900" y="5236532"/>
            <a:ext cx="9499590" cy="6645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 Head Self Attention Block</a:t>
            </a:r>
            <a:endParaRPr lang="en-US" sz="1750" dirty="0"/>
          </a:p>
        </p:txBody>
      </p:sp>
      <p:sp>
        <p:nvSpPr>
          <p:cNvPr id="141" name="Shape 139"/>
          <p:cNvSpPr/>
          <p:nvPr/>
        </p:nvSpPr>
        <p:spPr>
          <a:xfrm>
            <a:off x="2350085" y="5023881"/>
            <a:ext cx="237820" cy="225942"/>
          </a:xfrm>
          <a:custGeom>
            <a:avLst/>
            <a:gdLst/>
            <a:ahLst/>
            <a:cxnLst/>
            <a:rect l="l" t="t" r="r" b="b"/>
            <a:pathLst>
              <a:path w="237820" h="225942">
                <a:moveTo>
                  <a:pt x="118910" y="0"/>
                </a:moveTo>
                <a:lnTo>
                  <a:pt x="237820" y="79744"/>
                </a:lnTo>
                <a:lnTo>
                  <a:pt x="171759" y="79744"/>
                </a:lnTo>
                <a:lnTo>
                  <a:pt x="171759" y="225942"/>
                </a:lnTo>
                <a:lnTo>
                  <a:pt x="66061" y="225942"/>
                </a:lnTo>
                <a:lnTo>
                  <a:pt x="66061" y="79744"/>
                </a:lnTo>
                <a:lnTo>
                  <a:pt x="0" y="79744"/>
                </a:lnTo>
                <a:lnTo>
                  <a:pt x="118910" y="0"/>
                </a:lnTo>
              </a:path>
            </a:pathLst>
          </a:custGeom>
          <a:solidFill>
            <a:srgbClr val="BCB8F4"/>
          </a:solidFill>
          <a:ln w="12700">
            <a:solidFill>
              <a:srgbClr val="2121A5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2350085" y="5914358"/>
            <a:ext cx="237820" cy="212651"/>
          </a:xfrm>
          <a:custGeom>
            <a:avLst/>
            <a:gdLst/>
            <a:ahLst/>
            <a:cxnLst/>
            <a:rect l="l" t="t" r="r" b="b"/>
            <a:pathLst>
              <a:path w="237820" h="212651">
                <a:moveTo>
                  <a:pt x="118910" y="0"/>
                </a:moveTo>
                <a:lnTo>
                  <a:pt x="237820" y="79744"/>
                </a:lnTo>
                <a:lnTo>
                  <a:pt x="171759" y="79744"/>
                </a:lnTo>
                <a:lnTo>
                  <a:pt x="171759" y="212651"/>
                </a:lnTo>
                <a:lnTo>
                  <a:pt x="66061" y="212651"/>
                </a:lnTo>
                <a:lnTo>
                  <a:pt x="66061" y="79744"/>
                </a:lnTo>
                <a:lnTo>
                  <a:pt x="0" y="79744"/>
                </a:lnTo>
                <a:lnTo>
                  <a:pt x="118910" y="0"/>
                </a:lnTo>
              </a:path>
            </a:pathLst>
          </a:custGeom>
          <a:solidFill>
            <a:srgbClr val="BCB8F4"/>
          </a:solidFill>
          <a:ln w="12700">
            <a:solidFill>
              <a:srgbClr val="2121A5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3314577" y="5023881"/>
            <a:ext cx="237820" cy="225942"/>
          </a:xfrm>
          <a:custGeom>
            <a:avLst/>
            <a:gdLst/>
            <a:ahLst/>
            <a:cxnLst/>
            <a:rect l="l" t="t" r="r" b="b"/>
            <a:pathLst>
              <a:path w="237820" h="225942">
                <a:moveTo>
                  <a:pt x="118910" y="0"/>
                </a:moveTo>
                <a:lnTo>
                  <a:pt x="237820" y="79744"/>
                </a:lnTo>
                <a:lnTo>
                  <a:pt x="171759" y="79744"/>
                </a:lnTo>
                <a:lnTo>
                  <a:pt x="171759" y="225942"/>
                </a:lnTo>
                <a:lnTo>
                  <a:pt x="66061" y="225942"/>
                </a:lnTo>
                <a:lnTo>
                  <a:pt x="66061" y="79744"/>
                </a:lnTo>
                <a:lnTo>
                  <a:pt x="0" y="79744"/>
                </a:lnTo>
                <a:lnTo>
                  <a:pt x="118910" y="0"/>
                </a:lnTo>
              </a:path>
            </a:pathLst>
          </a:custGeom>
          <a:solidFill>
            <a:srgbClr val="BCB8F4"/>
          </a:solidFill>
          <a:ln w="12700">
            <a:solidFill>
              <a:srgbClr val="2121A5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3314577" y="5914358"/>
            <a:ext cx="237820" cy="212651"/>
          </a:xfrm>
          <a:custGeom>
            <a:avLst/>
            <a:gdLst/>
            <a:ahLst/>
            <a:cxnLst/>
            <a:rect l="l" t="t" r="r" b="b"/>
            <a:pathLst>
              <a:path w="237820" h="212651">
                <a:moveTo>
                  <a:pt x="118910" y="0"/>
                </a:moveTo>
                <a:lnTo>
                  <a:pt x="237820" y="79744"/>
                </a:lnTo>
                <a:lnTo>
                  <a:pt x="171759" y="79744"/>
                </a:lnTo>
                <a:lnTo>
                  <a:pt x="171759" y="212651"/>
                </a:lnTo>
                <a:lnTo>
                  <a:pt x="66061" y="212651"/>
                </a:lnTo>
                <a:lnTo>
                  <a:pt x="66061" y="79744"/>
                </a:lnTo>
                <a:lnTo>
                  <a:pt x="0" y="79744"/>
                </a:lnTo>
                <a:lnTo>
                  <a:pt x="118910" y="0"/>
                </a:lnTo>
              </a:path>
            </a:pathLst>
          </a:custGeom>
          <a:solidFill>
            <a:srgbClr val="BCB8F4"/>
          </a:solidFill>
          <a:ln w="12700">
            <a:solidFill>
              <a:srgbClr val="2121A5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4279070" y="5023881"/>
            <a:ext cx="237820" cy="225942"/>
          </a:xfrm>
          <a:custGeom>
            <a:avLst/>
            <a:gdLst/>
            <a:ahLst/>
            <a:cxnLst/>
            <a:rect l="l" t="t" r="r" b="b"/>
            <a:pathLst>
              <a:path w="237820" h="225942">
                <a:moveTo>
                  <a:pt x="118910" y="0"/>
                </a:moveTo>
                <a:lnTo>
                  <a:pt x="237820" y="79744"/>
                </a:lnTo>
                <a:lnTo>
                  <a:pt x="171759" y="79744"/>
                </a:lnTo>
                <a:lnTo>
                  <a:pt x="171759" y="225942"/>
                </a:lnTo>
                <a:lnTo>
                  <a:pt x="66061" y="225942"/>
                </a:lnTo>
                <a:lnTo>
                  <a:pt x="66061" y="79744"/>
                </a:lnTo>
                <a:lnTo>
                  <a:pt x="0" y="79744"/>
                </a:lnTo>
                <a:lnTo>
                  <a:pt x="118910" y="0"/>
                </a:lnTo>
              </a:path>
            </a:pathLst>
          </a:custGeom>
          <a:solidFill>
            <a:srgbClr val="BCB8F4"/>
          </a:solidFill>
          <a:ln w="12700">
            <a:solidFill>
              <a:srgbClr val="2121A5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4279070" y="5914358"/>
            <a:ext cx="237820" cy="212651"/>
          </a:xfrm>
          <a:custGeom>
            <a:avLst/>
            <a:gdLst/>
            <a:ahLst/>
            <a:cxnLst/>
            <a:rect l="l" t="t" r="r" b="b"/>
            <a:pathLst>
              <a:path w="237820" h="212651">
                <a:moveTo>
                  <a:pt x="118910" y="0"/>
                </a:moveTo>
                <a:lnTo>
                  <a:pt x="237820" y="79744"/>
                </a:lnTo>
                <a:lnTo>
                  <a:pt x="171759" y="79744"/>
                </a:lnTo>
                <a:lnTo>
                  <a:pt x="171759" y="212651"/>
                </a:lnTo>
                <a:lnTo>
                  <a:pt x="66061" y="212651"/>
                </a:lnTo>
                <a:lnTo>
                  <a:pt x="66061" y="79744"/>
                </a:lnTo>
                <a:lnTo>
                  <a:pt x="0" y="79744"/>
                </a:lnTo>
                <a:lnTo>
                  <a:pt x="118910" y="0"/>
                </a:lnTo>
              </a:path>
            </a:pathLst>
          </a:custGeom>
          <a:solidFill>
            <a:srgbClr val="BCB8F4"/>
          </a:solidFill>
          <a:ln w="12700">
            <a:solidFill>
              <a:srgbClr val="2121A5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5243562" y="5023881"/>
            <a:ext cx="237820" cy="225942"/>
          </a:xfrm>
          <a:custGeom>
            <a:avLst/>
            <a:gdLst/>
            <a:ahLst/>
            <a:cxnLst/>
            <a:rect l="l" t="t" r="r" b="b"/>
            <a:pathLst>
              <a:path w="237820" h="225942">
                <a:moveTo>
                  <a:pt x="118910" y="0"/>
                </a:moveTo>
                <a:lnTo>
                  <a:pt x="237820" y="79744"/>
                </a:lnTo>
                <a:lnTo>
                  <a:pt x="171759" y="79744"/>
                </a:lnTo>
                <a:lnTo>
                  <a:pt x="171759" y="225942"/>
                </a:lnTo>
                <a:lnTo>
                  <a:pt x="66061" y="225942"/>
                </a:lnTo>
                <a:lnTo>
                  <a:pt x="66061" y="79744"/>
                </a:lnTo>
                <a:lnTo>
                  <a:pt x="0" y="79744"/>
                </a:lnTo>
                <a:lnTo>
                  <a:pt x="118910" y="0"/>
                </a:lnTo>
              </a:path>
            </a:pathLst>
          </a:custGeom>
          <a:solidFill>
            <a:srgbClr val="BCB8F4"/>
          </a:solidFill>
          <a:ln w="12700">
            <a:solidFill>
              <a:srgbClr val="2121A5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5243562" y="5914358"/>
            <a:ext cx="237820" cy="212651"/>
          </a:xfrm>
          <a:custGeom>
            <a:avLst/>
            <a:gdLst/>
            <a:ahLst/>
            <a:cxnLst/>
            <a:rect l="l" t="t" r="r" b="b"/>
            <a:pathLst>
              <a:path w="237820" h="212651">
                <a:moveTo>
                  <a:pt x="118910" y="0"/>
                </a:moveTo>
                <a:lnTo>
                  <a:pt x="237820" y="79744"/>
                </a:lnTo>
                <a:lnTo>
                  <a:pt x="171759" y="79744"/>
                </a:lnTo>
                <a:lnTo>
                  <a:pt x="171759" y="212651"/>
                </a:lnTo>
                <a:lnTo>
                  <a:pt x="66061" y="212651"/>
                </a:lnTo>
                <a:lnTo>
                  <a:pt x="66061" y="79744"/>
                </a:lnTo>
                <a:lnTo>
                  <a:pt x="0" y="79744"/>
                </a:lnTo>
                <a:lnTo>
                  <a:pt x="118910" y="0"/>
                </a:lnTo>
              </a:path>
            </a:pathLst>
          </a:custGeom>
          <a:solidFill>
            <a:srgbClr val="BCB8F4"/>
          </a:solidFill>
          <a:ln w="12700">
            <a:solidFill>
              <a:srgbClr val="2121A5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6208054" y="5023881"/>
            <a:ext cx="237820" cy="225942"/>
          </a:xfrm>
          <a:custGeom>
            <a:avLst/>
            <a:gdLst/>
            <a:ahLst/>
            <a:cxnLst/>
            <a:rect l="l" t="t" r="r" b="b"/>
            <a:pathLst>
              <a:path w="237820" h="225942">
                <a:moveTo>
                  <a:pt x="118910" y="0"/>
                </a:moveTo>
                <a:lnTo>
                  <a:pt x="237820" y="79744"/>
                </a:lnTo>
                <a:lnTo>
                  <a:pt x="171759" y="79744"/>
                </a:lnTo>
                <a:lnTo>
                  <a:pt x="171759" y="225942"/>
                </a:lnTo>
                <a:lnTo>
                  <a:pt x="66061" y="225942"/>
                </a:lnTo>
                <a:lnTo>
                  <a:pt x="66061" y="79744"/>
                </a:lnTo>
                <a:lnTo>
                  <a:pt x="0" y="79744"/>
                </a:lnTo>
                <a:lnTo>
                  <a:pt x="118910" y="0"/>
                </a:lnTo>
              </a:path>
            </a:pathLst>
          </a:custGeom>
          <a:solidFill>
            <a:srgbClr val="BCB8F4"/>
          </a:solidFill>
          <a:ln w="12700">
            <a:solidFill>
              <a:srgbClr val="2121A5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208054" y="5914358"/>
            <a:ext cx="237820" cy="212651"/>
          </a:xfrm>
          <a:custGeom>
            <a:avLst/>
            <a:gdLst/>
            <a:ahLst/>
            <a:cxnLst/>
            <a:rect l="l" t="t" r="r" b="b"/>
            <a:pathLst>
              <a:path w="237820" h="212651">
                <a:moveTo>
                  <a:pt x="118910" y="0"/>
                </a:moveTo>
                <a:lnTo>
                  <a:pt x="237820" y="79744"/>
                </a:lnTo>
                <a:lnTo>
                  <a:pt x="171759" y="79744"/>
                </a:lnTo>
                <a:lnTo>
                  <a:pt x="171759" y="212651"/>
                </a:lnTo>
                <a:lnTo>
                  <a:pt x="66061" y="212651"/>
                </a:lnTo>
                <a:lnTo>
                  <a:pt x="66061" y="79744"/>
                </a:lnTo>
                <a:lnTo>
                  <a:pt x="0" y="79744"/>
                </a:lnTo>
                <a:lnTo>
                  <a:pt x="118910" y="0"/>
                </a:lnTo>
              </a:path>
            </a:pathLst>
          </a:custGeom>
          <a:solidFill>
            <a:srgbClr val="BCB8F4"/>
          </a:solidFill>
          <a:ln w="12700">
            <a:solidFill>
              <a:srgbClr val="2121A5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172547" y="5023881"/>
            <a:ext cx="237820" cy="225942"/>
          </a:xfrm>
          <a:custGeom>
            <a:avLst/>
            <a:gdLst/>
            <a:ahLst/>
            <a:cxnLst/>
            <a:rect l="l" t="t" r="r" b="b"/>
            <a:pathLst>
              <a:path w="237820" h="225942">
                <a:moveTo>
                  <a:pt x="118910" y="0"/>
                </a:moveTo>
                <a:lnTo>
                  <a:pt x="237820" y="79744"/>
                </a:lnTo>
                <a:lnTo>
                  <a:pt x="171759" y="79744"/>
                </a:lnTo>
                <a:lnTo>
                  <a:pt x="171759" y="225942"/>
                </a:lnTo>
                <a:lnTo>
                  <a:pt x="66061" y="225942"/>
                </a:lnTo>
                <a:lnTo>
                  <a:pt x="66061" y="79744"/>
                </a:lnTo>
                <a:lnTo>
                  <a:pt x="0" y="79744"/>
                </a:lnTo>
                <a:lnTo>
                  <a:pt x="118910" y="0"/>
                </a:lnTo>
              </a:path>
            </a:pathLst>
          </a:custGeom>
          <a:solidFill>
            <a:srgbClr val="BCB8F4"/>
          </a:solidFill>
          <a:ln w="12700">
            <a:solidFill>
              <a:srgbClr val="2121A5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172547" y="5914358"/>
            <a:ext cx="237820" cy="212651"/>
          </a:xfrm>
          <a:custGeom>
            <a:avLst/>
            <a:gdLst/>
            <a:ahLst/>
            <a:cxnLst/>
            <a:rect l="l" t="t" r="r" b="b"/>
            <a:pathLst>
              <a:path w="237820" h="212651">
                <a:moveTo>
                  <a:pt x="118910" y="0"/>
                </a:moveTo>
                <a:lnTo>
                  <a:pt x="237820" y="79744"/>
                </a:lnTo>
                <a:lnTo>
                  <a:pt x="171759" y="79744"/>
                </a:lnTo>
                <a:lnTo>
                  <a:pt x="171759" y="212651"/>
                </a:lnTo>
                <a:lnTo>
                  <a:pt x="66061" y="212651"/>
                </a:lnTo>
                <a:lnTo>
                  <a:pt x="66061" y="79744"/>
                </a:lnTo>
                <a:lnTo>
                  <a:pt x="0" y="79744"/>
                </a:lnTo>
                <a:lnTo>
                  <a:pt x="118910" y="0"/>
                </a:lnTo>
              </a:path>
            </a:pathLst>
          </a:custGeom>
          <a:solidFill>
            <a:srgbClr val="BCB8F4"/>
          </a:solidFill>
          <a:ln w="12700">
            <a:solidFill>
              <a:srgbClr val="2121A5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9682870" y="5023881"/>
            <a:ext cx="237820" cy="225942"/>
          </a:xfrm>
          <a:custGeom>
            <a:avLst/>
            <a:gdLst/>
            <a:ahLst/>
            <a:cxnLst/>
            <a:rect l="l" t="t" r="r" b="b"/>
            <a:pathLst>
              <a:path w="237820" h="225942">
                <a:moveTo>
                  <a:pt x="118910" y="0"/>
                </a:moveTo>
                <a:lnTo>
                  <a:pt x="237820" y="79744"/>
                </a:lnTo>
                <a:lnTo>
                  <a:pt x="171759" y="79744"/>
                </a:lnTo>
                <a:lnTo>
                  <a:pt x="171759" y="225942"/>
                </a:lnTo>
                <a:lnTo>
                  <a:pt x="66061" y="225942"/>
                </a:lnTo>
                <a:lnTo>
                  <a:pt x="66061" y="79744"/>
                </a:lnTo>
                <a:lnTo>
                  <a:pt x="0" y="79744"/>
                </a:lnTo>
                <a:lnTo>
                  <a:pt x="118910" y="0"/>
                </a:lnTo>
              </a:path>
            </a:pathLst>
          </a:custGeom>
          <a:solidFill>
            <a:srgbClr val="BCB8F4"/>
          </a:solidFill>
          <a:ln w="12700">
            <a:solidFill>
              <a:srgbClr val="2121A5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9682870" y="5914358"/>
            <a:ext cx="237820" cy="212651"/>
          </a:xfrm>
          <a:custGeom>
            <a:avLst/>
            <a:gdLst/>
            <a:ahLst/>
            <a:cxnLst/>
            <a:rect l="l" t="t" r="r" b="b"/>
            <a:pathLst>
              <a:path w="237820" h="212651">
                <a:moveTo>
                  <a:pt x="118910" y="0"/>
                </a:moveTo>
                <a:lnTo>
                  <a:pt x="237820" y="79744"/>
                </a:lnTo>
                <a:lnTo>
                  <a:pt x="171759" y="79744"/>
                </a:lnTo>
                <a:lnTo>
                  <a:pt x="171759" y="212651"/>
                </a:lnTo>
                <a:lnTo>
                  <a:pt x="66061" y="212651"/>
                </a:lnTo>
                <a:lnTo>
                  <a:pt x="66061" y="79744"/>
                </a:lnTo>
                <a:lnTo>
                  <a:pt x="0" y="79744"/>
                </a:lnTo>
                <a:lnTo>
                  <a:pt x="118910" y="0"/>
                </a:lnTo>
              </a:path>
            </a:pathLst>
          </a:custGeom>
          <a:solidFill>
            <a:srgbClr val="BCB8F4"/>
          </a:solidFill>
          <a:ln w="12700">
            <a:solidFill>
              <a:srgbClr val="2121A5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10634150" y="5023881"/>
            <a:ext cx="237820" cy="225942"/>
          </a:xfrm>
          <a:custGeom>
            <a:avLst/>
            <a:gdLst/>
            <a:ahLst/>
            <a:cxnLst/>
            <a:rect l="l" t="t" r="r" b="b"/>
            <a:pathLst>
              <a:path w="237820" h="225942">
                <a:moveTo>
                  <a:pt x="118910" y="0"/>
                </a:moveTo>
                <a:lnTo>
                  <a:pt x="237820" y="79744"/>
                </a:lnTo>
                <a:lnTo>
                  <a:pt x="171759" y="79744"/>
                </a:lnTo>
                <a:lnTo>
                  <a:pt x="171759" y="225942"/>
                </a:lnTo>
                <a:lnTo>
                  <a:pt x="66061" y="225942"/>
                </a:lnTo>
                <a:lnTo>
                  <a:pt x="66061" y="79744"/>
                </a:lnTo>
                <a:lnTo>
                  <a:pt x="0" y="79744"/>
                </a:lnTo>
                <a:lnTo>
                  <a:pt x="118910" y="0"/>
                </a:lnTo>
              </a:path>
            </a:pathLst>
          </a:custGeom>
          <a:solidFill>
            <a:srgbClr val="BCB8F4"/>
          </a:solidFill>
          <a:ln w="12700">
            <a:solidFill>
              <a:srgbClr val="2121A5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10634150" y="5914358"/>
            <a:ext cx="237820" cy="212651"/>
          </a:xfrm>
          <a:custGeom>
            <a:avLst/>
            <a:gdLst/>
            <a:ahLst/>
            <a:cxnLst/>
            <a:rect l="l" t="t" r="r" b="b"/>
            <a:pathLst>
              <a:path w="237820" h="212651">
                <a:moveTo>
                  <a:pt x="118910" y="0"/>
                </a:moveTo>
                <a:lnTo>
                  <a:pt x="237820" y="79744"/>
                </a:lnTo>
                <a:lnTo>
                  <a:pt x="171759" y="79744"/>
                </a:lnTo>
                <a:lnTo>
                  <a:pt x="171759" y="212651"/>
                </a:lnTo>
                <a:lnTo>
                  <a:pt x="66061" y="212651"/>
                </a:lnTo>
                <a:lnTo>
                  <a:pt x="66061" y="79744"/>
                </a:lnTo>
                <a:lnTo>
                  <a:pt x="0" y="79744"/>
                </a:lnTo>
                <a:lnTo>
                  <a:pt x="118910" y="0"/>
                </a:lnTo>
              </a:path>
            </a:pathLst>
          </a:custGeom>
          <a:solidFill>
            <a:srgbClr val="BCB8F4"/>
          </a:solidFill>
          <a:ln w="12700">
            <a:solidFill>
              <a:srgbClr val="2121A5"/>
            </a:solidFill>
            <a:prstDash val="solid"/>
          </a:ln>
        </p:spPr>
      </p:sp>
      <p:sp>
        <p:nvSpPr>
          <p:cNvPr id="157" name="Text 155"/>
          <p:cNvSpPr/>
          <p:nvPr/>
        </p:nvSpPr>
        <p:spPr>
          <a:xfrm>
            <a:off x="723332" y="4779944"/>
            <a:ext cx="2011680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00" b="1" i="1" dirty="0">
                <a:solidFill>
                  <a:srgbClr val="2121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of Self</a:t>
            </a:r>
            <a:endParaRPr lang="en-US" sz="1300" dirty="0"/>
          </a:p>
        </p:txBody>
      </p:sp>
      <p:sp>
        <p:nvSpPr>
          <p:cNvPr id="158" name="Text 156"/>
          <p:cNvSpPr/>
          <p:nvPr/>
        </p:nvSpPr>
        <p:spPr>
          <a:xfrm>
            <a:off x="269989" y="4979304"/>
            <a:ext cx="2011680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2121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</a:t>
            </a:r>
            <a:endParaRPr lang="en-US" sz="1300" dirty="0"/>
          </a:p>
        </p:txBody>
      </p:sp>
      <p:sp>
        <p:nvSpPr>
          <p:cNvPr id="159" name="Text 157"/>
          <p:cNvSpPr/>
          <p:nvPr/>
        </p:nvSpPr>
        <p:spPr>
          <a:xfrm>
            <a:off x="696908" y="5909653"/>
            <a:ext cx="2011680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 to Self</a:t>
            </a:r>
            <a:endParaRPr lang="en-US" sz="1300" dirty="0"/>
          </a:p>
        </p:txBody>
      </p:sp>
      <p:sp>
        <p:nvSpPr>
          <p:cNvPr id="160" name="Text 158"/>
          <p:cNvSpPr/>
          <p:nvPr/>
        </p:nvSpPr>
        <p:spPr>
          <a:xfrm>
            <a:off x="696908" y="6122304"/>
            <a:ext cx="2011680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</a:t>
            </a:r>
            <a:endParaRPr lang="en-US" sz="1300" dirty="0"/>
          </a:p>
        </p:txBody>
      </p:sp>
      <p:sp>
        <p:nvSpPr>
          <p:cNvPr id="161" name="Shape 159"/>
          <p:cNvSpPr/>
          <p:nvPr/>
        </p:nvSpPr>
        <p:spPr>
          <a:xfrm>
            <a:off x="3611852" y="6485857"/>
            <a:ext cx="3712635" cy="172779"/>
          </a:xfrm>
          <a:prstGeom prst="rect">
            <a:avLst/>
          </a:prstGeom>
          <a:solidFill>
            <a:srgbClr val="FFFF00"/>
          </a:solidFill>
          <a:ln/>
        </p:spPr>
      </p:sp>
      <p:sp>
        <p:nvSpPr>
          <p:cNvPr id="162" name="Text 160"/>
          <p:cNvSpPr/>
          <p:nvPr/>
        </p:nvSpPr>
        <p:spPr>
          <a:xfrm>
            <a:off x="3436170" y="6466147"/>
            <a:ext cx="406908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350" b="1" i="1" dirty="0">
                <a:solidFill>
                  <a:srgbClr val="99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 Embedding  +  Positional  Information</a:t>
            </a:r>
            <a:endParaRPr lang="en-US" sz="13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71500"/>
            <a:ext cx="11137900" cy="6286500"/>
          </a:xfrm>
          <a:prstGeom prst="rect">
            <a:avLst/>
          </a:prstGeom>
          <a:solidFill>
            <a:srgbClr val="E9E9E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264400" y="1308100"/>
            <a:ext cx="4114800" cy="5372100"/>
          </a:xfrm>
          <a:prstGeom prst="rect">
            <a:avLst/>
          </a:prstGeom>
          <a:ln w="19050">
            <a:solidFill>
              <a:srgbClr val="00A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27900" y="1371600"/>
            <a:ext cx="2044700" cy="5257800"/>
          </a:xfrm>
          <a:prstGeom prst="rect">
            <a:avLst/>
          </a:prstGeom>
          <a:solidFill>
            <a:srgbClr val="FBECDB"/>
          </a:solidFill>
          <a:ln/>
        </p:spPr>
      </p:sp>
      <p:sp>
        <p:nvSpPr>
          <p:cNvPr id="7" name="Shape 5"/>
          <p:cNvSpPr/>
          <p:nvPr/>
        </p:nvSpPr>
        <p:spPr>
          <a:xfrm>
            <a:off x="9398000" y="1371600"/>
            <a:ext cx="1955800" cy="5257800"/>
          </a:xfrm>
          <a:prstGeom prst="rect">
            <a:avLst/>
          </a:prstGeom>
          <a:solidFill>
            <a:srgbClr val="C8F8E0"/>
          </a:solidFill>
          <a:ln/>
        </p:spPr>
      </p:sp>
      <p:sp>
        <p:nvSpPr>
          <p:cNvPr id="8" name="Text 6"/>
          <p:cNvSpPr/>
          <p:nvPr/>
        </p:nvSpPr>
        <p:spPr>
          <a:xfrm>
            <a:off x="7378700" y="1422400"/>
            <a:ext cx="1066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388600" y="1422400"/>
            <a:ext cx="914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i="1" dirty="0">
                <a:solidFill>
                  <a:srgbClr val="0E7D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Decoder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610600" y="3187700"/>
            <a:ext cx="850900" cy="203200"/>
          </a:xfrm>
          <a:prstGeom prst="rect">
            <a:avLst/>
          </a:prstGeom>
          <a:solidFill>
            <a:srgbClr val="FFFF00"/>
          </a:solidFill>
          <a:ln/>
        </p:spPr>
      </p:sp>
      <p:sp>
        <p:nvSpPr>
          <p:cNvPr id="11" name="Shape 9"/>
          <p:cNvSpPr/>
          <p:nvPr/>
        </p:nvSpPr>
        <p:spPr>
          <a:xfrm>
            <a:off x="9271000" y="3390900"/>
            <a:ext cx="190500" cy="520700"/>
          </a:xfrm>
          <a:prstGeom prst="rect">
            <a:avLst/>
          </a:prstGeom>
          <a:solidFill>
            <a:srgbClr val="FFFF00"/>
          </a:solidFill>
          <a:ln/>
        </p:spPr>
      </p:sp>
      <p:sp>
        <p:nvSpPr>
          <p:cNvPr id="12" name="Shape 10"/>
          <p:cNvSpPr/>
          <p:nvPr/>
        </p:nvSpPr>
        <p:spPr>
          <a:xfrm>
            <a:off x="9398000" y="3898900"/>
            <a:ext cx="596900" cy="203200"/>
          </a:xfrm>
          <a:prstGeom prst="rect">
            <a:avLst/>
          </a:prstGeom>
          <a:solidFill>
            <a:srgbClr val="FFFF00"/>
          </a:solidFill>
          <a:ln/>
        </p:spPr>
      </p:sp>
      <p:sp>
        <p:nvSpPr>
          <p:cNvPr id="13" name="Shape 11"/>
          <p:cNvSpPr/>
          <p:nvPr/>
        </p:nvSpPr>
        <p:spPr>
          <a:xfrm>
            <a:off x="7975600" y="3390900"/>
            <a:ext cx="1270000" cy="1803400"/>
          </a:xfrm>
          <a:prstGeom prst="roundRect">
            <a:avLst>
              <a:gd name="adj" fmla="val 4320"/>
            </a:avLst>
          </a:prstGeom>
          <a:solidFill>
            <a:srgbClr val="C8A888"/>
          </a:solidFill>
          <a:ln w="15875">
            <a:solidFill>
              <a:srgbClr val="7B4B2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01000" y="3651250"/>
            <a:ext cx="1206500" cy="0"/>
          </a:xfrm>
          <a:prstGeom prst="line">
            <a:avLst/>
          </a:prstGeom>
          <a:noFill/>
          <a:ln w="6350">
            <a:solidFill>
              <a:srgbClr val="7B4B2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01000" y="4006850"/>
            <a:ext cx="1206500" cy="0"/>
          </a:xfrm>
          <a:prstGeom prst="line">
            <a:avLst/>
          </a:prstGeom>
          <a:noFill/>
          <a:ln w="6350">
            <a:solidFill>
              <a:srgbClr val="7B4B2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01000" y="4540250"/>
            <a:ext cx="1206500" cy="0"/>
          </a:xfrm>
          <a:prstGeom prst="line">
            <a:avLst/>
          </a:prstGeom>
          <a:noFill/>
          <a:ln w="6350">
            <a:solidFill>
              <a:srgbClr val="7B4B2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26400" y="3708400"/>
            <a:ext cx="0" cy="1422400"/>
          </a:xfrm>
          <a:prstGeom prst="line">
            <a:avLst/>
          </a:prstGeom>
          <a:noFill/>
          <a:ln w="9525">
            <a:solidFill>
              <a:srgbClr val="7B4B2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53400" y="4038600"/>
            <a:ext cx="0" cy="330200"/>
          </a:xfrm>
          <a:prstGeom prst="line">
            <a:avLst/>
          </a:prstGeom>
          <a:noFill/>
          <a:ln w="9525">
            <a:solidFill>
              <a:srgbClr val="7B4B2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67700" y="3657600"/>
            <a:ext cx="876300" cy="342900"/>
          </a:xfrm>
          <a:prstGeom prst="rect">
            <a:avLst/>
          </a:prstGeom>
          <a:solidFill>
            <a:srgbClr val="B0B070"/>
          </a:solidFill>
          <a:ln w="9525">
            <a:solidFill>
              <a:srgbClr val="7B4B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67700" y="3657600"/>
            <a:ext cx="8763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</a:t>
            </a:r>
            <a:endParaRPr lang="en-US" sz="95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001000" y="3390900"/>
            <a:ext cx="12319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&amp; Norm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001000" y="4241800"/>
            <a:ext cx="12319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&amp; Norm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001000" y="4521200"/>
            <a:ext cx="12319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Multi-Head</a:t>
            </a:r>
            <a:endParaRPr lang="en-US" sz="95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566150" y="3606800"/>
            <a:ext cx="76200" cy="57150"/>
          </a:xfrm>
          <a:prstGeom prst="triangle">
            <a:avLst/>
          </a:prstGeom>
          <a:solidFill>
            <a:srgbClr val="7B4B2A"/>
          </a:solidFill>
          <a:ln w="6350">
            <a:solidFill>
              <a:srgbClr val="7B4B2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566150" y="3975100"/>
            <a:ext cx="76200" cy="57150"/>
          </a:xfrm>
          <a:prstGeom prst="triangle">
            <a:avLst/>
          </a:prstGeom>
          <a:solidFill>
            <a:srgbClr val="7B4B2A"/>
          </a:solidFill>
          <a:ln w="6350">
            <a:solidFill>
              <a:srgbClr val="7B4B2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566150" y="4508500"/>
            <a:ext cx="76200" cy="57150"/>
          </a:xfrm>
          <a:prstGeom prst="triangle">
            <a:avLst/>
          </a:prstGeom>
          <a:solidFill>
            <a:srgbClr val="7B4B2A"/>
          </a:solidFill>
          <a:ln w="6350">
            <a:solidFill>
              <a:srgbClr val="7B4B2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50250" y="5010150"/>
            <a:ext cx="152400" cy="152400"/>
          </a:xfrm>
          <a:prstGeom prst="ellipse">
            <a:avLst/>
          </a:prstGeom>
          <a:solidFill>
            <a:srgbClr val="2A26A0"/>
          </a:solidFill>
          <a:ln w="6350">
            <a:solidFill>
              <a:srgbClr val="2A26A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50250" y="5010150"/>
            <a:ext cx="1524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8756650" y="5016500"/>
            <a:ext cx="139700" cy="139700"/>
          </a:xfrm>
          <a:prstGeom prst="ellipse">
            <a:avLst/>
          </a:prstGeom>
          <a:solidFill>
            <a:srgbClr val="2A26A0"/>
          </a:solidFill>
          <a:ln w="6350">
            <a:solidFill>
              <a:srgbClr val="2A26A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56650" y="50165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9042400" y="5016500"/>
            <a:ext cx="139700" cy="139700"/>
          </a:xfrm>
          <a:prstGeom prst="ellipse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042400" y="50165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8229600" y="5702300"/>
            <a:ext cx="1117600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077200" y="5638800"/>
            <a:ext cx="1155700" cy="508000"/>
          </a:xfrm>
          <a:prstGeom prst="rect">
            <a:avLst>
              <a:gd name="adj" fmla="val 9000"/>
            </a:avLst>
          </a:prstGeom>
          <a:solidFill>
            <a:srgbClr val="B08058"/>
          </a:solidFill>
          <a:ln w="12700">
            <a:solidFill>
              <a:srgbClr val="6E442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93100" y="5664200"/>
            <a:ext cx="863600" cy="317500"/>
          </a:xfrm>
          <a:prstGeom prst="rect">
            <a:avLst/>
          </a:prstGeom>
          <a:solidFill>
            <a:srgbClr val="C8A888"/>
          </a:solidFill>
          <a:ln w="9525">
            <a:solidFill>
              <a:srgbClr val="6E442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93100" y="5664200"/>
            <a:ext cx="863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850" b="1" dirty="0">
                <a:solidFill>
                  <a:srgbClr val="33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</a:t>
            </a:r>
            <a:endParaRPr lang="en-US" sz="850" dirty="0"/>
          </a:p>
          <a:p>
            <a:pPr algn="ctr" indent="0" marL="0">
              <a:lnSpc>
                <a:spcPts val="1050"/>
              </a:lnSpc>
              <a:buNone/>
            </a:pPr>
            <a:r>
              <a:rPr lang="en-US" sz="850" b="1" dirty="0">
                <a:solidFill>
                  <a:srgbClr val="33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 flipH="1">
            <a:off x="8128000" y="5664200"/>
            <a:ext cx="101600" cy="8890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359900" y="5664200"/>
            <a:ext cx="101600" cy="8890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312150" y="6286500"/>
            <a:ext cx="127000" cy="228600"/>
          </a:xfrm>
          <a:prstGeom prst="rect">
            <a:avLst/>
          </a:prstGeom>
          <a:solidFill>
            <a:srgbClr val="C00000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267700" y="6197600"/>
            <a:ext cx="215900" cy="101600"/>
          </a:xfrm>
          <a:prstGeom prst="triangle">
            <a:avLst/>
          </a:prstGeom>
          <a:solidFill>
            <a:srgbClr val="C00000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432800" y="6273800"/>
            <a:ext cx="558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7588250" y="4184650"/>
            <a:ext cx="317500" cy="317500"/>
          </a:xfrm>
          <a:prstGeom prst="ellipse">
            <a:avLst/>
          </a:prstGeom>
          <a:solidFill>
            <a:srgbClr val="C8A888"/>
          </a:solidFill>
          <a:ln w="9525">
            <a:solidFill>
              <a:srgbClr val="7B4B2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588250" y="4184650"/>
            <a:ext cx="3175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x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9448800" y="2552700"/>
            <a:ext cx="1231900" cy="1333500"/>
          </a:xfrm>
          <a:prstGeom prst="roundRect">
            <a:avLst>
              <a:gd name="adj" fmla="val 3711"/>
            </a:avLst>
          </a:prstGeom>
          <a:solidFill>
            <a:srgbClr val="B0B070"/>
          </a:solidFill>
          <a:ln w="12700">
            <a:solidFill>
              <a:srgbClr val="4A736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461500" y="2787650"/>
            <a:ext cx="1206500" cy="0"/>
          </a:xfrm>
          <a:prstGeom prst="line">
            <a:avLst/>
          </a:prstGeom>
          <a:noFill/>
          <a:ln w="9525">
            <a:solidFill>
              <a:srgbClr val="4A736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9461500" y="3168650"/>
            <a:ext cx="1206500" cy="0"/>
          </a:xfrm>
          <a:prstGeom prst="line">
            <a:avLst/>
          </a:prstGeom>
          <a:noFill/>
          <a:ln w="9525">
            <a:solidFill>
              <a:srgbClr val="4A736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9461500" y="3359150"/>
            <a:ext cx="1206500" cy="0"/>
          </a:xfrm>
          <a:prstGeom prst="line">
            <a:avLst/>
          </a:prstGeom>
          <a:noFill/>
          <a:ln w="9525">
            <a:solidFill>
              <a:srgbClr val="4A736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569450" y="2565400"/>
            <a:ext cx="0" cy="1308100"/>
          </a:xfrm>
          <a:prstGeom prst="line">
            <a:avLst/>
          </a:prstGeom>
          <a:noFill/>
          <a:ln w="6350">
            <a:solidFill>
              <a:srgbClr val="4A4A4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0394950" y="2565400"/>
            <a:ext cx="0" cy="1308100"/>
          </a:xfrm>
          <a:prstGeom prst="line">
            <a:avLst/>
          </a:prstGeom>
          <a:noFill/>
          <a:ln w="6350">
            <a:solidFill>
              <a:srgbClr val="4A4A4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474200" y="2565400"/>
            <a:ext cx="1193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&amp; Norm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9474200" y="2806700"/>
            <a:ext cx="11938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</a:t>
            </a:r>
            <a:endParaRPr lang="en-US" sz="95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9474200" y="3175000"/>
            <a:ext cx="119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&amp; Norm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9474200" y="3365500"/>
            <a:ext cx="11938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Multi-Head</a:t>
            </a:r>
            <a:endParaRPr lang="en-US" sz="95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9474200" y="4152900"/>
            <a:ext cx="1117600" cy="1028700"/>
          </a:xfrm>
          <a:prstGeom prst="roundRect">
            <a:avLst>
              <a:gd name="adj" fmla="val 5333"/>
            </a:avLst>
          </a:prstGeom>
          <a:solidFill>
            <a:srgbClr val="CE8ADC"/>
          </a:solidFill>
          <a:ln w="12700">
            <a:solidFill>
              <a:srgbClr val="56236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9499600" y="4197350"/>
            <a:ext cx="876300" cy="0"/>
          </a:xfrm>
          <a:prstGeom prst="line">
            <a:avLst/>
          </a:prstGeom>
          <a:noFill/>
          <a:ln w="9525">
            <a:solidFill>
              <a:srgbClr val="56236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499600" y="4413250"/>
            <a:ext cx="876300" cy="0"/>
          </a:xfrm>
          <a:prstGeom prst="line">
            <a:avLst/>
          </a:prstGeom>
          <a:noFill/>
          <a:ln w="9525">
            <a:solidFill>
              <a:srgbClr val="56236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9499600" y="4870450"/>
            <a:ext cx="876300" cy="0"/>
          </a:xfrm>
          <a:prstGeom prst="line">
            <a:avLst/>
          </a:prstGeom>
          <a:noFill/>
          <a:ln w="9525">
            <a:solidFill>
              <a:srgbClr val="56236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0394950" y="4191000"/>
            <a:ext cx="0" cy="965200"/>
          </a:xfrm>
          <a:prstGeom prst="line">
            <a:avLst/>
          </a:prstGeom>
          <a:noFill/>
          <a:ln w="9525">
            <a:solidFill>
              <a:srgbClr val="562366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499600" y="4203700"/>
            <a:ext cx="8763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&amp; Norm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9499600" y="4419600"/>
            <a:ext cx="8763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Masked</a:t>
            </a:r>
            <a:endParaRPr lang="en-US" sz="850" dirty="0"/>
          </a:p>
          <a:p>
            <a:pPr algn="ctr" indent="0" marL="0">
              <a:lnSpc>
                <a:spcPts val="105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Multi-Head</a:t>
            </a:r>
            <a:endParaRPr lang="en-US" sz="850" dirty="0"/>
          </a:p>
          <a:p>
            <a:pPr algn="ctr" indent="0" marL="0">
              <a:lnSpc>
                <a:spcPts val="105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9467850" y="4889500"/>
            <a:ext cx="165100" cy="165100"/>
          </a:xfrm>
          <a:prstGeom prst="ellipse">
            <a:avLst/>
          </a:prstGeom>
          <a:solidFill>
            <a:srgbClr val="2A26A0"/>
          </a:solidFill>
          <a:ln w="6350">
            <a:solidFill>
              <a:srgbClr val="2A26A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9467850" y="4889500"/>
            <a:ext cx="1651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700" dirty="0"/>
          </a:p>
        </p:txBody>
      </p:sp>
      <p:sp>
        <p:nvSpPr>
          <p:cNvPr id="63" name="Shape 61"/>
          <p:cNvSpPr/>
          <p:nvPr/>
        </p:nvSpPr>
        <p:spPr>
          <a:xfrm>
            <a:off x="10001250" y="4876800"/>
            <a:ext cx="190500" cy="190500"/>
          </a:xfrm>
          <a:prstGeom prst="ellipse">
            <a:avLst/>
          </a:prstGeom>
          <a:solidFill>
            <a:srgbClr val="2A26A0"/>
          </a:solidFill>
          <a:ln w="6350">
            <a:solidFill>
              <a:srgbClr val="2A26A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0001250" y="4876800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endParaRPr lang="en-US" sz="700" dirty="0"/>
          </a:p>
        </p:txBody>
      </p:sp>
      <p:sp>
        <p:nvSpPr>
          <p:cNvPr id="65" name="Shape 63"/>
          <p:cNvSpPr/>
          <p:nvPr/>
        </p:nvSpPr>
        <p:spPr>
          <a:xfrm>
            <a:off x="10363200" y="4902200"/>
            <a:ext cx="139700" cy="139700"/>
          </a:xfrm>
          <a:prstGeom prst="ellipse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0363200" y="4902200"/>
            <a:ext cx="1397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9442450" y="3949700"/>
            <a:ext cx="127000" cy="127000"/>
          </a:xfrm>
          <a:prstGeom prst="ellipse">
            <a:avLst/>
          </a:prstGeom>
          <a:solidFill>
            <a:srgbClr val="2A26A0"/>
          </a:solidFill>
          <a:ln w="6350">
            <a:solidFill>
              <a:srgbClr val="2A26A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442450" y="3949700"/>
            <a:ext cx="1270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650" dirty="0"/>
          </a:p>
        </p:txBody>
      </p:sp>
      <p:sp>
        <p:nvSpPr>
          <p:cNvPr id="69" name="Shape 67"/>
          <p:cNvSpPr/>
          <p:nvPr/>
        </p:nvSpPr>
        <p:spPr>
          <a:xfrm>
            <a:off x="9759950" y="3962400"/>
            <a:ext cx="114300" cy="114300"/>
          </a:xfrm>
          <a:prstGeom prst="ellipse">
            <a:avLst/>
          </a:prstGeom>
          <a:solidFill>
            <a:srgbClr val="2A26A0"/>
          </a:solidFill>
          <a:ln w="6350">
            <a:solidFill>
              <a:srgbClr val="2A26A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9759950" y="3962400"/>
            <a:ext cx="1143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endParaRPr lang="en-US" sz="650" dirty="0"/>
          </a:p>
        </p:txBody>
      </p:sp>
      <p:sp>
        <p:nvSpPr>
          <p:cNvPr id="71" name="Shape 69"/>
          <p:cNvSpPr/>
          <p:nvPr/>
        </p:nvSpPr>
        <p:spPr>
          <a:xfrm>
            <a:off x="10350500" y="3956050"/>
            <a:ext cx="127000" cy="127000"/>
          </a:xfrm>
          <a:prstGeom prst="ellipse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10350500" y="3956050"/>
            <a:ext cx="1270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endParaRPr lang="en-US" sz="650" dirty="0"/>
          </a:p>
        </p:txBody>
      </p:sp>
      <p:sp>
        <p:nvSpPr>
          <p:cNvPr id="73" name="Shape 71"/>
          <p:cNvSpPr/>
          <p:nvPr/>
        </p:nvSpPr>
        <p:spPr>
          <a:xfrm>
            <a:off x="9423400" y="1511300"/>
            <a:ext cx="101600" cy="266700"/>
          </a:xfrm>
          <a:prstGeom prst="rect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499600" y="1454150"/>
            <a:ext cx="165100" cy="114300"/>
          </a:xfrm>
          <a:prstGeom prst="triangle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9410700" y="1485900"/>
            <a:ext cx="0" cy="2794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9664700" y="1422400"/>
            <a:ext cx="647700" cy="203200"/>
          </a:xfrm>
          <a:prstGeom prst="roundRect">
            <a:avLst>
              <a:gd name="adj" fmla="val 18000"/>
            </a:avLst>
          </a:prstGeom>
          <a:solidFill>
            <a:srgbClr val="FFFF00"/>
          </a:solidFill>
          <a:ln/>
        </p:spPr>
      </p:sp>
      <p:sp>
        <p:nvSpPr>
          <p:cNvPr id="77" name="Text 75"/>
          <p:cNvSpPr/>
          <p:nvPr/>
        </p:nvSpPr>
        <p:spPr>
          <a:xfrm>
            <a:off x="9664700" y="1422400"/>
            <a:ext cx="6477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9601200" y="1612900"/>
            <a:ext cx="76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Probabilities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9550400" y="1930400"/>
            <a:ext cx="850900" cy="177800"/>
          </a:xfrm>
          <a:prstGeom prst="rect">
            <a:avLst/>
          </a:prstGeom>
          <a:solidFill>
            <a:srgbClr val="A8ECBC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550400" y="1930400"/>
            <a:ext cx="850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Softmax</a:t>
            </a: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9550400" y="2247900"/>
            <a:ext cx="850900" cy="177800"/>
          </a:xfrm>
          <a:prstGeom prst="rect">
            <a:avLst/>
          </a:prstGeom>
          <a:solidFill>
            <a:srgbClr val="B0E4CE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9550400" y="2247900"/>
            <a:ext cx="850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</a:t>
            </a: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9975850" y="1790700"/>
            <a:ext cx="0" cy="139700"/>
          </a:xfrm>
          <a:prstGeom prst="line">
            <a:avLst/>
          </a:prstGeom>
          <a:noFill/>
          <a:ln w="9525">
            <a:solidFill>
              <a:srgbClr val="2F2F2F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9975850" y="2095500"/>
            <a:ext cx="0" cy="152400"/>
          </a:xfrm>
          <a:prstGeom prst="line">
            <a:avLst/>
          </a:prstGeom>
          <a:noFill/>
          <a:ln w="9525">
            <a:solidFill>
              <a:srgbClr val="2F2F2F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9975850" y="2425700"/>
            <a:ext cx="0" cy="127000"/>
          </a:xfrm>
          <a:prstGeom prst="line">
            <a:avLst/>
          </a:prstGeom>
          <a:noFill/>
          <a:ln w="9525">
            <a:solidFill>
              <a:srgbClr val="2F2F2F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9975850" y="3886200"/>
            <a:ext cx="0" cy="2349500"/>
          </a:xfrm>
          <a:prstGeom prst="line">
            <a:avLst/>
          </a:prstGeom>
          <a:noFill/>
          <a:ln w="9525">
            <a:solidFill>
              <a:srgbClr val="2F2F2F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9937750" y="1797050"/>
            <a:ext cx="76200" cy="63500"/>
          </a:xfrm>
          <a:prstGeom prst="triangle">
            <a:avLst/>
          </a:prstGeom>
          <a:solidFill>
            <a:srgbClr val="2F2F2F"/>
          </a:solidFill>
          <a:ln w="6350">
            <a:solidFill>
              <a:srgbClr val="2F2F2F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9937750" y="2101850"/>
            <a:ext cx="76200" cy="63500"/>
          </a:xfrm>
          <a:prstGeom prst="triangle">
            <a:avLst/>
          </a:prstGeom>
          <a:solidFill>
            <a:srgbClr val="2F2F2F"/>
          </a:solidFill>
          <a:ln w="6350">
            <a:solidFill>
              <a:srgbClr val="2F2F2F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9937750" y="2432050"/>
            <a:ext cx="76200" cy="63500"/>
          </a:xfrm>
          <a:prstGeom prst="triangle">
            <a:avLst/>
          </a:prstGeom>
          <a:solidFill>
            <a:srgbClr val="2F2F2F"/>
          </a:solidFill>
          <a:ln w="6350">
            <a:solidFill>
              <a:srgbClr val="2F2F2F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9512300" y="5295900"/>
            <a:ext cx="965200" cy="825500"/>
          </a:xfrm>
          <a:prstGeom prst="roundRect">
            <a:avLst>
              <a:gd name="adj" fmla="val 5538"/>
            </a:avLst>
          </a:prstGeom>
          <a:solidFill>
            <a:srgbClr val="B8706C"/>
          </a:solidFill>
          <a:ln w="12700">
            <a:solidFill>
              <a:srgbClr val="753029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9601200" y="5664200"/>
            <a:ext cx="800100" cy="317500"/>
          </a:xfrm>
          <a:prstGeom prst="rect">
            <a:avLst/>
          </a:prstGeom>
          <a:ln w="9525">
            <a:solidFill>
              <a:srgbClr val="753029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9601200" y="5664200"/>
            <a:ext cx="8001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850" b="1" dirty="0">
                <a:solidFill>
                  <a:srgbClr val="33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850" dirty="0"/>
          </a:p>
          <a:p>
            <a:pPr algn="ctr" indent="0" marL="0">
              <a:lnSpc>
                <a:spcPts val="1050"/>
              </a:lnSpc>
              <a:buNone/>
            </a:pPr>
            <a:r>
              <a:rPr lang="en-US" sz="850" b="1" dirty="0">
                <a:solidFill>
                  <a:srgbClr val="33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</a:t>
            </a:r>
            <a:endParaRPr lang="en-US" sz="850" dirty="0"/>
          </a:p>
        </p:txBody>
      </p:sp>
      <p:sp>
        <p:nvSpPr>
          <p:cNvPr id="93" name="Shape 91"/>
          <p:cNvSpPr/>
          <p:nvPr/>
        </p:nvSpPr>
        <p:spPr>
          <a:xfrm>
            <a:off x="9664700" y="6248400"/>
            <a:ext cx="647700" cy="241300"/>
          </a:xfrm>
          <a:prstGeom prst="rect">
            <a:avLst/>
          </a:prstGeom>
          <a:solidFill>
            <a:srgbClr val="FFFF00"/>
          </a:solidFill>
          <a:ln/>
        </p:spPr>
      </p:sp>
      <p:sp>
        <p:nvSpPr>
          <p:cNvPr id="94" name="Text 92"/>
          <p:cNvSpPr/>
          <p:nvPr/>
        </p:nvSpPr>
        <p:spPr>
          <a:xfrm>
            <a:off x="9664700" y="6248400"/>
            <a:ext cx="6477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</a:t>
            </a:r>
            <a:endParaRPr lang="en-US" sz="1100" dirty="0"/>
          </a:p>
        </p:txBody>
      </p:sp>
      <p:sp>
        <p:nvSpPr>
          <p:cNvPr id="95" name="Text 93"/>
          <p:cNvSpPr/>
          <p:nvPr/>
        </p:nvSpPr>
        <p:spPr>
          <a:xfrm>
            <a:off x="9499600" y="6451600"/>
            <a:ext cx="965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C8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(shifted right)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10737850" y="3816350"/>
            <a:ext cx="266700" cy="266700"/>
          </a:xfrm>
          <a:prstGeom prst="ellipse">
            <a:avLst/>
          </a:prstGeom>
          <a:solidFill>
            <a:srgbClr val="B0B070"/>
          </a:solidFill>
          <a:ln w="9525">
            <a:solidFill>
              <a:srgbClr val="4A7360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10737850" y="3816350"/>
            <a:ext cx="266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x</a:t>
            </a:r>
            <a:endParaRPr lang="en-US" sz="750" dirty="0"/>
          </a:p>
        </p:txBody>
      </p:sp>
      <p:sp>
        <p:nvSpPr>
          <p:cNvPr id="98" name="Shape 96"/>
          <p:cNvSpPr/>
          <p:nvPr/>
        </p:nvSpPr>
        <p:spPr>
          <a:xfrm>
            <a:off x="10680700" y="2578100"/>
            <a:ext cx="0" cy="2692400"/>
          </a:xfrm>
          <a:prstGeom prst="line">
            <a:avLst/>
          </a:prstGeom>
          <a:noFill/>
          <a:ln w="12700">
            <a:solidFill>
              <a:srgbClr val="4A736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 flipV="1">
            <a:off x="8788400" y="3276600"/>
            <a:ext cx="0" cy="1143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8788400" y="3276600"/>
            <a:ext cx="558800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9347200" y="3276600"/>
            <a:ext cx="0" cy="6731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9347200" y="3949700"/>
            <a:ext cx="95250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 flipV="1">
            <a:off x="8890000" y="3327400"/>
            <a:ext cx="0" cy="635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8890000" y="3327400"/>
            <a:ext cx="520700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9410700" y="3327400"/>
            <a:ext cx="0" cy="6858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9410700" y="4013200"/>
            <a:ext cx="349250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10414000" y="1511300"/>
            <a:ext cx="381000" cy="393700"/>
          </a:xfrm>
          <a:prstGeom prst="line">
            <a:avLst/>
          </a:prstGeom>
          <a:noFill/>
          <a:ln w="15875">
            <a:solidFill>
              <a:srgbClr val="6B2A28"/>
            </a:solidFill>
            <a:prstDash val="dashDot"/>
          </a:ln>
        </p:spPr>
      </p:sp>
      <p:sp>
        <p:nvSpPr>
          <p:cNvPr id="108" name="Shape 106"/>
          <p:cNvSpPr/>
          <p:nvPr/>
        </p:nvSpPr>
        <p:spPr>
          <a:xfrm>
            <a:off x="10795000" y="1905000"/>
            <a:ext cx="330200" cy="635000"/>
          </a:xfrm>
          <a:prstGeom prst="line">
            <a:avLst/>
          </a:prstGeom>
          <a:noFill/>
          <a:ln w="15875">
            <a:solidFill>
              <a:srgbClr val="6B2A28"/>
            </a:solidFill>
            <a:prstDash val="dashDot"/>
          </a:ln>
        </p:spPr>
      </p:sp>
      <p:sp>
        <p:nvSpPr>
          <p:cNvPr id="109" name="Shape 107"/>
          <p:cNvSpPr/>
          <p:nvPr/>
        </p:nvSpPr>
        <p:spPr>
          <a:xfrm>
            <a:off x="11125200" y="2540000"/>
            <a:ext cx="152400" cy="1270000"/>
          </a:xfrm>
          <a:prstGeom prst="line">
            <a:avLst/>
          </a:prstGeom>
          <a:noFill/>
          <a:ln w="15875">
            <a:solidFill>
              <a:srgbClr val="6B2A28"/>
            </a:solidFill>
            <a:prstDash val="dashDot"/>
          </a:ln>
        </p:spPr>
      </p:sp>
      <p:sp>
        <p:nvSpPr>
          <p:cNvPr id="110" name="Shape 108"/>
          <p:cNvSpPr/>
          <p:nvPr/>
        </p:nvSpPr>
        <p:spPr>
          <a:xfrm flipH="1">
            <a:off x="11226800" y="3810000"/>
            <a:ext cx="50800" cy="1524000"/>
          </a:xfrm>
          <a:prstGeom prst="line">
            <a:avLst/>
          </a:prstGeom>
          <a:noFill/>
          <a:ln w="15875">
            <a:solidFill>
              <a:srgbClr val="6B2A28"/>
            </a:solidFill>
            <a:prstDash val="dashDot"/>
          </a:ln>
        </p:spPr>
      </p:sp>
      <p:sp>
        <p:nvSpPr>
          <p:cNvPr id="111" name="Shape 109"/>
          <p:cNvSpPr/>
          <p:nvPr/>
        </p:nvSpPr>
        <p:spPr>
          <a:xfrm flipH="1">
            <a:off x="10388600" y="5334000"/>
            <a:ext cx="838200" cy="914400"/>
          </a:xfrm>
          <a:prstGeom prst="line">
            <a:avLst/>
          </a:prstGeom>
          <a:noFill/>
          <a:ln w="15875">
            <a:solidFill>
              <a:srgbClr val="6B2A28"/>
            </a:solidFill>
            <a:prstDash val="dashDot"/>
            <a:tailEnd type="triangle"/>
          </a:ln>
        </p:spPr>
      </p:sp>
      <p:sp>
        <p:nvSpPr>
          <p:cNvPr id="112" name="Text 110"/>
          <p:cNvSpPr/>
          <p:nvPr/>
        </p:nvSpPr>
        <p:spPr>
          <a:xfrm>
            <a:off x="685800" y="2882900"/>
            <a:ext cx="1879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Scaled Dot-Product</a:t>
            </a:r>
            <a:endParaRPr lang="en-US" sz="15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5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</a:t>
            </a:r>
            <a:endParaRPr lang="en-US" sz="1500" dirty="0"/>
          </a:p>
        </p:txBody>
      </p:sp>
      <p:sp>
        <p:nvSpPr>
          <p:cNvPr id="113" name="Shape 111"/>
          <p:cNvSpPr/>
          <p:nvPr/>
        </p:nvSpPr>
        <p:spPr>
          <a:xfrm>
            <a:off x="749300" y="3416300"/>
            <a:ext cx="1651000" cy="2819400"/>
          </a:xfrm>
          <a:prstGeom prst="rect">
            <a:avLst/>
          </a:prstGeom>
          <a:ln w="28575">
            <a:solidFill>
              <a:srgbClr val="1B723F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711200" y="3378200"/>
            <a:ext cx="76200" cy="76200"/>
          </a:xfrm>
          <a:prstGeom prst="rect">
            <a:avLst/>
          </a:prstGeom>
          <a:solidFill>
            <a:srgbClr val="1B723F"/>
          </a:solidFill>
          <a:ln w="3175">
            <a:solidFill>
              <a:srgbClr val="1B723F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2362200" y="3378200"/>
            <a:ext cx="76200" cy="76200"/>
          </a:xfrm>
          <a:prstGeom prst="rect">
            <a:avLst/>
          </a:prstGeom>
          <a:solidFill>
            <a:srgbClr val="1B723F"/>
          </a:solidFill>
          <a:ln w="3175">
            <a:solidFill>
              <a:srgbClr val="1B723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711200" y="6197600"/>
            <a:ext cx="76200" cy="76200"/>
          </a:xfrm>
          <a:prstGeom prst="rect">
            <a:avLst/>
          </a:prstGeom>
          <a:solidFill>
            <a:srgbClr val="1B723F"/>
          </a:solidFill>
          <a:ln w="3175">
            <a:solidFill>
              <a:srgbClr val="1B723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2362200" y="6197600"/>
            <a:ext cx="76200" cy="76200"/>
          </a:xfrm>
          <a:prstGeom prst="rect">
            <a:avLst/>
          </a:prstGeom>
          <a:solidFill>
            <a:srgbClr val="1B723F"/>
          </a:solidFill>
          <a:ln w="3175">
            <a:solidFill>
              <a:srgbClr val="1B723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1066800" y="5918200"/>
            <a:ext cx="190500" cy="190500"/>
          </a:xfrm>
          <a:prstGeom prst="ellipse">
            <a:avLst/>
          </a:prstGeom>
          <a:solidFill>
            <a:srgbClr val="990000"/>
          </a:solidFill>
          <a:ln w="6350">
            <a:solidFill>
              <a:srgbClr val="990000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1066800" y="5918200"/>
            <a:ext cx="19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endParaRPr lang="en-US" sz="750" dirty="0"/>
          </a:p>
        </p:txBody>
      </p:sp>
      <p:sp>
        <p:nvSpPr>
          <p:cNvPr id="120" name="Shape 118"/>
          <p:cNvSpPr/>
          <p:nvPr/>
        </p:nvSpPr>
        <p:spPr>
          <a:xfrm>
            <a:off x="1517650" y="5899150"/>
            <a:ext cx="215900" cy="215900"/>
          </a:xfrm>
          <a:prstGeom prst="ellipse">
            <a:avLst/>
          </a:prstGeom>
          <a:solidFill>
            <a:srgbClr val="0000A1"/>
          </a:solidFill>
          <a:ln w="6350">
            <a:solidFill>
              <a:srgbClr val="0000A1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1517650" y="5899150"/>
            <a:ext cx="2159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endParaRPr lang="en-US" sz="750" dirty="0"/>
          </a:p>
        </p:txBody>
      </p:sp>
      <p:sp>
        <p:nvSpPr>
          <p:cNvPr id="122" name="Shape 120"/>
          <p:cNvSpPr/>
          <p:nvPr/>
        </p:nvSpPr>
        <p:spPr>
          <a:xfrm>
            <a:off x="2000250" y="5892800"/>
            <a:ext cx="228600" cy="228600"/>
          </a:xfrm>
          <a:prstGeom prst="ellipse">
            <a:avLst/>
          </a:prstGeom>
          <a:solidFill>
            <a:srgbClr val="0000A1"/>
          </a:solidFill>
          <a:ln w="6350">
            <a:solidFill>
              <a:srgbClr val="0000A1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2000250" y="589280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750" dirty="0"/>
          </a:p>
        </p:txBody>
      </p:sp>
      <p:sp>
        <p:nvSpPr>
          <p:cNvPr id="124" name="Shape 122"/>
          <p:cNvSpPr/>
          <p:nvPr/>
        </p:nvSpPr>
        <p:spPr>
          <a:xfrm>
            <a:off x="965200" y="5448300"/>
            <a:ext cx="1117600" cy="203200"/>
          </a:xfrm>
          <a:prstGeom prst="rect">
            <a:avLst/>
          </a:prstGeom>
          <a:solidFill>
            <a:srgbClr val="C0B9DA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965200" y="5448300"/>
            <a:ext cx="1117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MatMul</a:t>
            </a:r>
            <a:endParaRPr lang="en-US" sz="800" dirty="0"/>
          </a:p>
        </p:txBody>
      </p:sp>
      <p:sp>
        <p:nvSpPr>
          <p:cNvPr id="126" name="Shape 124"/>
          <p:cNvSpPr/>
          <p:nvPr/>
        </p:nvSpPr>
        <p:spPr>
          <a:xfrm>
            <a:off x="1181100" y="5041900"/>
            <a:ext cx="482600" cy="152400"/>
          </a:xfrm>
          <a:prstGeom prst="rect">
            <a:avLst/>
          </a:prstGeom>
          <a:solidFill>
            <a:srgbClr val="FCFBC5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1181100" y="5041900"/>
            <a:ext cx="482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700" dirty="0"/>
          </a:p>
        </p:txBody>
      </p:sp>
      <p:sp>
        <p:nvSpPr>
          <p:cNvPr id="128" name="Shape 126"/>
          <p:cNvSpPr/>
          <p:nvPr/>
        </p:nvSpPr>
        <p:spPr>
          <a:xfrm>
            <a:off x="977900" y="4610100"/>
            <a:ext cx="876300" cy="177800"/>
          </a:xfrm>
          <a:prstGeom prst="rect">
            <a:avLst/>
          </a:prstGeom>
          <a:solidFill>
            <a:srgbClr val="EEC3D7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977900" y="4610100"/>
            <a:ext cx="8763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 (opt.)</a:t>
            </a:r>
            <a:endParaRPr lang="en-US" sz="700" dirty="0"/>
          </a:p>
        </p:txBody>
      </p:sp>
      <p:sp>
        <p:nvSpPr>
          <p:cNvPr id="130" name="Shape 128"/>
          <p:cNvSpPr/>
          <p:nvPr/>
        </p:nvSpPr>
        <p:spPr>
          <a:xfrm>
            <a:off x="1016000" y="4191000"/>
            <a:ext cx="787400" cy="190500"/>
          </a:xfrm>
          <a:prstGeom prst="rect">
            <a:avLst/>
          </a:prstGeom>
          <a:solidFill>
            <a:srgbClr val="C8E9CE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1016000" y="4191000"/>
            <a:ext cx="787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SoftMax</a:t>
            </a:r>
            <a:endParaRPr lang="en-US" sz="700" dirty="0"/>
          </a:p>
        </p:txBody>
      </p:sp>
      <p:sp>
        <p:nvSpPr>
          <p:cNvPr id="132" name="Shape 130"/>
          <p:cNvSpPr/>
          <p:nvPr/>
        </p:nvSpPr>
        <p:spPr>
          <a:xfrm>
            <a:off x="1333500" y="3733800"/>
            <a:ext cx="863600" cy="228600"/>
          </a:xfrm>
          <a:prstGeom prst="rect">
            <a:avLst/>
          </a:prstGeom>
          <a:solidFill>
            <a:srgbClr val="C0B9DA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1333500" y="3733800"/>
            <a:ext cx="86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MatMul</a:t>
            </a:r>
            <a:endParaRPr lang="en-US" sz="800" dirty="0"/>
          </a:p>
        </p:txBody>
      </p:sp>
      <p:sp>
        <p:nvSpPr>
          <p:cNvPr id="134" name="Shape 132"/>
          <p:cNvSpPr/>
          <p:nvPr/>
        </p:nvSpPr>
        <p:spPr>
          <a:xfrm flipV="1">
            <a:off x="1162050" y="5664200"/>
            <a:ext cx="0" cy="2540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135" name="Shape 133"/>
          <p:cNvSpPr/>
          <p:nvPr/>
        </p:nvSpPr>
        <p:spPr>
          <a:xfrm flipV="1">
            <a:off x="1625600" y="5664200"/>
            <a:ext cx="0" cy="2286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136" name="Shape 134"/>
          <p:cNvSpPr/>
          <p:nvPr/>
        </p:nvSpPr>
        <p:spPr>
          <a:xfrm flipV="1">
            <a:off x="1422400" y="5207000"/>
            <a:ext cx="0" cy="2413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137" name="Shape 135"/>
          <p:cNvSpPr/>
          <p:nvPr/>
        </p:nvSpPr>
        <p:spPr>
          <a:xfrm flipV="1">
            <a:off x="1422400" y="4800600"/>
            <a:ext cx="0" cy="2413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138" name="Shape 136"/>
          <p:cNvSpPr/>
          <p:nvPr/>
        </p:nvSpPr>
        <p:spPr>
          <a:xfrm flipV="1">
            <a:off x="1422400" y="4394200"/>
            <a:ext cx="0" cy="2159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139" name="Shape 137"/>
          <p:cNvSpPr/>
          <p:nvPr/>
        </p:nvSpPr>
        <p:spPr>
          <a:xfrm flipV="1">
            <a:off x="1422400" y="3975100"/>
            <a:ext cx="0" cy="2159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140" name="Shape 138"/>
          <p:cNvSpPr/>
          <p:nvPr/>
        </p:nvSpPr>
        <p:spPr>
          <a:xfrm flipV="1">
            <a:off x="1765300" y="3441700"/>
            <a:ext cx="0" cy="2921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141" name="Shape 139"/>
          <p:cNvSpPr/>
          <p:nvPr/>
        </p:nvSpPr>
        <p:spPr>
          <a:xfrm flipV="1">
            <a:off x="2114550" y="3975100"/>
            <a:ext cx="0" cy="19177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142" name="Text 140"/>
          <p:cNvSpPr/>
          <p:nvPr/>
        </p:nvSpPr>
        <p:spPr>
          <a:xfrm>
            <a:off x="3733800" y="2667000"/>
            <a:ext cx="254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Multi-Head Attention</a:t>
            </a:r>
            <a:endParaRPr lang="en-US" sz="1500" dirty="0"/>
          </a:p>
        </p:txBody>
      </p:sp>
      <p:sp>
        <p:nvSpPr>
          <p:cNvPr id="143" name="Shape 141"/>
          <p:cNvSpPr/>
          <p:nvPr/>
        </p:nvSpPr>
        <p:spPr>
          <a:xfrm>
            <a:off x="3810000" y="3124200"/>
            <a:ext cx="2641600" cy="3416300"/>
          </a:xfrm>
          <a:prstGeom prst="rect">
            <a:avLst/>
          </a:prstGeom>
          <a:ln w="28575">
            <a:solidFill>
              <a:srgbClr val="1B723F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3771900" y="3086100"/>
            <a:ext cx="76200" cy="76200"/>
          </a:xfrm>
          <a:prstGeom prst="rect">
            <a:avLst/>
          </a:prstGeom>
          <a:solidFill>
            <a:srgbClr val="1B723F"/>
          </a:solidFill>
          <a:ln w="3175">
            <a:solidFill>
              <a:srgbClr val="1B723F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13500" y="3086100"/>
            <a:ext cx="76200" cy="76200"/>
          </a:xfrm>
          <a:prstGeom prst="rect">
            <a:avLst/>
          </a:prstGeom>
          <a:solidFill>
            <a:srgbClr val="1B723F"/>
          </a:solidFill>
          <a:ln w="3175">
            <a:solidFill>
              <a:srgbClr val="1B723F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3771900" y="6502400"/>
            <a:ext cx="76200" cy="76200"/>
          </a:xfrm>
          <a:prstGeom prst="rect">
            <a:avLst/>
          </a:prstGeom>
          <a:solidFill>
            <a:srgbClr val="1B723F"/>
          </a:solidFill>
          <a:ln w="3175">
            <a:solidFill>
              <a:srgbClr val="1B723F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413500" y="6502400"/>
            <a:ext cx="76200" cy="76200"/>
          </a:xfrm>
          <a:prstGeom prst="rect">
            <a:avLst/>
          </a:prstGeom>
          <a:solidFill>
            <a:srgbClr val="1B723F"/>
          </a:solidFill>
          <a:ln w="3175">
            <a:solidFill>
              <a:srgbClr val="1B723F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4724400" y="3289300"/>
            <a:ext cx="596900" cy="292100"/>
          </a:xfrm>
          <a:prstGeom prst="rect">
            <a:avLst/>
          </a:prstGeom>
          <a:solidFill>
            <a:srgbClr val="E4E4E4"/>
          </a:solidFill>
          <a:ln w="9525">
            <a:solidFill>
              <a:srgbClr val="ABABAB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4622800" y="3378200"/>
            <a:ext cx="596900" cy="292100"/>
          </a:xfrm>
          <a:prstGeom prst="rect">
            <a:avLst/>
          </a:prstGeom>
          <a:solidFill>
            <a:srgbClr val="E9EDEA"/>
          </a:solidFill>
          <a:ln w="9525">
            <a:solidFill>
              <a:srgbClr val="808080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4622800" y="3378200"/>
            <a:ext cx="5969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</a:t>
            </a:r>
            <a:endParaRPr lang="en-US" sz="800" dirty="0"/>
          </a:p>
        </p:txBody>
      </p:sp>
      <p:sp>
        <p:nvSpPr>
          <p:cNvPr id="151" name="Shape 149"/>
          <p:cNvSpPr/>
          <p:nvPr/>
        </p:nvSpPr>
        <p:spPr>
          <a:xfrm flipV="1">
            <a:off x="4914900" y="3175000"/>
            <a:ext cx="0" cy="2032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152" name="Shape 150"/>
          <p:cNvSpPr/>
          <p:nvPr/>
        </p:nvSpPr>
        <p:spPr>
          <a:xfrm>
            <a:off x="4622800" y="3962400"/>
            <a:ext cx="584200" cy="177800"/>
          </a:xfrm>
          <a:prstGeom prst="rect">
            <a:avLst/>
          </a:prstGeom>
          <a:solidFill>
            <a:srgbClr val="F8FBC6"/>
          </a:solidFill>
          <a:ln w="6350">
            <a:solidFill>
              <a:srgbClr val="404040"/>
            </a:solidFill>
            <a:prstDash val="solid"/>
          </a:ln>
        </p:spPr>
      </p:sp>
      <p:sp>
        <p:nvSpPr>
          <p:cNvPr id="153" name="Text 151"/>
          <p:cNvSpPr/>
          <p:nvPr/>
        </p:nvSpPr>
        <p:spPr>
          <a:xfrm>
            <a:off x="4622800" y="3962400"/>
            <a:ext cx="584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Concat</a:t>
            </a:r>
            <a:endParaRPr lang="en-US" sz="750" dirty="0"/>
          </a:p>
        </p:txBody>
      </p:sp>
      <p:sp>
        <p:nvSpPr>
          <p:cNvPr id="154" name="Shape 152"/>
          <p:cNvSpPr/>
          <p:nvPr/>
        </p:nvSpPr>
        <p:spPr>
          <a:xfrm flipV="1">
            <a:off x="4914900" y="3683000"/>
            <a:ext cx="0" cy="2794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155" name="Shape 153"/>
          <p:cNvSpPr/>
          <p:nvPr/>
        </p:nvSpPr>
        <p:spPr>
          <a:xfrm flipV="1">
            <a:off x="4813300" y="3708400"/>
            <a:ext cx="0" cy="254000"/>
          </a:xfrm>
          <a:prstGeom prst="line">
            <a:avLst/>
          </a:prstGeom>
          <a:noFill/>
          <a:ln w="9525">
            <a:solidFill>
              <a:srgbClr val="8A8A8A"/>
            </a:solidFill>
            <a:prstDash val="solid"/>
            <a:tailEnd type="triangle"/>
          </a:ln>
        </p:spPr>
      </p:sp>
      <p:sp>
        <p:nvSpPr>
          <p:cNvPr id="156" name="Shape 154"/>
          <p:cNvSpPr/>
          <p:nvPr/>
        </p:nvSpPr>
        <p:spPr>
          <a:xfrm flipV="1">
            <a:off x="5016500" y="3708400"/>
            <a:ext cx="0" cy="254000"/>
          </a:xfrm>
          <a:prstGeom prst="line">
            <a:avLst/>
          </a:prstGeom>
          <a:noFill/>
          <a:ln w="9525">
            <a:solidFill>
              <a:srgbClr val="8A8A8A"/>
            </a:solidFill>
            <a:prstDash val="solid"/>
            <a:tailEnd type="triangle"/>
          </a:ln>
        </p:spPr>
      </p:sp>
      <p:sp>
        <p:nvSpPr>
          <p:cNvPr id="157" name="Shape 155"/>
          <p:cNvSpPr/>
          <p:nvPr/>
        </p:nvSpPr>
        <p:spPr>
          <a:xfrm>
            <a:off x="4025900" y="4356100"/>
            <a:ext cx="2044700" cy="406400"/>
          </a:xfrm>
          <a:prstGeom prst="rect">
            <a:avLst/>
          </a:prstGeom>
          <a:solidFill>
            <a:srgbClr val="E4E4E4"/>
          </a:solidFill>
          <a:ln w="9525">
            <a:solidFill>
              <a:srgbClr val="ABABAB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3848100" y="4495800"/>
            <a:ext cx="2184400" cy="533400"/>
          </a:xfrm>
          <a:prstGeom prst="rect">
            <a:avLst/>
          </a:prstGeom>
          <a:ln w="19050">
            <a:solidFill>
              <a:srgbClr val="C0000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3924300" y="4572000"/>
            <a:ext cx="2044700" cy="406400"/>
          </a:xfrm>
          <a:prstGeom prst="rect">
            <a:avLst/>
          </a:prstGeom>
          <a:solidFill>
            <a:srgbClr val="BB93AE"/>
          </a:solidFill>
          <a:ln w="12700">
            <a:solidFill>
              <a:srgbClr val="BB93AE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3924300" y="4572000"/>
            <a:ext cx="20447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Scaled Dot-Product</a:t>
            </a:r>
            <a:endParaRPr lang="en-US" sz="8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</a:t>
            </a:r>
            <a:endParaRPr lang="en-US" sz="800" dirty="0"/>
          </a:p>
        </p:txBody>
      </p:sp>
      <p:sp>
        <p:nvSpPr>
          <p:cNvPr id="161" name="Shape 159"/>
          <p:cNvSpPr/>
          <p:nvPr/>
        </p:nvSpPr>
        <p:spPr>
          <a:xfrm>
            <a:off x="4013200" y="5041900"/>
            <a:ext cx="533400" cy="228600"/>
          </a:xfrm>
          <a:prstGeom prst="rect">
            <a:avLst/>
          </a:prstGeom>
          <a:solidFill>
            <a:srgbClr val="E4E4E4"/>
          </a:solidFill>
          <a:ln w="9525">
            <a:solidFill>
              <a:srgbClr val="ABABAB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3924300" y="5118100"/>
            <a:ext cx="533400" cy="228600"/>
          </a:xfrm>
          <a:prstGeom prst="rect">
            <a:avLst/>
          </a:prstGeom>
          <a:solidFill>
            <a:srgbClr val="E9EDEA"/>
          </a:solidFill>
          <a:ln w="9525">
            <a:solidFill>
              <a:srgbClr val="808080"/>
            </a:solidFill>
            <a:prstDash val="solid"/>
          </a:ln>
        </p:spPr>
      </p:sp>
      <p:sp>
        <p:nvSpPr>
          <p:cNvPr id="163" name="Text 161"/>
          <p:cNvSpPr/>
          <p:nvPr/>
        </p:nvSpPr>
        <p:spPr>
          <a:xfrm>
            <a:off x="3924300" y="5118100"/>
            <a:ext cx="533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</a:t>
            </a:r>
            <a:endParaRPr lang="en-US" sz="750" dirty="0"/>
          </a:p>
        </p:txBody>
      </p:sp>
      <p:sp>
        <p:nvSpPr>
          <p:cNvPr id="164" name="Shape 162"/>
          <p:cNvSpPr/>
          <p:nvPr/>
        </p:nvSpPr>
        <p:spPr>
          <a:xfrm flipV="1">
            <a:off x="4191000" y="5041900"/>
            <a:ext cx="0" cy="762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165" name="Shape 163"/>
          <p:cNvSpPr/>
          <p:nvPr/>
        </p:nvSpPr>
        <p:spPr>
          <a:xfrm flipV="1">
            <a:off x="4114800" y="5054600"/>
            <a:ext cx="0" cy="63500"/>
          </a:xfrm>
          <a:prstGeom prst="line">
            <a:avLst/>
          </a:prstGeom>
          <a:noFill/>
          <a:ln w="9525">
            <a:solidFill>
              <a:srgbClr val="8A8A8A"/>
            </a:solidFill>
            <a:prstDash val="solid"/>
            <a:tailEnd type="triangle"/>
          </a:ln>
        </p:spPr>
      </p:sp>
      <p:sp>
        <p:nvSpPr>
          <p:cNvPr id="166" name="Shape 164"/>
          <p:cNvSpPr/>
          <p:nvPr/>
        </p:nvSpPr>
        <p:spPr>
          <a:xfrm flipV="1">
            <a:off x="4267200" y="5054600"/>
            <a:ext cx="0" cy="63500"/>
          </a:xfrm>
          <a:prstGeom prst="line">
            <a:avLst/>
          </a:prstGeom>
          <a:noFill/>
          <a:ln w="9525">
            <a:solidFill>
              <a:srgbClr val="8A8A8A"/>
            </a:solidFill>
            <a:prstDash val="solid"/>
            <a:tailEnd type="triangle"/>
          </a:ln>
        </p:spPr>
      </p:sp>
      <p:sp>
        <p:nvSpPr>
          <p:cNvPr id="167" name="Shape 165"/>
          <p:cNvSpPr/>
          <p:nvPr/>
        </p:nvSpPr>
        <p:spPr>
          <a:xfrm>
            <a:off x="4648200" y="5041900"/>
            <a:ext cx="609600" cy="228600"/>
          </a:xfrm>
          <a:prstGeom prst="rect">
            <a:avLst/>
          </a:prstGeom>
          <a:solidFill>
            <a:srgbClr val="E4E4E4"/>
          </a:solidFill>
          <a:ln w="9525">
            <a:solidFill>
              <a:srgbClr val="ABABAB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4559300" y="5118100"/>
            <a:ext cx="609600" cy="228600"/>
          </a:xfrm>
          <a:prstGeom prst="rect">
            <a:avLst/>
          </a:prstGeom>
          <a:solidFill>
            <a:srgbClr val="E9EDEA"/>
          </a:solidFill>
          <a:ln w="9525">
            <a:solidFill>
              <a:srgbClr val="808080"/>
            </a:solidFill>
            <a:prstDash val="solid"/>
          </a:ln>
        </p:spPr>
      </p:sp>
      <p:sp>
        <p:nvSpPr>
          <p:cNvPr id="169" name="Text 167"/>
          <p:cNvSpPr/>
          <p:nvPr/>
        </p:nvSpPr>
        <p:spPr>
          <a:xfrm>
            <a:off x="4559300" y="51181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</a:t>
            </a:r>
            <a:endParaRPr lang="en-US" sz="750" dirty="0"/>
          </a:p>
        </p:txBody>
      </p:sp>
      <p:sp>
        <p:nvSpPr>
          <p:cNvPr id="170" name="Shape 168"/>
          <p:cNvSpPr/>
          <p:nvPr/>
        </p:nvSpPr>
        <p:spPr>
          <a:xfrm flipV="1">
            <a:off x="4864100" y="5041900"/>
            <a:ext cx="0" cy="762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171" name="Shape 169"/>
          <p:cNvSpPr/>
          <p:nvPr/>
        </p:nvSpPr>
        <p:spPr>
          <a:xfrm flipV="1">
            <a:off x="4787900" y="5054600"/>
            <a:ext cx="0" cy="63500"/>
          </a:xfrm>
          <a:prstGeom prst="line">
            <a:avLst/>
          </a:prstGeom>
          <a:noFill/>
          <a:ln w="9525">
            <a:solidFill>
              <a:srgbClr val="8A8A8A"/>
            </a:solidFill>
            <a:prstDash val="solid"/>
            <a:tailEnd type="triangle"/>
          </a:ln>
        </p:spPr>
      </p:sp>
      <p:sp>
        <p:nvSpPr>
          <p:cNvPr id="172" name="Shape 170"/>
          <p:cNvSpPr/>
          <p:nvPr/>
        </p:nvSpPr>
        <p:spPr>
          <a:xfrm flipV="1">
            <a:off x="4940300" y="5054600"/>
            <a:ext cx="0" cy="63500"/>
          </a:xfrm>
          <a:prstGeom prst="line">
            <a:avLst/>
          </a:prstGeom>
          <a:noFill/>
          <a:ln w="9525">
            <a:solidFill>
              <a:srgbClr val="8A8A8A"/>
            </a:solidFill>
            <a:prstDash val="solid"/>
            <a:tailEnd type="triangle"/>
          </a:ln>
        </p:spPr>
      </p:sp>
      <p:sp>
        <p:nvSpPr>
          <p:cNvPr id="173" name="Shape 171"/>
          <p:cNvSpPr/>
          <p:nvPr/>
        </p:nvSpPr>
        <p:spPr>
          <a:xfrm>
            <a:off x="5372100" y="5041900"/>
            <a:ext cx="609600" cy="228600"/>
          </a:xfrm>
          <a:prstGeom prst="rect">
            <a:avLst/>
          </a:prstGeom>
          <a:solidFill>
            <a:srgbClr val="E4E4E4"/>
          </a:solidFill>
          <a:ln w="9525">
            <a:solidFill>
              <a:srgbClr val="ABABAB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5283200" y="5118100"/>
            <a:ext cx="609600" cy="228600"/>
          </a:xfrm>
          <a:prstGeom prst="rect">
            <a:avLst/>
          </a:prstGeom>
          <a:solidFill>
            <a:srgbClr val="E9EDEA"/>
          </a:solidFill>
          <a:ln w="9525">
            <a:solidFill>
              <a:srgbClr val="808080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5283200" y="51181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</a:t>
            </a:r>
            <a:endParaRPr lang="en-US" sz="750" dirty="0"/>
          </a:p>
        </p:txBody>
      </p:sp>
      <p:sp>
        <p:nvSpPr>
          <p:cNvPr id="176" name="Shape 174"/>
          <p:cNvSpPr/>
          <p:nvPr/>
        </p:nvSpPr>
        <p:spPr>
          <a:xfrm flipV="1">
            <a:off x="5588000" y="5041900"/>
            <a:ext cx="0" cy="762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177" name="Shape 175"/>
          <p:cNvSpPr/>
          <p:nvPr/>
        </p:nvSpPr>
        <p:spPr>
          <a:xfrm flipV="1">
            <a:off x="5511800" y="5054600"/>
            <a:ext cx="0" cy="63500"/>
          </a:xfrm>
          <a:prstGeom prst="line">
            <a:avLst/>
          </a:prstGeom>
          <a:noFill/>
          <a:ln w="9525">
            <a:solidFill>
              <a:srgbClr val="8A8A8A"/>
            </a:solidFill>
            <a:prstDash val="solid"/>
            <a:tailEnd type="triangle"/>
          </a:ln>
        </p:spPr>
      </p:sp>
      <p:sp>
        <p:nvSpPr>
          <p:cNvPr id="178" name="Shape 176"/>
          <p:cNvSpPr/>
          <p:nvPr/>
        </p:nvSpPr>
        <p:spPr>
          <a:xfrm flipV="1">
            <a:off x="5664200" y="5054600"/>
            <a:ext cx="0" cy="63500"/>
          </a:xfrm>
          <a:prstGeom prst="line">
            <a:avLst/>
          </a:prstGeom>
          <a:noFill/>
          <a:ln w="9525">
            <a:solidFill>
              <a:srgbClr val="8A8A8A"/>
            </a:solidFill>
            <a:prstDash val="solid"/>
            <a:tailEnd type="triangle"/>
          </a:ln>
        </p:spPr>
      </p:sp>
      <p:sp>
        <p:nvSpPr>
          <p:cNvPr id="179" name="Shape 177"/>
          <p:cNvSpPr/>
          <p:nvPr/>
        </p:nvSpPr>
        <p:spPr>
          <a:xfrm>
            <a:off x="4076700" y="6210300"/>
            <a:ext cx="228600" cy="228600"/>
          </a:xfrm>
          <a:prstGeom prst="ellipse">
            <a:avLst/>
          </a:prstGeom>
          <a:solidFill>
            <a:srgbClr val="0000A1"/>
          </a:solidFill>
          <a:ln w="6350">
            <a:solidFill>
              <a:srgbClr val="0000A1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4076700" y="621030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750" dirty="0"/>
          </a:p>
        </p:txBody>
      </p:sp>
      <p:sp>
        <p:nvSpPr>
          <p:cNvPr id="181" name="Shape 179"/>
          <p:cNvSpPr/>
          <p:nvPr/>
        </p:nvSpPr>
        <p:spPr>
          <a:xfrm>
            <a:off x="4806950" y="6210300"/>
            <a:ext cx="228600" cy="228600"/>
          </a:xfrm>
          <a:prstGeom prst="ellipse">
            <a:avLst/>
          </a:prstGeom>
          <a:solidFill>
            <a:srgbClr val="0000A1"/>
          </a:solidFill>
          <a:ln w="6350">
            <a:solidFill>
              <a:srgbClr val="0000A1"/>
            </a:solidFill>
            <a:prstDash val="solid"/>
          </a:ln>
        </p:spPr>
      </p:sp>
      <p:sp>
        <p:nvSpPr>
          <p:cNvPr id="182" name="Text 180"/>
          <p:cNvSpPr/>
          <p:nvPr/>
        </p:nvSpPr>
        <p:spPr>
          <a:xfrm>
            <a:off x="4806950" y="621030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endParaRPr lang="en-US" sz="750" dirty="0"/>
          </a:p>
        </p:txBody>
      </p:sp>
      <p:sp>
        <p:nvSpPr>
          <p:cNvPr id="183" name="Shape 181"/>
          <p:cNvSpPr/>
          <p:nvPr/>
        </p:nvSpPr>
        <p:spPr>
          <a:xfrm>
            <a:off x="5549900" y="6229350"/>
            <a:ext cx="203200" cy="203200"/>
          </a:xfrm>
          <a:prstGeom prst="ellipse">
            <a:avLst/>
          </a:prstGeom>
          <a:solidFill>
            <a:srgbClr val="990000"/>
          </a:solidFill>
          <a:ln w="6350">
            <a:solidFill>
              <a:srgbClr val="990000"/>
            </a:solidFill>
            <a:prstDash val="solid"/>
          </a:ln>
        </p:spPr>
      </p:sp>
      <p:sp>
        <p:nvSpPr>
          <p:cNvPr id="184" name="Text 182"/>
          <p:cNvSpPr/>
          <p:nvPr/>
        </p:nvSpPr>
        <p:spPr>
          <a:xfrm>
            <a:off x="5549900" y="6229350"/>
            <a:ext cx="20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endParaRPr lang="en-US" sz="750" dirty="0"/>
          </a:p>
        </p:txBody>
      </p:sp>
      <p:sp>
        <p:nvSpPr>
          <p:cNvPr id="185" name="Shape 183"/>
          <p:cNvSpPr/>
          <p:nvPr/>
        </p:nvSpPr>
        <p:spPr>
          <a:xfrm flipV="1">
            <a:off x="4191000" y="5359400"/>
            <a:ext cx="0" cy="8509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186" name="Shape 184"/>
          <p:cNvSpPr/>
          <p:nvPr/>
        </p:nvSpPr>
        <p:spPr>
          <a:xfrm flipV="1">
            <a:off x="4921250" y="5359400"/>
            <a:ext cx="0" cy="8509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187" name="Shape 185"/>
          <p:cNvSpPr/>
          <p:nvPr/>
        </p:nvSpPr>
        <p:spPr>
          <a:xfrm flipV="1">
            <a:off x="5651500" y="5359400"/>
            <a:ext cx="0" cy="8636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  <a:tailEnd type="triangle"/>
          </a:ln>
        </p:spPr>
      </p:sp>
      <p:sp>
        <p:nvSpPr>
          <p:cNvPr id="188" name="Shape 186"/>
          <p:cNvSpPr/>
          <p:nvPr/>
        </p:nvSpPr>
        <p:spPr>
          <a:xfrm flipV="1">
            <a:off x="6057900" y="4838700"/>
            <a:ext cx="38100" cy="1016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 flipV="1">
            <a:off x="6096000" y="4749800"/>
            <a:ext cx="38100" cy="889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 flipV="1">
            <a:off x="6134100" y="4673600"/>
            <a:ext cx="38100" cy="7620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6203950" y="4489450"/>
            <a:ext cx="241300" cy="241300"/>
          </a:xfrm>
          <a:prstGeom prst="ellipse">
            <a:avLst/>
          </a:prstGeom>
          <a:ln w="9525">
            <a:solidFill>
              <a:srgbClr val="A6A6A6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153150" y="4540250"/>
            <a:ext cx="241300" cy="241300"/>
          </a:xfrm>
          <a:prstGeom prst="ellipse">
            <a:avLst/>
          </a:prstGeom>
          <a:solidFill>
            <a:srgbClr val="D4BCA0"/>
          </a:solidFill>
          <a:ln w="12700">
            <a:solidFill>
              <a:srgbClr val="8A6A48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6153150" y="4540250"/>
            <a:ext cx="2413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</a:t>
            </a:r>
            <a:endParaRPr lang="en-US" sz="1000" dirty="0"/>
          </a:p>
        </p:txBody>
      </p:sp>
      <p:sp>
        <p:nvSpPr>
          <p:cNvPr id="194" name="Shape 192"/>
          <p:cNvSpPr/>
          <p:nvPr/>
        </p:nvSpPr>
        <p:spPr>
          <a:xfrm>
            <a:off x="6413500" y="3111500"/>
            <a:ext cx="901700" cy="698500"/>
          </a:xfrm>
          <a:prstGeom prst="line">
            <a:avLst/>
          </a:prstGeom>
          <a:noFill/>
          <a:ln w="12700">
            <a:solidFill>
              <a:srgbClr val="C00000"/>
            </a:solidFill>
            <a:prstDash val="dash"/>
          </a:ln>
        </p:spPr>
      </p:sp>
      <p:sp>
        <p:nvSpPr>
          <p:cNvPr id="195" name="Shape 193"/>
          <p:cNvSpPr/>
          <p:nvPr/>
        </p:nvSpPr>
        <p:spPr>
          <a:xfrm>
            <a:off x="7315200" y="3810000"/>
            <a:ext cx="914400" cy="863600"/>
          </a:xfrm>
          <a:prstGeom prst="line">
            <a:avLst/>
          </a:prstGeom>
          <a:noFill/>
          <a:ln w="12700">
            <a:solidFill>
              <a:srgbClr val="C00000"/>
            </a:solidFill>
            <a:prstDash val="dash"/>
          </a:ln>
        </p:spPr>
      </p:sp>
      <p:sp>
        <p:nvSpPr>
          <p:cNvPr id="196" name="Shape 194"/>
          <p:cNvSpPr/>
          <p:nvPr/>
        </p:nvSpPr>
        <p:spPr>
          <a:xfrm>
            <a:off x="2425700" y="3454400"/>
            <a:ext cx="1003300" cy="927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dash"/>
          </a:ln>
        </p:spPr>
      </p:sp>
      <p:sp>
        <p:nvSpPr>
          <p:cNvPr id="197" name="Shape 195"/>
          <p:cNvSpPr/>
          <p:nvPr/>
        </p:nvSpPr>
        <p:spPr>
          <a:xfrm>
            <a:off x="3429000" y="4381500"/>
            <a:ext cx="304800" cy="139700"/>
          </a:xfrm>
          <a:prstGeom prst="line">
            <a:avLst/>
          </a:prstGeom>
          <a:noFill/>
          <a:ln w="12700">
            <a:solidFill>
              <a:srgbClr val="C00000"/>
            </a:solidFill>
            <a:prstDash val="dash"/>
          </a:ln>
        </p:spPr>
      </p:sp>
      <p:sp>
        <p:nvSpPr>
          <p:cNvPr id="198" name="Shape 196"/>
          <p:cNvSpPr/>
          <p:nvPr/>
        </p:nvSpPr>
        <p:spPr>
          <a:xfrm flipV="1">
            <a:off x="2451100" y="5499100"/>
            <a:ext cx="571500" cy="685800"/>
          </a:xfrm>
          <a:prstGeom prst="line">
            <a:avLst/>
          </a:prstGeom>
          <a:noFill/>
          <a:ln w="12700">
            <a:solidFill>
              <a:srgbClr val="C00000"/>
            </a:solidFill>
            <a:prstDash val="dash"/>
          </a:ln>
        </p:spPr>
      </p:sp>
      <p:sp>
        <p:nvSpPr>
          <p:cNvPr id="199" name="Shape 197"/>
          <p:cNvSpPr/>
          <p:nvPr/>
        </p:nvSpPr>
        <p:spPr>
          <a:xfrm>
            <a:off x="8255000" y="4508500"/>
            <a:ext cx="914400" cy="406400"/>
          </a:xfrm>
          <a:prstGeom prst="roundRect">
            <a:avLst>
              <a:gd name="adj" fmla="val 9000"/>
            </a:avLst>
          </a:prstGeom>
          <a:solidFill>
            <a:srgbClr val="C87E57"/>
          </a:solidFill>
          <a:ln w="19050">
            <a:solidFill>
              <a:srgbClr val="C00000"/>
            </a:solidFill>
            <a:prstDash val="solid"/>
          </a:ln>
        </p:spPr>
      </p:sp>
      <p:sp>
        <p:nvSpPr>
          <p:cNvPr id="200" name="Text 198"/>
          <p:cNvSpPr/>
          <p:nvPr/>
        </p:nvSpPr>
        <p:spPr>
          <a:xfrm>
            <a:off x="8255000" y="4508500"/>
            <a:ext cx="9144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900" b="1" dirty="0">
                <a:solidFill>
                  <a:srgbClr val="8C44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Multi-Head</a:t>
            </a:r>
            <a:endParaRPr lang="en-US" sz="900" dirty="0"/>
          </a:p>
          <a:p>
            <a:pPr algn="ctr" indent="0" marL="0">
              <a:lnSpc>
                <a:spcPts val="1050"/>
              </a:lnSpc>
              <a:buNone/>
            </a:pPr>
            <a:r>
              <a:rPr lang="en-US" sz="900" b="1" dirty="0">
                <a:solidFill>
                  <a:srgbClr val="8C44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</a:t>
            </a:r>
            <a:endParaRPr lang="en-US" sz="900" dirty="0"/>
          </a:p>
        </p:txBody>
      </p:sp>
      <p:sp>
        <p:nvSpPr>
          <p:cNvPr id="201" name="Shape 199"/>
          <p:cNvSpPr/>
          <p:nvPr/>
        </p:nvSpPr>
        <p:spPr>
          <a:xfrm>
            <a:off x="9486900" y="3365500"/>
            <a:ext cx="1168400" cy="165100"/>
          </a:xfrm>
          <a:prstGeom prst="rect">
            <a:avLst/>
          </a:prstGeom>
          <a:solidFill>
            <a:srgbClr val="B0B070"/>
          </a:solidFill>
          <a:ln w="3175">
            <a:solidFill>
              <a:srgbClr val="B0B070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9569450" y="3365500"/>
            <a:ext cx="0" cy="165100"/>
          </a:xfrm>
          <a:prstGeom prst="line">
            <a:avLst/>
          </a:prstGeom>
          <a:noFill/>
          <a:ln w="6350">
            <a:solidFill>
              <a:srgbClr val="4A4A4A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10394950" y="3365500"/>
            <a:ext cx="0" cy="165100"/>
          </a:xfrm>
          <a:prstGeom prst="line">
            <a:avLst/>
          </a:prstGeom>
          <a:noFill/>
          <a:ln w="6350">
            <a:solidFill>
              <a:srgbClr val="4A4A4A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9499600" y="3517900"/>
            <a:ext cx="927100" cy="419100"/>
          </a:xfrm>
          <a:prstGeom prst="roundRect">
            <a:avLst>
              <a:gd name="adj" fmla="val 8727"/>
            </a:avLst>
          </a:prstGeom>
          <a:solidFill>
            <a:srgbClr val="B28659"/>
          </a:solidFill>
          <a:ln w="15875">
            <a:solidFill>
              <a:srgbClr val="C00000"/>
            </a:solidFill>
            <a:prstDash val="dash"/>
          </a:ln>
        </p:spPr>
      </p:sp>
      <p:sp>
        <p:nvSpPr>
          <p:cNvPr id="205" name="Text 203"/>
          <p:cNvSpPr/>
          <p:nvPr/>
        </p:nvSpPr>
        <p:spPr>
          <a:xfrm>
            <a:off x="9499600" y="3517900"/>
            <a:ext cx="9271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50" b="1" dirty="0">
                <a:solidFill>
                  <a:srgbClr val="8C44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Multi-Head</a:t>
            </a:r>
            <a:endParaRPr lang="en-US" sz="85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50" b="1" dirty="0">
                <a:solidFill>
                  <a:srgbClr val="8C44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</a:t>
            </a:r>
            <a:endParaRPr lang="en-US" sz="850" dirty="0"/>
          </a:p>
        </p:txBody>
      </p:sp>
      <p:sp>
        <p:nvSpPr>
          <p:cNvPr id="206" name="Shape 204"/>
          <p:cNvSpPr/>
          <p:nvPr/>
        </p:nvSpPr>
        <p:spPr>
          <a:xfrm>
            <a:off x="7226300" y="1270000"/>
            <a:ext cx="76200" cy="76200"/>
          </a:xfrm>
          <a:prstGeom prst="rect">
            <a:avLst/>
          </a:prstGeom>
          <a:solidFill>
            <a:srgbClr val="1B723F"/>
          </a:solidFill>
          <a:ln w="3175">
            <a:solidFill>
              <a:srgbClr val="1B723F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11341100" y="1270000"/>
            <a:ext cx="76200" cy="76200"/>
          </a:xfrm>
          <a:prstGeom prst="rect">
            <a:avLst/>
          </a:prstGeom>
          <a:solidFill>
            <a:srgbClr val="1B723F"/>
          </a:solidFill>
          <a:ln w="3175">
            <a:solidFill>
              <a:srgbClr val="1B723F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7226300" y="6642100"/>
            <a:ext cx="76200" cy="76200"/>
          </a:xfrm>
          <a:prstGeom prst="rect">
            <a:avLst/>
          </a:prstGeom>
          <a:solidFill>
            <a:srgbClr val="1B723F"/>
          </a:solidFill>
          <a:ln w="3175">
            <a:solidFill>
              <a:srgbClr val="1B723F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11341100" y="6642100"/>
            <a:ext cx="76200" cy="76200"/>
          </a:xfrm>
          <a:prstGeom prst="rect">
            <a:avLst/>
          </a:prstGeom>
          <a:solidFill>
            <a:srgbClr val="1B723F"/>
          </a:solidFill>
          <a:ln w="3175">
            <a:solidFill>
              <a:srgbClr val="1B723F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9474200" y="2578100"/>
            <a:ext cx="1181100" cy="215900"/>
          </a:xfrm>
          <a:prstGeom prst="rect">
            <a:avLst/>
          </a:prstGeom>
          <a:solidFill>
            <a:srgbClr val="B0B070"/>
          </a:solidFill>
          <a:ln w="3175">
            <a:solidFill>
              <a:srgbClr val="B0B070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9474200" y="2806700"/>
            <a:ext cx="1181100" cy="558800"/>
          </a:xfrm>
          <a:prstGeom prst="rect">
            <a:avLst/>
          </a:prstGeom>
          <a:solidFill>
            <a:srgbClr val="B0B070"/>
          </a:solidFill>
          <a:ln w="3175">
            <a:solidFill>
              <a:srgbClr val="B0B07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9474200" y="3365500"/>
            <a:ext cx="1181100" cy="152400"/>
          </a:xfrm>
          <a:prstGeom prst="rect">
            <a:avLst/>
          </a:prstGeom>
          <a:solidFill>
            <a:srgbClr val="B0B070"/>
          </a:solidFill>
          <a:ln w="3175">
            <a:solidFill>
              <a:srgbClr val="B0B070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9563100" y="2622550"/>
            <a:ext cx="812800" cy="158750"/>
          </a:xfrm>
          <a:prstGeom prst="rect">
            <a:avLst/>
          </a:prstGeom>
          <a:solidFill>
            <a:srgbClr val="5C9CB7"/>
          </a:solidFill>
          <a:ln w="12700">
            <a:solidFill>
              <a:srgbClr val="2F6476"/>
            </a:solidFill>
            <a:prstDash val="solid"/>
          </a:ln>
        </p:spPr>
      </p:sp>
      <p:sp>
        <p:nvSpPr>
          <p:cNvPr id="214" name="Text 212"/>
          <p:cNvSpPr/>
          <p:nvPr/>
        </p:nvSpPr>
        <p:spPr>
          <a:xfrm>
            <a:off x="9563100" y="2622550"/>
            <a:ext cx="812800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273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&amp; Norm</a:t>
            </a:r>
            <a:endParaRPr lang="en-US" sz="800" dirty="0"/>
          </a:p>
        </p:txBody>
      </p:sp>
      <p:sp>
        <p:nvSpPr>
          <p:cNvPr id="215" name="Shape 213"/>
          <p:cNvSpPr/>
          <p:nvPr/>
        </p:nvSpPr>
        <p:spPr>
          <a:xfrm>
            <a:off x="9563100" y="2838450"/>
            <a:ext cx="812800" cy="336550"/>
          </a:xfrm>
          <a:prstGeom prst="rect">
            <a:avLst/>
          </a:prstGeom>
          <a:solidFill>
            <a:srgbClr val="6E7E62"/>
          </a:solidFill>
          <a:ln w="9525">
            <a:solidFill>
              <a:srgbClr val="3E3A28"/>
            </a:solidFill>
            <a:prstDash val="solid"/>
          </a:ln>
        </p:spPr>
      </p:sp>
      <p:sp>
        <p:nvSpPr>
          <p:cNvPr id="216" name="Text 214"/>
          <p:cNvSpPr/>
          <p:nvPr/>
        </p:nvSpPr>
        <p:spPr>
          <a:xfrm>
            <a:off x="9563100" y="2838450"/>
            <a:ext cx="812800" cy="336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50" b="1" dirty="0">
                <a:solidFill>
                  <a:srgbClr val="3A4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</a:t>
            </a:r>
            <a:endParaRPr lang="en-US" sz="85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50" b="1" dirty="0">
                <a:solidFill>
                  <a:srgbClr val="3A4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</a:t>
            </a:r>
            <a:endParaRPr lang="en-US" sz="850" dirty="0"/>
          </a:p>
        </p:txBody>
      </p:sp>
      <p:sp>
        <p:nvSpPr>
          <p:cNvPr id="217" name="Shape 215"/>
          <p:cNvSpPr/>
          <p:nvPr/>
        </p:nvSpPr>
        <p:spPr>
          <a:xfrm>
            <a:off x="9563100" y="3346450"/>
            <a:ext cx="812800" cy="139700"/>
          </a:xfrm>
          <a:prstGeom prst="rect">
            <a:avLst/>
          </a:prstGeom>
          <a:solidFill>
            <a:srgbClr val="5C9CB7"/>
          </a:solidFill>
          <a:ln w="12700">
            <a:solidFill>
              <a:srgbClr val="2F6476"/>
            </a:solidFill>
            <a:prstDash val="solid"/>
          </a:ln>
        </p:spPr>
      </p:sp>
      <p:sp>
        <p:nvSpPr>
          <p:cNvPr id="218" name="Text 216"/>
          <p:cNvSpPr/>
          <p:nvPr/>
        </p:nvSpPr>
        <p:spPr>
          <a:xfrm>
            <a:off x="9563100" y="3346450"/>
            <a:ext cx="812800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273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&amp; Norm</a:t>
            </a:r>
            <a:endParaRPr lang="en-US" sz="750" dirty="0"/>
          </a:p>
        </p:txBody>
      </p:sp>
      <p:sp>
        <p:nvSpPr>
          <p:cNvPr id="219" name="Shape 217"/>
          <p:cNvSpPr/>
          <p:nvPr/>
        </p:nvSpPr>
        <p:spPr>
          <a:xfrm>
            <a:off x="9474200" y="4140200"/>
            <a:ext cx="88900" cy="279400"/>
          </a:xfrm>
          <a:prstGeom prst="rect">
            <a:avLst/>
          </a:prstGeom>
          <a:solidFill>
            <a:srgbClr val="C8F8E0"/>
          </a:solidFill>
          <a:ln w="3175">
            <a:solidFill>
              <a:srgbClr val="C8F8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10375900" y="4140200"/>
            <a:ext cx="190500" cy="279400"/>
          </a:xfrm>
          <a:prstGeom prst="rect">
            <a:avLst/>
          </a:prstGeom>
          <a:solidFill>
            <a:srgbClr val="B5BB97"/>
          </a:solidFill>
          <a:ln w="3175">
            <a:solidFill>
              <a:srgbClr val="B5BB97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9563100" y="4184650"/>
            <a:ext cx="812800" cy="177800"/>
          </a:xfrm>
          <a:prstGeom prst="rect">
            <a:avLst/>
          </a:prstGeom>
          <a:solidFill>
            <a:srgbClr val="6E87E0"/>
          </a:solidFill>
          <a:ln w="12700">
            <a:solidFill>
              <a:srgbClr val="3A5697"/>
            </a:solidFill>
            <a:prstDash val="solid"/>
          </a:ln>
        </p:spPr>
      </p:sp>
      <p:sp>
        <p:nvSpPr>
          <p:cNvPr id="222" name="Text 220"/>
          <p:cNvSpPr/>
          <p:nvPr/>
        </p:nvSpPr>
        <p:spPr>
          <a:xfrm>
            <a:off x="9563100" y="4184650"/>
            <a:ext cx="812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86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&amp; Norm</a:t>
            </a:r>
            <a:endParaRPr lang="en-US" sz="800" dirty="0"/>
          </a:p>
        </p:txBody>
      </p:sp>
      <p:sp>
        <p:nvSpPr>
          <p:cNvPr id="223" name="Shape 221"/>
          <p:cNvSpPr/>
          <p:nvPr/>
        </p:nvSpPr>
        <p:spPr>
          <a:xfrm>
            <a:off x="9499600" y="3517900"/>
            <a:ext cx="927100" cy="0"/>
          </a:xfrm>
          <a:prstGeom prst="line">
            <a:avLst/>
          </a:prstGeom>
          <a:noFill/>
          <a:ln w="28575">
            <a:solidFill>
              <a:srgbClr val="C00000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9499600" y="3930650"/>
            <a:ext cx="927100" cy="0"/>
          </a:xfrm>
          <a:prstGeom prst="line">
            <a:avLst/>
          </a:prstGeom>
          <a:noFill/>
          <a:ln w="28575">
            <a:solidFill>
              <a:srgbClr val="C0000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10420350" y="3517900"/>
            <a:ext cx="0" cy="419100"/>
          </a:xfrm>
          <a:prstGeom prst="line">
            <a:avLst/>
          </a:prstGeom>
          <a:noFill/>
          <a:ln w="28575">
            <a:solidFill>
              <a:srgbClr val="C00000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9965690" y="2458720"/>
            <a:ext cx="0" cy="162560"/>
          </a:xfrm>
          <a:prstGeom prst="line">
            <a:avLst/>
          </a:prstGeom>
          <a:noFill/>
          <a:ln w="22225">
            <a:solidFill>
              <a:srgbClr val="2F2F2F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9965690" y="3181350"/>
            <a:ext cx="0" cy="165100"/>
          </a:xfrm>
          <a:prstGeom prst="line">
            <a:avLst/>
          </a:prstGeom>
          <a:noFill/>
          <a:ln w="22225">
            <a:solidFill>
              <a:srgbClr val="2F2F2F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10591800" y="2667000"/>
            <a:ext cx="0" cy="2463800"/>
          </a:xfrm>
          <a:prstGeom prst="line">
            <a:avLst/>
          </a:prstGeom>
          <a:noFill/>
          <a:ln w="50800">
            <a:solidFill>
              <a:srgbClr val="8CC62E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10414000" y="2692400"/>
            <a:ext cx="177800" cy="0"/>
          </a:xfrm>
          <a:prstGeom prst="line">
            <a:avLst/>
          </a:prstGeom>
          <a:noFill/>
          <a:ln w="38100">
            <a:solidFill>
              <a:srgbClr val="8CC62E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10020300" y="3276600"/>
            <a:ext cx="584200" cy="0"/>
          </a:xfrm>
          <a:prstGeom prst="line">
            <a:avLst/>
          </a:prstGeom>
          <a:noFill/>
          <a:ln w="44450">
            <a:solidFill>
              <a:srgbClr val="8CC62E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10401300" y="3454400"/>
            <a:ext cx="190500" cy="0"/>
          </a:xfrm>
          <a:prstGeom prst="line">
            <a:avLst/>
          </a:prstGeom>
          <a:noFill/>
          <a:ln w="38100">
            <a:solidFill>
              <a:srgbClr val="8CC62E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10007600" y="4064000"/>
            <a:ext cx="596900" cy="0"/>
          </a:xfrm>
          <a:prstGeom prst="line">
            <a:avLst/>
          </a:prstGeom>
          <a:noFill/>
          <a:ln w="44450">
            <a:solidFill>
              <a:srgbClr val="8CC62E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10401300" y="4292600"/>
            <a:ext cx="190500" cy="0"/>
          </a:xfrm>
          <a:prstGeom prst="line">
            <a:avLst/>
          </a:prstGeom>
          <a:noFill/>
          <a:ln w="38100">
            <a:solidFill>
              <a:srgbClr val="8CC62E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10045700" y="5105400"/>
            <a:ext cx="558800" cy="0"/>
          </a:xfrm>
          <a:prstGeom prst="line">
            <a:avLst/>
          </a:prstGeom>
          <a:noFill/>
          <a:ln w="44450">
            <a:solidFill>
              <a:srgbClr val="8CC62E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9766300" y="3946525"/>
            <a:ext cx="76200" cy="57150"/>
          </a:xfrm>
          <a:prstGeom prst="triangle">
            <a:avLst/>
          </a:prstGeom>
          <a:solidFill>
            <a:srgbClr val="05008F"/>
          </a:solidFill>
          <a:ln w="6350">
            <a:solidFill>
              <a:srgbClr val="05008F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9766300" y="4010025"/>
            <a:ext cx="76200" cy="57150"/>
          </a:xfrm>
          <a:prstGeom prst="triangle">
            <a:avLst/>
          </a:prstGeom>
          <a:solidFill>
            <a:srgbClr val="05008F"/>
          </a:solidFill>
          <a:ln w="6350">
            <a:solidFill>
              <a:srgbClr val="05008F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8007350" y="3422650"/>
            <a:ext cx="1206500" cy="1073150"/>
          </a:xfrm>
          <a:prstGeom prst="rect">
            <a:avLst/>
          </a:prstGeom>
          <a:solidFill>
            <a:srgbClr val="C8965A"/>
          </a:solidFill>
          <a:ln w="3175">
            <a:solidFill>
              <a:srgbClr val="C8965A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8293100" y="3517900"/>
            <a:ext cx="876300" cy="184150"/>
          </a:xfrm>
          <a:prstGeom prst="rect">
            <a:avLst/>
          </a:prstGeom>
          <a:solidFill>
            <a:srgbClr val="857F73"/>
          </a:solidFill>
          <a:ln w="9525">
            <a:solidFill>
              <a:srgbClr val="3F3F3F"/>
            </a:solidFill>
            <a:prstDash val="solid"/>
          </a:ln>
        </p:spPr>
      </p:sp>
      <p:sp>
        <p:nvSpPr>
          <p:cNvPr id="239" name="Text 237"/>
          <p:cNvSpPr/>
          <p:nvPr/>
        </p:nvSpPr>
        <p:spPr>
          <a:xfrm>
            <a:off x="8293100" y="3517900"/>
            <a:ext cx="876300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b="1" dirty="0">
                <a:solidFill>
                  <a:srgbClr val="3A36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&amp; Norm</a:t>
            </a:r>
            <a:endParaRPr lang="en-US" sz="750" dirty="0"/>
          </a:p>
        </p:txBody>
      </p:sp>
      <p:sp>
        <p:nvSpPr>
          <p:cNvPr id="240" name="Shape 238"/>
          <p:cNvSpPr/>
          <p:nvPr/>
        </p:nvSpPr>
        <p:spPr>
          <a:xfrm>
            <a:off x="8305800" y="3708400"/>
            <a:ext cx="749300" cy="336550"/>
          </a:xfrm>
          <a:prstGeom prst="rect">
            <a:avLst/>
          </a:prstGeom>
          <a:solidFill>
            <a:srgbClr val="997343"/>
          </a:solidFill>
          <a:ln w="9525">
            <a:solidFill>
              <a:srgbClr val="3F3F3F"/>
            </a:solidFill>
            <a:prstDash val="solid"/>
          </a:ln>
        </p:spPr>
      </p:sp>
      <p:sp>
        <p:nvSpPr>
          <p:cNvPr id="241" name="Text 239"/>
          <p:cNvSpPr/>
          <p:nvPr/>
        </p:nvSpPr>
        <p:spPr>
          <a:xfrm>
            <a:off x="8305800" y="3708400"/>
            <a:ext cx="749300" cy="336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2E23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</a:t>
            </a:r>
            <a:endParaRPr lang="en-US" sz="8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2E23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</a:t>
            </a:r>
            <a:endParaRPr lang="en-US" sz="800" dirty="0"/>
          </a:p>
        </p:txBody>
      </p:sp>
      <p:sp>
        <p:nvSpPr>
          <p:cNvPr id="242" name="Shape 240"/>
          <p:cNvSpPr/>
          <p:nvPr/>
        </p:nvSpPr>
        <p:spPr>
          <a:xfrm>
            <a:off x="8293100" y="4343400"/>
            <a:ext cx="876300" cy="146050"/>
          </a:xfrm>
          <a:prstGeom prst="rect">
            <a:avLst/>
          </a:prstGeom>
          <a:solidFill>
            <a:srgbClr val="857F73"/>
          </a:solidFill>
          <a:ln w="9525">
            <a:solidFill>
              <a:srgbClr val="3F3F3F"/>
            </a:solidFill>
            <a:prstDash val="solid"/>
          </a:ln>
        </p:spPr>
      </p:sp>
      <p:sp>
        <p:nvSpPr>
          <p:cNvPr id="243" name="Text 241"/>
          <p:cNvSpPr/>
          <p:nvPr/>
        </p:nvSpPr>
        <p:spPr>
          <a:xfrm>
            <a:off x="8293100" y="4343400"/>
            <a:ext cx="87630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850"/>
              </a:lnSpc>
              <a:buNone/>
            </a:pPr>
            <a:r>
              <a:rPr lang="en-US" sz="700" b="1" dirty="0">
                <a:solidFill>
                  <a:srgbClr val="3A36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&amp; Norm</a:t>
            </a:r>
            <a:endParaRPr lang="en-US" sz="700" dirty="0"/>
          </a:p>
        </p:txBody>
      </p:sp>
      <p:sp>
        <p:nvSpPr>
          <p:cNvPr id="244" name="Shape 242"/>
          <p:cNvSpPr/>
          <p:nvPr/>
        </p:nvSpPr>
        <p:spPr>
          <a:xfrm>
            <a:off x="8058150" y="3568700"/>
            <a:ext cx="0" cy="939800"/>
          </a:xfrm>
          <a:prstGeom prst="line">
            <a:avLst/>
          </a:prstGeom>
          <a:noFill/>
          <a:ln w="31750">
            <a:solidFill>
              <a:srgbClr val="C3B744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8001000" y="4521200"/>
            <a:ext cx="0" cy="622300"/>
          </a:xfrm>
          <a:prstGeom prst="line">
            <a:avLst/>
          </a:prstGeom>
          <a:noFill/>
          <a:ln w="44450">
            <a:solidFill>
              <a:srgbClr val="81C124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7975600" y="5124450"/>
            <a:ext cx="762000" cy="0"/>
          </a:xfrm>
          <a:prstGeom prst="line">
            <a:avLst/>
          </a:prstGeom>
          <a:noFill/>
          <a:ln w="50800">
            <a:solidFill>
              <a:srgbClr val="81C124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7886700" y="3175000"/>
            <a:ext cx="1524000" cy="1701800"/>
          </a:xfrm>
          <a:prstGeom prst="roundRect">
            <a:avLst>
              <a:gd name="adj" fmla="val 4800"/>
            </a:avLst>
          </a:prstGeom>
          <a:ln w="15875">
            <a:solidFill>
              <a:srgbClr val="B01515"/>
            </a:solidFill>
            <a:prstDash val="dash"/>
          </a:ln>
        </p:spPr>
      </p:sp>
      <p:sp>
        <p:nvSpPr>
          <p:cNvPr id="248" name="Shape 246"/>
          <p:cNvSpPr/>
          <p:nvPr/>
        </p:nvSpPr>
        <p:spPr>
          <a:xfrm flipV="1">
            <a:off x="2451100" y="4889500"/>
            <a:ext cx="1104900" cy="1295400"/>
          </a:xfrm>
          <a:prstGeom prst="line">
            <a:avLst/>
          </a:prstGeom>
          <a:noFill/>
          <a:ln w="12700">
            <a:solidFill>
              <a:srgbClr val="B01515"/>
            </a:solidFill>
            <a:prstDash val="dash"/>
          </a:ln>
        </p:spPr>
      </p:sp>
      <p:sp>
        <p:nvSpPr>
          <p:cNvPr id="249" name="Shape 247"/>
          <p:cNvSpPr/>
          <p:nvPr/>
        </p:nvSpPr>
        <p:spPr>
          <a:xfrm flipV="1">
            <a:off x="6502400" y="4724400"/>
            <a:ext cx="1625600" cy="1524000"/>
          </a:xfrm>
          <a:prstGeom prst="line">
            <a:avLst/>
          </a:prstGeom>
          <a:noFill/>
          <a:ln w="12700">
            <a:solidFill>
              <a:srgbClr val="B01515"/>
            </a:solidFill>
            <a:prstDash val="dash"/>
          </a:ln>
        </p:spPr>
      </p:sp>
      <p:sp>
        <p:nvSpPr>
          <p:cNvPr id="250" name="Shape 248"/>
          <p:cNvSpPr/>
          <p:nvPr/>
        </p:nvSpPr>
        <p:spPr>
          <a:xfrm>
            <a:off x="7566660" y="2200910"/>
            <a:ext cx="906780" cy="906780"/>
          </a:xfrm>
          <a:prstGeom prst="ellipse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 flipV="1" rot="20400000">
            <a:off x="8088630" y="2934335"/>
            <a:ext cx="371475" cy="457200"/>
          </a:xfrm>
          <a:prstGeom prst="triangle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 rot="20520000">
            <a:off x="7887970" y="3065780"/>
            <a:ext cx="279400" cy="152400"/>
          </a:xfrm>
          <a:prstGeom prst="ellipse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 rot="20520000">
            <a:off x="7976870" y="3110230"/>
            <a:ext cx="203200" cy="139700"/>
          </a:xfrm>
          <a:prstGeom prst="ellipse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254" name="Text 252"/>
          <p:cNvSpPr/>
          <p:nvPr/>
        </p:nvSpPr>
        <p:spPr>
          <a:xfrm rot="20520000">
            <a:off x="7640320" y="2316480"/>
            <a:ext cx="762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HERE</a:t>
            </a:r>
            <a:endParaRPr lang="en-US" sz="1250" dirty="0"/>
          </a:p>
        </p:txBody>
      </p:sp>
      <p:sp>
        <p:nvSpPr>
          <p:cNvPr id="255" name="Shape 253"/>
          <p:cNvSpPr/>
          <p:nvPr/>
        </p:nvSpPr>
        <p:spPr>
          <a:xfrm>
            <a:off x="8534400" y="4210050"/>
            <a:ext cx="298450" cy="298450"/>
          </a:xfrm>
          <a:prstGeom prst="ellipse">
            <a:avLst/>
          </a:prstGeom>
          <a:solidFill>
            <a:srgbClr val="DC1A20"/>
          </a:solidFill>
          <a:ln w="6350">
            <a:solidFill>
              <a:srgbClr val="DC1A2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8242300" y="5276850"/>
            <a:ext cx="1003300" cy="381000"/>
          </a:xfrm>
          <a:prstGeom prst="roundRect">
            <a:avLst>
              <a:gd name="adj" fmla="val 12000"/>
            </a:avLst>
          </a:prstGeom>
          <a:solidFill>
            <a:srgbClr val="B08058"/>
          </a:solidFill>
          <a:ln w="12700">
            <a:solidFill>
              <a:srgbClr val="6E4423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8274050" y="5308600"/>
            <a:ext cx="304800" cy="304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2E2E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8299450" y="5461000"/>
            <a:ext cx="127000" cy="0"/>
          </a:xfrm>
          <a:prstGeom prst="line">
            <a:avLst/>
          </a:prstGeom>
          <a:noFill/>
          <a:ln w="22225">
            <a:solidFill>
              <a:srgbClr val="2E2E2E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426450" y="5461000"/>
            <a:ext cx="0" cy="127000"/>
          </a:xfrm>
          <a:prstGeom prst="line">
            <a:avLst/>
          </a:prstGeom>
          <a:noFill/>
          <a:ln w="22225">
            <a:solidFill>
              <a:srgbClr val="2E2E2E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 flipV="1">
            <a:off x="8648700" y="5416550"/>
            <a:ext cx="66675" cy="82550"/>
          </a:xfrm>
          <a:prstGeom prst="line">
            <a:avLst/>
          </a:prstGeom>
          <a:noFill/>
          <a:ln w="12700">
            <a:solidFill>
              <a:srgbClr val="6E4423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8715375" y="5499100"/>
            <a:ext cx="66675" cy="82550"/>
          </a:xfrm>
          <a:prstGeom prst="line">
            <a:avLst/>
          </a:prstGeom>
          <a:noFill/>
          <a:ln w="12700">
            <a:solidFill>
              <a:srgbClr val="6E4423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 flipV="1">
            <a:off x="8782050" y="5416550"/>
            <a:ext cx="66675" cy="82550"/>
          </a:xfrm>
          <a:prstGeom prst="line">
            <a:avLst/>
          </a:prstGeom>
          <a:noFill/>
          <a:ln w="12700">
            <a:solidFill>
              <a:srgbClr val="6E4423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8848725" y="5499100"/>
            <a:ext cx="66675" cy="82550"/>
          </a:xfrm>
          <a:prstGeom prst="line">
            <a:avLst/>
          </a:prstGeom>
          <a:noFill/>
          <a:ln w="12700">
            <a:solidFill>
              <a:srgbClr val="6E4423"/>
            </a:solidFill>
            <a:prstDash val="solid"/>
          </a:ln>
        </p:spPr>
      </p:sp>
      <p:sp>
        <p:nvSpPr>
          <p:cNvPr id="264" name="Text 262"/>
          <p:cNvSpPr/>
          <p:nvPr/>
        </p:nvSpPr>
        <p:spPr>
          <a:xfrm>
            <a:off x="7543800" y="5283200"/>
            <a:ext cx="7112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Positional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Encoding</a:t>
            </a:r>
            <a:endParaRPr lang="en-US" sz="950" dirty="0"/>
          </a:p>
        </p:txBody>
      </p:sp>
      <p:sp>
        <p:nvSpPr>
          <p:cNvPr id="265" name="Shape 263"/>
          <p:cNvSpPr/>
          <p:nvPr/>
        </p:nvSpPr>
        <p:spPr>
          <a:xfrm>
            <a:off x="10101580" y="5292090"/>
            <a:ext cx="368300" cy="3683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2E2E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10126980" y="5476240"/>
            <a:ext cx="158750" cy="0"/>
          </a:xfrm>
          <a:prstGeom prst="line">
            <a:avLst/>
          </a:prstGeom>
          <a:noFill/>
          <a:ln w="22225">
            <a:solidFill>
              <a:srgbClr val="2E2E2E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10285730" y="5476240"/>
            <a:ext cx="0" cy="158750"/>
          </a:xfrm>
          <a:prstGeom prst="line">
            <a:avLst/>
          </a:prstGeom>
          <a:noFill/>
          <a:ln w="22225">
            <a:solidFill>
              <a:srgbClr val="2E2E2E"/>
            </a:solidFill>
            <a:prstDash val="solid"/>
          </a:ln>
        </p:spPr>
      </p:sp>
      <p:sp>
        <p:nvSpPr>
          <p:cNvPr id="268" name="Text 266"/>
          <p:cNvSpPr/>
          <p:nvPr/>
        </p:nvSpPr>
        <p:spPr>
          <a:xfrm>
            <a:off x="10617200" y="5321300"/>
            <a:ext cx="6096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Positional</a:t>
            </a:r>
            <a:endParaRPr lang="en-US" sz="950" dirty="0"/>
          </a:p>
          <a:p>
            <a:pPr algn="l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Encoding</a:t>
            </a:r>
            <a:endParaRPr lang="en-US" sz="950" dirty="0"/>
          </a:p>
        </p:txBody>
      </p:sp>
      <p:sp>
        <p:nvSpPr>
          <p:cNvPr id="269" name="Text 267"/>
          <p:cNvSpPr/>
          <p:nvPr/>
        </p:nvSpPr>
        <p:spPr>
          <a:xfrm>
            <a:off x="1219200" y="635000"/>
            <a:ext cx="1016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5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Transformer Blocks (stacked over Multi-Head)</a:t>
            </a:r>
            <a:endParaRPr lang="en-US" sz="35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71500"/>
            <a:ext cx="11137900" cy="6286500"/>
          </a:xfrm>
          <a:prstGeom prst="rect">
            <a:avLst/>
          </a:prstGeom>
          <a:solidFill>
            <a:srgbClr val="E9E9E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907540" y="845491"/>
            <a:ext cx="9144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00"/>
              </a:lnSpc>
              <a:buNone/>
            </a:pPr>
            <a:r>
              <a:rPr lang="en-US" sz="283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Residual Connections and Normalization</a:t>
            </a:r>
            <a:endParaRPr lang="en-US" sz="2830" dirty="0"/>
          </a:p>
        </p:txBody>
      </p:sp>
      <p:sp>
        <p:nvSpPr>
          <p:cNvPr id="6" name="Shape 4"/>
          <p:cNvSpPr/>
          <p:nvPr/>
        </p:nvSpPr>
        <p:spPr>
          <a:xfrm>
            <a:off x="1009650" y="1461770"/>
            <a:ext cx="10133330" cy="167386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C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6810" y="1511243"/>
            <a:ext cx="812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Adding Residual Connection: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2137410" y="1776673"/>
            <a:ext cx="812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Embedding + Positional Information   [First Transformer Block]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2151380" y="2016703"/>
            <a:ext cx="812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of Previous Transformer Block      [Stacked Transformer Blocks]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1146810" y="2547563"/>
            <a:ext cx="812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Adding “LAYER” Normalization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2151380" y="2800293"/>
            <a:ext cx="812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Encoded Vectors of Input Sequence   [With Same Input Vectors Dimension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12140" y="3308350"/>
            <a:ext cx="10939780" cy="3483610"/>
          </a:xfrm>
          <a:prstGeom prst="rect">
            <a:avLst/>
          </a:prstGeom>
          <a:solidFill>
            <a:srgbClr val="FFFFFF"/>
          </a:solidFill>
          <a:ln w="19050">
            <a:solidFill>
              <a:srgbClr val="C000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7560" y="3774440"/>
            <a:ext cx="10675620" cy="1023620"/>
          </a:xfrm>
          <a:prstGeom prst="roundRect">
            <a:avLst>
              <a:gd name="adj" fmla="val 7146"/>
            </a:avLst>
          </a:prstGeom>
          <a:solidFill>
            <a:srgbClr val="E2EFDA"/>
          </a:solidFill>
          <a:ln w="15875">
            <a:solidFill>
              <a:srgbClr val="00B050"/>
            </a:solidFill>
            <a:prstDash val="dashDot"/>
          </a:ln>
        </p:spPr>
      </p:sp>
      <p:sp>
        <p:nvSpPr>
          <p:cNvPr id="14" name="Shape 12"/>
          <p:cNvSpPr/>
          <p:nvPr/>
        </p:nvSpPr>
        <p:spPr>
          <a:xfrm>
            <a:off x="2063750" y="3934460"/>
            <a:ext cx="9118600" cy="318770"/>
          </a:xfrm>
          <a:prstGeom prst="rect">
            <a:avLst/>
          </a:prstGeom>
          <a:solidFill>
            <a:srgbClr val="D9D9D9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63750" y="3934460"/>
            <a:ext cx="9118600" cy="318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6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Normalization</a:t>
            </a:r>
            <a:pPr algn="ctr" indent="0" marL="0">
              <a:lnSpc>
                <a:spcPts val="2000"/>
              </a:lnSpc>
              <a:buNone/>
            </a:pPr>
            <a:r>
              <a:rPr lang="en-US" sz="16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(NOT Batch Normalization)</a:t>
            </a:r>
            <a:endParaRPr lang="en-US" sz="1600" dirty="0"/>
          </a:p>
        </p:txBody>
      </p:sp>
      <p:pic>
        <p:nvPicPr>
          <p:cNvPr id="16" name="Image 0" descr="/home/ahmed/Projects/ai_llm_slides/videos/deep-learning/002_transformers_part2/recreated_pptx/build/assets/s038_orangearr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14830" y="4457700"/>
            <a:ext cx="685800" cy="1892300"/>
          </a:xfrm>
          <a:prstGeom prst="rect">
            <a:avLst/>
          </a:prstGeom>
        </p:spPr>
      </p:pic>
      <p:pic>
        <p:nvPicPr>
          <p:cNvPr id="17" name="Image 1" descr="/home/ahmed/Projects/ai_llm_slides/videos/deep-learning/002_transformers_part2/recreated_pptx/build/assets/s038_orangearr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2410" y="4457700"/>
            <a:ext cx="685800" cy="1892300"/>
          </a:xfrm>
          <a:prstGeom prst="rect">
            <a:avLst/>
          </a:prstGeom>
        </p:spPr>
      </p:pic>
      <p:pic>
        <p:nvPicPr>
          <p:cNvPr id="18" name="Image 2" descr="/home/ahmed/Projects/ai_llm_slides/videos/deep-learning/002_transformers_part2/recreated_pptx/build/assets/s038_orangearr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7610" y="4457700"/>
            <a:ext cx="685800" cy="1892300"/>
          </a:xfrm>
          <a:prstGeom prst="rect">
            <a:avLst/>
          </a:prstGeom>
        </p:spPr>
      </p:pic>
      <p:pic>
        <p:nvPicPr>
          <p:cNvPr id="19" name="Image 3" descr="/home/ahmed/Projects/ai_llm_slides/videos/deep-learning/002_transformers_part2/recreated_pptx/build/assets/s038_orangearr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4457700"/>
            <a:ext cx="685800" cy="1892300"/>
          </a:xfrm>
          <a:prstGeom prst="rect">
            <a:avLst/>
          </a:prstGeom>
        </p:spPr>
      </p:pic>
      <p:pic>
        <p:nvPicPr>
          <p:cNvPr id="20" name="Image 4" descr="/home/ahmed/Projects/ai_llm_slides/videos/deep-learning/002_transformers_part2/recreated_pptx/build/assets/s038_orangearro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87060" y="4457700"/>
            <a:ext cx="685800" cy="1892300"/>
          </a:xfrm>
          <a:prstGeom prst="rect">
            <a:avLst/>
          </a:prstGeom>
        </p:spPr>
      </p:pic>
      <p:pic>
        <p:nvPicPr>
          <p:cNvPr id="21" name="Image 5" descr="/home/ahmed/Projects/ai_llm_slides/videos/deep-learning/002_transformers_part2/recreated_pptx/build/assets/s038_orangearro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30670" y="4457700"/>
            <a:ext cx="685800" cy="1892300"/>
          </a:xfrm>
          <a:prstGeom prst="rect">
            <a:avLst/>
          </a:prstGeom>
        </p:spPr>
      </p:pic>
      <p:pic>
        <p:nvPicPr>
          <p:cNvPr id="22" name="Image 6" descr="/home/ahmed/Projects/ai_llm_slides/videos/deep-learning/002_transformers_part2/recreated_pptx/build/assets/s038_orangearrow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1460" y="4457700"/>
            <a:ext cx="685800" cy="1892300"/>
          </a:xfrm>
          <a:prstGeom prst="rect">
            <a:avLst/>
          </a:prstGeom>
        </p:spPr>
      </p:pic>
      <p:pic>
        <p:nvPicPr>
          <p:cNvPr id="23" name="Image 7" descr="/home/ahmed/Projects/ai_llm_slides/videos/deep-learning/002_transformers_part2/recreated_pptx/build/assets/s038_orangearrow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19360" y="4457700"/>
            <a:ext cx="685800" cy="1892300"/>
          </a:xfrm>
          <a:prstGeom prst="rect">
            <a:avLst/>
          </a:prstGeom>
        </p:spPr>
      </p:pic>
      <p:sp>
        <p:nvSpPr>
          <p:cNvPr id="24" name="Shape 14"/>
          <p:cNvSpPr/>
          <p:nvPr/>
        </p:nvSpPr>
        <p:spPr>
          <a:xfrm>
            <a:off x="1946910" y="5328920"/>
            <a:ext cx="9486900" cy="651510"/>
          </a:xfrm>
          <a:prstGeom prst="rect">
            <a:avLst/>
          </a:prstGeom>
          <a:solidFill>
            <a:srgbClr val="00008B"/>
          </a:solidFill>
          <a:ln/>
        </p:spPr>
      </p:sp>
      <p:sp>
        <p:nvSpPr>
          <p:cNvPr id="25" name="Text 15"/>
          <p:cNvSpPr/>
          <p:nvPr/>
        </p:nvSpPr>
        <p:spPr>
          <a:xfrm>
            <a:off x="1946910" y="5328920"/>
            <a:ext cx="9486900" cy="651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 Head Self Attention Block</a:t>
            </a:r>
            <a:endParaRPr lang="en-US" sz="1800" dirty="0"/>
          </a:p>
        </p:txBody>
      </p:sp>
      <p:sp>
        <p:nvSpPr>
          <p:cNvPr id="26" name="Shape 16"/>
          <p:cNvSpPr/>
          <p:nvPr/>
        </p:nvSpPr>
        <p:spPr>
          <a:xfrm>
            <a:off x="2157730" y="3455670"/>
            <a:ext cx="158750" cy="22606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27" name="Shape 17"/>
          <p:cNvSpPr/>
          <p:nvPr/>
        </p:nvSpPr>
        <p:spPr>
          <a:xfrm>
            <a:off x="2316480" y="3455670"/>
            <a:ext cx="158750" cy="22606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28" name="Shape 18"/>
          <p:cNvSpPr/>
          <p:nvPr/>
        </p:nvSpPr>
        <p:spPr>
          <a:xfrm>
            <a:off x="2475230" y="3455670"/>
            <a:ext cx="158750" cy="22606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29" name="Shape 19"/>
          <p:cNvSpPr/>
          <p:nvPr/>
        </p:nvSpPr>
        <p:spPr>
          <a:xfrm>
            <a:off x="2633980" y="3455670"/>
            <a:ext cx="158750" cy="22606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30" name="Text 20"/>
          <p:cNvSpPr/>
          <p:nvPr/>
        </p:nvSpPr>
        <p:spPr>
          <a:xfrm>
            <a:off x="2310130" y="3436620"/>
            <a:ext cx="3302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31" name="Shape 21"/>
          <p:cNvSpPr/>
          <p:nvPr/>
        </p:nvSpPr>
        <p:spPr>
          <a:xfrm>
            <a:off x="3115310" y="3455670"/>
            <a:ext cx="158750" cy="22606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32" name="Shape 22"/>
          <p:cNvSpPr/>
          <p:nvPr/>
        </p:nvSpPr>
        <p:spPr>
          <a:xfrm>
            <a:off x="3274060" y="3455670"/>
            <a:ext cx="158750" cy="22606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33" name="Shape 23"/>
          <p:cNvSpPr/>
          <p:nvPr/>
        </p:nvSpPr>
        <p:spPr>
          <a:xfrm>
            <a:off x="3432810" y="3455670"/>
            <a:ext cx="158750" cy="22606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34" name="Shape 24"/>
          <p:cNvSpPr/>
          <p:nvPr/>
        </p:nvSpPr>
        <p:spPr>
          <a:xfrm>
            <a:off x="3591560" y="3455670"/>
            <a:ext cx="158750" cy="22606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3267710" y="3436620"/>
            <a:ext cx="3302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36" name="Shape 26"/>
          <p:cNvSpPr/>
          <p:nvPr/>
        </p:nvSpPr>
        <p:spPr>
          <a:xfrm>
            <a:off x="4080510" y="3455670"/>
            <a:ext cx="158750" cy="22606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37" name="Shape 27"/>
          <p:cNvSpPr/>
          <p:nvPr/>
        </p:nvSpPr>
        <p:spPr>
          <a:xfrm>
            <a:off x="4239260" y="3455670"/>
            <a:ext cx="158750" cy="22606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38" name="Shape 28"/>
          <p:cNvSpPr/>
          <p:nvPr/>
        </p:nvSpPr>
        <p:spPr>
          <a:xfrm>
            <a:off x="4398010" y="3455670"/>
            <a:ext cx="158750" cy="22606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39" name="Shape 29"/>
          <p:cNvSpPr/>
          <p:nvPr/>
        </p:nvSpPr>
        <p:spPr>
          <a:xfrm>
            <a:off x="4556760" y="3455670"/>
            <a:ext cx="158750" cy="22606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40" name="Text 30"/>
          <p:cNvSpPr/>
          <p:nvPr/>
        </p:nvSpPr>
        <p:spPr>
          <a:xfrm>
            <a:off x="4232910" y="3436620"/>
            <a:ext cx="3302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Shape 31"/>
          <p:cNvSpPr/>
          <p:nvPr/>
        </p:nvSpPr>
        <p:spPr>
          <a:xfrm>
            <a:off x="5052060" y="3455670"/>
            <a:ext cx="158750" cy="22606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42" name="Shape 32"/>
          <p:cNvSpPr/>
          <p:nvPr/>
        </p:nvSpPr>
        <p:spPr>
          <a:xfrm>
            <a:off x="5210810" y="3455670"/>
            <a:ext cx="158750" cy="22606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43" name="Shape 33"/>
          <p:cNvSpPr/>
          <p:nvPr/>
        </p:nvSpPr>
        <p:spPr>
          <a:xfrm>
            <a:off x="5369560" y="3455670"/>
            <a:ext cx="158750" cy="22606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44" name="Shape 34"/>
          <p:cNvSpPr/>
          <p:nvPr/>
        </p:nvSpPr>
        <p:spPr>
          <a:xfrm>
            <a:off x="5528310" y="3455670"/>
            <a:ext cx="158750" cy="22606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45" name="Text 35"/>
          <p:cNvSpPr/>
          <p:nvPr/>
        </p:nvSpPr>
        <p:spPr>
          <a:xfrm>
            <a:off x="5204460" y="3436620"/>
            <a:ext cx="3302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46" name="Shape 36"/>
          <p:cNvSpPr/>
          <p:nvPr/>
        </p:nvSpPr>
        <p:spPr>
          <a:xfrm>
            <a:off x="6029960" y="3455670"/>
            <a:ext cx="158750" cy="22606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47" name="Shape 37"/>
          <p:cNvSpPr/>
          <p:nvPr/>
        </p:nvSpPr>
        <p:spPr>
          <a:xfrm>
            <a:off x="6188710" y="3455670"/>
            <a:ext cx="158750" cy="22606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48" name="Shape 38"/>
          <p:cNvSpPr/>
          <p:nvPr/>
        </p:nvSpPr>
        <p:spPr>
          <a:xfrm>
            <a:off x="6347460" y="3455670"/>
            <a:ext cx="158750" cy="22606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49" name="Shape 39"/>
          <p:cNvSpPr/>
          <p:nvPr/>
        </p:nvSpPr>
        <p:spPr>
          <a:xfrm>
            <a:off x="6506210" y="3455670"/>
            <a:ext cx="158750" cy="22606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0" name="Text 40"/>
          <p:cNvSpPr/>
          <p:nvPr/>
        </p:nvSpPr>
        <p:spPr>
          <a:xfrm>
            <a:off x="6182360" y="3436620"/>
            <a:ext cx="3302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51" name="Shape 41"/>
          <p:cNvSpPr/>
          <p:nvPr/>
        </p:nvSpPr>
        <p:spPr>
          <a:xfrm>
            <a:off x="6973570" y="3455670"/>
            <a:ext cx="158750" cy="22606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2" name="Shape 42"/>
          <p:cNvSpPr/>
          <p:nvPr/>
        </p:nvSpPr>
        <p:spPr>
          <a:xfrm>
            <a:off x="7132320" y="3455670"/>
            <a:ext cx="158750" cy="22606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3" name="Shape 43"/>
          <p:cNvSpPr/>
          <p:nvPr/>
        </p:nvSpPr>
        <p:spPr>
          <a:xfrm>
            <a:off x="7291070" y="3455670"/>
            <a:ext cx="158750" cy="22606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4" name="Shape 44"/>
          <p:cNvSpPr/>
          <p:nvPr/>
        </p:nvSpPr>
        <p:spPr>
          <a:xfrm>
            <a:off x="7449820" y="3455670"/>
            <a:ext cx="158750" cy="22606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5" name="Text 45"/>
          <p:cNvSpPr/>
          <p:nvPr/>
        </p:nvSpPr>
        <p:spPr>
          <a:xfrm>
            <a:off x="7125970" y="3436620"/>
            <a:ext cx="3302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56" name="Shape 46"/>
          <p:cNvSpPr/>
          <p:nvPr/>
        </p:nvSpPr>
        <p:spPr>
          <a:xfrm>
            <a:off x="9484360" y="3455670"/>
            <a:ext cx="158750" cy="22606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7" name="Shape 47"/>
          <p:cNvSpPr/>
          <p:nvPr/>
        </p:nvSpPr>
        <p:spPr>
          <a:xfrm>
            <a:off x="9643110" y="3455670"/>
            <a:ext cx="158750" cy="22606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8" name="Shape 48"/>
          <p:cNvSpPr/>
          <p:nvPr/>
        </p:nvSpPr>
        <p:spPr>
          <a:xfrm>
            <a:off x="9801860" y="3455670"/>
            <a:ext cx="158750" cy="22606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9" name="Shape 49"/>
          <p:cNvSpPr/>
          <p:nvPr/>
        </p:nvSpPr>
        <p:spPr>
          <a:xfrm>
            <a:off x="9960610" y="3455670"/>
            <a:ext cx="158750" cy="22606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0" name="Text 50"/>
          <p:cNvSpPr/>
          <p:nvPr/>
        </p:nvSpPr>
        <p:spPr>
          <a:xfrm>
            <a:off x="9636760" y="3436620"/>
            <a:ext cx="3302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N-1</a:t>
            </a:r>
            <a:endParaRPr lang="en-US" sz="1400" dirty="0"/>
          </a:p>
        </p:txBody>
      </p:sp>
      <p:sp>
        <p:nvSpPr>
          <p:cNvPr id="61" name="Shape 51"/>
          <p:cNvSpPr/>
          <p:nvPr/>
        </p:nvSpPr>
        <p:spPr>
          <a:xfrm>
            <a:off x="10462260" y="3455670"/>
            <a:ext cx="158750" cy="22606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2" name="Shape 52"/>
          <p:cNvSpPr/>
          <p:nvPr/>
        </p:nvSpPr>
        <p:spPr>
          <a:xfrm>
            <a:off x="10621010" y="3455670"/>
            <a:ext cx="158750" cy="22606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3" name="Shape 53"/>
          <p:cNvSpPr/>
          <p:nvPr/>
        </p:nvSpPr>
        <p:spPr>
          <a:xfrm>
            <a:off x="10779760" y="3455670"/>
            <a:ext cx="158750" cy="22606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4" name="Shape 54"/>
          <p:cNvSpPr/>
          <p:nvPr/>
        </p:nvSpPr>
        <p:spPr>
          <a:xfrm>
            <a:off x="10938510" y="3455670"/>
            <a:ext cx="158750" cy="22606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5" name="Text 55"/>
          <p:cNvSpPr/>
          <p:nvPr/>
        </p:nvSpPr>
        <p:spPr>
          <a:xfrm>
            <a:off x="10614660" y="3436620"/>
            <a:ext cx="3302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endParaRPr lang="en-US" sz="1400" dirty="0"/>
          </a:p>
        </p:txBody>
      </p:sp>
      <p:sp>
        <p:nvSpPr>
          <p:cNvPr id="66" name="Shape 56"/>
          <p:cNvSpPr/>
          <p:nvPr/>
        </p:nvSpPr>
        <p:spPr>
          <a:xfrm>
            <a:off x="8009890" y="3519170"/>
            <a:ext cx="99060" cy="99060"/>
          </a:xfrm>
          <a:prstGeom prst="ellipse">
            <a:avLst/>
          </a:prstGeom>
          <a:solidFill>
            <a:srgbClr val="0000CC"/>
          </a:solidFill>
          <a:ln/>
        </p:spPr>
      </p:sp>
      <p:sp>
        <p:nvSpPr>
          <p:cNvPr id="67" name="Shape 57"/>
          <p:cNvSpPr/>
          <p:nvPr/>
        </p:nvSpPr>
        <p:spPr>
          <a:xfrm>
            <a:off x="8256270" y="3519170"/>
            <a:ext cx="99060" cy="99060"/>
          </a:xfrm>
          <a:prstGeom prst="ellipse">
            <a:avLst/>
          </a:prstGeom>
          <a:solidFill>
            <a:srgbClr val="0000CC"/>
          </a:solidFill>
          <a:ln/>
        </p:spPr>
      </p:sp>
      <p:sp>
        <p:nvSpPr>
          <p:cNvPr id="68" name="Shape 58"/>
          <p:cNvSpPr/>
          <p:nvPr/>
        </p:nvSpPr>
        <p:spPr>
          <a:xfrm>
            <a:off x="8492490" y="3519170"/>
            <a:ext cx="99060" cy="99060"/>
          </a:xfrm>
          <a:prstGeom prst="ellipse">
            <a:avLst/>
          </a:prstGeom>
          <a:solidFill>
            <a:srgbClr val="0000CC"/>
          </a:solidFill>
          <a:ln/>
        </p:spPr>
      </p:sp>
      <p:sp>
        <p:nvSpPr>
          <p:cNvPr id="69" name="Shape 59"/>
          <p:cNvSpPr/>
          <p:nvPr/>
        </p:nvSpPr>
        <p:spPr>
          <a:xfrm>
            <a:off x="8729980" y="3519170"/>
            <a:ext cx="99060" cy="99060"/>
          </a:xfrm>
          <a:prstGeom prst="ellipse">
            <a:avLst/>
          </a:prstGeom>
          <a:solidFill>
            <a:srgbClr val="0000CC"/>
          </a:solidFill>
          <a:ln/>
        </p:spPr>
      </p:sp>
      <p:sp>
        <p:nvSpPr>
          <p:cNvPr id="70" name="Shape 60"/>
          <p:cNvSpPr/>
          <p:nvPr/>
        </p:nvSpPr>
        <p:spPr>
          <a:xfrm>
            <a:off x="8936990" y="3519170"/>
            <a:ext cx="99060" cy="99060"/>
          </a:xfrm>
          <a:prstGeom prst="ellipse">
            <a:avLst/>
          </a:prstGeom>
          <a:solidFill>
            <a:srgbClr val="0000CC"/>
          </a:solidFill>
          <a:ln/>
        </p:spPr>
      </p:sp>
      <p:sp>
        <p:nvSpPr>
          <p:cNvPr id="71" name="Shape 61"/>
          <p:cNvSpPr/>
          <p:nvPr/>
        </p:nvSpPr>
        <p:spPr>
          <a:xfrm>
            <a:off x="2157730" y="4864100"/>
            <a:ext cx="158750" cy="21209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2" name="Shape 62"/>
          <p:cNvSpPr/>
          <p:nvPr/>
        </p:nvSpPr>
        <p:spPr>
          <a:xfrm>
            <a:off x="2316480" y="4864100"/>
            <a:ext cx="158750" cy="21209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3" name="Shape 63"/>
          <p:cNvSpPr/>
          <p:nvPr/>
        </p:nvSpPr>
        <p:spPr>
          <a:xfrm>
            <a:off x="2475230" y="4864100"/>
            <a:ext cx="158750" cy="21209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4" name="Shape 64"/>
          <p:cNvSpPr/>
          <p:nvPr/>
        </p:nvSpPr>
        <p:spPr>
          <a:xfrm>
            <a:off x="2633980" y="4864100"/>
            <a:ext cx="158750" cy="21209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5" name="Text 65"/>
          <p:cNvSpPr/>
          <p:nvPr/>
        </p:nvSpPr>
        <p:spPr>
          <a:xfrm>
            <a:off x="2310130" y="4845050"/>
            <a:ext cx="330200" cy="250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6" name="Shape 66"/>
          <p:cNvSpPr/>
          <p:nvPr/>
        </p:nvSpPr>
        <p:spPr>
          <a:xfrm>
            <a:off x="3115310" y="4864100"/>
            <a:ext cx="158750" cy="21209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7" name="Shape 67"/>
          <p:cNvSpPr/>
          <p:nvPr/>
        </p:nvSpPr>
        <p:spPr>
          <a:xfrm>
            <a:off x="3274060" y="4864100"/>
            <a:ext cx="158750" cy="21209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8" name="Shape 68"/>
          <p:cNvSpPr/>
          <p:nvPr/>
        </p:nvSpPr>
        <p:spPr>
          <a:xfrm>
            <a:off x="3432810" y="4864100"/>
            <a:ext cx="158750" cy="21209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9" name="Shape 69"/>
          <p:cNvSpPr/>
          <p:nvPr/>
        </p:nvSpPr>
        <p:spPr>
          <a:xfrm>
            <a:off x="3591560" y="4864100"/>
            <a:ext cx="158750" cy="21209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80" name="Text 70"/>
          <p:cNvSpPr/>
          <p:nvPr/>
        </p:nvSpPr>
        <p:spPr>
          <a:xfrm>
            <a:off x="3267710" y="4845050"/>
            <a:ext cx="330200" cy="250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81" name="Shape 71"/>
          <p:cNvSpPr/>
          <p:nvPr/>
        </p:nvSpPr>
        <p:spPr>
          <a:xfrm>
            <a:off x="4080510" y="4864100"/>
            <a:ext cx="158750" cy="21209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82" name="Shape 72"/>
          <p:cNvSpPr/>
          <p:nvPr/>
        </p:nvSpPr>
        <p:spPr>
          <a:xfrm>
            <a:off x="4239260" y="4864100"/>
            <a:ext cx="158750" cy="21209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83" name="Shape 73"/>
          <p:cNvSpPr/>
          <p:nvPr/>
        </p:nvSpPr>
        <p:spPr>
          <a:xfrm>
            <a:off x="4398010" y="4864100"/>
            <a:ext cx="158750" cy="21209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84" name="Shape 74"/>
          <p:cNvSpPr/>
          <p:nvPr/>
        </p:nvSpPr>
        <p:spPr>
          <a:xfrm>
            <a:off x="4556760" y="4864100"/>
            <a:ext cx="158750" cy="21209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85" name="Text 75"/>
          <p:cNvSpPr/>
          <p:nvPr/>
        </p:nvSpPr>
        <p:spPr>
          <a:xfrm>
            <a:off x="4232910" y="4845050"/>
            <a:ext cx="330200" cy="250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86" name="Shape 76"/>
          <p:cNvSpPr/>
          <p:nvPr/>
        </p:nvSpPr>
        <p:spPr>
          <a:xfrm>
            <a:off x="5052060" y="4864100"/>
            <a:ext cx="158750" cy="21209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87" name="Shape 77"/>
          <p:cNvSpPr/>
          <p:nvPr/>
        </p:nvSpPr>
        <p:spPr>
          <a:xfrm>
            <a:off x="5210810" y="4864100"/>
            <a:ext cx="158750" cy="21209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88" name="Shape 78"/>
          <p:cNvSpPr/>
          <p:nvPr/>
        </p:nvSpPr>
        <p:spPr>
          <a:xfrm>
            <a:off x="5369560" y="4864100"/>
            <a:ext cx="158750" cy="21209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89" name="Shape 79"/>
          <p:cNvSpPr/>
          <p:nvPr/>
        </p:nvSpPr>
        <p:spPr>
          <a:xfrm>
            <a:off x="5528310" y="4864100"/>
            <a:ext cx="158750" cy="21209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90" name="Text 80"/>
          <p:cNvSpPr/>
          <p:nvPr/>
        </p:nvSpPr>
        <p:spPr>
          <a:xfrm>
            <a:off x="5204460" y="4845050"/>
            <a:ext cx="330200" cy="250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91" name="Shape 81"/>
          <p:cNvSpPr/>
          <p:nvPr/>
        </p:nvSpPr>
        <p:spPr>
          <a:xfrm>
            <a:off x="6029960" y="4864100"/>
            <a:ext cx="158750" cy="21209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92" name="Shape 82"/>
          <p:cNvSpPr/>
          <p:nvPr/>
        </p:nvSpPr>
        <p:spPr>
          <a:xfrm>
            <a:off x="6188710" y="4864100"/>
            <a:ext cx="158750" cy="21209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93" name="Shape 83"/>
          <p:cNvSpPr/>
          <p:nvPr/>
        </p:nvSpPr>
        <p:spPr>
          <a:xfrm>
            <a:off x="6347460" y="4864100"/>
            <a:ext cx="158750" cy="21209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94" name="Shape 84"/>
          <p:cNvSpPr/>
          <p:nvPr/>
        </p:nvSpPr>
        <p:spPr>
          <a:xfrm>
            <a:off x="6506210" y="4864100"/>
            <a:ext cx="158750" cy="21209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95" name="Text 85"/>
          <p:cNvSpPr/>
          <p:nvPr/>
        </p:nvSpPr>
        <p:spPr>
          <a:xfrm>
            <a:off x="6182360" y="4845050"/>
            <a:ext cx="330200" cy="250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96" name="Shape 86"/>
          <p:cNvSpPr/>
          <p:nvPr/>
        </p:nvSpPr>
        <p:spPr>
          <a:xfrm>
            <a:off x="6973570" y="4864100"/>
            <a:ext cx="158750" cy="21209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97" name="Shape 87"/>
          <p:cNvSpPr/>
          <p:nvPr/>
        </p:nvSpPr>
        <p:spPr>
          <a:xfrm>
            <a:off x="7132320" y="4864100"/>
            <a:ext cx="158750" cy="21209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98" name="Shape 88"/>
          <p:cNvSpPr/>
          <p:nvPr/>
        </p:nvSpPr>
        <p:spPr>
          <a:xfrm>
            <a:off x="7291070" y="4864100"/>
            <a:ext cx="158750" cy="21209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99" name="Shape 89"/>
          <p:cNvSpPr/>
          <p:nvPr/>
        </p:nvSpPr>
        <p:spPr>
          <a:xfrm>
            <a:off x="7449820" y="4864100"/>
            <a:ext cx="158750" cy="21209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100" name="Text 90"/>
          <p:cNvSpPr/>
          <p:nvPr/>
        </p:nvSpPr>
        <p:spPr>
          <a:xfrm>
            <a:off x="7125970" y="4845050"/>
            <a:ext cx="330200" cy="250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101" name="Shape 91"/>
          <p:cNvSpPr/>
          <p:nvPr/>
        </p:nvSpPr>
        <p:spPr>
          <a:xfrm>
            <a:off x="9484360" y="4864100"/>
            <a:ext cx="158750" cy="21209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102" name="Shape 92"/>
          <p:cNvSpPr/>
          <p:nvPr/>
        </p:nvSpPr>
        <p:spPr>
          <a:xfrm>
            <a:off x="9643110" y="4864100"/>
            <a:ext cx="158750" cy="21209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103" name="Shape 93"/>
          <p:cNvSpPr/>
          <p:nvPr/>
        </p:nvSpPr>
        <p:spPr>
          <a:xfrm>
            <a:off x="9801860" y="4864100"/>
            <a:ext cx="158750" cy="21209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104" name="Shape 94"/>
          <p:cNvSpPr/>
          <p:nvPr/>
        </p:nvSpPr>
        <p:spPr>
          <a:xfrm>
            <a:off x="9960610" y="4864100"/>
            <a:ext cx="158750" cy="21209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105" name="Text 95"/>
          <p:cNvSpPr/>
          <p:nvPr/>
        </p:nvSpPr>
        <p:spPr>
          <a:xfrm>
            <a:off x="9636760" y="4845050"/>
            <a:ext cx="330200" cy="250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N-1</a:t>
            </a:r>
            <a:endParaRPr lang="en-US" sz="1400" dirty="0"/>
          </a:p>
        </p:txBody>
      </p:sp>
      <p:sp>
        <p:nvSpPr>
          <p:cNvPr id="106" name="Shape 96"/>
          <p:cNvSpPr/>
          <p:nvPr/>
        </p:nvSpPr>
        <p:spPr>
          <a:xfrm>
            <a:off x="10462260" y="4864100"/>
            <a:ext cx="158750" cy="21209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107" name="Shape 97"/>
          <p:cNvSpPr/>
          <p:nvPr/>
        </p:nvSpPr>
        <p:spPr>
          <a:xfrm>
            <a:off x="10621010" y="4864100"/>
            <a:ext cx="158750" cy="21209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108" name="Shape 98"/>
          <p:cNvSpPr/>
          <p:nvPr/>
        </p:nvSpPr>
        <p:spPr>
          <a:xfrm>
            <a:off x="10779760" y="4864100"/>
            <a:ext cx="158750" cy="21209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109" name="Shape 99"/>
          <p:cNvSpPr/>
          <p:nvPr/>
        </p:nvSpPr>
        <p:spPr>
          <a:xfrm>
            <a:off x="10938510" y="4864100"/>
            <a:ext cx="158750" cy="21209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110" name="Text 100"/>
          <p:cNvSpPr/>
          <p:nvPr/>
        </p:nvSpPr>
        <p:spPr>
          <a:xfrm>
            <a:off x="10614660" y="4845050"/>
            <a:ext cx="330200" cy="250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endParaRPr lang="en-US" sz="1400" dirty="0"/>
          </a:p>
        </p:txBody>
      </p:sp>
      <p:sp>
        <p:nvSpPr>
          <p:cNvPr id="111" name="Shape 101"/>
          <p:cNvSpPr/>
          <p:nvPr/>
        </p:nvSpPr>
        <p:spPr>
          <a:xfrm>
            <a:off x="8009890" y="4921250"/>
            <a:ext cx="99060" cy="99060"/>
          </a:xfrm>
          <a:prstGeom prst="ellipse">
            <a:avLst/>
          </a:prstGeom>
          <a:solidFill>
            <a:srgbClr val="0000CC"/>
          </a:solidFill>
          <a:ln/>
        </p:spPr>
      </p:sp>
      <p:sp>
        <p:nvSpPr>
          <p:cNvPr id="112" name="Shape 102"/>
          <p:cNvSpPr/>
          <p:nvPr/>
        </p:nvSpPr>
        <p:spPr>
          <a:xfrm>
            <a:off x="8256270" y="4921250"/>
            <a:ext cx="99060" cy="99060"/>
          </a:xfrm>
          <a:prstGeom prst="ellipse">
            <a:avLst/>
          </a:prstGeom>
          <a:solidFill>
            <a:srgbClr val="0000CC"/>
          </a:solidFill>
          <a:ln/>
        </p:spPr>
      </p:sp>
      <p:sp>
        <p:nvSpPr>
          <p:cNvPr id="113" name="Shape 103"/>
          <p:cNvSpPr/>
          <p:nvPr/>
        </p:nvSpPr>
        <p:spPr>
          <a:xfrm>
            <a:off x="8492490" y="4921250"/>
            <a:ext cx="99060" cy="99060"/>
          </a:xfrm>
          <a:prstGeom prst="ellipse">
            <a:avLst/>
          </a:prstGeom>
          <a:solidFill>
            <a:srgbClr val="0000CC"/>
          </a:solidFill>
          <a:ln/>
        </p:spPr>
      </p:sp>
      <p:sp>
        <p:nvSpPr>
          <p:cNvPr id="114" name="Shape 104"/>
          <p:cNvSpPr/>
          <p:nvPr/>
        </p:nvSpPr>
        <p:spPr>
          <a:xfrm>
            <a:off x="8729980" y="4921250"/>
            <a:ext cx="99060" cy="99060"/>
          </a:xfrm>
          <a:prstGeom prst="ellipse">
            <a:avLst/>
          </a:prstGeom>
          <a:solidFill>
            <a:srgbClr val="0000CC"/>
          </a:solidFill>
          <a:ln/>
        </p:spPr>
      </p:sp>
      <p:sp>
        <p:nvSpPr>
          <p:cNvPr id="115" name="Shape 105"/>
          <p:cNvSpPr/>
          <p:nvPr/>
        </p:nvSpPr>
        <p:spPr>
          <a:xfrm>
            <a:off x="8936990" y="4921250"/>
            <a:ext cx="99060" cy="99060"/>
          </a:xfrm>
          <a:prstGeom prst="ellipse">
            <a:avLst/>
          </a:prstGeom>
          <a:solidFill>
            <a:srgbClr val="0000CC"/>
          </a:solidFill>
          <a:ln/>
        </p:spPr>
      </p:sp>
      <p:sp>
        <p:nvSpPr>
          <p:cNvPr id="116" name="Shape 106"/>
          <p:cNvSpPr/>
          <p:nvPr/>
        </p:nvSpPr>
        <p:spPr>
          <a:xfrm>
            <a:off x="2157730" y="6233160"/>
            <a:ext cx="158750" cy="19939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117" name="Shape 107"/>
          <p:cNvSpPr/>
          <p:nvPr/>
        </p:nvSpPr>
        <p:spPr>
          <a:xfrm>
            <a:off x="2316480" y="6233160"/>
            <a:ext cx="158750" cy="19939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118" name="Shape 108"/>
          <p:cNvSpPr/>
          <p:nvPr/>
        </p:nvSpPr>
        <p:spPr>
          <a:xfrm>
            <a:off x="2475230" y="6233160"/>
            <a:ext cx="158750" cy="19939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119" name="Shape 109"/>
          <p:cNvSpPr/>
          <p:nvPr/>
        </p:nvSpPr>
        <p:spPr>
          <a:xfrm>
            <a:off x="2633980" y="6233160"/>
            <a:ext cx="158750" cy="19939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120" name="Text 110"/>
          <p:cNvSpPr/>
          <p:nvPr/>
        </p:nvSpPr>
        <p:spPr>
          <a:xfrm>
            <a:off x="2310130" y="6214110"/>
            <a:ext cx="330200" cy="2374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1" name="Shape 111"/>
          <p:cNvSpPr/>
          <p:nvPr/>
        </p:nvSpPr>
        <p:spPr>
          <a:xfrm>
            <a:off x="3115310" y="6233160"/>
            <a:ext cx="158750" cy="19939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122" name="Shape 112"/>
          <p:cNvSpPr/>
          <p:nvPr/>
        </p:nvSpPr>
        <p:spPr>
          <a:xfrm>
            <a:off x="3274060" y="6233160"/>
            <a:ext cx="158750" cy="19939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123" name="Shape 113"/>
          <p:cNvSpPr/>
          <p:nvPr/>
        </p:nvSpPr>
        <p:spPr>
          <a:xfrm>
            <a:off x="3432810" y="6233160"/>
            <a:ext cx="158750" cy="19939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124" name="Shape 114"/>
          <p:cNvSpPr/>
          <p:nvPr/>
        </p:nvSpPr>
        <p:spPr>
          <a:xfrm>
            <a:off x="3591560" y="6233160"/>
            <a:ext cx="158750" cy="19939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125" name="Text 115"/>
          <p:cNvSpPr/>
          <p:nvPr/>
        </p:nvSpPr>
        <p:spPr>
          <a:xfrm>
            <a:off x="3267710" y="6214110"/>
            <a:ext cx="330200" cy="2374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6" name="Shape 116"/>
          <p:cNvSpPr/>
          <p:nvPr/>
        </p:nvSpPr>
        <p:spPr>
          <a:xfrm>
            <a:off x="4080510" y="6233160"/>
            <a:ext cx="158750" cy="19939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127" name="Shape 117"/>
          <p:cNvSpPr/>
          <p:nvPr/>
        </p:nvSpPr>
        <p:spPr>
          <a:xfrm>
            <a:off x="4239260" y="6233160"/>
            <a:ext cx="158750" cy="19939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128" name="Shape 118"/>
          <p:cNvSpPr/>
          <p:nvPr/>
        </p:nvSpPr>
        <p:spPr>
          <a:xfrm>
            <a:off x="4398010" y="6233160"/>
            <a:ext cx="158750" cy="19939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129" name="Shape 119"/>
          <p:cNvSpPr/>
          <p:nvPr/>
        </p:nvSpPr>
        <p:spPr>
          <a:xfrm>
            <a:off x="4556760" y="6233160"/>
            <a:ext cx="158750" cy="19939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130" name="Text 120"/>
          <p:cNvSpPr/>
          <p:nvPr/>
        </p:nvSpPr>
        <p:spPr>
          <a:xfrm>
            <a:off x="4232910" y="6214110"/>
            <a:ext cx="330200" cy="2374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31" name="Shape 121"/>
          <p:cNvSpPr/>
          <p:nvPr/>
        </p:nvSpPr>
        <p:spPr>
          <a:xfrm>
            <a:off x="5052060" y="6233160"/>
            <a:ext cx="158750" cy="19939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132" name="Shape 122"/>
          <p:cNvSpPr/>
          <p:nvPr/>
        </p:nvSpPr>
        <p:spPr>
          <a:xfrm>
            <a:off x="5210810" y="6233160"/>
            <a:ext cx="158750" cy="19939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133" name="Shape 123"/>
          <p:cNvSpPr/>
          <p:nvPr/>
        </p:nvSpPr>
        <p:spPr>
          <a:xfrm>
            <a:off x="5369560" y="6233160"/>
            <a:ext cx="158750" cy="19939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134" name="Shape 124"/>
          <p:cNvSpPr/>
          <p:nvPr/>
        </p:nvSpPr>
        <p:spPr>
          <a:xfrm>
            <a:off x="5528310" y="6233160"/>
            <a:ext cx="158750" cy="19939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135" name="Text 125"/>
          <p:cNvSpPr/>
          <p:nvPr/>
        </p:nvSpPr>
        <p:spPr>
          <a:xfrm>
            <a:off x="5204460" y="6214110"/>
            <a:ext cx="330200" cy="2374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36" name="Shape 126"/>
          <p:cNvSpPr/>
          <p:nvPr/>
        </p:nvSpPr>
        <p:spPr>
          <a:xfrm>
            <a:off x="6029960" y="6233160"/>
            <a:ext cx="158750" cy="19939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137" name="Shape 127"/>
          <p:cNvSpPr/>
          <p:nvPr/>
        </p:nvSpPr>
        <p:spPr>
          <a:xfrm>
            <a:off x="6188710" y="6233160"/>
            <a:ext cx="158750" cy="19939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138" name="Shape 128"/>
          <p:cNvSpPr/>
          <p:nvPr/>
        </p:nvSpPr>
        <p:spPr>
          <a:xfrm>
            <a:off x="6347460" y="6233160"/>
            <a:ext cx="158750" cy="19939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139" name="Shape 129"/>
          <p:cNvSpPr/>
          <p:nvPr/>
        </p:nvSpPr>
        <p:spPr>
          <a:xfrm>
            <a:off x="6506210" y="6233160"/>
            <a:ext cx="158750" cy="19939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140" name="Text 130"/>
          <p:cNvSpPr/>
          <p:nvPr/>
        </p:nvSpPr>
        <p:spPr>
          <a:xfrm>
            <a:off x="6182360" y="6214110"/>
            <a:ext cx="330200" cy="2374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141" name="Shape 131"/>
          <p:cNvSpPr/>
          <p:nvPr/>
        </p:nvSpPr>
        <p:spPr>
          <a:xfrm>
            <a:off x="6973570" y="6233160"/>
            <a:ext cx="158750" cy="19939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142" name="Shape 132"/>
          <p:cNvSpPr/>
          <p:nvPr/>
        </p:nvSpPr>
        <p:spPr>
          <a:xfrm>
            <a:off x="7132320" y="6233160"/>
            <a:ext cx="158750" cy="19939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143" name="Shape 133"/>
          <p:cNvSpPr/>
          <p:nvPr/>
        </p:nvSpPr>
        <p:spPr>
          <a:xfrm>
            <a:off x="7291070" y="6233160"/>
            <a:ext cx="158750" cy="19939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144" name="Shape 134"/>
          <p:cNvSpPr/>
          <p:nvPr/>
        </p:nvSpPr>
        <p:spPr>
          <a:xfrm>
            <a:off x="7449820" y="6233160"/>
            <a:ext cx="158750" cy="19939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145" name="Text 135"/>
          <p:cNvSpPr/>
          <p:nvPr/>
        </p:nvSpPr>
        <p:spPr>
          <a:xfrm>
            <a:off x="7125970" y="6214110"/>
            <a:ext cx="330200" cy="2374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146" name="Shape 136"/>
          <p:cNvSpPr/>
          <p:nvPr/>
        </p:nvSpPr>
        <p:spPr>
          <a:xfrm>
            <a:off x="9484360" y="6233160"/>
            <a:ext cx="158750" cy="19939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147" name="Shape 137"/>
          <p:cNvSpPr/>
          <p:nvPr/>
        </p:nvSpPr>
        <p:spPr>
          <a:xfrm>
            <a:off x="9643110" y="6233160"/>
            <a:ext cx="158750" cy="19939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148" name="Shape 138"/>
          <p:cNvSpPr/>
          <p:nvPr/>
        </p:nvSpPr>
        <p:spPr>
          <a:xfrm>
            <a:off x="9801860" y="6233160"/>
            <a:ext cx="158750" cy="19939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149" name="Shape 139"/>
          <p:cNvSpPr/>
          <p:nvPr/>
        </p:nvSpPr>
        <p:spPr>
          <a:xfrm>
            <a:off x="9960610" y="6233160"/>
            <a:ext cx="158750" cy="19939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150" name="Text 140"/>
          <p:cNvSpPr/>
          <p:nvPr/>
        </p:nvSpPr>
        <p:spPr>
          <a:xfrm>
            <a:off x="9636760" y="6214110"/>
            <a:ext cx="330200" cy="2374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N-1</a:t>
            </a:r>
            <a:endParaRPr lang="en-US" sz="1400" dirty="0"/>
          </a:p>
        </p:txBody>
      </p:sp>
      <p:sp>
        <p:nvSpPr>
          <p:cNvPr id="151" name="Shape 141"/>
          <p:cNvSpPr/>
          <p:nvPr/>
        </p:nvSpPr>
        <p:spPr>
          <a:xfrm>
            <a:off x="10462260" y="6233160"/>
            <a:ext cx="158750" cy="19939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152" name="Shape 142"/>
          <p:cNvSpPr/>
          <p:nvPr/>
        </p:nvSpPr>
        <p:spPr>
          <a:xfrm>
            <a:off x="10621010" y="6233160"/>
            <a:ext cx="158750" cy="19939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153" name="Shape 143"/>
          <p:cNvSpPr/>
          <p:nvPr/>
        </p:nvSpPr>
        <p:spPr>
          <a:xfrm>
            <a:off x="10779760" y="6233160"/>
            <a:ext cx="158750" cy="19939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154" name="Shape 144"/>
          <p:cNvSpPr/>
          <p:nvPr/>
        </p:nvSpPr>
        <p:spPr>
          <a:xfrm>
            <a:off x="10938510" y="6233160"/>
            <a:ext cx="158750" cy="19939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155" name="Text 145"/>
          <p:cNvSpPr/>
          <p:nvPr/>
        </p:nvSpPr>
        <p:spPr>
          <a:xfrm>
            <a:off x="10614660" y="6214110"/>
            <a:ext cx="330200" cy="2374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endParaRPr lang="en-US" sz="1400" dirty="0"/>
          </a:p>
        </p:txBody>
      </p:sp>
      <p:sp>
        <p:nvSpPr>
          <p:cNvPr id="156" name="Shape 146"/>
          <p:cNvSpPr/>
          <p:nvPr/>
        </p:nvSpPr>
        <p:spPr>
          <a:xfrm>
            <a:off x="8009890" y="6282690"/>
            <a:ext cx="99060" cy="9906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57" name="Shape 147"/>
          <p:cNvSpPr/>
          <p:nvPr/>
        </p:nvSpPr>
        <p:spPr>
          <a:xfrm>
            <a:off x="8256270" y="6282690"/>
            <a:ext cx="99060" cy="9906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58" name="Shape 148"/>
          <p:cNvSpPr/>
          <p:nvPr/>
        </p:nvSpPr>
        <p:spPr>
          <a:xfrm>
            <a:off x="8492490" y="6282690"/>
            <a:ext cx="99060" cy="9906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59" name="Shape 149"/>
          <p:cNvSpPr/>
          <p:nvPr/>
        </p:nvSpPr>
        <p:spPr>
          <a:xfrm>
            <a:off x="8729980" y="6282690"/>
            <a:ext cx="99060" cy="9906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60" name="Shape 150"/>
          <p:cNvSpPr/>
          <p:nvPr/>
        </p:nvSpPr>
        <p:spPr>
          <a:xfrm>
            <a:off x="8936990" y="6282690"/>
            <a:ext cx="99060" cy="9906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61" name="Shape 151"/>
          <p:cNvSpPr/>
          <p:nvPr/>
        </p:nvSpPr>
        <p:spPr>
          <a:xfrm>
            <a:off x="2376170" y="4432300"/>
            <a:ext cx="198120" cy="198120"/>
          </a:xfrm>
          <a:prstGeom prst="ellipse">
            <a:avLst/>
          </a:prstGeom>
          <a:solidFill>
            <a:srgbClr val="FFFFFF"/>
          </a:solidFill>
          <a:ln w="34925">
            <a:solidFill>
              <a:srgbClr val="C00000"/>
            </a:solidFill>
            <a:prstDash val="solid"/>
          </a:ln>
        </p:spPr>
      </p:sp>
      <p:sp>
        <p:nvSpPr>
          <p:cNvPr id="162" name="Text 152"/>
          <p:cNvSpPr/>
          <p:nvPr/>
        </p:nvSpPr>
        <p:spPr>
          <a:xfrm>
            <a:off x="2376170" y="4432300"/>
            <a:ext cx="1981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163" name="Shape 153"/>
          <p:cNvSpPr/>
          <p:nvPr/>
        </p:nvSpPr>
        <p:spPr>
          <a:xfrm>
            <a:off x="3333750" y="4432300"/>
            <a:ext cx="198120" cy="198120"/>
          </a:xfrm>
          <a:prstGeom prst="ellipse">
            <a:avLst/>
          </a:prstGeom>
          <a:solidFill>
            <a:srgbClr val="FFFFFF"/>
          </a:solidFill>
          <a:ln w="34925">
            <a:solidFill>
              <a:srgbClr val="C00000"/>
            </a:solidFill>
            <a:prstDash val="solid"/>
          </a:ln>
        </p:spPr>
      </p:sp>
      <p:sp>
        <p:nvSpPr>
          <p:cNvPr id="164" name="Text 154"/>
          <p:cNvSpPr/>
          <p:nvPr/>
        </p:nvSpPr>
        <p:spPr>
          <a:xfrm>
            <a:off x="3333750" y="4432300"/>
            <a:ext cx="1981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165" name="Shape 155"/>
          <p:cNvSpPr/>
          <p:nvPr/>
        </p:nvSpPr>
        <p:spPr>
          <a:xfrm>
            <a:off x="4298950" y="4432300"/>
            <a:ext cx="198120" cy="198120"/>
          </a:xfrm>
          <a:prstGeom prst="ellipse">
            <a:avLst/>
          </a:prstGeom>
          <a:solidFill>
            <a:srgbClr val="FFFFFF"/>
          </a:solidFill>
          <a:ln w="34925">
            <a:solidFill>
              <a:srgbClr val="C00000"/>
            </a:solidFill>
            <a:prstDash val="solid"/>
          </a:ln>
        </p:spPr>
      </p:sp>
      <p:sp>
        <p:nvSpPr>
          <p:cNvPr id="166" name="Text 156"/>
          <p:cNvSpPr/>
          <p:nvPr/>
        </p:nvSpPr>
        <p:spPr>
          <a:xfrm>
            <a:off x="4298950" y="4432300"/>
            <a:ext cx="1981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167" name="Shape 157"/>
          <p:cNvSpPr/>
          <p:nvPr/>
        </p:nvSpPr>
        <p:spPr>
          <a:xfrm>
            <a:off x="5270500" y="4432300"/>
            <a:ext cx="198120" cy="198120"/>
          </a:xfrm>
          <a:prstGeom prst="ellipse">
            <a:avLst/>
          </a:prstGeom>
          <a:solidFill>
            <a:srgbClr val="FFFFFF"/>
          </a:solidFill>
          <a:ln w="34925">
            <a:solidFill>
              <a:srgbClr val="C00000"/>
            </a:solidFill>
            <a:prstDash val="solid"/>
          </a:ln>
        </p:spPr>
      </p:sp>
      <p:sp>
        <p:nvSpPr>
          <p:cNvPr id="168" name="Text 158"/>
          <p:cNvSpPr/>
          <p:nvPr/>
        </p:nvSpPr>
        <p:spPr>
          <a:xfrm>
            <a:off x="5270500" y="4432300"/>
            <a:ext cx="1981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169" name="Shape 159"/>
          <p:cNvSpPr/>
          <p:nvPr/>
        </p:nvSpPr>
        <p:spPr>
          <a:xfrm>
            <a:off x="6248400" y="4432300"/>
            <a:ext cx="198120" cy="198120"/>
          </a:xfrm>
          <a:prstGeom prst="ellipse">
            <a:avLst/>
          </a:prstGeom>
          <a:solidFill>
            <a:srgbClr val="FFFFFF"/>
          </a:solidFill>
          <a:ln w="34925">
            <a:solidFill>
              <a:srgbClr val="C00000"/>
            </a:solidFill>
            <a:prstDash val="solid"/>
          </a:ln>
        </p:spPr>
      </p:sp>
      <p:sp>
        <p:nvSpPr>
          <p:cNvPr id="170" name="Text 160"/>
          <p:cNvSpPr/>
          <p:nvPr/>
        </p:nvSpPr>
        <p:spPr>
          <a:xfrm>
            <a:off x="6248400" y="4432300"/>
            <a:ext cx="1981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171" name="Shape 161"/>
          <p:cNvSpPr/>
          <p:nvPr/>
        </p:nvSpPr>
        <p:spPr>
          <a:xfrm>
            <a:off x="7192010" y="4432300"/>
            <a:ext cx="198120" cy="198120"/>
          </a:xfrm>
          <a:prstGeom prst="ellipse">
            <a:avLst/>
          </a:prstGeom>
          <a:solidFill>
            <a:srgbClr val="FFFFFF"/>
          </a:solidFill>
          <a:ln w="34925">
            <a:solidFill>
              <a:srgbClr val="C00000"/>
            </a:solidFill>
            <a:prstDash val="solid"/>
          </a:ln>
        </p:spPr>
      </p:sp>
      <p:sp>
        <p:nvSpPr>
          <p:cNvPr id="172" name="Text 162"/>
          <p:cNvSpPr/>
          <p:nvPr/>
        </p:nvSpPr>
        <p:spPr>
          <a:xfrm>
            <a:off x="7192010" y="4432300"/>
            <a:ext cx="1981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173" name="Shape 163"/>
          <p:cNvSpPr/>
          <p:nvPr/>
        </p:nvSpPr>
        <p:spPr>
          <a:xfrm>
            <a:off x="9702800" y="4432300"/>
            <a:ext cx="198120" cy="198120"/>
          </a:xfrm>
          <a:prstGeom prst="ellipse">
            <a:avLst/>
          </a:prstGeom>
          <a:solidFill>
            <a:srgbClr val="FFFFFF"/>
          </a:solidFill>
          <a:ln w="34925">
            <a:solidFill>
              <a:srgbClr val="C00000"/>
            </a:solidFill>
            <a:prstDash val="solid"/>
          </a:ln>
        </p:spPr>
      </p:sp>
      <p:sp>
        <p:nvSpPr>
          <p:cNvPr id="174" name="Text 164"/>
          <p:cNvSpPr/>
          <p:nvPr/>
        </p:nvSpPr>
        <p:spPr>
          <a:xfrm>
            <a:off x="9702800" y="4432300"/>
            <a:ext cx="1981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175" name="Shape 165"/>
          <p:cNvSpPr/>
          <p:nvPr/>
        </p:nvSpPr>
        <p:spPr>
          <a:xfrm>
            <a:off x="10680700" y="4432300"/>
            <a:ext cx="198120" cy="198120"/>
          </a:xfrm>
          <a:prstGeom prst="ellipse">
            <a:avLst/>
          </a:prstGeom>
          <a:solidFill>
            <a:srgbClr val="FFFFFF"/>
          </a:solidFill>
          <a:ln w="34925">
            <a:solidFill>
              <a:srgbClr val="C00000"/>
            </a:solidFill>
            <a:prstDash val="solid"/>
          </a:ln>
        </p:spPr>
      </p:sp>
      <p:sp>
        <p:nvSpPr>
          <p:cNvPr id="176" name="Text 166"/>
          <p:cNvSpPr/>
          <p:nvPr/>
        </p:nvSpPr>
        <p:spPr>
          <a:xfrm>
            <a:off x="10680700" y="4432300"/>
            <a:ext cx="1981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177" name="Shape 167"/>
          <p:cNvSpPr/>
          <p:nvPr/>
        </p:nvSpPr>
        <p:spPr>
          <a:xfrm>
            <a:off x="2475230" y="3689350"/>
            <a:ext cx="0" cy="245110"/>
          </a:xfrm>
          <a:prstGeom prst="line">
            <a:avLst/>
          </a:prstGeom>
          <a:noFill/>
          <a:ln w="22225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178" name="Shape 168"/>
          <p:cNvSpPr/>
          <p:nvPr/>
        </p:nvSpPr>
        <p:spPr>
          <a:xfrm>
            <a:off x="2475230" y="4267200"/>
            <a:ext cx="0" cy="171450"/>
          </a:xfrm>
          <a:prstGeom prst="line">
            <a:avLst/>
          </a:prstGeom>
          <a:noFill/>
          <a:ln w="22225">
            <a:solidFill>
              <a:srgbClr val="00B050"/>
            </a:solidFill>
            <a:prstDash val="solid"/>
            <a:headEnd type="triangle"/>
          </a:ln>
        </p:spPr>
      </p:sp>
      <p:sp>
        <p:nvSpPr>
          <p:cNvPr id="179" name="Shape 169"/>
          <p:cNvSpPr/>
          <p:nvPr/>
        </p:nvSpPr>
        <p:spPr>
          <a:xfrm>
            <a:off x="2475230" y="4635500"/>
            <a:ext cx="0" cy="228600"/>
          </a:xfrm>
          <a:prstGeom prst="line">
            <a:avLst/>
          </a:prstGeom>
          <a:noFill/>
          <a:ln w="19050">
            <a:solidFill>
              <a:srgbClr val="00008B"/>
            </a:solidFill>
            <a:prstDash val="solid"/>
            <a:headEnd type="triangle"/>
          </a:ln>
        </p:spPr>
      </p:sp>
      <p:sp>
        <p:nvSpPr>
          <p:cNvPr id="180" name="Shape 170"/>
          <p:cNvSpPr/>
          <p:nvPr/>
        </p:nvSpPr>
        <p:spPr>
          <a:xfrm>
            <a:off x="3432810" y="3689350"/>
            <a:ext cx="0" cy="245110"/>
          </a:xfrm>
          <a:prstGeom prst="line">
            <a:avLst/>
          </a:prstGeom>
          <a:noFill/>
          <a:ln w="22225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181" name="Shape 171"/>
          <p:cNvSpPr/>
          <p:nvPr/>
        </p:nvSpPr>
        <p:spPr>
          <a:xfrm>
            <a:off x="3432810" y="4267200"/>
            <a:ext cx="0" cy="171450"/>
          </a:xfrm>
          <a:prstGeom prst="line">
            <a:avLst/>
          </a:prstGeom>
          <a:noFill/>
          <a:ln w="22225">
            <a:solidFill>
              <a:srgbClr val="00B050"/>
            </a:solidFill>
            <a:prstDash val="solid"/>
            <a:headEnd type="triangle"/>
          </a:ln>
        </p:spPr>
      </p:sp>
      <p:sp>
        <p:nvSpPr>
          <p:cNvPr id="182" name="Shape 172"/>
          <p:cNvSpPr/>
          <p:nvPr/>
        </p:nvSpPr>
        <p:spPr>
          <a:xfrm>
            <a:off x="3432810" y="4635500"/>
            <a:ext cx="0" cy="228600"/>
          </a:xfrm>
          <a:prstGeom prst="line">
            <a:avLst/>
          </a:prstGeom>
          <a:noFill/>
          <a:ln w="19050">
            <a:solidFill>
              <a:srgbClr val="00008B"/>
            </a:solidFill>
            <a:prstDash val="solid"/>
            <a:headEnd type="triangle"/>
          </a:ln>
        </p:spPr>
      </p:sp>
      <p:sp>
        <p:nvSpPr>
          <p:cNvPr id="183" name="Shape 173"/>
          <p:cNvSpPr/>
          <p:nvPr/>
        </p:nvSpPr>
        <p:spPr>
          <a:xfrm>
            <a:off x="4398010" y="3689350"/>
            <a:ext cx="0" cy="245110"/>
          </a:xfrm>
          <a:prstGeom prst="line">
            <a:avLst/>
          </a:prstGeom>
          <a:noFill/>
          <a:ln w="22225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184" name="Shape 174"/>
          <p:cNvSpPr/>
          <p:nvPr/>
        </p:nvSpPr>
        <p:spPr>
          <a:xfrm>
            <a:off x="4398010" y="4267200"/>
            <a:ext cx="0" cy="171450"/>
          </a:xfrm>
          <a:prstGeom prst="line">
            <a:avLst/>
          </a:prstGeom>
          <a:noFill/>
          <a:ln w="22225">
            <a:solidFill>
              <a:srgbClr val="00B050"/>
            </a:solidFill>
            <a:prstDash val="solid"/>
            <a:headEnd type="triangle"/>
          </a:ln>
        </p:spPr>
      </p:sp>
      <p:sp>
        <p:nvSpPr>
          <p:cNvPr id="185" name="Shape 175"/>
          <p:cNvSpPr/>
          <p:nvPr/>
        </p:nvSpPr>
        <p:spPr>
          <a:xfrm>
            <a:off x="4398010" y="4635500"/>
            <a:ext cx="0" cy="228600"/>
          </a:xfrm>
          <a:prstGeom prst="line">
            <a:avLst/>
          </a:prstGeom>
          <a:noFill/>
          <a:ln w="19050">
            <a:solidFill>
              <a:srgbClr val="00008B"/>
            </a:solidFill>
            <a:prstDash val="solid"/>
            <a:headEnd type="triangle"/>
          </a:ln>
        </p:spPr>
      </p:sp>
      <p:sp>
        <p:nvSpPr>
          <p:cNvPr id="186" name="Shape 176"/>
          <p:cNvSpPr/>
          <p:nvPr/>
        </p:nvSpPr>
        <p:spPr>
          <a:xfrm>
            <a:off x="5369560" y="3689350"/>
            <a:ext cx="0" cy="245110"/>
          </a:xfrm>
          <a:prstGeom prst="line">
            <a:avLst/>
          </a:prstGeom>
          <a:noFill/>
          <a:ln w="22225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187" name="Shape 177"/>
          <p:cNvSpPr/>
          <p:nvPr/>
        </p:nvSpPr>
        <p:spPr>
          <a:xfrm>
            <a:off x="5369560" y="4267200"/>
            <a:ext cx="0" cy="171450"/>
          </a:xfrm>
          <a:prstGeom prst="line">
            <a:avLst/>
          </a:prstGeom>
          <a:noFill/>
          <a:ln w="22225">
            <a:solidFill>
              <a:srgbClr val="00B050"/>
            </a:solidFill>
            <a:prstDash val="solid"/>
            <a:headEnd type="triangle"/>
          </a:ln>
        </p:spPr>
      </p:sp>
      <p:sp>
        <p:nvSpPr>
          <p:cNvPr id="188" name="Shape 178"/>
          <p:cNvSpPr/>
          <p:nvPr/>
        </p:nvSpPr>
        <p:spPr>
          <a:xfrm>
            <a:off x="5369560" y="4635500"/>
            <a:ext cx="0" cy="228600"/>
          </a:xfrm>
          <a:prstGeom prst="line">
            <a:avLst/>
          </a:prstGeom>
          <a:noFill/>
          <a:ln w="19050">
            <a:solidFill>
              <a:srgbClr val="00008B"/>
            </a:solidFill>
            <a:prstDash val="solid"/>
            <a:headEnd type="triangle"/>
          </a:ln>
        </p:spPr>
      </p:sp>
      <p:sp>
        <p:nvSpPr>
          <p:cNvPr id="189" name="Shape 179"/>
          <p:cNvSpPr/>
          <p:nvPr/>
        </p:nvSpPr>
        <p:spPr>
          <a:xfrm>
            <a:off x="6347460" y="3689350"/>
            <a:ext cx="0" cy="245110"/>
          </a:xfrm>
          <a:prstGeom prst="line">
            <a:avLst/>
          </a:prstGeom>
          <a:noFill/>
          <a:ln w="22225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190" name="Shape 180"/>
          <p:cNvSpPr/>
          <p:nvPr/>
        </p:nvSpPr>
        <p:spPr>
          <a:xfrm>
            <a:off x="6347460" y="4267200"/>
            <a:ext cx="0" cy="171450"/>
          </a:xfrm>
          <a:prstGeom prst="line">
            <a:avLst/>
          </a:prstGeom>
          <a:noFill/>
          <a:ln w="22225">
            <a:solidFill>
              <a:srgbClr val="00B050"/>
            </a:solidFill>
            <a:prstDash val="solid"/>
            <a:headEnd type="triangle"/>
          </a:ln>
        </p:spPr>
      </p:sp>
      <p:sp>
        <p:nvSpPr>
          <p:cNvPr id="191" name="Shape 181"/>
          <p:cNvSpPr/>
          <p:nvPr/>
        </p:nvSpPr>
        <p:spPr>
          <a:xfrm>
            <a:off x="6347460" y="4635500"/>
            <a:ext cx="0" cy="228600"/>
          </a:xfrm>
          <a:prstGeom prst="line">
            <a:avLst/>
          </a:prstGeom>
          <a:noFill/>
          <a:ln w="19050">
            <a:solidFill>
              <a:srgbClr val="00008B"/>
            </a:solidFill>
            <a:prstDash val="solid"/>
            <a:headEnd type="triangle"/>
          </a:ln>
        </p:spPr>
      </p:sp>
      <p:sp>
        <p:nvSpPr>
          <p:cNvPr id="192" name="Shape 182"/>
          <p:cNvSpPr/>
          <p:nvPr/>
        </p:nvSpPr>
        <p:spPr>
          <a:xfrm>
            <a:off x="7291070" y="3689350"/>
            <a:ext cx="0" cy="245110"/>
          </a:xfrm>
          <a:prstGeom prst="line">
            <a:avLst/>
          </a:prstGeom>
          <a:noFill/>
          <a:ln w="22225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193" name="Shape 183"/>
          <p:cNvSpPr/>
          <p:nvPr/>
        </p:nvSpPr>
        <p:spPr>
          <a:xfrm>
            <a:off x="7291070" y="4267200"/>
            <a:ext cx="0" cy="171450"/>
          </a:xfrm>
          <a:prstGeom prst="line">
            <a:avLst/>
          </a:prstGeom>
          <a:noFill/>
          <a:ln w="22225">
            <a:solidFill>
              <a:srgbClr val="00B050"/>
            </a:solidFill>
            <a:prstDash val="solid"/>
            <a:headEnd type="triangle"/>
          </a:ln>
        </p:spPr>
      </p:sp>
      <p:sp>
        <p:nvSpPr>
          <p:cNvPr id="194" name="Shape 184"/>
          <p:cNvSpPr/>
          <p:nvPr/>
        </p:nvSpPr>
        <p:spPr>
          <a:xfrm>
            <a:off x="7291070" y="4635500"/>
            <a:ext cx="0" cy="228600"/>
          </a:xfrm>
          <a:prstGeom prst="line">
            <a:avLst/>
          </a:prstGeom>
          <a:noFill/>
          <a:ln w="19050">
            <a:solidFill>
              <a:srgbClr val="00008B"/>
            </a:solidFill>
            <a:prstDash val="solid"/>
            <a:headEnd type="triangle"/>
          </a:ln>
        </p:spPr>
      </p:sp>
      <p:sp>
        <p:nvSpPr>
          <p:cNvPr id="195" name="Shape 185"/>
          <p:cNvSpPr/>
          <p:nvPr/>
        </p:nvSpPr>
        <p:spPr>
          <a:xfrm>
            <a:off x="9801860" y="3689350"/>
            <a:ext cx="0" cy="245110"/>
          </a:xfrm>
          <a:prstGeom prst="line">
            <a:avLst/>
          </a:prstGeom>
          <a:noFill/>
          <a:ln w="22225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196" name="Shape 186"/>
          <p:cNvSpPr/>
          <p:nvPr/>
        </p:nvSpPr>
        <p:spPr>
          <a:xfrm>
            <a:off x="9801860" y="4267200"/>
            <a:ext cx="0" cy="171450"/>
          </a:xfrm>
          <a:prstGeom prst="line">
            <a:avLst/>
          </a:prstGeom>
          <a:noFill/>
          <a:ln w="22225">
            <a:solidFill>
              <a:srgbClr val="00B050"/>
            </a:solidFill>
            <a:prstDash val="solid"/>
            <a:headEnd type="triangle"/>
          </a:ln>
        </p:spPr>
      </p:sp>
      <p:sp>
        <p:nvSpPr>
          <p:cNvPr id="197" name="Shape 187"/>
          <p:cNvSpPr/>
          <p:nvPr/>
        </p:nvSpPr>
        <p:spPr>
          <a:xfrm>
            <a:off x="9801860" y="4635500"/>
            <a:ext cx="0" cy="228600"/>
          </a:xfrm>
          <a:prstGeom prst="line">
            <a:avLst/>
          </a:prstGeom>
          <a:noFill/>
          <a:ln w="19050">
            <a:solidFill>
              <a:srgbClr val="00008B"/>
            </a:solidFill>
            <a:prstDash val="solid"/>
            <a:headEnd type="triangle"/>
          </a:ln>
        </p:spPr>
      </p:sp>
      <p:sp>
        <p:nvSpPr>
          <p:cNvPr id="198" name="Shape 188"/>
          <p:cNvSpPr/>
          <p:nvPr/>
        </p:nvSpPr>
        <p:spPr>
          <a:xfrm>
            <a:off x="10779760" y="3689350"/>
            <a:ext cx="0" cy="245110"/>
          </a:xfrm>
          <a:prstGeom prst="line">
            <a:avLst/>
          </a:prstGeom>
          <a:noFill/>
          <a:ln w="22225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199" name="Shape 189"/>
          <p:cNvSpPr/>
          <p:nvPr/>
        </p:nvSpPr>
        <p:spPr>
          <a:xfrm>
            <a:off x="10779760" y="4267200"/>
            <a:ext cx="0" cy="171450"/>
          </a:xfrm>
          <a:prstGeom prst="line">
            <a:avLst/>
          </a:prstGeom>
          <a:noFill/>
          <a:ln w="22225">
            <a:solidFill>
              <a:srgbClr val="00B050"/>
            </a:solidFill>
            <a:prstDash val="solid"/>
            <a:headEnd type="triangle"/>
          </a:ln>
        </p:spPr>
      </p:sp>
      <p:sp>
        <p:nvSpPr>
          <p:cNvPr id="200" name="Shape 190"/>
          <p:cNvSpPr/>
          <p:nvPr/>
        </p:nvSpPr>
        <p:spPr>
          <a:xfrm>
            <a:off x="10779760" y="4635500"/>
            <a:ext cx="0" cy="228600"/>
          </a:xfrm>
          <a:prstGeom prst="line">
            <a:avLst/>
          </a:prstGeom>
          <a:noFill/>
          <a:ln w="19050">
            <a:solidFill>
              <a:srgbClr val="00008B"/>
            </a:solidFill>
            <a:prstDash val="solid"/>
            <a:headEnd type="triangle"/>
          </a:ln>
        </p:spPr>
      </p:sp>
      <p:pic>
        <p:nvPicPr>
          <p:cNvPr id="201" name="Image 8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08555" y="5076190"/>
            <a:ext cx="133350" cy="254000"/>
          </a:xfrm>
          <a:prstGeom prst="rect">
            <a:avLst/>
          </a:prstGeom>
        </p:spPr>
      </p:pic>
      <p:pic>
        <p:nvPicPr>
          <p:cNvPr id="202" name="Image 9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08555" y="5980430"/>
            <a:ext cx="133350" cy="254000"/>
          </a:xfrm>
          <a:prstGeom prst="rect">
            <a:avLst/>
          </a:prstGeom>
        </p:spPr>
      </p:pic>
      <p:pic>
        <p:nvPicPr>
          <p:cNvPr id="203" name="Image 10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366135" y="5076190"/>
            <a:ext cx="133350" cy="254000"/>
          </a:xfrm>
          <a:prstGeom prst="rect">
            <a:avLst/>
          </a:prstGeom>
        </p:spPr>
      </p:pic>
      <p:pic>
        <p:nvPicPr>
          <p:cNvPr id="204" name="Image 11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366135" y="5980430"/>
            <a:ext cx="133350" cy="254000"/>
          </a:xfrm>
          <a:prstGeom prst="rect">
            <a:avLst/>
          </a:prstGeom>
        </p:spPr>
      </p:pic>
      <p:pic>
        <p:nvPicPr>
          <p:cNvPr id="205" name="Image 12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331335" y="5076190"/>
            <a:ext cx="133350" cy="254000"/>
          </a:xfrm>
          <a:prstGeom prst="rect">
            <a:avLst/>
          </a:prstGeom>
        </p:spPr>
      </p:pic>
      <p:pic>
        <p:nvPicPr>
          <p:cNvPr id="206" name="Image 13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331335" y="5980430"/>
            <a:ext cx="133350" cy="254000"/>
          </a:xfrm>
          <a:prstGeom prst="rect">
            <a:avLst/>
          </a:prstGeom>
        </p:spPr>
      </p:pic>
      <p:pic>
        <p:nvPicPr>
          <p:cNvPr id="207" name="Image 14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302885" y="5076190"/>
            <a:ext cx="133350" cy="254000"/>
          </a:xfrm>
          <a:prstGeom prst="rect">
            <a:avLst/>
          </a:prstGeom>
        </p:spPr>
      </p:pic>
      <p:pic>
        <p:nvPicPr>
          <p:cNvPr id="208" name="Image 15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302885" y="5980430"/>
            <a:ext cx="133350" cy="254000"/>
          </a:xfrm>
          <a:prstGeom prst="rect">
            <a:avLst/>
          </a:prstGeom>
        </p:spPr>
      </p:pic>
      <p:pic>
        <p:nvPicPr>
          <p:cNvPr id="209" name="Image 16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280785" y="5076190"/>
            <a:ext cx="133350" cy="254000"/>
          </a:xfrm>
          <a:prstGeom prst="rect">
            <a:avLst/>
          </a:prstGeom>
        </p:spPr>
      </p:pic>
      <p:pic>
        <p:nvPicPr>
          <p:cNvPr id="210" name="Image 17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280785" y="5980430"/>
            <a:ext cx="133350" cy="254000"/>
          </a:xfrm>
          <a:prstGeom prst="rect">
            <a:avLst/>
          </a:prstGeom>
        </p:spPr>
      </p:pic>
      <p:pic>
        <p:nvPicPr>
          <p:cNvPr id="211" name="Image 18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224395" y="5076190"/>
            <a:ext cx="133350" cy="254000"/>
          </a:xfrm>
          <a:prstGeom prst="rect">
            <a:avLst/>
          </a:prstGeom>
        </p:spPr>
      </p:pic>
      <p:pic>
        <p:nvPicPr>
          <p:cNvPr id="212" name="Image 19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224395" y="5980430"/>
            <a:ext cx="133350" cy="254000"/>
          </a:xfrm>
          <a:prstGeom prst="rect">
            <a:avLst/>
          </a:prstGeom>
        </p:spPr>
      </p:pic>
      <p:pic>
        <p:nvPicPr>
          <p:cNvPr id="213" name="Image 20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735185" y="5076190"/>
            <a:ext cx="133350" cy="254000"/>
          </a:xfrm>
          <a:prstGeom prst="rect">
            <a:avLst/>
          </a:prstGeom>
        </p:spPr>
      </p:pic>
      <p:pic>
        <p:nvPicPr>
          <p:cNvPr id="214" name="Image 21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735185" y="5980430"/>
            <a:ext cx="133350" cy="254000"/>
          </a:xfrm>
          <a:prstGeom prst="rect">
            <a:avLst/>
          </a:prstGeom>
        </p:spPr>
      </p:pic>
      <p:pic>
        <p:nvPicPr>
          <p:cNvPr id="215" name="Image 22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0713085" y="5076190"/>
            <a:ext cx="133350" cy="254000"/>
          </a:xfrm>
          <a:prstGeom prst="rect">
            <a:avLst/>
          </a:prstGeom>
        </p:spPr>
      </p:pic>
      <p:pic>
        <p:nvPicPr>
          <p:cNvPr id="216" name="Image 23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713085" y="5980430"/>
            <a:ext cx="133350" cy="254000"/>
          </a:xfrm>
          <a:prstGeom prst="rect">
            <a:avLst/>
          </a:prstGeom>
        </p:spPr>
      </p:pic>
      <p:sp>
        <p:nvSpPr>
          <p:cNvPr id="217" name="Text 191"/>
          <p:cNvSpPr/>
          <p:nvPr/>
        </p:nvSpPr>
        <p:spPr>
          <a:xfrm>
            <a:off x="508000" y="4863135"/>
            <a:ext cx="152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of Self</a:t>
            </a:r>
            <a:endParaRPr lang="en-US" sz="1200" dirty="0"/>
          </a:p>
        </p:txBody>
      </p:sp>
      <p:sp>
        <p:nvSpPr>
          <p:cNvPr id="218" name="Text 192"/>
          <p:cNvSpPr/>
          <p:nvPr/>
        </p:nvSpPr>
        <p:spPr>
          <a:xfrm>
            <a:off x="508000" y="5075225"/>
            <a:ext cx="152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</a:t>
            </a:r>
            <a:endParaRPr lang="en-US" sz="1200" dirty="0"/>
          </a:p>
        </p:txBody>
      </p:sp>
      <p:sp>
        <p:nvSpPr>
          <p:cNvPr id="219" name="Text 193"/>
          <p:cNvSpPr/>
          <p:nvPr/>
        </p:nvSpPr>
        <p:spPr>
          <a:xfrm>
            <a:off x="508000" y="5500675"/>
            <a:ext cx="152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E36C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Residual</a:t>
            </a:r>
            <a:endParaRPr lang="en-US" sz="1200" dirty="0"/>
          </a:p>
        </p:txBody>
      </p:sp>
      <p:sp>
        <p:nvSpPr>
          <p:cNvPr id="220" name="Text 194"/>
          <p:cNvSpPr/>
          <p:nvPr/>
        </p:nvSpPr>
        <p:spPr>
          <a:xfrm>
            <a:off x="508000" y="5700065"/>
            <a:ext cx="152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E36C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Connections</a:t>
            </a:r>
            <a:endParaRPr lang="en-US" sz="1200" dirty="0"/>
          </a:p>
        </p:txBody>
      </p:sp>
      <p:sp>
        <p:nvSpPr>
          <p:cNvPr id="221" name="Text 195"/>
          <p:cNvSpPr/>
          <p:nvPr/>
        </p:nvSpPr>
        <p:spPr>
          <a:xfrm>
            <a:off x="508000" y="6006135"/>
            <a:ext cx="152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to Self</a:t>
            </a:r>
            <a:endParaRPr lang="en-US" sz="1200" dirty="0"/>
          </a:p>
        </p:txBody>
      </p:sp>
      <p:sp>
        <p:nvSpPr>
          <p:cNvPr id="222" name="Text 196"/>
          <p:cNvSpPr/>
          <p:nvPr/>
        </p:nvSpPr>
        <p:spPr>
          <a:xfrm>
            <a:off x="508000" y="6205525"/>
            <a:ext cx="152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</a:t>
            </a:r>
            <a:endParaRPr lang="en-US" sz="1200" dirty="0"/>
          </a:p>
        </p:txBody>
      </p:sp>
      <p:sp>
        <p:nvSpPr>
          <p:cNvPr id="223" name="Shape 197"/>
          <p:cNvSpPr/>
          <p:nvPr/>
        </p:nvSpPr>
        <p:spPr>
          <a:xfrm>
            <a:off x="3347720" y="6565900"/>
            <a:ext cx="3738880" cy="172720"/>
          </a:xfrm>
          <a:prstGeom prst="rect">
            <a:avLst/>
          </a:prstGeom>
          <a:solidFill>
            <a:srgbClr val="FFFF00"/>
          </a:solidFill>
          <a:ln/>
        </p:spPr>
      </p:sp>
      <p:sp>
        <p:nvSpPr>
          <p:cNvPr id="224" name="Text 198"/>
          <p:cNvSpPr/>
          <p:nvPr/>
        </p:nvSpPr>
        <p:spPr>
          <a:xfrm>
            <a:off x="1400175" y="6544031"/>
            <a:ext cx="762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Embedding + Positional Information</a:t>
            </a:r>
            <a:endParaRPr lang="en-US" sz="14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71500"/>
            <a:ext cx="11137900" cy="6286500"/>
          </a:xfrm>
          <a:prstGeom prst="rect">
            <a:avLst/>
          </a:prstGeom>
          <a:solidFill>
            <a:srgbClr val="E9E9E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1276350"/>
            <a:ext cx="10648950" cy="758190"/>
          </a:xfrm>
          <a:prstGeom prst="rect">
            <a:avLst/>
          </a:prstGeom>
          <a:solidFill>
            <a:srgbClr val="FFFFFF"/>
          </a:solidFill>
          <a:ln w="25400">
            <a:solidFill>
              <a:srgbClr val="CC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04850" y="2152650"/>
            <a:ext cx="10648950" cy="3124200"/>
          </a:xfrm>
          <a:prstGeom prst="rect">
            <a:avLst/>
          </a:prstGeom>
          <a:solidFill>
            <a:srgbClr val="FFFFFF"/>
          </a:solidFill>
          <a:ln w="25400">
            <a:solidFill>
              <a:srgbClr val="CC00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04850" y="5449570"/>
            <a:ext cx="10648950" cy="1235710"/>
          </a:xfrm>
          <a:prstGeom prst="rect">
            <a:avLst/>
          </a:prstGeom>
          <a:solidFill>
            <a:srgbClr val="E0FFFF"/>
          </a:solidFill>
          <a:ln w="25400">
            <a:solidFill>
              <a:srgbClr val="00008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86510" y="2273300"/>
            <a:ext cx="2331720" cy="982980"/>
          </a:xfrm>
          <a:prstGeom prst="rect">
            <a:avLst/>
          </a:prstGeom>
          <a:solidFill>
            <a:srgbClr val="FFFFCC"/>
          </a:solidFill>
          <a:ln w="19050">
            <a:solidFill>
              <a:srgbClr val="CC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59580" y="2273300"/>
            <a:ext cx="3037840" cy="982980"/>
          </a:xfrm>
          <a:prstGeom prst="rect">
            <a:avLst/>
          </a:prstGeom>
          <a:solidFill>
            <a:srgbClr val="FFFFCC"/>
          </a:solidFill>
          <a:ln w="19050">
            <a:solidFill>
              <a:srgbClr val="CC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905750" y="2273300"/>
            <a:ext cx="2959100" cy="982980"/>
          </a:xfrm>
          <a:prstGeom prst="rect">
            <a:avLst/>
          </a:prstGeom>
          <a:solidFill>
            <a:srgbClr val="FFFFCC"/>
          </a:solidFill>
          <a:ln w="19050">
            <a:solidFill>
              <a:srgbClr val="CC00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24580" y="2771140"/>
            <a:ext cx="635000" cy="0"/>
          </a:xfrm>
          <a:prstGeom prst="line">
            <a:avLst/>
          </a:prstGeom>
          <a:noFill/>
          <a:ln w="31750">
            <a:solidFill>
              <a:srgbClr val="CC0000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297420" y="2764790"/>
            <a:ext cx="621030" cy="0"/>
          </a:xfrm>
          <a:prstGeom prst="line">
            <a:avLst/>
          </a:prstGeom>
          <a:noFill/>
          <a:ln w="31750">
            <a:solidFill>
              <a:srgbClr val="CC000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817245" y="5934075"/>
            <a:ext cx="80010" cy="80010"/>
          </a:xfrm>
          <a:prstGeom prst="ellipse">
            <a:avLst/>
          </a:prstGeom>
          <a:solidFill>
            <a:srgbClr val="000080"/>
          </a:solidFill>
          <a:ln w="6350">
            <a:solidFill>
              <a:srgbClr val="00008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7245" y="6226175"/>
            <a:ext cx="80010" cy="80010"/>
          </a:xfrm>
          <a:prstGeom prst="ellipse">
            <a:avLst/>
          </a:prstGeom>
          <a:solidFill>
            <a:srgbClr val="000080"/>
          </a:solidFill>
          <a:ln w="6350">
            <a:solidFill>
              <a:srgbClr val="0000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30879" y="657119"/>
            <a:ext cx="4075430" cy="72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56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Normalization</a:t>
            </a:r>
            <a:endParaRPr lang="en-US" sz="3560" dirty="0"/>
          </a:p>
        </p:txBody>
      </p:sp>
      <p:sp>
        <p:nvSpPr>
          <p:cNvPr id="16" name="Text 14"/>
          <p:cNvSpPr/>
          <p:nvPr/>
        </p:nvSpPr>
        <p:spPr>
          <a:xfrm>
            <a:off x="833501" y="1387678"/>
            <a:ext cx="13623290" cy="451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20" i="1" dirty="0">
                <a:solidFill>
                  <a:srgbClr val="00008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behavior of machine learning algorithms  changes when the input distribution changes.</a:t>
            </a:r>
            <a:endParaRPr lang="en-US" sz="2220" dirty="0"/>
          </a:p>
        </p:txBody>
      </p:sp>
      <p:sp>
        <p:nvSpPr>
          <p:cNvPr id="17" name="Text 15"/>
          <p:cNvSpPr/>
          <p:nvPr/>
        </p:nvSpPr>
        <p:spPr>
          <a:xfrm>
            <a:off x="8181721" y="1704277"/>
            <a:ext cx="2759710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50" b="1" spc="77" kern="0" dirty="0">
                <a:solidFill>
                  <a:srgbClr val="CC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{Covariate shift }</a:t>
            </a:r>
            <a:endParaRPr lang="en-US" sz="2050" dirty="0"/>
          </a:p>
        </p:txBody>
      </p:sp>
      <p:sp>
        <p:nvSpPr>
          <p:cNvPr id="18" name="Text 16"/>
          <p:cNvSpPr/>
          <p:nvPr/>
        </p:nvSpPr>
        <p:spPr>
          <a:xfrm>
            <a:off x="1045337" y="2381241"/>
            <a:ext cx="2809240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75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weights changes</a:t>
            </a:r>
            <a:endParaRPr lang="en-US" sz="1475" dirty="0"/>
          </a:p>
        </p:txBody>
      </p:sp>
      <p:sp>
        <p:nvSpPr>
          <p:cNvPr id="19" name="Text 17"/>
          <p:cNvSpPr/>
          <p:nvPr/>
        </p:nvSpPr>
        <p:spPr>
          <a:xfrm>
            <a:off x="1158748" y="2806691"/>
            <a:ext cx="2635250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75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during training steps</a:t>
            </a:r>
            <a:endParaRPr lang="en-US" sz="1475" dirty="0"/>
          </a:p>
        </p:txBody>
      </p:sp>
      <p:sp>
        <p:nvSpPr>
          <p:cNvPr id="20" name="Text 18"/>
          <p:cNvSpPr/>
          <p:nvPr/>
        </p:nvSpPr>
        <p:spPr>
          <a:xfrm>
            <a:off x="3896487" y="2418545"/>
            <a:ext cx="370078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 of Activation functions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01896" y="2762715"/>
            <a:ext cx="254127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each layer </a:t>
            </a:r>
            <a:pPr algn="ctr" indent="0" marL="0">
              <a:buNone/>
            </a:pPr>
            <a:r>
              <a:rPr lang="en-US" sz="14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974838" y="2418545"/>
            <a:ext cx="283337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 to the next layer,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462266" y="2762715"/>
            <a:ext cx="3862070" cy="28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(With different Input distribution)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16940" y="3305668"/>
            <a:ext cx="182626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55" kern="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Conclusion: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1921510" y="3598049"/>
            <a:ext cx="8402320" cy="373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4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distribution of each layer changes with each step .</a:t>
            </a:r>
            <a:endParaRPr lang="en-US" sz="1840" dirty="0"/>
          </a:p>
        </p:txBody>
      </p:sp>
      <p:sp>
        <p:nvSpPr>
          <p:cNvPr id="26" name="Text 24"/>
          <p:cNvSpPr/>
          <p:nvPr/>
        </p:nvSpPr>
        <p:spPr>
          <a:xfrm>
            <a:off x="916940" y="4102261"/>
            <a:ext cx="6362700" cy="37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basic idea behind Normalization is to:</a:t>
            </a:r>
            <a:endParaRPr lang="en-US" sz="1850" dirty="0"/>
          </a:p>
        </p:txBody>
      </p:sp>
      <p:sp>
        <p:nvSpPr>
          <p:cNvPr id="27" name="Text 25"/>
          <p:cNvSpPr/>
          <p:nvPr/>
        </p:nvSpPr>
        <p:spPr>
          <a:xfrm>
            <a:off x="1934210" y="4405834"/>
            <a:ext cx="9561830" cy="37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7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 </a:t>
            </a:r>
            <a:pPr algn="l" indent="0" marL="0">
              <a:buNone/>
            </a:pPr>
            <a:r>
              <a:rPr lang="en-US" sz="1870" b="1" u="sng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covariate shift</a:t>
            </a:r>
            <a:pPr algn="l" indent="0" marL="0">
              <a:buNone/>
            </a:pPr>
            <a:r>
              <a:rPr lang="en-US" sz="187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by normalizing the activations of each layer</a:t>
            </a:r>
            <a:endParaRPr lang="en-US" sz="1870" dirty="0"/>
          </a:p>
        </p:txBody>
      </p:sp>
      <p:sp>
        <p:nvSpPr>
          <p:cNvPr id="28" name="Text 26"/>
          <p:cNvSpPr/>
          <p:nvPr/>
        </p:nvSpPr>
        <p:spPr>
          <a:xfrm>
            <a:off x="916940" y="4925221"/>
            <a:ext cx="2540000" cy="37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Normalization:  </a:t>
            </a:r>
            <a:endParaRPr lang="en-US" sz="1850" dirty="0"/>
          </a:p>
        </p:txBody>
      </p:sp>
      <p:sp>
        <p:nvSpPr>
          <p:cNvPr id="29" name="Text 27"/>
          <p:cNvSpPr/>
          <p:nvPr/>
        </p:nvSpPr>
        <p:spPr>
          <a:xfrm>
            <a:off x="2702560" y="4925201"/>
            <a:ext cx="3810000" cy="38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spc="8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Transforming the inputs to be </a:t>
            </a:r>
            <a:endParaRPr lang="en-US" sz="1900" dirty="0"/>
          </a:p>
        </p:txBody>
      </p:sp>
      <p:sp>
        <p:nvSpPr>
          <p:cNvPr id="30" name="Text 28"/>
          <p:cNvSpPr/>
          <p:nvPr/>
        </p:nvSpPr>
        <p:spPr>
          <a:xfrm>
            <a:off x="5913120" y="4925221"/>
            <a:ext cx="3810000" cy="37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mean and unit variance.</a:t>
            </a:r>
            <a:endParaRPr lang="en-US" sz="1850" dirty="0"/>
          </a:p>
        </p:txBody>
      </p:sp>
      <p:sp>
        <p:nvSpPr>
          <p:cNvPr id="31" name="Text 29"/>
          <p:cNvSpPr/>
          <p:nvPr/>
        </p:nvSpPr>
        <p:spPr>
          <a:xfrm>
            <a:off x="838200" y="5522164"/>
            <a:ext cx="5347970" cy="37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7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Normalization allows each layer to:</a:t>
            </a:r>
            <a:endParaRPr lang="en-US" sz="1870" dirty="0"/>
          </a:p>
        </p:txBody>
      </p:sp>
      <p:sp>
        <p:nvSpPr>
          <p:cNvPr id="32" name="Text 30"/>
          <p:cNvSpPr/>
          <p:nvPr/>
        </p:nvSpPr>
        <p:spPr>
          <a:xfrm>
            <a:off x="1062990" y="5860093"/>
            <a:ext cx="601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25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 on a more </a:t>
            </a:r>
            <a:pPr algn="l" indent="0" marL="0">
              <a:buNone/>
            </a:pPr>
            <a:r>
              <a:rPr lang="en-US" sz="1625" b="1" u="sng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stable distribution of inputs,</a:t>
            </a:r>
            <a:endParaRPr lang="en-US" sz="1625" dirty="0"/>
          </a:p>
        </p:txBody>
      </p:sp>
      <p:sp>
        <p:nvSpPr>
          <p:cNvPr id="33" name="Text 31"/>
          <p:cNvSpPr/>
          <p:nvPr/>
        </p:nvSpPr>
        <p:spPr>
          <a:xfrm>
            <a:off x="1049020" y="6137099"/>
            <a:ext cx="10704830" cy="3320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34" b="1" u="sng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Accelerate the training</a:t>
            </a:r>
            <a:pPr algn="l" indent="0" marL="0">
              <a:buNone/>
            </a:pPr>
            <a:r>
              <a:rPr lang="en-US" sz="1634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the network (don't stick with very small learning rates).</a:t>
            </a:r>
            <a:endParaRPr lang="en-US" sz="1634" dirty="0"/>
          </a:p>
        </p:txBody>
      </p:sp>
    </p:spTree>
  </p:cSld>
  <p:clrMapOvr>
    <a:masterClrMapping/>
  </p:clrMapOvr>
</p:sld>
</file>

<file path=ppt/slides/slide40.xml><?xml version="1.0" encoding="utf-8"?>
<p:sld xmlns:mc="http://schemas.openxmlformats.org/markup-compatibility/2006"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71500"/>
            <a:ext cx="11137900" cy="6286500"/>
          </a:xfrm>
          <a:prstGeom prst="rect">
            <a:avLst/>
          </a:prstGeom>
          <a:solidFill>
            <a:srgbClr val="E9E9E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916940" y="1381760"/>
            <a:ext cx="10622280" cy="1076960"/>
          </a:xfrm>
          <a:prstGeom prst="rect">
            <a:avLst/>
          </a:prstGeom>
          <a:solidFill>
            <a:srgbClr val="FFFFFF"/>
          </a:solidFill>
          <a:ln w="254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670050" y="2711450"/>
            <a:ext cx="5377180" cy="38938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894580" y="1926590"/>
            <a:ext cx="1880870" cy="172720"/>
          </a:xfrm>
          <a:prstGeom prst="rect">
            <a:avLst/>
          </a:prstGeom>
          <a:solidFill>
            <a:srgbClr val="D8F8D8"/>
          </a:solidFill>
          <a:ln w="12700">
            <a:solidFill>
              <a:srgbClr val="D8F8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432050" y="3002280"/>
            <a:ext cx="2943860" cy="306070"/>
          </a:xfrm>
          <a:prstGeom prst="rect">
            <a:avLst/>
          </a:prstGeom>
          <a:solidFill>
            <a:srgbClr val="B0E8B0"/>
          </a:solidFill>
          <a:ln w="12700">
            <a:solidFill>
              <a:srgbClr val="B0E8B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18970" y="4011930"/>
            <a:ext cx="317500" cy="332740"/>
          </a:xfrm>
          <a:prstGeom prst="rect">
            <a:avLst/>
          </a:prstGeom>
          <a:solidFill>
            <a:srgbClr val="9999CC"/>
          </a:solidFill>
          <a:ln w="12700">
            <a:solidFill>
              <a:srgbClr val="9999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945640" y="4782820"/>
            <a:ext cx="331470" cy="318770"/>
          </a:xfrm>
          <a:prstGeom prst="rect">
            <a:avLst/>
          </a:prstGeom>
          <a:solidFill>
            <a:srgbClr val="9999CC"/>
          </a:solidFill>
          <a:ln w="12700">
            <a:solidFill>
              <a:srgbClr val="9999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2940" y="5288280"/>
            <a:ext cx="276860" cy="332740"/>
          </a:xfrm>
          <a:prstGeom prst="rect">
            <a:avLst/>
          </a:prstGeom>
          <a:solidFill>
            <a:srgbClr val="9999CC"/>
          </a:solidFill>
          <a:ln w="12700">
            <a:solidFill>
              <a:srgbClr val="9999C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32100" y="5633720"/>
            <a:ext cx="342900" cy="306070"/>
          </a:xfrm>
          <a:prstGeom prst="rect">
            <a:avLst/>
          </a:prstGeom>
          <a:solidFill>
            <a:srgbClr val="9999CC"/>
          </a:solidFill>
          <a:ln w="12700">
            <a:solidFill>
              <a:srgbClr val="9999C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85010" y="5448300"/>
            <a:ext cx="317500" cy="332740"/>
          </a:xfrm>
          <a:prstGeom prst="rect">
            <a:avLst/>
          </a:prstGeom>
          <a:solidFill>
            <a:srgbClr val="FF9C9C"/>
          </a:solidFill>
          <a:ln w="12700">
            <a:solidFill>
              <a:srgbClr val="FF9C9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811520" y="5462270"/>
            <a:ext cx="1168400" cy="279400"/>
          </a:xfrm>
          <a:prstGeom prst="rect">
            <a:avLst/>
          </a:prstGeom>
          <a:solidFill>
            <a:srgbClr val="FF9C9C"/>
          </a:solidFill>
          <a:ln w="12700">
            <a:solidFill>
              <a:srgbClr val="FF9C9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41270" y="6004560"/>
            <a:ext cx="185420" cy="279400"/>
          </a:xfrm>
          <a:prstGeom prst="rect">
            <a:avLst/>
          </a:prstGeom>
          <a:solidFill>
            <a:srgbClr val="B0E8B0"/>
          </a:solidFill>
          <a:ln w="12700">
            <a:solidFill>
              <a:srgbClr val="B0E8B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25420" y="6004560"/>
            <a:ext cx="238760" cy="306070"/>
          </a:xfrm>
          <a:prstGeom prst="rect">
            <a:avLst/>
          </a:prstGeom>
          <a:solidFill>
            <a:srgbClr val="FF9C9C"/>
          </a:solidFill>
          <a:ln w="12700">
            <a:solidFill>
              <a:srgbClr val="FF9C9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190240" y="6004560"/>
            <a:ext cx="185420" cy="279400"/>
          </a:xfrm>
          <a:prstGeom prst="rect">
            <a:avLst/>
          </a:prstGeom>
          <a:solidFill>
            <a:srgbClr val="B0E8B0"/>
          </a:solidFill>
          <a:ln w="12700">
            <a:solidFill>
              <a:srgbClr val="B0E8B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388610" y="6004560"/>
            <a:ext cx="1592580" cy="279400"/>
          </a:xfrm>
          <a:prstGeom prst="rect">
            <a:avLst/>
          </a:prstGeom>
          <a:solidFill>
            <a:srgbClr val="FFA64D"/>
          </a:solidFill>
          <a:ln w="12700">
            <a:solidFill>
              <a:srgbClr val="FFA6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20240" y="5303520"/>
            <a:ext cx="1621790" cy="62357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9999C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20240" y="5994400"/>
            <a:ext cx="2736850" cy="31877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9C9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00250" y="6033770"/>
            <a:ext cx="276860" cy="279400"/>
          </a:xfrm>
          <a:prstGeom prst="ellipse">
            <a:avLst/>
          </a:prstGeom>
          <a:solidFill>
            <a:srgbClr val="F0B880"/>
          </a:solidFill>
          <a:ln w="19050">
            <a:solidFill>
              <a:srgbClr val="FF8C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919841" y="2086630"/>
            <a:ext cx="1981836" cy="0"/>
          </a:xfrm>
          <a:prstGeom prst="line">
            <a:avLst/>
          </a:prstGeom>
          <a:noFill/>
          <a:ln w="12700">
            <a:solidFill>
              <a:srgbClr val="0080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526782" y="2086630"/>
            <a:ext cx="2140383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54353" y="2405605"/>
            <a:ext cx="4333614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62250" y="739520"/>
            <a:ext cx="6350000" cy="721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5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Normalization Parameters</a:t>
            </a:r>
            <a:endParaRPr lang="en-US" sz="3550" dirty="0"/>
          </a:p>
        </p:txBody>
      </p:sp>
      <p:sp>
        <p:nvSpPr>
          <p:cNvPr id="26" name="Text 24"/>
          <p:cNvSpPr/>
          <p:nvPr/>
        </p:nvSpPr>
        <p:spPr>
          <a:xfrm>
            <a:off x="1117600" y="1479550"/>
            <a:ext cx="10160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Instead of restricting the Activations of each layer to be </a:t>
            </a:r>
            <a:pPr algn="l" indent="0" marL="0">
              <a:buNone/>
            </a:pPr>
            <a:r>
              <a:rPr lang="en-US" sz="2000" i="1" dirty="0">
                <a:solidFill>
                  <a:srgbClr val="2222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strictly </a:t>
            </a:r>
            <a:pPr algn="l" indent="0" marL="0">
              <a:buNone/>
            </a:pPr>
            <a:r>
              <a:rPr lang="en-US" sz="2000" b="1" dirty="0">
                <a:solidFill>
                  <a:srgbClr val="2222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Zero </a:t>
            </a:r>
            <a:pPr algn="l" indent="0" marL="0">
              <a:buNone/>
            </a:pPr>
            <a:r>
              <a:rPr lang="en-US" sz="2000" i="1" dirty="0">
                <a:solidFill>
                  <a:srgbClr val="2222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mean </a:t>
            </a:r>
            <a:pPr algn="l" indent="0" marL="0">
              <a:buNone/>
            </a:pPr>
            <a:r>
              <a:rPr lang="en-US" sz="2000" i="1" dirty="0">
                <a:solidFill>
                  <a:srgbClr val="2222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and </a:t>
            </a:r>
            <a:pPr algn="l" indent="0" marL="0">
              <a:buNone/>
            </a:pPr>
            <a:r>
              <a:rPr lang="en-US" sz="2000" b="1" dirty="0">
                <a:solidFill>
                  <a:srgbClr val="2222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</a:t>
            </a:r>
            <a:pPr algn="l" indent="0" marL="0">
              <a:buNone/>
            </a:pPr>
            <a:r>
              <a:rPr lang="en-US" sz="2000" i="1" dirty="0">
                <a:solidFill>
                  <a:srgbClr val="2222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variance,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1117600" y="1812290"/>
            <a:ext cx="4064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Normalization allows the network to 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4907280" y="1812290"/>
            <a:ext cx="6604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8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 parameters </a:t>
            </a:r>
            <a:pPr algn="l" indent="0" marL="0">
              <a:buNone/>
            </a:pPr>
            <a:r>
              <a:rPr lang="en-US" sz="200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γ </a:t>
            </a:r>
            <a:pPr algn="l" indent="0" marL="0">
              <a:buNone/>
            </a:pPr>
            <a:r>
              <a:rPr lang="en-US" sz="2000" dirty="0">
                <a:solidFill>
                  <a:srgbClr val="008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and </a:t>
            </a:r>
            <a:pPr algn="l" indent="0" marL="0">
              <a:buNone/>
            </a:pPr>
            <a:r>
              <a:rPr lang="en-US" sz="20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 </a:t>
            </a:r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that can </a:t>
            </a:r>
            <a:pPr algn="l" indent="0" marL="0">
              <a:buNone/>
            </a:pPr>
            <a:r>
              <a:rPr lang="en-US" sz="200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convert the mean and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1117600" y="2145030"/>
            <a:ext cx="6350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variance to any value that </a:t>
            </a:r>
            <a:pPr algn="l" indent="0" marL="0">
              <a:buNone/>
            </a:pPr>
            <a:r>
              <a:rPr lang="en-US" sz="2000" b="1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Minimizes Loss.</a:t>
            </a:r>
            <a:endParaRPr lang="en-US" sz="2000" dirty="0"/>
          </a:p>
        </p:txBody>
      </p:sp>
      <mc:AlternateContent>
        <mc:Choice xmlns:a14="http://schemas.microsoft.com/office/drawing/2010/main" Requires="a14">
          <p:sp>
            <p:nvSpPr>
              <p:cNvPr id="30" name="Equation OMML" descr="\mathbf{Input:}\ \ \mathrm{Values\ of}\ x\ \mathrm{over\ a\ mini-batch:}\ \mathbb{B}=\{x_{1\ldots m}\};"/>
              <p:cNvSpPr txBox="1"/>
              <p:nvPr/>
            </p:nvSpPr>
            <p:spPr>
              <a:xfrm>
                <a:off x="1761490" y="2778762"/>
                <a:ext cx="4856991" cy="263649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b"/>
                        </m:rPr>
                        <a:rPr lang="en-US" i="0" smtClean="0" sz="1575" b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Input:</m:t>
                      </m:r>
                      <m:r>
                        <a:rPr lang="en-US" i="1" smtClean="0" sz="1575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  </m:t>
                      </m:r>
                      <m:r>
                        <m:rPr>
                          <m:sty m:val="p"/>
                        </m:rPr>
                        <a:rPr lang="en-US" i="0" smtClean="0" sz="1575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Values of</m:t>
                      </m:r>
                      <m:r>
                        <a:rPr lang="en-US" i="1" smtClean="0" sz="1575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 x </m:t>
                      </m:r>
                      <m:r>
                        <m:rPr>
                          <m:sty m:val="p"/>
                        </m:rPr>
                        <a:rPr lang="en-US" i="0" smtClean="0" sz="1575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over a mini-batch:</m:t>
                      </m:r>
                      <m:r>
                        <a:rPr lang="en-US" i="1" smtClean="0" sz="1575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 </m:t>
                      </m:r>
                      <m:r>
                        <m:rPr>
                          <m:sty m:val="p"/>
                        </m:rPr>
                        <a:rPr lang="en-US" i="0" smtClean="0" sz="1575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ℬ</m:t>
                      </m:r>
                      <m:r>
                        <a:rPr lang="en-US" i="1" smtClean="0" sz="1575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={</m:t>
                      </m:r>
                      <m:sSub>
                        <m:sSubPr>
                          <m:ctrlPr>
                            <a:rPr lang="en-US" i="1" smtClean="0" sz="1575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 sz="1575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x</m:t>
                          </m:r>
                        </m:e>
                        <m:sub>
                          <m:r>
                            <a:rPr lang="en-US" i="1" smtClean="0" sz="1575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1…m</m:t>
                          </m:r>
                        </m:sub>
                      </m:sSub>
                      <m:r>
                        <a:rPr lang="en-US" i="1" smtClean="0" sz="1575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};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30" name="Image 0" descr="/home/ahmed/Projects/ai_llm_slides/videos/deep-learning/002_transformers_part2/recreated_pptx/build/assets/slide040_h1.png">    </p:cNvPr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761490" y="2778762"/>
                <a:ext cx="4856991" cy="263649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31" name="Equation OMML" descr="\mathrm{Parameters\ to\ be\ learned:}\ \gamma,\ \beta"/>
              <p:cNvSpPr txBox="1"/>
              <p:nvPr/>
            </p:nvSpPr>
            <p:spPr>
              <a:xfrm>
                <a:off x="2489200" y="3078735"/>
                <a:ext cx="2763015" cy="204213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 sz="1550">
                          <a:solidFill>
                            <a:srgbClr val="008000"/>
                          </a:solidFill>
                          <a:latin typeface="Cambria Math" panose="02040503050406030204" pitchFamily="18" charset="0"/>
                        </a:rPr>
                        <m:t xml:space="preserve">Parameters to be learned:</m:t>
                      </m:r>
                      <m:r>
                        <a:rPr lang="en-US" i="1" smtClean="0" sz="1550">
                          <a:solidFill>
                            <a:srgbClr val="008000"/>
                          </a:solidFill>
                          <a:latin typeface="Cambria Math" panose="02040503050406030204" pitchFamily="18" charset="0"/>
                        </a:rPr>
                        <m:t xml:space="preserve"> γ, β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31" name="Image 1" descr="/home/ahmed/Projects/ai_llm_slides/videos/deep-learning/002_transformers_part2/recreated_pptx/build/assets/slide040_h2.png">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489200" y="3078735"/>
                <a:ext cx="2763015" cy="204213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32" name="Equation OMML" descr="\mathbf{Output:}\ \ \{y_i=\mathrm{BN}_{\gamma,\beta}(x_i)\}"/>
              <p:cNvSpPr txBox="1"/>
              <p:nvPr/>
            </p:nvSpPr>
            <p:spPr>
              <a:xfrm>
                <a:off x="1748790" y="3321050"/>
                <a:ext cx="2561847" cy="297180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b"/>
                        </m:rPr>
                        <a:rPr lang="en-US" i="0" smtClean="0" sz="1695" b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Output:</m:t>
                      </m:r>
                      <m:r>
                        <a:rPr lang="en-US" i="1" smtClean="0" sz="1695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  {</m:t>
                      </m:r>
                      <m:sSub>
                        <m:sSubPr>
                          <m:ctrlPr>
                            <a:rPr lang="en-US" i="1" smtClean="0" sz="1695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 sz="1695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y</m:t>
                          </m:r>
                        </m:e>
                        <m:sub>
                          <m:r>
                            <a:rPr lang="en-US" i="1" smtClean="0" sz="1695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i</m:t>
                          </m:r>
                        </m:sub>
                      </m:sSub>
                      <m:r>
                        <a:rPr lang="en-US" i="1" smtClean="0" sz="1695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=</m:t>
                      </m:r>
                      <m:sSub>
                        <m:sSubPr>
                          <m:ctrlPr>
                            <a:rPr lang="en-US" i="1" smtClean="0" sz="1695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0" smtClean="0" sz="1695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BN</m:t>
                          </m:r>
                        </m:e>
                        <m:sub>
                          <m:r>
                            <a:rPr lang="en-US" i="1" smtClean="0" sz="1695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γ,β</m:t>
                          </m:r>
                        </m:sub>
                      </m:sSub>
                      <m:r>
                        <a:rPr lang="en-US" i="1" smtClean="0" sz="1695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</m:t>
                      </m:r>
                      <m:sSub>
                        <m:sSubPr>
                          <m:ctrlPr>
                            <a:rPr lang="en-US" i="1" smtClean="0" sz="1695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 sz="1695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x</m:t>
                          </m:r>
                        </m:e>
                        <m:sub>
                          <m:r>
                            <a:rPr lang="en-US" i="1" smtClean="0" sz="1695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i</m:t>
                          </m:r>
                        </m:sub>
                      </m:sSub>
                      <m:r>
                        <a:rPr lang="en-US" i="1" smtClean="0" sz="1695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)}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32" name="Image 2" descr="/home/ahmed/Projects/ai_llm_slides/videos/deep-learning/002_transformers_part2/recreated_pptx/build/assets/slide040_h3.png">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48790" y="3321050"/>
                <a:ext cx="2561847" cy="297180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33" name="Equation OMML" descr="\mu_{\mathbb{B}} ⟵ \frac{1}{m} \sum_{i=1}^{m} x_i"/>
              <p:cNvSpPr txBox="1"/>
              <p:nvPr/>
            </p:nvSpPr>
            <p:spPr>
              <a:xfrm>
                <a:off x="1906270" y="3874260"/>
                <a:ext cx="1508760" cy="658368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 sz="195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 sz="195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μ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i="0" smtClean="0" sz="195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ℬ</m:t>
                          </m:r>
                        </m:sub>
                      </m:sSub>
                      <m:r>
                        <a:rPr lang="en-US" i="1" smtClean="0" sz="195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⟵</m:t>
                      </m:r>
                      <m:f>
                        <m:fPr>
                          <m:ctrlPr>
                            <a:rPr lang="en-US" i="1" smtClean="0" sz="195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 sz="195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1</m:t>
                          </m:r>
                        </m:num>
                        <m:den>
                          <m:r>
                            <a:rPr lang="en-US" i="1" smtClean="0" sz="195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m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ctrlPr>
                            <a:rPr lang="en-US" i="1" smtClean="0" sz="195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 smtClean="0" sz="195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i=1</m:t>
                          </m:r>
                        </m:sub>
                        <m:sup>
                          <m:r>
                            <a:rPr lang="en-US" i="1" smtClean="0" sz="195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m</m:t>
                          </m:r>
                        </m:sup>
                        <m:e>
                          <m:sSub>
                            <m:sSubPr>
                              <m:ctrlPr>
                                <a:rPr lang="en-US" i="1" smtClean="0" sz="195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smtClean="0" sz="195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 xml:space="preserve">x</m:t>
                              </m:r>
                            </m:e>
                            <m:sub>
                              <m:r>
                                <a:rPr lang="en-US" i="1" smtClean="0" sz="195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 xml:space="preserve">i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33" name="Image 3" descr="/home/ahmed/Projects/ai_llm_slides/videos/deep-learning/002_transformers_part2/recreated_pptx/build/assets/slide040_eq1.png">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906270" y="3874260"/>
                <a:ext cx="1508760" cy="658368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34" name="Equation OMML" descr="\sigma_{\mathbb{B}}^{2} ⟵ \frac{1}{m} \sum_{i=1}^{m} (x_i - \mu_{\mathbb{B}})^2"/>
              <p:cNvSpPr txBox="1"/>
              <p:nvPr/>
            </p:nvSpPr>
            <p:spPr>
              <a:xfrm>
                <a:off x="1906270" y="4632450"/>
                <a:ext cx="2371341" cy="658368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 smtClean="0" sz="195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 smtClean="0" sz="195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i="0" smtClean="0" sz="195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ℬ</m:t>
                          </m:r>
                        </m:sub>
                        <m:sup>
                          <m:r>
                            <a:rPr lang="en-US" i="1" smtClean="0" sz="195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2</m:t>
                          </m:r>
                        </m:sup>
                      </m:sSubSup>
                      <m:r>
                        <a:rPr lang="en-US" i="1" smtClean="0" sz="195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⟵</m:t>
                      </m:r>
                      <m:f>
                        <m:fPr>
                          <m:ctrlPr>
                            <a:rPr lang="en-US" i="1" smtClean="0" sz="195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 sz="195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1</m:t>
                          </m:r>
                        </m:num>
                        <m:den>
                          <m:r>
                            <a:rPr lang="en-US" i="1" smtClean="0" sz="195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m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ctrlPr>
                            <a:rPr lang="en-US" i="1" smtClean="0" sz="195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 smtClean="0" sz="195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i=1</m:t>
                          </m:r>
                        </m:sub>
                        <m:sup>
                          <m:r>
                            <a:rPr lang="en-US" i="1" smtClean="0" sz="195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m</m:t>
                          </m:r>
                        </m:sup>
                        <m:e>
                          <m:r>
                            <a:rPr lang="en-US" i="1" smtClean="0" sz="195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(</m:t>
                          </m:r>
                          <m:sSub>
                            <m:sSubPr>
                              <m:ctrlPr>
                                <a:rPr lang="en-US" i="1" smtClean="0" sz="195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smtClean="0" sz="195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 xml:space="preserve">x</m:t>
                              </m:r>
                            </m:e>
                            <m:sub>
                              <m:r>
                                <a:rPr lang="en-US" i="1" smtClean="0" sz="195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 xml:space="preserve">i</m:t>
                              </m:r>
                            </m:sub>
                          </m:sSub>
                          <m:r>
                            <a:rPr lang="en-US" i="1" smtClean="0" sz="195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-</m:t>
                          </m:r>
                          <m:sSub>
                            <m:sSubPr>
                              <m:ctrlPr>
                                <a:rPr lang="en-US" i="1" smtClean="0" sz="195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smtClean="0" sz="195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 xml:space="preserve">μ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0" smtClean="0" sz="195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 xml:space="preserve">ℬ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i="1" smtClean="0" sz="195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smtClean="0" sz="195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 xml:space="preserve">)</m:t>
                              </m:r>
                            </m:e>
                            <m:sup>
                              <m:r>
                                <a:rPr lang="en-US" i="1" smtClean="0" sz="195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 xml:space="preserve"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34" name="Image 4" descr="/home/ahmed/Projects/ai_llm_slides/videos/deep-learning/002_transformers_part2/recreated_pptx/build/assets/slide040_eq2.png">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906270" y="4632450"/>
                <a:ext cx="2371341" cy="658368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35" name="Equation OMML" descr="\hat{x}_i \leftarrow \frac{x_i - \mu_{\mathbb{B}}}{\sqrt{\sigma_{\mathbb{B}}^2 + \epsilon}}"/>
              <p:cNvSpPr txBox="1"/>
              <p:nvPr/>
            </p:nvSpPr>
            <p:spPr>
              <a:xfrm>
                <a:off x="2039620" y="5441440"/>
                <a:ext cx="1487427" cy="539496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 sz="23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^"/>
                              <m:ctrlPr>
                                <a:rPr lang="en-US" i="1" smtClean="0" sz="23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 smtClean="0" sz="23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 xml:space="preserve">x</m:t>
                              </m:r>
                            </m:e>
                          </m:acc>
                        </m:e>
                        <m:sub>
                          <m:r>
                            <a:rPr lang="en-US" i="1" smtClean="0" sz="23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i</m:t>
                          </m:r>
                        </m:sub>
                      </m:sSub>
                      <m:r>
                        <a:rPr lang="en-US" i="1" smtClean="0" sz="23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←</m:t>
                      </m:r>
                      <m:f>
                        <m:fPr>
                          <m:ctrlPr>
                            <a:rPr lang="en-US" i="1" smtClean="0" sz="23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 smtClean="0" sz="23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smtClean="0" sz="23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 xml:space="preserve">x</m:t>
                              </m:r>
                            </m:e>
                            <m:sub>
                              <m:r>
                                <a:rPr lang="en-US" i="1" smtClean="0" sz="23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 xml:space="preserve">i</m:t>
                              </m:r>
                            </m:sub>
                          </m:sSub>
                          <m:r>
                            <a:rPr lang="en-US" i="1" smtClean="0" sz="23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-</m:t>
                          </m:r>
                          <m:sSub>
                            <m:sSubPr>
                              <m:ctrlPr>
                                <a:rPr lang="en-US" i="1" smtClean="0" sz="23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smtClean="0" sz="23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 xml:space="preserve">μ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0" smtClean="0" sz="23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 xml:space="preserve">ℬ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i="1" smtClean="0" sz="23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bSup>
                                <m:sSubSupPr>
                                  <m:ctrlPr>
                                    <a:rPr lang="en-US" i="1" smtClean="0" sz="230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 smtClean="0" sz="230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 xml:space="preserve">σ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i="0" smtClean="0" sz="230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 xml:space="preserve">ℬ</m:t>
                                  </m:r>
                                </m:sub>
                                <m:sup>
                                  <m:r>
                                    <a:rPr lang="en-US" i="1" smtClean="0" sz="230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 xml:space="preserve">2</m:t>
                                  </m:r>
                                </m:sup>
                              </m:sSubSup>
                              <m:r>
                                <a:rPr lang="en-US" i="1" smtClean="0" sz="23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 xml:space="preserve">+ε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35" name="Image 5" descr="/home/ahmed/Projects/ai_llm_slides/videos/deep-learning/002_transformers_part2/recreated_pptx/build/assets/slide040_eq3.png">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039620" y="5441440"/>
                <a:ext cx="1487427" cy="539496"/>
              </a:xfrm>
              <a:prstGeom prst="rect">
                <a:avLst/>
              </a:prstGeom>
            </p:spPr>
          </p:pic>
        </mc:Fallback>
      </mc:AlternateContent>
      <mc:AlternateContent>
        <mc:Choice xmlns:a14="http://schemas.microsoft.com/office/drawing/2010/main" Requires="a14">
          <p:sp>
            <p:nvSpPr>
              <p:cNvPr id="36" name="Equation OMML" descr="y_i \leftarrow \gamma\, \hat{x}_i + \beta \equiv \mathrm{BN}_{\gamma,\beta}(x_i)"/>
              <p:cNvSpPr txBox="1"/>
              <p:nvPr/>
            </p:nvSpPr>
            <p:spPr>
              <a:xfrm>
                <a:off x="2066290" y="6055612"/>
                <a:ext cx="2590797" cy="271275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 sz="186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 sz="186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y</m:t>
                          </m:r>
                        </m:e>
                        <m:sub>
                          <m:r>
                            <a:rPr lang="en-US" i="1" smtClean="0" sz="186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i</m:t>
                          </m:r>
                        </m:sub>
                      </m:sSub>
                      <m:r>
                        <a:rPr lang="en-US" i="1" smtClean="0" sz="186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←γ </m:t>
                      </m:r>
                      <m:sSub>
                        <m:sSubPr>
                          <m:ctrlPr>
                            <a:rPr lang="en-US" i="1" smtClean="0" sz="186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^"/>
                              <m:ctrlPr>
                                <a:rPr lang="en-US" i="1" smtClean="0" sz="186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 smtClean="0" sz="186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 xml:space="preserve">x</m:t>
                              </m:r>
                            </m:e>
                          </m:acc>
                        </m:e>
                        <m:sub>
                          <m:r>
                            <a:rPr lang="en-US" i="1" smtClean="0" sz="186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i</m:t>
                          </m:r>
                        </m:sub>
                      </m:sSub>
                      <m:r>
                        <a:rPr lang="en-US" i="1" smtClean="0" sz="186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+β≡</m:t>
                      </m:r>
                      <m:sSub>
                        <m:sSubPr>
                          <m:ctrlPr>
                            <a:rPr lang="en-US" i="1" smtClean="0" sz="186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0" smtClean="0" sz="186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BN</m:t>
                          </m:r>
                        </m:e>
                        <m:sub>
                          <m:r>
                            <a:rPr lang="en-US" i="1" smtClean="0" sz="186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γ,β</m:t>
                          </m:r>
                        </m:sub>
                      </m:sSub>
                      <m:r>
                        <a:rPr lang="en-US" i="1" smtClean="0" sz="186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(</m:t>
                      </m:r>
                      <m:sSub>
                        <m:sSubPr>
                          <m:ctrlPr>
                            <a:rPr lang="en-US" i="1" smtClean="0" sz="186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 sz="186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x</m:t>
                          </m:r>
                        </m:e>
                        <m:sub>
                          <m:r>
                            <a:rPr lang="en-US" i="1" smtClean="0" sz="186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i</m:t>
                          </m:r>
                        </m:sub>
                      </m:sSub>
                      <m:r>
                        <a:rPr lang="en-US" i="1" smtClean="0" sz="186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36" name="Image 6" descr="/home/ahmed/Projects/ai_llm_slides/videos/deep-learning/002_transformers_part2/recreated_pptx/build/assets/slide040_eq4.png">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066290" y="6055612"/>
                <a:ext cx="2590797" cy="271275"/>
              </a:xfrm>
              <a:prstGeom prst="rect">
                <a:avLst/>
              </a:prstGeom>
            </p:spPr>
          </p:pic>
        </mc:Fallback>
      </mc:AlternateContent>
      <p:sp>
        <p:nvSpPr>
          <p:cNvPr id="37" name="Shape 28"/>
          <p:cNvSpPr/>
          <p:nvPr/>
        </p:nvSpPr>
        <p:spPr>
          <a:xfrm>
            <a:off x="1918970" y="5933440"/>
            <a:ext cx="1623060" cy="0"/>
          </a:xfrm>
          <a:prstGeom prst="line">
            <a:avLst/>
          </a:prstGeom>
          <a:noFill/>
          <a:ln w="19050">
            <a:solidFill>
              <a:srgbClr val="9999CC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4826000" y="4035748"/>
            <a:ext cx="2159000" cy="331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3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// mini-batch mean</a:t>
            </a:r>
            <a:endParaRPr lang="en-US" sz="1630" dirty="0"/>
          </a:p>
        </p:txBody>
      </p:sp>
      <p:sp>
        <p:nvSpPr>
          <p:cNvPr id="39" name="Text 30"/>
          <p:cNvSpPr/>
          <p:nvPr/>
        </p:nvSpPr>
        <p:spPr>
          <a:xfrm>
            <a:off x="4826000" y="4807908"/>
            <a:ext cx="2159000" cy="331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3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// mini-batch variance</a:t>
            </a:r>
            <a:endParaRPr lang="en-US" sz="1630" dirty="0"/>
          </a:p>
        </p:txBody>
      </p:sp>
      <p:sp>
        <p:nvSpPr>
          <p:cNvPr id="40" name="Text 31"/>
          <p:cNvSpPr/>
          <p:nvPr/>
        </p:nvSpPr>
        <p:spPr>
          <a:xfrm>
            <a:off x="4826000" y="5484818"/>
            <a:ext cx="2159000" cy="331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3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// normalize</a:t>
            </a:r>
            <a:endParaRPr lang="en-US" sz="1630" dirty="0"/>
          </a:p>
        </p:txBody>
      </p:sp>
      <p:sp>
        <p:nvSpPr>
          <p:cNvPr id="41" name="Text 32"/>
          <p:cNvSpPr/>
          <p:nvPr/>
        </p:nvSpPr>
        <p:spPr>
          <a:xfrm>
            <a:off x="4826000" y="6029648"/>
            <a:ext cx="2159000" cy="331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3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// scale and shift</a:t>
            </a:r>
            <a:endParaRPr lang="en-US" sz="163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71500"/>
            <a:ext cx="11137900" cy="6286500"/>
          </a:xfrm>
          <a:prstGeom prst="rect">
            <a:avLst/>
          </a:prstGeom>
          <a:solidFill>
            <a:srgbClr val="E9E9E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761990" y="2242820"/>
            <a:ext cx="0" cy="471170"/>
          </a:xfrm>
          <a:prstGeom prst="line">
            <a:avLst/>
          </a:prstGeom>
          <a:noFill/>
          <a:ln w="12700">
            <a:solidFill>
              <a:srgbClr val="D7D6D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53690" y="2713990"/>
            <a:ext cx="5836920" cy="0"/>
          </a:xfrm>
          <a:prstGeom prst="line">
            <a:avLst/>
          </a:prstGeom>
          <a:noFill/>
          <a:ln w="12700">
            <a:solidFill>
              <a:srgbClr val="D6D5D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2801620" y="2771140"/>
            <a:ext cx="104140" cy="124460"/>
          </a:xfrm>
          <a:prstGeom prst="triangle">
            <a:avLst/>
          </a:prstGeom>
          <a:solidFill>
            <a:srgbClr val="CC0000"/>
          </a:solidFill>
          <a:ln/>
        </p:spPr>
      </p:sp>
      <p:sp>
        <p:nvSpPr>
          <p:cNvPr id="8" name="Shape 6"/>
          <p:cNvSpPr/>
          <p:nvPr/>
        </p:nvSpPr>
        <p:spPr>
          <a:xfrm flipV="1">
            <a:off x="8633460" y="2771140"/>
            <a:ext cx="114300" cy="124460"/>
          </a:xfrm>
          <a:prstGeom prst="triangle">
            <a:avLst/>
          </a:prstGeom>
          <a:solidFill>
            <a:srgbClr val="CC0000"/>
          </a:solidFill>
          <a:ln/>
        </p:spPr>
      </p:sp>
      <p:sp>
        <p:nvSpPr>
          <p:cNvPr id="9" name="Shape 7"/>
          <p:cNvSpPr/>
          <p:nvPr/>
        </p:nvSpPr>
        <p:spPr>
          <a:xfrm>
            <a:off x="2868930" y="3634740"/>
            <a:ext cx="0" cy="2719070"/>
          </a:xfrm>
          <a:prstGeom prst="line">
            <a:avLst/>
          </a:prstGeom>
          <a:noFill/>
          <a:ln w="12700">
            <a:solidFill>
              <a:srgbClr val="C39EA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868930" y="4173220"/>
            <a:ext cx="203200" cy="0"/>
          </a:xfrm>
          <a:prstGeom prst="line">
            <a:avLst/>
          </a:prstGeom>
          <a:noFill/>
          <a:ln w="12700">
            <a:solidFill>
              <a:srgbClr val="D7BAB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5400000">
            <a:off x="3096260" y="4100830"/>
            <a:ext cx="96520" cy="144780"/>
          </a:xfrm>
          <a:prstGeom prst="triangle">
            <a:avLst/>
          </a:prstGeom>
          <a:solidFill>
            <a:srgbClr val="CC0000"/>
          </a:solidFill>
          <a:ln/>
        </p:spPr>
      </p:sp>
      <p:sp>
        <p:nvSpPr>
          <p:cNvPr id="12" name="Shape 10"/>
          <p:cNvSpPr/>
          <p:nvPr/>
        </p:nvSpPr>
        <p:spPr>
          <a:xfrm>
            <a:off x="2868930" y="4862830"/>
            <a:ext cx="203200" cy="0"/>
          </a:xfrm>
          <a:prstGeom prst="line">
            <a:avLst/>
          </a:prstGeom>
          <a:noFill/>
          <a:ln w="12700">
            <a:solidFill>
              <a:srgbClr val="D7BAB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5400000">
            <a:off x="3096260" y="4790440"/>
            <a:ext cx="96520" cy="144780"/>
          </a:xfrm>
          <a:prstGeom prst="triangle">
            <a:avLst/>
          </a:prstGeom>
          <a:solidFill>
            <a:srgbClr val="CC0000"/>
          </a:solidFill>
          <a:ln/>
        </p:spPr>
      </p:sp>
      <p:sp>
        <p:nvSpPr>
          <p:cNvPr id="14" name="Shape 12"/>
          <p:cNvSpPr/>
          <p:nvPr/>
        </p:nvSpPr>
        <p:spPr>
          <a:xfrm>
            <a:off x="2868930" y="5552440"/>
            <a:ext cx="203200" cy="0"/>
          </a:xfrm>
          <a:prstGeom prst="line">
            <a:avLst/>
          </a:prstGeom>
          <a:noFill/>
          <a:ln w="12700">
            <a:solidFill>
              <a:srgbClr val="D7BAB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rot="5400000">
            <a:off x="3096260" y="5480050"/>
            <a:ext cx="96520" cy="144780"/>
          </a:xfrm>
          <a:prstGeom prst="triangle">
            <a:avLst/>
          </a:prstGeom>
          <a:solidFill>
            <a:srgbClr val="CC0000"/>
          </a:solidFill>
          <a:ln/>
        </p:spPr>
      </p:sp>
      <p:sp>
        <p:nvSpPr>
          <p:cNvPr id="16" name="Shape 14"/>
          <p:cNvSpPr/>
          <p:nvPr/>
        </p:nvSpPr>
        <p:spPr>
          <a:xfrm>
            <a:off x="2868930" y="6281420"/>
            <a:ext cx="203200" cy="0"/>
          </a:xfrm>
          <a:prstGeom prst="line">
            <a:avLst/>
          </a:prstGeom>
          <a:noFill/>
          <a:ln w="12700">
            <a:solidFill>
              <a:srgbClr val="D7BAB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5400000">
            <a:off x="3096260" y="6209030"/>
            <a:ext cx="96520" cy="144780"/>
          </a:xfrm>
          <a:prstGeom prst="triangle">
            <a:avLst/>
          </a:prstGeom>
          <a:solidFill>
            <a:srgbClr val="CC0000"/>
          </a:solidFill>
          <a:ln/>
        </p:spPr>
      </p:sp>
      <p:sp>
        <p:nvSpPr>
          <p:cNvPr id="18" name="Shape 16"/>
          <p:cNvSpPr/>
          <p:nvPr/>
        </p:nvSpPr>
        <p:spPr>
          <a:xfrm>
            <a:off x="8690610" y="3608070"/>
            <a:ext cx="0" cy="538480"/>
          </a:xfrm>
          <a:prstGeom prst="line">
            <a:avLst/>
          </a:prstGeom>
          <a:noFill/>
          <a:ln w="12700">
            <a:solidFill>
              <a:srgbClr val="D3C0C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8638540" y="4160520"/>
            <a:ext cx="104140" cy="142240"/>
          </a:xfrm>
          <a:prstGeom prst="triangle">
            <a:avLst/>
          </a:prstGeom>
          <a:solidFill>
            <a:srgbClr val="CC0000"/>
          </a:solidFill>
          <a:ln/>
        </p:spPr>
      </p:sp>
      <p:sp>
        <p:nvSpPr>
          <p:cNvPr id="20" name="Shape 18"/>
          <p:cNvSpPr/>
          <p:nvPr/>
        </p:nvSpPr>
        <p:spPr>
          <a:xfrm>
            <a:off x="4413250" y="1579880"/>
            <a:ext cx="2763520" cy="662940"/>
          </a:xfrm>
          <a:prstGeom prst="rect">
            <a:avLst/>
          </a:prstGeom>
          <a:solidFill>
            <a:srgbClr val="FAE6D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38910" y="2945130"/>
            <a:ext cx="2815590" cy="689610"/>
          </a:xfrm>
          <a:prstGeom prst="rect">
            <a:avLst/>
          </a:prstGeom>
          <a:solidFill>
            <a:srgbClr val="0000A6"/>
          </a:solidFill>
          <a:ln/>
        </p:spPr>
      </p:sp>
      <p:sp>
        <p:nvSpPr>
          <p:cNvPr id="22" name="Shape 20"/>
          <p:cNvSpPr/>
          <p:nvPr/>
        </p:nvSpPr>
        <p:spPr>
          <a:xfrm>
            <a:off x="7269480" y="2918460"/>
            <a:ext cx="2828290" cy="689610"/>
          </a:xfrm>
          <a:prstGeom prst="rect">
            <a:avLst/>
          </a:prstGeom>
          <a:solidFill>
            <a:srgbClr val="0A863A"/>
          </a:solidFill>
          <a:ln/>
        </p:spPr>
      </p:sp>
      <p:sp>
        <p:nvSpPr>
          <p:cNvPr id="23" name="Shape 21"/>
          <p:cNvSpPr/>
          <p:nvPr/>
        </p:nvSpPr>
        <p:spPr>
          <a:xfrm>
            <a:off x="3237230" y="3914140"/>
            <a:ext cx="3027680" cy="516890"/>
          </a:xfrm>
          <a:prstGeom prst="rect">
            <a:avLst/>
          </a:prstGeom>
          <a:solidFill>
            <a:srgbClr val="E0FFFF"/>
          </a:solidFill>
          <a:ln w="12700">
            <a:solidFill>
              <a:srgbClr val="C0C0C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37230" y="4603750"/>
            <a:ext cx="3027680" cy="516890"/>
          </a:xfrm>
          <a:prstGeom prst="rect">
            <a:avLst/>
          </a:prstGeom>
          <a:solidFill>
            <a:srgbClr val="E0FFFF"/>
          </a:solidFill>
          <a:ln w="12700">
            <a:solidFill>
              <a:srgbClr val="C0C0C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37230" y="5293360"/>
            <a:ext cx="3027680" cy="516890"/>
          </a:xfrm>
          <a:prstGeom prst="rect">
            <a:avLst/>
          </a:prstGeom>
          <a:solidFill>
            <a:srgbClr val="E0FFFF"/>
          </a:solidFill>
          <a:ln w="12700">
            <a:solidFill>
              <a:srgbClr val="C0C0C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37230" y="6022340"/>
            <a:ext cx="3027680" cy="516890"/>
          </a:xfrm>
          <a:prstGeom prst="rect">
            <a:avLst/>
          </a:prstGeom>
          <a:solidFill>
            <a:srgbClr val="E0FFFF"/>
          </a:solidFill>
          <a:ln w="12700">
            <a:solidFill>
              <a:srgbClr val="C0C0C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76770" y="4351020"/>
            <a:ext cx="3001010" cy="491490"/>
          </a:xfrm>
          <a:prstGeom prst="rect">
            <a:avLst/>
          </a:prstGeom>
          <a:solidFill>
            <a:srgbClr val="D6FEE6"/>
          </a:solidFill>
          <a:ln w="12700">
            <a:solidFill>
              <a:srgbClr val="C0C0C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730625" y="781006"/>
            <a:ext cx="4075430" cy="717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53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Normalization</a:t>
            </a:r>
            <a:endParaRPr lang="en-US" sz="3530" dirty="0"/>
          </a:p>
        </p:txBody>
      </p:sp>
      <p:sp>
        <p:nvSpPr>
          <p:cNvPr id="29" name="Text 27"/>
          <p:cNvSpPr/>
          <p:nvPr/>
        </p:nvSpPr>
        <p:spPr>
          <a:xfrm>
            <a:off x="4017010" y="1556662"/>
            <a:ext cx="3556000" cy="447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Normalization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5033010" y="1869082"/>
            <a:ext cx="1524000" cy="447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1195705" y="2947247"/>
            <a:ext cx="3302000" cy="440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Activations</a:t>
            </a:r>
            <a:endParaRPr lang="en-US" sz="2170" dirty="0"/>
          </a:p>
        </p:txBody>
      </p:sp>
      <p:sp>
        <p:nvSpPr>
          <p:cNvPr id="32" name="Text 30"/>
          <p:cNvSpPr/>
          <p:nvPr/>
        </p:nvSpPr>
        <p:spPr>
          <a:xfrm>
            <a:off x="1449705" y="3262207"/>
            <a:ext cx="2794000" cy="440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</a:t>
            </a:r>
            <a:endParaRPr lang="en-US" sz="2170" dirty="0"/>
          </a:p>
        </p:txBody>
      </p:sp>
      <p:sp>
        <p:nvSpPr>
          <p:cNvPr id="33" name="Text 31"/>
          <p:cNvSpPr/>
          <p:nvPr/>
        </p:nvSpPr>
        <p:spPr>
          <a:xfrm>
            <a:off x="7286625" y="3089487"/>
            <a:ext cx="2794000" cy="440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Weights</a:t>
            </a:r>
            <a:endParaRPr lang="en-US" sz="2170" dirty="0"/>
          </a:p>
        </p:txBody>
      </p:sp>
      <p:sp>
        <p:nvSpPr>
          <p:cNvPr id="34" name="Text 32"/>
          <p:cNvSpPr/>
          <p:nvPr/>
        </p:nvSpPr>
        <p:spPr>
          <a:xfrm>
            <a:off x="2719070" y="3988733"/>
            <a:ext cx="4064000" cy="44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1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Batch</a:t>
            </a:r>
            <a:pPr algn="ctr" indent="0" marL="0">
              <a:buNone/>
            </a:pPr>
            <a:r>
              <a:rPr lang="en-US" sz="2210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Normalization</a:t>
            </a:r>
            <a:endParaRPr lang="en-US" sz="2210" dirty="0"/>
          </a:p>
        </p:txBody>
      </p:sp>
      <p:sp>
        <p:nvSpPr>
          <p:cNvPr id="35" name="Text 33"/>
          <p:cNvSpPr/>
          <p:nvPr/>
        </p:nvSpPr>
        <p:spPr>
          <a:xfrm>
            <a:off x="2592070" y="4678343"/>
            <a:ext cx="4318000" cy="44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1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Instance</a:t>
            </a:r>
            <a:pPr algn="ctr" indent="0" marL="0">
              <a:buNone/>
            </a:pPr>
            <a:r>
              <a:rPr lang="en-US" sz="2210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Normalization</a:t>
            </a:r>
            <a:endParaRPr lang="en-US" sz="2210" dirty="0"/>
          </a:p>
        </p:txBody>
      </p:sp>
      <p:sp>
        <p:nvSpPr>
          <p:cNvPr id="36" name="Text 34"/>
          <p:cNvSpPr/>
          <p:nvPr/>
        </p:nvSpPr>
        <p:spPr>
          <a:xfrm>
            <a:off x="2655570" y="5369223"/>
            <a:ext cx="4191000" cy="44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1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</a:t>
            </a:r>
            <a:pPr algn="ctr" indent="0" marL="0">
              <a:buNone/>
            </a:pPr>
            <a:r>
              <a:rPr lang="en-US" sz="2210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Normalization</a:t>
            </a:r>
            <a:endParaRPr lang="en-US" sz="2210" dirty="0"/>
          </a:p>
        </p:txBody>
      </p:sp>
      <p:sp>
        <p:nvSpPr>
          <p:cNvPr id="37" name="Text 35"/>
          <p:cNvSpPr/>
          <p:nvPr/>
        </p:nvSpPr>
        <p:spPr>
          <a:xfrm>
            <a:off x="2655570" y="6098203"/>
            <a:ext cx="4191000" cy="44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1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</a:t>
            </a:r>
            <a:pPr algn="ctr" indent="0" marL="0">
              <a:buNone/>
            </a:pPr>
            <a:r>
              <a:rPr lang="en-US" sz="2210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Normalization</a:t>
            </a:r>
            <a:endParaRPr lang="en-US" sz="2210" dirty="0"/>
          </a:p>
        </p:txBody>
      </p:sp>
      <p:sp>
        <p:nvSpPr>
          <p:cNvPr id="38" name="Text 36"/>
          <p:cNvSpPr/>
          <p:nvPr/>
        </p:nvSpPr>
        <p:spPr>
          <a:xfrm>
            <a:off x="6518275" y="4416702"/>
            <a:ext cx="4318000" cy="447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</a:t>
            </a:r>
            <a:pPr algn="ctr" indent="0" marL="0">
              <a:buNone/>
            </a:pPr>
            <a:r>
              <a:rPr lang="en-US" sz="2200" dirty="0">
                <a:solidFill>
                  <a:srgbClr val="007A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Normalization</a:t>
            </a:r>
            <a:endParaRPr lang="en-US" sz="2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71500"/>
            <a:ext cx="11137900" cy="6286500"/>
          </a:xfrm>
          <a:prstGeom prst="rect">
            <a:avLst/>
          </a:prstGeom>
          <a:solidFill>
            <a:srgbClr val="E9E9E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183130" y="814624"/>
            <a:ext cx="81280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Batch Data (Feature Vectors)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665500" y="1787591"/>
            <a:ext cx="10840642" cy="4990634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C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4592" y="2598319"/>
            <a:ext cx="2946329" cy="544916"/>
          </a:xfrm>
          <a:prstGeom prst="rect">
            <a:avLst/>
          </a:prstGeom>
          <a:solidFill>
            <a:srgbClr val="FFFFFF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265835" y="2571738"/>
            <a:ext cx="3382333" cy="544916"/>
          </a:xfrm>
          <a:prstGeom prst="rect">
            <a:avLst/>
          </a:prstGeom>
          <a:solidFill>
            <a:srgbClr val="FFFFFF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57748" y="2199600"/>
            <a:ext cx="3217180" cy="817374"/>
          </a:xfrm>
          <a:prstGeom prst="rect">
            <a:avLst/>
          </a:prstGeom>
          <a:solidFill>
            <a:srgbClr val="FFFFFF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9757" y="2608908"/>
            <a:ext cx="3556000" cy="300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Vector of </a:t>
            </a:r>
            <a:pPr algn="ctr" indent="0" marL="0">
              <a:buNone/>
            </a:pPr>
            <a:r>
              <a:rPr lang="en-US" sz="1480" b="1" dirty="0">
                <a:solidFill>
                  <a:srgbClr val="66C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Input</a:t>
            </a:r>
            <a:endParaRPr lang="en-US" sz="1480" dirty="0"/>
          </a:p>
        </p:txBody>
      </p:sp>
      <p:sp>
        <p:nvSpPr>
          <p:cNvPr id="11" name="Text 9"/>
          <p:cNvSpPr/>
          <p:nvPr/>
        </p:nvSpPr>
        <p:spPr>
          <a:xfrm>
            <a:off x="459757" y="2834849"/>
            <a:ext cx="3556000" cy="300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66C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</a:t>
            </a:r>
            <a:pPr algn="ctr" indent="0" marL="0">
              <a:buNone/>
            </a:pPr>
            <a:r>
              <a:rPr lang="en-US" sz="148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(Using one filter)</a:t>
            </a:r>
            <a:endParaRPr lang="en-US" sz="1480" dirty="0"/>
          </a:p>
        </p:txBody>
      </p:sp>
      <p:sp>
        <p:nvSpPr>
          <p:cNvPr id="12" name="Text 10"/>
          <p:cNvSpPr/>
          <p:nvPr/>
        </p:nvSpPr>
        <p:spPr>
          <a:xfrm>
            <a:off x="3885365" y="2603350"/>
            <a:ext cx="4064000" cy="29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Vectors of </a:t>
            </a:r>
            <a:pPr algn="ctr" indent="0" marL="0">
              <a:buNone/>
            </a:pPr>
            <a:r>
              <a:rPr lang="en-US" sz="1450" b="1" dirty="0">
                <a:solidFill>
                  <a:srgbClr val="66C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Input Sample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3885365" y="2821961"/>
            <a:ext cx="406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3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(Using 4 filters)  </a:t>
            </a:r>
            <a:pPr algn="ctr" indent="0" marL="0">
              <a:buNone/>
            </a:pPr>
            <a:r>
              <a:rPr lang="en-US" sz="1530" b="1" dirty="0">
                <a:solidFill>
                  <a:srgbClr val="CC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[ 4 Channels]</a:t>
            </a:r>
            <a:endParaRPr lang="en-US" sz="1530" dirty="0"/>
          </a:p>
        </p:txBody>
      </p:sp>
      <p:sp>
        <p:nvSpPr>
          <p:cNvPr id="14" name="Text 12"/>
          <p:cNvSpPr/>
          <p:nvPr/>
        </p:nvSpPr>
        <p:spPr>
          <a:xfrm>
            <a:off x="8144652" y="2239267"/>
            <a:ext cx="3302000" cy="296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6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Vectors of :</a:t>
            </a:r>
            <a:endParaRPr lang="en-US" sz="1460" dirty="0"/>
          </a:p>
        </p:txBody>
      </p:sp>
      <p:sp>
        <p:nvSpPr>
          <p:cNvPr id="15" name="Text 13"/>
          <p:cNvSpPr/>
          <p:nvPr/>
        </p:nvSpPr>
        <p:spPr>
          <a:xfrm>
            <a:off x="8144652" y="2455220"/>
            <a:ext cx="3556000" cy="312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40" b="1" dirty="0">
                <a:solidFill>
                  <a:srgbClr val="66C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 Input Samples  </a:t>
            </a:r>
            <a:pPr algn="l" indent="0" marL="0">
              <a:buNone/>
            </a:pPr>
            <a:r>
              <a:rPr lang="en-US" sz="1540" b="1" dirty="0">
                <a:solidFill>
                  <a:srgbClr val="CC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[mini-Batch]</a:t>
            </a:r>
            <a:endParaRPr lang="en-US" sz="1540" dirty="0"/>
          </a:p>
        </p:txBody>
      </p:sp>
      <p:sp>
        <p:nvSpPr>
          <p:cNvPr id="16" name="Text 14"/>
          <p:cNvSpPr/>
          <p:nvPr/>
        </p:nvSpPr>
        <p:spPr>
          <a:xfrm>
            <a:off x="8144652" y="2674515"/>
            <a:ext cx="3556000" cy="312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4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4 filters </a:t>
            </a:r>
            <a:pPr algn="l" indent="0" marL="0">
              <a:buNone/>
            </a:pPr>
            <a:r>
              <a:rPr lang="en-US" sz="1540" b="1" dirty="0">
                <a:solidFill>
                  <a:srgbClr val="CC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[ 4 Channels]</a:t>
            </a:r>
            <a:endParaRPr lang="en-US" sz="1540" dirty="0"/>
          </a:p>
        </p:txBody>
      </p:sp>
      <p:sp>
        <p:nvSpPr>
          <p:cNvPr id="17" name="Shape 15"/>
          <p:cNvSpPr/>
          <p:nvPr/>
        </p:nvSpPr>
        <p:spPr>
          <a:xfrm>
            <a:off x="9227031" y="3109476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4C5875"/>
          </a:solidFill>
          <a:ln/>
        </p:spPr>
      </p:sp>
      <p:sp>
        <p:nvSpPr>
          <p:cNvPr id="18" name="Shape 16"/>
          <p:cNvSpPr/>
          <p:nvPr/>
        </p:nvSpPr>
        <p:spPr>
          <a:xfrm>
            <a:off x="9637241" y="3109476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4C587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047451" y="3109476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4C5875"/>
          </a:solidFill>
          <a:ln/>
        </p:spPr>
      </p:sp>
      <p:sp>
        <p:nvSpPr>
          <p:cNvPr id="20" name="Shape 18"/>
          <p:cNvSpPr/>
          <p:nvPr/>
        </p:nvSpPr>
        <p:spPr>
          <a:xfrm>
            <a:off x="10457661" y="3109476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4C5875"/>
          </a:solidFill>
          <a:ln/>
        </p:spPr>
      </p:sp>
      <p:sp>
        <p:nvSpPr>
          <p:cNvPr id="21" name="Shape 19"/>
          <p:cNvSpPr/>
          <p:nvPr/>
        </p:nvSpPr>
        <p:spPr>
          <a:xfrm>
            <a:off x="9227031" y="3528576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4C5875"/>
          </a:solidFill>
          <a:ln/>
        </p:spPr>
      </p:sp>
      <p:sp>
        <p:nvSpPr>
          <p:cNvPr id="22" name="Shape 20"/>
          <p:cNvSpPr/>
          <p:nvPr/>
        </p:nvSpPr>
        <p:spPr>
          <a:xfrm>
            <a:off x="9637241" y="3528576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4C5875"/>
          </a:solidFill>
          <a:ln/>
        </p:spPr>
      </p:sp>
      <p:sp>
        <p:nvSpPr>
          <p:cNvPr id="23" name="Shape 21"/>
          <p:cNvSpPr/>
          <p:nvPr/>
        </p:nvSpPr>
        <p:spPr>
          <a:xfrm>
            <a:off x="10047451" y="3528576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4C5875"/>
          </a:solidFill>
          <a:ln/>
        </p:spPr>
      </p:sp>
      <p:sp>
        <p:nvSpPr>
          <p:cNvPr id="24" name="Shape 22"/>
          <p:cNvSpPr/>
          <p:nvPr/>
        </p:nvSpPr>
        <p:spPr>
          <a:xfrm>
            <a:off x="10457661" y="3528576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4C5875"/>
          </a:solidFill>
          <a:ln/>
        </p:spPr>
      </p:sp>
      <p:sp>
        <p:nvSpPr>
          <p:cNvPr id="25" name="Shape 23"/>
          <p:cNvSpPr/>
          <p:nvPr/>
        </p:nvSpPr>
        <p:spPr>
          <a:xfrm>
            <a:off x="9227031" y="3947676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4C5875"/>
          </a:solidFill>
          <a:ln/>
        </p:spPr>
      </p:sp>
      <p:sp>
        <p:nvSpPr>
          <p:cNvPr id="26" name="Shape 24"/>
          <p:cNvSpPr/>
          <p:nvPr/>
        </p:nvSpPr>
        <p:spPr>
          <a:xfrm>
            <a:off x="9637241" y="3947676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4C5875"/>
          </a:solidFill>
          <a:ln/>
        </p:spPr>
      </p:sp>
      <p:sp>
        <p:nvSpPr>
          <p:cNvPr id="27" name="Shape 25"/>
          <p:cNvSpPr/>
          <p:nvPr/>
        </p:nvSpPr>
        <p:spPr>
          <a:xfrm>
            <a:off x="10047451" y="3947676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4C5875"/>
          </a:solidFill>
          <a:ln/>
        </p:spPr>
      </p:sp>
      <p:sp>
        <p:nvSpPr>
          <p:cNvPr id="28" name="Shape 26"/>
          <p:cNvSpPr/>
          <p:nvPr/>
        </p:nvSpPr>
        <p:spPr>
          <a:xfrm>
            <a:off x="10457661" y="3947676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4C5875"/>
          </a:solidFill>
          <a:ln/>
        </p:spPr>
      </p:sp>
      <p:sp>
        <p:nvSpPr>
          <p:cNvPr id="29" name="Shape 27"/>
          <p:cNvSpPr/>
          <p:nvPr/>
        </p:nvSpPr>
        <p:spPr>
          <a:xfrm>
            <a:off x="9227031" y="4366776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4C5875"/>
          </a:solidFill>
          <a:ln/>
        </p:spPr>
      </p:sp>
      <p:sp>
        <p:nvSpPr>
          <p:cNvPr id="30" name="Shape 28"/>
          <p:cNvSpPr/>
          <p:nvPr/>
        </p:nvSpPr>
        <p:spPr>
          <a:xfrm>
            <a:off x="9637241" y="4366776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4C5875"/>
          </a:solidFill>
          <a:ln/>
        </p:spPr>
      </p:sp>
      <p:sp>
        <p:nvSpPr>
          <p:cNvPr id="31" name="Shape 29"/>
          <p:cNvSpPr/>
          <p:nvPr/>
        </p:nvSpPr>
        <p:spPr>
          <a:xfrm>
            <a:off x="10047451" y="4366776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4C5875"/>
          </a:solidFill>
          <a:ln/>
        </p:spPr>
      </p:sp>
      <p:sp>
        <p:nvSpPr>
          <p:cNvPr id="32" name="Shape 30"/>
          <p:cNvSpPr/>
          <p:nvPr/>
        </p:nvSpPr>
        <p:spPr>
          <a:xfrm>
            <a:off x="10457661" y="4366776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4C5875"/>
          </a:solidFill>
          <a:ln/>
        </p:spPr>
      </p:sp>
      <p:sp>
        <p:nvSpPr>
          <p:cNvPr id="33" name="Shape 31"/>
          <p:cNvSpPr/>
          <p:nvPr/>
        </p:nvSpPr>
        <p:spPr>
          <a:xfrm>
            <a:off x="9227031" y="4785876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4C5875"/>
          </a:solidFill>
          <a:ln/>
        </p:spPr>
      </p:sp>
      <p:sp>
        <p:nvSpPr>
          <p:cNvPr id="34" name="Shape 32"/>
          <p:cNvSpPr/>
          <p:nvPr/>
        </p:nvSpPr>
        <p:spPr>
          <a:xfrm>
            <a:off x="9637241" y="4785876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4C5875"/>
          </a:solidFill>
          <a:ln/>
        </p:spPr>
      </p:sp>
      <p:sp>
        <p:nvSpPr>
          <p:cNvPr id="35" name="Shape 33"/>
          <p:cNvSpPr/>
          <p:nvPr/>
        </p:nvSpPr>
        <p:spPr>
          <a:xfrm>
            <a:off x="10047451" y="4785876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4C5875"/>
          </a:solidFill>
          <a:ln/>
        </p:spPr>
      </p:sp>
      <p:sp>
        <p:nvSpPr>
          <p:cNvPr id="36" name="Shape 34"/>
          <p:cNvSpPr/>
          <p:nvPr/>
        </p:nvSpPr>
        <p:spPr>
          <a:xfrm>
            <a:off x="10457661" y="4785876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4C5875"/>
          </a:solidFill>
          <a:ln/>
        </p:spPr>
      </p:sp>
      <p:sp>
        <p:nvSpPr>
          <p:cNvPr id="37" name="Shape 35"/>
          <p:cNvSpPr/>
          <p:nvPr/>
        </p:nvSpPr>
        <p:spPr>
          <a:xfrm>
            <a:off x="9627081" y="3109476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759FC9"/>
          </a:solidFill>
          <a:ln/>
        </p:spPr>
      </p:sp>
      <p:sp>
        <p:nvSpPr>
          <p:cNvPr id="38" name="Shape 36"/>
          <p:cNvSpPr/>
          <p:nvPr/>
        </p:nvSpPr>
        <p:spPr>
          <a:xfrm>
            <a:off x="10037291" y="3109476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759FC9"/>
          </a:solidFill>
          <a:ln/>
        </p:spPr>
      </p:sp>
      <p:sp>
        <p:nvSpPr>
          <p:cNvPr id="39" name="Shape 37"/>
          <p:cNvSpPr/>
          <p:nvPr/>
        </p:nvSpPr>
        <p:spPr>
          <a:xfrm>
            <a:off x="10447501" y="3109476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759FC9"/>
          </a:solidFill>
          <a:ln/>
        </p:spPr>
      </p:sp>
      <p:sp>
        <p:nvSpPr>
          <p:cNvPr id="40" name="Shape 38"/>
          <p:cNvSpPr/>
          <p:nvPr/>
        </p:nvSpPr>
        <p:spPr>
          <a:xfrm>
            <a:off x="10857711" y="3109476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759FC9"/>
          </a:solidFill>
          <a:ln/>
        </p:spPr>
      </p:sp>
      <p:sp>
        <p:nvSpPr>
          <p:cNvPr id="41" name="Shape 39"/>
          <p:cNvSpPr/>
          <p:nvPr/>
        </p:nvSpPr>
        <p:spPr>
          <a:xfrm>
            <a:off x="9627081" y="3528576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759FC9"/>
          </a:solidFill>
          <a:ln/>
        </p:spPr>
      </p:sp>
      <p:sp>
        <p:nvSpPr>
          <p:cNvPr id="42" name="Shape 40"/>
          <p:cNvSpPr/>
          <p:nvPr/>
        </p:nvSpPr>
        <p:spPr>
          <a:xfrm>
            <a:off x="10037291" y="3528576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759FC9"/>
          </a:solidFill>
          <a:ln/>
        </p:spPr>
      </p:sp>
      <p:sp>
        <p:nvSpPr>
          <p:cNvPr id="43" name="Shape 41"/>
          <p:cNvSpPr/>
          <p:nvPr/>
        </p:nvSpPr>
        <p:spPr>
          <a:xfrm>
            <a:off x="10447501" y="3528576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759FC9"/>
          </a:solidFill>
          <a:ln/>
        </p:spPr>
      </p:sp>
      <p:sp>
        <p:nvSpPr>
          <p:cNvPr id="44" name="Shape 42"/>
          <p:cNvSpPr/>
          <p:nvPr/>
        </p:nvSpPr>
        <p:spPr>
          <a:xfrm>
            <a:off x="10857711" y="3528576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759FC9"/>
          </a:solidFill>
          <a:ln/>
        </p:spPr>
      </p:sp>
      <p:sp>
        <p:nvSpPr>
          <p:cNvPr id="45" name="Shape 43"/>
          <p:cNvSpPr/>
          <p:nvPr/>
        </p:nvSpPr>
        <p:spPr>
          <a:xfrm>
            <a:off x="9627081" y="3947676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759FC9"/>
          </a:solidFill>
          <a:ln/>
        </p:spPr>
      </p:sp>
      <p:sp>
        <p:nvSpPr>
          <p:cNvPr id="46" name="Shape 44"/>
          <p:cNvSpPr/>
          <p:nvPr/>
        </p:nvSpPr>
        <p:spPr>
          <a:xfrm>
            <a:off x="10037291" y="3947676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759FC9"/>
          </a:solidFill>
          <a:ln/>
        </p:spPr>
      </p:sp>
      <p:sp>
        <p:nvSpPr>
          <p:cNvPr id="47" name="Shape 45"/>
          <p:cNvSpPr/>
          <p:nvPr/>
        </p:nvSpPr>
        <p:spPr>
          <a:xfrm>
            <a:off x="10447501" y="3947676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759FC9"/>
          </a:solidFill>
          <a:ln/>
        </p:spPr>
      </p:sp>
      <p:sp>
        <p:nvSpPr>
          <p:cNvPr id="48" name="Shape 46"/>
          <p:cNvSpPr/>
          <p:nvPr/>
        </p:nvSpPr>
        <p:spPr>
          <a:xfrm>
            <a:off x="10857711" y="3947676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759FC9"/>
          </a:solidFill>
          <a:ln/>
        </p:spPr>
      </p:sp>
      <p:sp>
        <p:nvSpPr>
          <p:cNvPr id="49" name="Shape 47"/>
          <p:cNvSpPr/>
          <p:nvPr/>
        </p:nvSpPr>
        <p:spPr>
          <a:xfrm>
            <a:off x="9627081" y="4366776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759FC9"/>
          </a:solidFill>
          <a:ln/>
        </p:spPr>
      </p:sp>
      <p:sp>
        <p:nvSpPr>
          <p:cNvPr id="50" name="Shape 48"/>
          <p:cNvSpPr/>
          <p:nvPr/>
        </p:nvSpPr>
        <p:spPr>
          <a:xfrm>
            <a:off x="10037291" y="4366776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759FC9"/>
          </a:solidFill>
          <a:ln/>
        </p:spPr>
      </p:sp>
      <p:sp>
        <p:nvSpPr>
          <p:cNvPr id="51" name="Shape 49"/>
          <p:cNvSpPr/>
          <p:nvPr/>
        </p:nvSpPr>
        <p:spPr>
          <a:xfrm>
            <a:off x="10447501" y="4366776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759FC9"/>
          </a:solidFill>
          <a:ln/>
        </p:spPr>
      </p:sp>
      <p:sp>
        <p:nvSpPr>
          <p:cNvPr id="52" name="Shape 50"/>
          <p:cNvSpPr/>
          <p:nvPr/>
        </p:nvSpPr>
        <p:spPr>
          <a:xfrm>
            <a:off x="10857711" y="4366776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759FC9"/>
          </a:solidFill>
          <a:ln/>
        </p:spPr>
      </p:sp>
      <p:sp>
        <p:nvSpPr>
          <p:cNvPr id="53" name="Shape 51"/>
          <p:cNvSpPr/>
          <p:nvPr/>
        </p:nvSpPr>
        <p:spPr>
          <a:xfrm>
            <a:off x="9627081" y="4785876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759FC9"/>
          </a:solidFill>
          <a:ln/>
        </p:spPr>
      </p:sp>
      <p:sp>
        <p:nvSpPr>
          <p:cNvPr id="54" name="Shape 52"/>
          <p:cNvSpPr/>
          <p:nvPr/>
        </p:nvSpPr>
        <p:spPr>
          <a:xfrm>
            <a:off x="10037291" y="4785876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759FC9"/>
          </a:solidFill>
          <a:ln/>
        </p:spPr>
      </p:sp>
      <p:sp>
        <p:nvSpPr>
          <p:cNvPr id="55" name="Shape 53"/>
          <p:cNvSpPr/>
          <p:nvPr/>
        </p:nvSpPr>
        <p:spPr>
          <a:xfrm>
            <a:off x="10447501" y="4785876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759FC9"/>
          </a:solidFill>
          <a:ln/>
        </p:spPr>
      </p:sp>
      <p:sp>
        <p:nvSpPr>
          <p:cNvPr id="56" name="Shape 54"/>
          <p:cNvSpPr/>
          <p:nvPr/>
        </p:nvSpPr>
        <p:spPr>
          <a:xfrm>
            <a:off x="10857711" y="4785876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759FC9"/>
          </a:solidFill>
          <a:ln/>
        </p:spPr>
      </p:sp>
      <p:sp>
        <p:nvSpPr>
          <p:cNvPr id="57" name="Shape 55"/>
          <p:cNvSpPr/>
          <p:nvPr/>
        </p:nvSpPr>
        <p:spPr>
          <a:xfrm>
            <a:off x="9227031" y="3269496"/>
            <a:ext cx="400050" cy="359410"/>
          </a:xfrm>
          <a:prstGeom prst="rect">
            <a:avLst/>
          </a:prstGeom>
          <a:solidFill>
            <a:srgbClr val="759FC9"/>
          </a:solidFill>
          <a:ln w="3175">
            <a:solidFill>
              <a:srgbClr val="759FC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9637241" y="3269496"/>
            <a:ext cx="400050" cy="359410"/>
          </a:xfrm>
          <a:prstGeom prst="rect">
            <a:avLst/>
          </a:prstGeom>
          <a:solidFill>
            <a:srgbClr val="759FC9"/>
          </a:solidFill>
          <a:ln w="3175">
            <a:solidFill>
              <a:srgbClr val="759FC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0047451" y="3269496"/>
            <a:ext cx="400050" cy="359410"/>
          </a:xfrm>
          <a:prstGeom prst="rect">
            <a:avLst/>
          </a:prstGeom>
          <a:solidFill>
            <a:srgbClr val="759FC9"/>
          </a:solidFill>
          <a:ln w="3175">
            <a:solidFill>
              <a:srgbClr val="759FC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0457661" y="3269496"/>
            <a:ext cx="400050" cy="359410"/>
          </a:xfrm>
          <a:prstGeom prst="rect">
            <a:avLst/>
          </a:prstGeom>
          <a:solidFill>
            <a:srgbClr val="759FC9"/>
          </a:solidFill>
          <a:ln w="3175">
            <a:solidFill>
              <a:srgbClr val="759FC9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9227031" y="3688596"/>
            <a:ext cx="400050" cy="359410"/>
          </a:xfrm>
          <a:prstGeom prst="rect">
            <a:avLst/>
          </a:prstGeom>
          <a:solidFill>
            <a:srgbClr val="759FC9"/>
          </a:solidFill>
          <a:ln w="3175">
            <a:solidFill>
              <a:srgbClr val="759FC9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9637241" y="3688596"/>
            <a:ext cx="400050" cy="359410"/>
          </a:xfrm>
          <a:prstGeom prst="rect">
            <a:avLst/>
          </a:prstGeom>
          <a:solidFill>
            <a:srgbClr val="759FC9"/>
          </a:solidFill>
          <a:ln w="3175">
            <a:solidFill>
              <a:srgbClr val="759FC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0047451" y="3688596"/>
            <a:ext cx="400050" cy="359410"/>
          </a:xfrm>
          <a:prstGeom prst="rect">
            <a:avLst/>
          </a:prstGeom>
          <a:solidFill>
            <a:srgbClr val="759FC9"/>
          </a:solidFill>
          <a:ln w="3175">
            <a:solidFill>
              <a:srgbClr val="759FC9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10457661" y="3688596"/>
            <a:ext cx="400050" cy="359410"/>
          </a:xfrm>
          <a:prstGeom prst="rect">
            <a:avLst/>
          </a:prstGeom>
          <a:solidFill>
            <a:srgbClr val="759FC9"/>
          </a:solidFill>
          <a:ln w="3175">
            <a:solidFill>
              <a:srgbClr val="759FC9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9227031" y="4107696"/>
            <a:ext cx="400050" cy="359410"/>
          </a:xfrm>
          <a:prstGeom prst="rect">
            <a:avLst/>
          </a:prstGeom>
          <a:solidFill>
            <a:srgbClr val="759FC9"/>
          </a:solidFill>
          <a:ln w="3175">
            <a:solidFill>
              <a:srgbClr val="759FC9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9637241" y="4107696"/>
            <a:ext cx="400050" cy="359410"/>
          </a:xfrm>
          <a:prstGeom prst="rect">
            <a:avLst/>
          </a:prstGeom>
          <a:solidFill>
            <a:srgbClr val="759FC9"/>
          </a:solidFill>
          <a:ln w="3175">
            <a:solidFill>
              <a:srgbClr val="759FC9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0047451" y="4107696"/>
            <a:ext cx="400050" cy="359410"/>
          </a:xfrm>
          <a:prstGeom prst="rect">
            <a:avLst/>
          </a:prstGeom>
          <a:solidFill>
            <a:srgbClr val="759FC9"/>
          </a:solidFill>
          <a:ln w="3175">
            <a:solidFill>
              <a:srgbClr val="759FC9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0457661" y="4107696"/>
            <a:ext cx="400050" cy="359410"/>
          </a:xfrm>
          <a:prstGeom prst="rect">
            <a:avLst/>
          </a:prstGeom>
          <a:solidFill>
            <a:srgbClr val="759FC9"/>
          </a:solidFill>
          <a:ln w="3175">
            <a:solidFill>
              <a:srgbClr val="759FC9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227031" y="4526796"/>
            <a:ext cx="400050" cy="359410"/>
          </a:xfrm>
          <a:prstGeom prst="rect">
            <a:avLst/>
          </a:prstGeom>
          <a:solidFill>
            <a:srgbClr val="759FC9"/>
          </a:solidFill>
          <a:ln w="3175">
            <a:solidFill>
              <a:srgbClr val="759FC9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637241" y="4526796"/>
            <a:ext cx="400050" cy="359410"/>
          </a:xfrm>
          <a:prstGeom prst="rect">
            <a:avLst/>
          </a:prstGeom>
          <a:solidFill>
            <a:srgbClr val="759FC9"/>
          </a:solidFill>
          <a:ln w="3175">
            <a:solidFill>
              <a:srgbClr val="759FC9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0047451" y="4526796"/>
            <a:ext cx="400050" cy="359410"/>
          </a:xfrm>
          <a:prstGeom prst="rect">
            <a:avLst/>
          </a:prstGeom>
          <a:solidFill>
            <a:srgbClr val="759FC9"/>
          </a:solidFill>
          <a:ln w="3175">
            <a:solidFill>
              <a:srgbClr val="759FC9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0457661" y="4526796"/>
            <a:ext cx="400050" cy="359410"/>
          </a:xfrm>
          <a:prstGeom prst="rect">
            <a:avLst/>
          </a:prstGeom>
          <a:solidFill>
            <a:srgbClr val="759FC9"/>
          </a:solidFill>
          <a:ln w="3175">
            <a:solidFill>
              <a:srgbClr val="759FC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227031" y="4945896"/>
            <a:ext cx="400050" cy="359410"/>
          </a:xfrm>
          <a:prstGeom prst="rect">
            <a:avLst/>
          </a:prstGeom>
          <a:solidFill>
            <a:srgbClr val="759FC9"/>
          </a:solidFill>
          <a:ln w="3175">
            <a:solidFill>
              <a:srgbClr val="759FC9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637241" y="4945896"/>
            <a:ext cx="400050" cy="359410"/>
          </a:xfrm>
          <a:prstGeom prst="rect">
            <a:avLst/>
          </a:prstGeom>
          <a:solidFill>
            <a:srgbClr val="759FC9"/>
          </a:solidFill>
          <a:ln w="3175">
            <a:solidFill>
              <a:srgbClr val="759FC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10047451" y="4945896"/>
            <a:ext cx="400050" cy="359410"/>
          </a:xfrm>
          <a:prstGeom prst="rect">
            <a:avLst/>
          </a:prstGeom>
          <a:solidFill>
            <a:srgbClr val="759FC9"/>
          </a:solidFill>
          <a:ln w="3175">
            <a:solidFill>
              <a:srgbClr val="759FC9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0457661" y="4945896"/>
            <a:ext cx="400050" cy="359410"/>
          </a:xfrm>
          <a:prstGeom prst="rect">
            <a:avLst/>
          </a:prstGeom>
          <a:solidFill>
            <a:srgbClr val="759FC9"/>
          </a:solidFill>
          <a:ln w="3175">
            <a:solidFill>
              <a:srgbClr val="759FC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028847" y="3348708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525C00"/>
          </a:solidFill>
          <a:ln/>
        </p:spPr>
      </p:sp>
      <p:sp>
        <p:nvSpPr>
          <p:cNvPr id="78" name="Shape 76"/>
          <p:cNvSpPr/>
          <p:nvPr/>
        </p:nvSpPr>
        <p:spPr>
          <a:xfrm>
            <a:off x="9439057" y="3348708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525C00"/>
          </a:solidFill>
          <a:ln/>
        </p:spPr>
      </p:sp>
      <p:sp>
        <p:nvSpPr>
          <p:cNvPr id="79" name="Shape 77"/>
          <p:cNvSpPr/>
          <p:nvPr/>
        </p:nvSpPr>
        <p:spPr>
          <a:xfrm>
            <a:off x="9849267" y="3348708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525C00"/>
          </a:solidFill>
          <a:ln/>
        </p:spPr>
      </p:sp>
      <p:sp>
        <p:nvSpPr>
          <p:cNvPr id="80" name="Shape 78"/>
          <p:cNvSpPr/>
          <p:nvPr/>
        </p:nvSpPr>
        <p:spPr>
          <a:xfrm>
            <a:off x="10259477" y="3348708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525C00"/>
          </a:solidFill>
          <a:ln/>
        </p:spPr>
      </p:sp>
      <p:sp>
        <p:nvSpPr>
          <p:cNvPr id="81" name="Shape 79"/>
          <p:cNvSpPr/>
          <p:nvPr/>
        </p:nvSpPr>
        <p:spPr>
          <a:xfrm>
            <a:off x="9028847" y="3767808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525C00"/>
          </a:solidFill>
          <a:ln/>
        </p:spPr>
      </p:sp>
      <p:sp>
        <p:nvSpPr>
          <p:cNvPr id="82" name="Shape 80"/>
          <p:cNvSpPr/>
          <p:nvPr/>
        </p:nvSpPr>
        <p:spPr>
          <a:xfrm>
            <a:off x="9439057" y="3767808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525C00"/>
          </a:solidFill>
          <a:ln/>
        </p:spPr>
      </p:sp>
      <p:sp>
        <p:nvSpPr>
          <p:cNvPr id="83" name="Shape 81"/>
          <p:cNvSpPr/>
          <p:nvPr/>
        </p:nvSpPr>
        <p:spPr>
          <a:xfrm>
            <a:off x="9849267" y="3767808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525C00"/>
          </a:solidFill>
          <a:ln/>
        </p:spPr>
      </p:sp>
      <p:sp>
        <p:nvSpPr>
          <p:cNvPr id="84" name="Shape 82"/>
          <p:cNvSpPr/>
          <p:nvPr/>
        </p:nvSpPr>
        <p:spPr>
          <a:xfrm>
            <a:off x="10259477" y="3767808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525C00"/>
          </a:solidFill>
          <a:ln/>
        </p:spPr>
      </p:sp>
      <p:sp>
        <p:nvSpPr>
          <p:cNvPr id="85" name="Shape 83"/>
          <p:cNvSpPr/>
          <p:nvPr/>
        </p:nvSpPr>
        <p:spPr>
          <a:xfrm>
            <a:off x="9028847" y="4186908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525C00"/>
          </a:solidFill>
          <a:ln/>
        </p:spPr>
      </p:sp>
      <p:sp>
        <p:nvSpPr>
          <p:cNvPr id="86" name="Shape 84"/>
          <p:cNvSpPr/>
          <p:nvPr/>
        </p:nvSpPr>
        <p:spPr>
          <a:xfrm>
            <a:off x="9439057" y="4186908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525C00"/>
          </a:solidFill>
          <a:ln/>
        </p:spPr>
      </p:sp>
      <p:sp>
        <p:nvSpPr>
          <p:cNvPr id="87" name="Shape 85"/>
          <p:cNvSpPr/>
          <p:nvPr/>
        </p:nvSpPr>
        <p:spPr>
          <a:xfrm>
            <a:off x="9849267" y="4186908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525C00"/>
          </a:solidFill>
          <a:ln/>
        </p:spPr>
      </p:sp>
      <p:sp>
        <p:nvSpPr>
          <p:cNvPr id="88" name="Shape 86"/>
          <p:cNvSpPr/>
          <p:nvPr/>
        </p:nvSpPr>
        <p:spPr>
          <a:xfrm>
            <a:off x="10259477" y="4186908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525C00"/>
          </a:solidFill>
          <a:ln/>
        </p:spPr>
      </p:sp>
      <p:sp>
        <p:nvSpPr>
          <p:cNvPr id="89" name="Shape 87"/>
          <p:cNvSpPr/>
          <p:nvPr/>
        </p:nvSpPr>
        <p:spPr>
          <a:xfrm>
            <a:off x="9028847" y="4606008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525C00"/>
          </a:solidFill>
          <a:ln/>
        </p:spPr>
      </p:sp>
      <p:sp>
        <p:nvSpPr>
          <p:cNvPr id="90" name="Shape 88"/>
          <p:cNvSpPr/>
          <p:nvPr/>
        </p:nvSpPr>
        <p:spPr>
          <a:xfrm>
            <a:off x="9439057" y="4606008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525C00"/>
          </a:solidFill>
          <a:ln/>
        </p:spPr>
      </p:sp>
      <p:sp>
        <p:nvSpPr>
          <p:cNvPr id="91" name="Shape 89"/>
          <p:cNvSpPr/>
          <p:nvPr/>
        </p:nvSpPr>
        <p:spPr>
          <a:xfrm>
            <a:off x="9849267" y="4606008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525C00"/>
          </a:solidFill>
          <a:ln/>
        </p:spPr>
      </p:sp>
      <p:sp>
        <p:nvSpPr>
          <p:cNvPr id="92" name="Shape 90"/>
          <p:cNvSpPr/>
          <p:nvPr/>
        </p:nvSpPr>
        <p:spPr>
          <a:xfrm>
            <a:off x="10259477" y="4606008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525C00"/>
          </a:solidFill>
          <a:ln/>
        </p:spPr>
      </p:sp>
      <p:sp>
        <p:nvSpPr>
          <p:cNvPr id="93" name="Shape 91"/>
          <p:cNvSpPr/>
          <p:nvPr/>
        </p:nvSpPr>
        <p:spPr>
          <a:xfrm>
            <a:off x="9028847" y="5025108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525C00"/>
          </a:solidFill>
          <a:ln/>
        </p:spPr>
      </p:sp>
      <p:sp>
        <p:nvSpPr>
          <p:cNvPr id="94" name="Shape 92"/>
          <p:cNvSpPr/>
          <p:nvPr/>
        </p:nvSpPr>
        <p:spPr>
          <a:xfrm>
            <a:off x="9439057" y="5025108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525C00"/>
          </a:solidFill>
          <a:ln/>
        </p:spPr>
      </p:sp>
      <p:sp>
        <p:nvSpPr>
          <p:cNvPr id="95" name="Shape 93"/>
          <p:cNvSpPr/>
          <p:nvPr/>
        </p:nvSpPr>
        <p:spPr>
          <a:xfrm>
            <a:off x="9849267" y="5025108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525C00"/>
          </a:solidFill>
          <a:ln/>
        </p:spPr>
      </p:sp>
      <p:sp>
        <p:nvSpPr>
          <p:cNvPr id="96" name="Shape 94"/>
          <p:cNvSpPr/>
          <p:nvPr/>
        </p:nvSpPr>
        <p:spPr>
          <a:xfrm>
            <a:off x="10259477" y="5025108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525C00"/>
          </a:solidFill>
          <a:ln/>
        </p:spPr>
      </p:sp>
      <p:sp>
        <p:nvSpPr>
          <p:cNvPr id="97" name="Shape 95"/>
          <p:cNvSpPr/>
          <p:nvPr/>
        </p:nvSpPr>
        <p:spPr>
          <a:xfrm>
            <a:off x="9428897" y="3348708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EDFF1A"/>
          </a:solidFill>
          <a:ln/>
        </p:spPr>
      </p:sp>
      <p:sp>
        <p:nvSpPr>
          <p:cNvPr id="98" name="Shape 96"/>
          <p:cNvSpPr/>
          <p:nvPr/>
        </p:nvSpPr>
        <p:spPr>
          <a:xfrm>
            <a:off x="9839107" y="3348708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EDFF1A"/>
          </a:solidFill>
          <a:ln/>
        </p:spPr>
      </p:sp>
      <p:sp>
        <p:nvSpPr>
          <p:cNvPr id="99" name="Shape 97"/>
          <p:cNvSpPr/>
          <p:nvPr/>
        </p:nvSpPr>
        <p:spPr>
          <a:xfrm>
            <a:off x="10249317" y="3348708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EDFF1A"/>
          </a:solidFill>
          <a:ln/>
        </p:spPr>
      </p:sp>
      <p:sp>
        <p:nvSpPr>
          <p:cNvPr id="100" name="Shape 98"/>
          <p:cNvSpPr/>
          <p:nvPr/>
        </p:nvSpPr>
        <p:spPr>
          <a:xfrm>
            <a:off x="10659527" y="3348708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EDFF1A"/>
          </a:solidFill>
          <a:ln/>
        </p:spPr>
      </p:sp>
      <p:sp>
        <p:nvSpPr>
          <p:cNvPr id="101" name="Shape 99"/>
          <p:cNvSpPr/>
          <p:nvPr/>
        </p:nvSpPr>
        <p:spPr>
          <a:xfrm>
            <a:off x="9428897" y="3767808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EDFF1A"/>
          </a:solidFill>
          <a:ln/>
        </p:spPr>
      </p:sp>
      <p:sp>
        <p:nvSpPr>
          <p:cNvPr id="102" name="Shape 100"/>
          <p:cNvSpPr/>
          <p:nvPr/>
        </p:nvSpPr>
        <p:spPr>
          <a:xfrm>
            <a:off x="9839107" y="3767808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EDFF1A"/>
          </a:solidFill>
          <a:ln/>
        </p:spPr>
      </p:sp>
      <p:sp>
        <p:nvSpPr>
          <p:cNvPr id="103" name="Shape 101"/>
          <p:cNvSpPr/>
          <p:nvPr/>
        </p:nvSpPr>
        <p:spPr>
          <a:xfrm>
            <a:off x="10249317" y="3767808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EDFF1A"/>
          </a:solidFill>
          <a:ln/>
        </p:spPr>
      </p:sp>
      <p:sp>
        <p:nvSpPr>
          <p:cNvPr id="104" name="Shape 102"/>
          <p:cNvSpPr/>
          <p:nvPr/>
        </p:nvSpPr>
        <p:spPr>
          <a:xfrm>
            <a:off x="10659527" y="3767808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EDFF1A"/>
          </a:solidFill>
          <a:ln/>
        </p:spPr>
      </p:sp>
      <p:sp>
        <p:nvSpPr>
          <p:cNvPr id="105" name="Shape 103"/>
          <p:cNvSpPr/>
          <p:nvPr/>
        </p:nvSpPr>
        <p:spPr>
          <a:xfrm>
            <a:off x="9428897" y="4186908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EDFF1A"/>
          </a:solidFill>
          <a:ln/>
        </p:spPr>
      </p:sp>
      <p:sp>
        <p:nvSpPr>
          <p:cNvPr id="106" name="Shape 104"/>
          <p:cNvSpPr/>
          <p:nvPr/>
        </p:nvSpPr>
        <p:spPr>
          <a:xfrm>
            <a:off x="9839107" y="4186908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EDFF1A"/>
          </a:solidFill>
          <a:ln/>
        </p:spPr>
      </p:sp>
      <p:sp>
        <p:nvSpPr>
          <p:cNvPr id="107" name="Shape 105"/>
          <p:cNvSpPr/>
          <p:nvPr/>
        </p:nvSpPr>
        <p:spPr>
          <a:xfrm>
            <a:off x="10249317" y="4186908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EDFF1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10659527" y="4186908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EDFF1A"/>
          </a:solidFill>
          <a:ln/>
        </p:spPr>
      </p:sp>
      <p:sp>
        <p:nvSpPr>
          <p:cNvPr id="109" name="Shape 107"/>
          <p:cNvSpPr/>
          <p:nvPr/>
        </p:nvSpPr>
        <p:spPr>
          <a:xfrm>
            <a:off x="9428897" y="4606008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EDFF1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9839107" y="4606008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EDFF1A"/>
          </a:solidFill>
          <a:ln/>
        </p:spPr>
      </p:sp>
      <p:sp>
        <p:nvSpPr>
          <p:cNvPr id="111" name="Shape 109"/>
          <p:cNvSpPr/>
          <p:nvPr/>
        </p:nvSpPr>
        <p:spPr>
          <a:xfrm>
            <a:off x="10249317" y="4606008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EDFF1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10659527" y="4606008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EDFF1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9428897" y="5025108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EDFF1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9839107" y="5025108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EDFF1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10249317" y="5025108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EDFF1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10659527" y="5025108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EDFF1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9028847" y="3508728"/>
            <a:ext cx="400050" cy="359410"/>
          </a:xfrm>
          <a:prstGeom prst="rect">
            <a:avLst/>
          </a:prstGeom>
          <a:solidFill>
            <a:srgbClr val="EDFF1A"/>
          </a:solidFill>
          <a:ln w="3175">
            <a:solidFill>
              <a:srgbClr val="EDFF1A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9439057" y="3508728"/>
            <a:ext cx="400050" cy="359410"/>
          </a:xfrm>
          <a:prstGeom prst="rect">
            <a:avLst/>
          </a:prstGeom>
          <a:solidFill>
            <a:srgbClr val="EDFF1A"/>
          </a:solidFill>
          <a:ln w="3175">
            <a:solidFill>
              <a:srgbClr val="EDFF1A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9849267" y="3508728"/>
            <a:ext cx="400050" cy="359410"/>
          </a:xfrm>
          <a:prstGeom prst="rect">
            <a:avLst/>
          </a:prstGeom>
          <a:solidFill>
            <a:srgbClr val="EDFF1A"/>
          </a:solidFill>
          <a:ln w="3175">
            <a:solidFill>
              <a:srgbClr val="EDFF1A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10259477" y="3508728"/>
            <a:ext cx="400050" cy="359410"/>
          </a:xfrm>
          <a:prstGeom prst="rect">
            <a:avLst/>
          </a:prstGeom>
          <a:solidFill>
            <a:srgbClr val="EDFF1A"/>
          </a:solidFill>
          <a:ln w="3175">
            <a:solidFill>
              <a:srgbClr val="EDFF1A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9028847" y="3927828"/>
            <a:ext cx="400050" cy="359410"/>
          </a:xfrm>
          <a:prstGeom prst="rect">
            <a:avLst/>
          </a:prstGeom>
          <a:solidFill>
            <a:srgbClr val="EDFF1A"/>
          </a:solidFill>
          <a:ln w="3175">
            <a:solidFill>
              <a:srgbClr val="EDFF1A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9439057" y="3927828"/>
            <a:ext cx="400050" cy="359410"/>
          </a:xfrm>
          <a:prstGeom prst="rect">
            <a:avLst/>
          </a:prstGeom>
          <a:solidFill>
            <a:srgbClr val="EDFF1A"/>
          </a:solidFill>
          <a:ln w="3175">
            <a:solidFill>
              <a:srgbClr val="EDFF1A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9849267" y="3927828"/>
            <a:ext cx="400050" cy="359410"/>
          </a:xfrm>
          <a:prstGeom prst="rect">
            <a:avLst/>
          </a:prstGeom>
          <a:solidFill>
            <a:srgbClr val="EDFF1A"/>
          </a:solidFill>
          <a:ln w="3175">
            <a:solidFill>
              <a:srgbClr val="EDFF1A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10259477" y="3927828"/>
            <a:ext cx="400050" cy="359410"/>
          </a:xfrm>
          <a:prstGeom prst="rect">
            <a:avLst/>
          </a:prstGeom>
          <a:solidFill>
            <a:srgbClr val="EDFF1A"/>
          </a:solidFill>
          <a:ln w="3175">
            <a:solidFill>
              <a:srgbClr val="EDFF1A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9028847" y="4346928"/>
            <a:ext cx="400050" cy="359410"/>
          </a:xfrm>
          <a:prstGeom prst="rect">
            <a:avLst/>
          </a:prstGeom>
          <a:solidFill>
            <a:srgbClr val="EDFF1A"/>
          </a:solidFill>
          <a:ln w="3175">
            <a:solidFill>
              <a:srgbClr val="EDFF1A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9439057" y="4346928"/>
            <a:ext cx="400050" cy="359410"/>
          </a:xfrm>
          <a:prstGeom prst="rect">
            <a:avLst/>
          </a:prstGeom>
          <a:solidFill>
            <a:srgbClr val="EDFF1A"/>
          </a:solidFill>
          <a:ln w="3175">
            <a:solidFill>
              <a:srgbClr val="EDFF1A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9849267" y="4346928"/>
            <a:ext cx="400050" cy="359410"/>
          </a:xfrm>
          <a:prstGeom prst="rect">
            <a:avLst/>
          </a:prstGeom>
          <a:solidFill>
            <a:srgbClr val="EDFF1A"/>
          </a:solidFill>
          <a:ln w="3175">
            <a:solidFill>
              <a:srgbClr val="EDFF1A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10259477" y="4346928"/>
            <a:ext cx="400050" cy="359410"/>
          </a:xfrm>
          <a:prstGeom prst="rect">
            <a:avLst/>
          </a:prstGeom>
          <a:solidFill>
            <a:srgbClr val="EDFF1A"/>
          </a:solidFill>
          <a:ln w="3175">
            <a:solidFill>
              <a:srgbClr val="EDFF1A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9028847" y="4766028"/>
            <a:ext cx="400050" cy="359410"/>
          </a:xfrm>
          <a:prstGeom prst="rect">
            <a:avLst/>
          </a:prstGeom>
          <a:solidFill>
            <a:srgbClr val="EDFF1A"/>
          </a:solidFill>
          <a:ln w="3175">
            <a:solidFill>
              <a:srgbClr val="EDFF1A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9439057" y="4766028"/>
            <a:ext cx="400050" cy="359410"/>
          </a:xfrm>
          <a:prstGeom prst="rect">
            <a:avLst/>
          </a:prstGeom>
          <a:solidFill>
            <a:srgbClr val="EDFF1A"/>
          </a:solidFill>
          <a:ln w="3175">
            <a:solidFill>
              <a:srgbClr val="EDFF1A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9849267" y="4766028"/>
            <a:ext cx="400050" cy="359410"/>
          </a:xfrm>
          <a:prstGeom prst="rect">
            <a:avLst/>
          </a:prstGeom>
          <a:solidFill>
            <a:srgbClr val="EDFF1A"/>
          </a:solidFill>
          <a:ln w="3175">
            <a:solidFill>
              <a:srgbClr val="EDFF1A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10259477" y="4766028"/>
            <a:ext cx="400050" cy="359410"/>
          </a:xfrm>
          <a:prstGeom prst="rect">
            <a:avLst/>
          </a:prstGeom>
          <a:solidFill>
            <a:srgbClr val="EDFF1A"/>
          </a:solidFill>
          <a:ln w="3175">
            <a:solidFill>
              <a:srgbClr val="EDFF1A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9028847" y="5185128"/>
            <a:ext cx="400050" cy="359410"/>
          </a:xfrm>
          <a:prstGeom prst="rect">
            <a:avLst/>
          </a:prstGeom>
          <a:solidFill>
            <a:srgbClr val="EDFF1A"/>
          </a:solidFill>
          <a:ln w="3175">
            <a:solidFill>
              <a:srgbClr val="EDFF1A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9439057" y="5185128"/>
            <a:ext cx="400050" cy="359410"/>
          </a:xfrm>
          <a:prstGeom prst="rect">
            <a:avLst/>
          </a:prstGeom>
          <a:solidFill>
            <a:srgbClr val="EDFF1A"/>
          </a:solidFill>
          <a:ln w="3175">
            <a:solidFill>
              <a:srgbClr val="EDFF1A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9849267" y="5185128"/>
            <a:ext cx="400050" cy="359410"/>
          </a:xfrm>
          <a:prstGeom prst="rect">
            <a:avLst/>
          </a:prstGeom>
          <a:solidFill>
            <a:srgbClr val="EDFF1A"/>
          </a:solidFill>
          <a:ln w="3175">
            <a:solidFill>
              <a:srgbClr val="EDFF1A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10259477" y="5185128"/>
            <a:ext cx="400050" cy="359410"/>
          </a:xfrm>
          <a:prstGeom prst="rect">
            <a:avLst/>
          </a:prstGeom>
          <a:solidFill>
            <a:srgbClr val="EDFF1A"/>
          </a:solidFill>
          <a:ln w="3175">
            <a:solidFill>
              <a:srgbClr val="EDFF1A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8751390" y="3587939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5C2E0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9161600" y="3587939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5C2E00"/>
          </a:solidFill>
          <a:ln/>
        </p:spPr>
      </p:sp>
      <p:sp>
        <p:nvSpPr>
          <p:cNvPr id="139" name="Shape 137"/>
          <p:cNvSpPr/>
          <p:nvPr/>
        </p:nvSpPr>
        <p:spPr>
          <a:xfrm>
            <a:off x="9571810" y="3587939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5C2E00"/>
          </a:solidFill>
          <a:ln/>
        </p:spPr>
      </p:sp>
      <p:sp>
        <p:nvSpPr>
          <p:cNvPr id="140" name="Shape 138"/>
          <p:cNvSpPr/>
          <p:nvPr/>
        </p:nvSpPr>
        <p:spPr>
          <a:xfrm>
            <a:off x="9982020" y="3587939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5C2E00"/>
          </a:solidFill>
          <a:ln/>
        </p:spPr>
      </p:sp>
      <p:sp>
        <p:nvSpPr>
          <p:cNvPr id="141" name="Shape 139"/>
          <p:cNvSpPr/>
          <p:nvPr/>
        </p:nvSpPr>
        <p:spPr>
          <a:xfrm>
            <a:off x="8751390" y="4007039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5C2E00"/>
          </a:solidFill>
          <a:ln/>
        </p:spPr>
      </p:sp>
      <p:sp>
        <p:nvSpPr>
          <p:cNvPr id="142" name="Shape 140"/>
          <p:cNvSpPr/>
          <p:nvPr/>
        </p:nvSpPr>
        <p:spPr>
          <a:xfrm>
            <a:off x="9161600" y="4007039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5C2E00"/>
          </a:solidFill>
          <a:ln/>
        </p:spPr>
      </p:sp>
      <p:sp>
        <p:nvSpPr>
          <p:cNvPr id="143" name="Shape 141"/>
          <p:cNvSpPr/>
          <p:nvPr/>
        </p:nvSpPr>
        <p:spPr>
          <a:xfrm>
            <a:off x="9571810" y="4007039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5C2E00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982020" y="4007039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5C2E00"/>
          </a:solidFill>
          <a:ln/>
        </p:spPr>
      </p:sp>
      <p:sp>
        <p:nvSpPr>
          <p:cNvPr id="145" name="Shape 143"/>
          <p:cNvSpPr/>
          <p:nvPr/>
        </p:nvSpPr>
        <p:spPr>
          <a:xfrm>
            <a:off x="8751390" y="4426139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5C2E00"/>
          </a:solidFill>
          <a:ln/>
        </p:spPr>
      </p:sp>
      <p:sp>
        <p:nvSpPr>
          <p:cNvPr id="146" name="Shape 144"/>
          <p:cNvSpPr/>
          <p:nvPr/>
        </p:nvSpPr>
        <p:spPr>
          <a:xfrm>
            <a:off x="9161600" y="4426139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5C2E00"/>
          </a:solidFill>
          <a:ln/>
        </p:spPr>
      </p:sp>
      <p:sp>
        <p:nvSpPr>
          <p:cNvPr id="147" name="Shape 145"/>
          <p:cNvSpPr/>
          <p:nvPr/>
        </p:nvSpPr>
        <p:spPr>
          <a:xfrm>
            <a:off x="9571810" y="4426139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5C2E00"/>
          </a:solidFill>
          <a:ln/>
        </p:spPr>
      </p:sp>
      <p:sp>
        <p:nvSpPr>
          <p:cNvPr id="148" name="Shape 146"/>
          <p:cNvSpPr/>
          <p:nvPr/>
        </p:nvSpPr>
        <p:spPr>
          <a:xfrm>
            <a:off x="9982020" y="4426139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5C2E00"/>
          </a:solidFill>
          <a:ln/>
        </p:spPr>
      </p:sp>
      <p:sp>
        <p:nvSpPr>
          <p:cNvPr id="149" name="Shape 147"/>
          <p:cNvSpPr/>
          <p:nvPr/>
        </p:nvSpPr>
        <p:spPr>
          <a:xfrm>
            <a:off x="8751390" y="4845239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5C2E00"/>
          </a:solidFill>
          <a:ln/>
        </p:spPr>
      </p:sp>
      <p:sp>
        <p:nvSpPr>
          <p:cNvPr id="150" name="Shape 148"/>
          <p:cNvSpPr/>
          <p:nvPr/>
        </p:nvSpPr>
        <p:spPr>
          <a:xfrm>
            <a:off x="9161600" y="4845239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5C2E00"/>
          </a:solidFill>
          <a:ln/>
        </p:spPr>
      </p:sp>
      <p:sp>
        <p:nvSpPr>
          <p:cNvPr id="151" name="Shape 149"/>
          <p:cNvSpPr/>
          <p:nvPr/>
        </p:nvSpPr>
        <p:spPr>
          <a:xfrm>
            <a:off x="9571810" y="4845239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5C2E00"/>
          </a:solidFill>
          <a:ln/>
        </p:spPr>
      </p:sp>
      <p:sp>
        <p:nvSpPr>
          <p:cNvPr id="152" name="Shape 150"/>
          <p:cNvSpPr/>
          <p:nvPr/>
        </p:nvSpPr>
        <p:spPr>
          <a:xfrm>
            <a:off x="9982020" y="4845239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5C2E00"/>
          </a:solidFill>
          <a:ln/>
        </p:spPr>
      </p:sp>
      <p:sp>
        <p:nvSpPr>
          <p:cNvPr id="153" name="Shape 151"/>
          <p:cNvSpPr/>
          <p:nvPr/>
        </p:nvSpPr>
        <p:spPr>
          <a:xfrm>
            <a:off x="8751390" y="5264339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5C2E00"/>
          </a:solidFill>
          <a:ln/>
        </p:spPr>
      </p:sp>
      <p:sp>
        <p:nvSpPr>
          <p:cNvPr id="154" name="Shape 152"/>
          <p:cNvSpPr/>
          <p:nvPr/>
        </p:nvSpPr>
        <p:spPr>
          <a:xfrm>
            <a:off x="9161600" y="5264339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5C2E00"/>
          </a:solidFill>
          <a:ln/>
        </p:spPr>
      </p:sp>
      <p:sp>
        <p:nvSpPr>
          <p:cNvPr id="155" name="Shape 153"/>
          <p:cNvSpPr/>
          <p:nvPr/>
        </p:nvSpPr>
        <p:spPr>
          <a:xfrm>
            <a:off x="9571810" y="5264339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5C2E00"/>
          </a:solidFill>
          <a:ln/>
        </p:spPr>
      </p:sp>
      <p:sp>
        <p:nvSpPr>
          <p:cNvPr id="156" name="Shape 154"/>
          <p:cNvSpPr/>
          <p:nvPr/>
        </p:nvSpPr>
        <p:spPr>
          <a:xfrm>
            <a:off x="9982020" y="5264339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5C2E00"/>
          </a:solidFill>
          <a:ln/>
        </p:spPr>
      </p:sp>
      <p:sp>
        <p:nvSpPr>
          <p:cNvPr id="157" name="Shape 155"/>
          <p:cNvSpPr/>
          <p:nvPr/>
        </p:nvSpPr>
        <p:spPr>
          <a:xfrm>
            <a:off x="9151440" y="3587939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FF7F00"/>
          </a:solidFill>
          <a:ln/>
        </p:spPr>
      </p:sp>
      <p:sp>
        <p:nvSpPr>
          <p:cNvPr id="158" name="Shape 156"/>
          <p:cNvSpPr/>
          <p:nvPr/>
        </p:nvSpPr>
        <p:spPr>
          <a:xfrm>
            <a:off x="9561650" y="3587939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FF7F00"/>
          </a:solidFill>
          <a:ln/>
        </p:spPr>
      </p:sp>
      <p:sp>
        <p:nvSpPr>
          <p:cNvPr id="159" name="Shape 157"/>
          <p:cNvSpPr/>
          <p:nvPr/>
        </p:nvSpPr>
        <p:spPr>
          <a:xfrm>
            <a:off x="9971860" y="3587939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FF7F00"/>
          </a:solidFill>
          <a:ln/>
        </p:spPr>
      </p:sp>
      <p:sp>
        <p:nvSpPr>
          <p:cNvPr id="160" name="Shape 158"/>
          <p:cNvSpPr/>
          <p:nvPr/>
        </p:nvSpPr>
        <p:spPr>
          <a:xfrm>
            <a:off x="10382070" y="3587939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FF7F00"/>
          </a:solidFill>
          <a:ln/>
        </p:spPr>
      </p:sp>
      <p:sp>
        <p:nvSpPr>
          <p:cNvPr id="161" name="Shape 159"/>
          <p:cNvSpPr/>
          <p:nvPr/>
        </p:nvSpPr>
        <p:spPr>
          <a:xfrm>
            <a:off x="9151440" y="4007039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FF7F00"/>
          </a:solidFill>
          <a:ln/>
        </p:spPr>
      </p:sp>
      <p:sp>
        <p:nvSpPr>
          <p:cNvPr id="162" name="Shape 160"/>
          <p:cNvSpPr/>
          <p:nvPr/>
        </p:nvSpPr>
        <p:spPr>
          <a:xfrm>
            <a:off x="9561650" y="4007039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FF7F00"/>
          </a:solidFill>
          <a:ln/>
        </p:spPr>
      </p:sp>
      <p:sp>
        <p:nvSpPr>
          <p:cNvPr id="163" name="Shape 161"/>
          <p:cNvSpPr/>
          <p:nvPr/>
        </p:nvSpPr>
        <p:spPr>
          <a:xfrm>
            <a:off x="9971860" y="4007039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FF7F00"/>
          </a:solidFill>
          <a:ln/>
        </p:spPr>
      </p:sp>
      <p:sp>
        <p:nvSpPr>
          <p:cNvPr id="164" name="Shape 162"/>
          <p:cNvSpPr/>
          <p:nvPr/>
        </p:nvSpPr>
        <p:spPr>
          <a:xfrm>
            <a:off x="10382070" y="4007039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FF7F00"/>
          </a:solidFill>
          <a:ln/>
        </p:spPr>
      </p:sp>
      <p:sp>
        <p:nvSpPr>
          <p:cNvPr id="165" name="Shape 163"/>
          <p:cNvSpPr/>
          <p:nvPr/>
        </p:nvSpPr>
        <p:spPr>
          <a:xfrm>
            <a:off x="9151440" y="4426139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FF7F00"/>
          </a:solidFill>
          <a:ln/>
        </p:spPr>
      </p:sp>
      <p:sp>
        <p:nvSpPr>
          <p:cNvPr id="166" name="Shape 164"/>
          <p:cNvSpPr/>
          <p:nvPr/>
        </p:nvSpPr>
        <p:spPr>
          <a:xfrm>
            <a:off x="9561650" y="4426139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FF7F00"/>
          </a:solidFill>
          <a:ln/>
        </p:spPr>
      </p:sp>
      <p:sp>
        <p:nvSpPr>
          <p:cNvPr id="167" name="Shape 165"/>
          <p:cNvSpPr/>
          <p:nvPr/>
        </p:nvSpPr>
        <p:spPr>
          <a:xfrm>
            <a:off x="9971860" y="4426139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FF7F00"/>
          </a:solidFill>
          <a:ln/>
        </p:spPr>
      </p:sp>
      <p:sp>
        <p:nvSpPr>
          <p:cNvPr id="168" name="Shape 166"/>
          <p:cNvSpPr/>
          <p:nvPr/>
        </p:nvSpPr>
        <p:spPr>
          <a:xfrm>
            <a:off x="10382070" y="4426139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FF7F00"/>
          </a:solidFill>
          <a:ln/>
        </p:spPr>
      </p:sp>
      <p:sp>
        <p:nvSpPr>
          <p:cNvPr id="169" name="Shape 167"/>
          <p:cNvSpPr/>
          <p:nvPr/>
        </p:nvSpPr>
        <p:spPr>
          <a:xfrm>
            <a:off x="9151440" y="4845239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FF7F00"/>
          </a:solidFill>
          <a:ln/>
        </p:spPr>
      </p:sp>
      <p:sp>
        <p:nvSpPr>
          <p:cNvPr id="170" name="Shape 168"/>
          <p:cNvSpPr/>
          <p:nvPr/>
        </p:nvSpPr>
        <p:spPr>
          <a:xfrm>
            <a:off x="9561650" y="4845239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FF7F00"/>
          </a:solidFill>
          <a:ln/>
        </p:spPr>
      </p:sp>
      <p:sp>
        <p:nvSpPr>
          <p:cNvPr id="171" name="Shape 169"/>
          <p:cNvSpPr/>
          <p:nvPr/>
        </p:nvSpPr>
        <p:spPr>
          <a:xfrm>
            <a:off x="9971860" y="4845239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FF7F00"/>
          </a:solidFill>
          <a:ln/>
        </p:spPr>
      </p:sp>
      <p:sp>
        <p:nvSpPr>
          <p:cNvPr id="172" name="Shape 170"/>
          <p:cNvSpPr/>
          <p:nvPr/>
        </p:nvSpPr>
        <p:spPr>
          <a:xfrm>
            <a:off x="10382070" y="4845239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FF7F00"/>
          </a:solidFill>
          <a:ln/>
        </p:spPr>
      </p:sp>
      <p:sp>
        <p:nvSpPr>
          <p:cNvPr id="173" name="Shape 171"/>
          <p:cNvSpPr/>
          <p:nvPr/>
        </p:nvSpPr>
        <p:spPr>
          <a:xfrm>
            <a:off x="9151440" y="5264339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FF7F00"/>
          </a:solidFill>
          <a:ln/>
        </p:spPr>
      </p:sp>
      <p:sp>
        <p:nvSpPr>
          <p:cNvPr id="174" name="Shape 172"/>
          <p:cNvSpPr/>
          <p:nvPr/>
        </p:nvSpPr>
        <p:spPr>
          <a:xfrm>
            <a:off x="9561650" y="5264339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FF7F00"/>
          </a:solidFill>
          <a:ln/>
        </p:spPr>
      </p:sp>
      <p:sp>
        <p:nvSpPr>
          <p:cNvPr id="175" name="Shape 173"/>
          <p:cNvSpPr/>
          <p:nvPr/>
        </p:nvSpPr>
        <p:spPr>
          <a:xfrm>
            <a:off x="9971860" y="5264339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FF7F00"/>
          </a:solidFill>
          <a:ln/>
        </p:spPr>
      </p:sp>
      <p:sp>
        <p:nvSpPr>
          <p:cNvPr id="176" name="Shape 174"/>
          <p:cNvSpPr/>
          <p:nvPr/>
        </p:nvSpPr>
        <p:spPr>
          <a:xfrm>
            <a:off x="10382070" y="5264339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FF7F00"/>
          </a:solidFill>
          <a:ln/>
        </p:spPr>
      </p:sp>
      <p:sp>
        <p:nvSpPr>
          <p:cNvPr id="177" name="Shape 175"/>
          <p:cNvSpPr/>
          <p:nvPr/>
        </p:nvSpPr>
        <p:spPr>
          <a:xfrm>
            <a:off x="8751390" y="3747959"/>
            <a:ext cx="400050" cy="359410"/>
          </a:xfrm>
          <a:prstGeom prst="rect">
            <a:avLst/>
          </a:prstGeom>
          <a:solidFill>
            <a:srgbClr val="FF7F00"/>
          </a:solidFill>
          <a:ln w="3175">
            <a:solidFill>
              <a:srgbClr val="FF7F0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9161600" y="3747959"/>
            <a:ext cx="400050" cy="359410"/>
          </a:xfrm>
          <a:prstGeom prst="rect">
            <a:avLst/>
          </a:prstGeom>
          <a:solidFill>
            <a:srgbClr val="FF7F00"/>
          </a:solidFill>
          <a:ln w="3175">
            <a:solidFill>
              <a:srgbClr val="FF7F0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9571810" y="3747959"/>
            <a:ext cx="400050" cy="359410"/>
          </a:xfrm>
          <a:prstGeom prst="rect">
            <a:avLst/>
          </a:prstGeom>
          <a:solidFill>
            <a:srgbClr val="FF7F00"/>
          </a:solidFill>
          <a:ln w="3175">
            <a:solidFill>
              <a:srgbClr val="FF7F0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9982020" y="3747959"/>
            <a:ext cx="400050" cy="359410"/>
          </a:xfrm>
          <a:prstGeom prst="rect">
            <a:avLst/>
          </a:prstGeom>
          <a:solidFill>
            <a:srgbClr val="FF7F00"/>
          </a:solidFill>
          <a:ln w="3175">
            <a:solidFill>
              <a:srgbClr val="FF7F0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8751390" y="4167059"/>
            <a:ext cx="400050" cy="359410"/>
          </a:xfrm>
          <a:prstGeom prst="rect">
            <a:avLst/>
          </a:prstGeom>
          <a:solidFill>
            <a:srgbClr val="FF7F00"/>
          </a:solidFill>
          <a:ln w="3175">
            <a:solidFill>
              <a:srgbClr val="FF7F0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9161600" y="4167059"/>
            <a:ext cx="400050" cy="359410"/>
          </a:xfrm>
          <a:prstGeom prst="rect">
            <a:avLst/>
          </a:prstGeom>
          <a:solidFill>
            <a:srgbClr val="FF7F00"/>
          </a:solidFill>
          <a:ln w="3175">
            <a:solidFill>
              <a:srgbClr val="FF7F0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9571810" y="4167059"/>
            <a:ext cx="400050" cy="359410"/>
          </a:xfrm>
          <a:prstGeom prst="rect">
            <a:avLst/>
          </a:prstGeom>
          <a:solidFill>
            <a:srgbClr val="FF7F00"/>
          </a:solidFill>
          <a:ln w="3175">
            <a:solidFill>
              <a:srgbClr val="FF7F0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9982020" y="4167059"/>
            <a:ext cx="400050" cy="359410"/>
          </a:xfrm>
          <a:prstGeom prst="rect">
            <a:avLst/>
          </a:prstGeom>
          <a:solidFill>
            <a:srgbClr val="FF7F00"/>
          </a:solidFill>
          <a:ln w="3175">
            <a:solidFill>
              <a:srgbClr val="FF7F0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751390" y="4586159"/>
            <a:ext cx="400050" cy="359410"/>
          </a:xfrm>
          <a:prstGeom prst="rect">
            <a:avLst/>
          </a:prstGeom>
          <a:solidFill>
            <a:srgbClr val="FF7F00"/>
          </a:solidFill>
          <a:ln w="3175">
            <a:solidFill>
              <a:srgbClr val="FF7F0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9161600" y="4586159"/>
            <a:ext cx="400050" cy="359410"/>
          </a:xfrm>
          <a:prstGeom prst="rect">
            <a:avLst/>
          </a:prstGeom>
          <a:solidFill>
            <a:srgbClr val="FF7F00"/>
          </a:solidFill>
          <a:ln w="3175">
            <a:solidFill>
              <a:srgbClr val="FF7F0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9571810" y="4586159"/>
            <a:ext cx="400050" cy="359410"/>
          </a:xfrm>
          <a:prstGeom prst="rect">
            <a:avLst/>
          </a:prstGeom>
          <a:solidFill>
            <a:srgbClr val="FF7F00"/>
          </a:solidFill>
          <a:ln w="3175">
            <a:solidFill>
              <a:srgbClr val="FF7F0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9982020" y="4586159"/>
            <a:ext cx="400050" cy="359410"/>
          </a:xfrm>
          <a:prstGeom prst="rect">
            <a:avLst/>
          </a:prstGeom>
          <a:solidFill>
            <a:srgbClr val="FF7F00"/>
          </a:solidFill>
          <a:ln w="3175">
            <a:solidFill>
              <a:srgbClr val="FF7F0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8751390" y="5005259"/>
            <a:ext cx="400050" cy="359410"/>
          </a:xfrm>
          <a:prstGeom prst="rect">
            <a:avLst/>
          </a:prstGeom>
          <a:solidFill>
            <a:srgbClr val="FF7F00"/>
          </a:solidFill>
          <a:ln w="3175">
            <a:solidFill>
              <a:srgbClr val="FF7F0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9161600" y="5005259"/>
            <a:ext cx="400050" cy="359410"/>
          </a:xfrm>
          <a:prstGeom prst="rect">
            <a:avLst/>
          </a:prstGeom>
          <a:solidFill>
            <a:srgbClr val="FF7F00"/>
          </a:solidFill>
          <a:ln w="3175">
            <a:solidFill>
              <a:srgbClr val="FF7F0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9571810" y="5005259"/>
            <a:ext cx="400050" cy="359410"/>
          </a:xfrm>
          <a:prstGeom prst="rect">
            <a:avLst/>
          </a:prstGeom>
          <a:solidFill>
            <a:srgbClr val="FF7F00"/>
          </a:solidFill>
          <a:ln w="3175">
            <a:solidFill>
              <a:srgbClr val="FF7F0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9982020" y="5005259"/>
            <a:ext cx="400050" cy="359410"/>
          </a:xfrm>
          <a:prstGeom prst="rect">
            <a:avLst/>
          </a:prstGeom>
          <a:solidFill>
            <a:srgbClr val="FF7F00"/>
          </a:solidFill>
          <a:ln w="3175">
            <a:solidFill>
              <a:srgbClr val="FF7F0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8751390" y="5424359"/>
            <a:ext cx="400050" cy="359410"/>
          </a:xfrm>
          <a:prstGeom prst="rect">
            <a:avLst/>
          </a:prstGeom>
          <a:solidFill>
            <a:srgbClr val="FF7F00"/>
          </a:solidFill>
          <a:ln w="3175">
            <a:solidFill>
              <a:srgbClr val="FF7F0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9161600" y="5424359"/>
            <a:ext cx="400050" cy="359410"/>
          </a:xfrm>
          <a:prstGeom prst="rect">
            <a:avLst/>
          </a:prstGeom>
          <a:solidFill>
            <a:srgbClr val="FF7F00"/>
          </a:solidFill>
          <a:ln w="3175">
            <a:solidFill>
              <a:srgbClr val="FF7F0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9571810" y="5424359"/>
            <a:ext cx="400050" cy="359410"/>
          </a:xfrm>
          <a:prstGeom prst="rect">
            <a:avLst/>
          </a:prstGeom>
          <a:solidFill>
            <a:srgbClr val="FF7F00"/>
          </a:solidFill>
          <a:ln w="3175">
            <a:solidFill>
              <a:srgbClr val="FF7F0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9982020" y="5424359"/>
            <a:ext cx="400050" cy="359410"/>
          </a:xfrm>
          <a:prstGeom prst="rect">
            <a:avLst/>
          </a:prstGeom>
          <a:solidFill>
            <a:srgbClr val="FF7F00"/>
          </a:solidFill>
          <a:ln w="3175">
            <a:solidFill>
              <a:srgbClr val="FF7F0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8539995" y="3827171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198" name="Shape 196"/>
          <p:cNvSpPr/>
          <p:nvPr/>
        </p:nvSpPr>
        <p:spPr>
          <a:xfrm>
            <a:off x="8950205" y="3827171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199" name="Shape 197"/>
          <p:cNvSpPr/>
          <p:nvPr/>
        </p:nvSpPr>
        <p:spPr>
          <a:xfrm>
            <a:off x="9360415" y="3827171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200" name="Shape 198"/>
          <p:cNvSpPr/>
          <p:nvPr/>
        </p:nvSpPr>
        <p:spPr>
          <a:xfrm>
            <a:off x="9770625" y="3827171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201" name="Shape 199"/>
          <p:cNvSpPr/>
          <p:nvPr/>
        </p:nvSpPr>
        <p:spPr>
          <a:xfrm>
            <a:off x="8539995" y="4246271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202" name="Shape 200"/>
          <p:cNvSpPr/>
          <p:nvPr/>
        </p:nvSpPr>
        <p:spPr>
          <a:xfrm>
            <a:off x="8950205" y="4246271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203" name="Shape 201"/>
          <p:cNvSpPr/>
          <p:nvPr/>
        </p:nvSpPr>
        <p:spPr>
          <a:xfrm>
            <a:off x="9360415" y="4246271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204" name="Shape 202"/>
          <p:cNvSpPr/>
          <p:nvPr/>
        </p:nvSpPr>
        <p:spPr>
          <a:xfrm>
            <a:off x="9770625" y="4246271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205" name="Shape 203"/>
          <p:cNvSpPr/>
          <p:nvPr/>
        </p:nvSpPr>
        <p:spPr>
          <a:xfrm>
            <a:off x="8539995" y="4665371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206" name="Shape 204"/>
          <p:cNvSpPr/>
          <p:nvPr/>
        </p:nvSpPr>
        <p:spPr>
          <a:xfrm>
            <a:off x="8950205" y="4665371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207" name="Shape 205"/>
          <p:cNvSpPr/>
          <p:nvPr/>
        </p:nvSpPr>
        <p:spPr>
          <a:xfrm>
            <a:off x="9360415" y="4665371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208" name="Shape 206"/>
          <p:cNvSpPr/>
          <p:nvPr/>
        </p:nvSpPr>
        <p:spPr>
          <a:xfrm>
            <a:off x="9770625" y="4665371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209" name="Shape 207"/>
          <p:cNvSpPr/>
          <p:nvPr/>
        </p:nvSpPr>
        <p:spPr>
          <a:xfrm>
            <a:off x="8539995" y="5084471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210" name="Shape 208"/>
          <p:cNvSpPr/>
          <p:nvPr/>
        </p:nvSpPr>
        <p:spPr>
          <a:xfrm>
            <a:off x="8950205" y="5084471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211" name="Shape 209"/>
          <p:cNvSpPr/>
          <p:nvPr/>
        </p:nvSpPr>
        <p:spPr>
          <a:xfrm>
            <a:off x="9360415" y="5084471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212" name="Shape 210"/>
          <p:cNvSpPr/>
          <p:nvPr/>
        </p:nvSpPr>
        <p:spPr>
          <a:xfrm>
            <a:off x="9770625" y="5084471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213" name="Shape 211"/>
          <p:cNvSpPr/>
          <p:nvPr/>
        </p:nvSpPr>
        <p:spPr>
          <a:xfrm>
            <a:off x="8539995" y="5503571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214" name="Shape 212"/>
          <p:cNvSpPr/>
          <p:nvPr/>
        </p:nvSpPr>
        <p:spPr>
          <a:xfrm>
            <a:off x="8950205" y="5503571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215" name="Shape 213"/>
          <p:cNvSpPr/>
          <p:nvPr/>
        </p:nvSpPr>
        <p:spPr>
          <a:xfrm>
            <a:off x="9360415" y="5503571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216" name="Shape 214"/>
          <p:cNvSpPr/>
          <p:nvPr/>
        </p:nvSpPr>
        <p:spPr>
          <a:xfrm>
            <a:off x="9770625" y="5503571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217" name="Shape 215"/>
          <p:cNvSpPr/>
          <p:nvPr/>
        </p:nvSpPr>
        <p:spPr>
          <a:xfrm>
            <a:off x="8940045" y="3827171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7CFC00"/>
          </a:solidFill>
          <a:ln/>
        </p:spPr>
      </p:sp>
      <p:sp>
        <p:nvSpPr>
          <p:cNvPr id="218" name="Shape 216"/>
          <p:cNvSpPr/>
          <p:nvPr/>
        </p:nvSpPr>
        <p:spPr>
          <a:xfrm>
            <a:off x="9350255" y="3827171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7CFC00"/>
          </a:solidFill>
          <a:ln/>
        </p:spPr>
      </p:sp>
      <p:sp>
        <p:nvSpPr>
          <p:cNvPr id="219" name="Shape 217"/>
          <p:cNvSpPr/>
          <p:nvPr/>
        </p:nvSpPr>
        <p:spPr>
          <a:xfrm>
            <a:off x="9760465" y="3827171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7CFC00"/>
          </a:solidFill>
          <a:ln/>
        </p:spPr>
      </p:sp>
      <p:sp>
        <p:nvSpPr>
          <p:cNvPr id="220" name="Shape 218"/>
          <p:cNvSpPr/>
          <p:nvPr/>
        </p:nvSpPr>
        <p:spPr>
          <a:xfrm>
            <a:off x="10170675" y="3827171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7CFC00"/>
          </a:solidFill>
          <a:ln/>
        </p:spPr>
      </p:sp>
      <p:sp>
        <p:nvSpPr>
          <p:cNvPr id="221" name="Shape 219"/>
          <p:cNvSpPr/>
          <p:nvPr/>
        </p:nvSpPr>
        <p:spPr>
          <a:xfrm>
            <a:off x="8940045" y="4246271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7CFC00"/>
          </a:solidFill>
          <a:ln/>
        </p:spPr>
      </p:sp>
      <p:sp>
        <p:nvSpPr>
          <p:cNvPr id="222" name="Shape 220"/>
          <p:cNvSpPr/>
          <p:nvPr/>
        </p:nvSpPr>
        <p:spPr>
          <a:xfrm>
            <a:off x="9350255" y="4246271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7CFC00"/>
          </a:solidFill>
          <a:ln/>
        </p:spPr>
      </p:sp>
      <p:sp>
        <p:nvSpPr>
          <p:cNvPr id="223" name="Shape 221"/>
          <p:cNvSpPr/>
          <p:nvPr/>
        </p:nvSpPr>
        <p:spPr>
          <a:xfrm>
            <a:off x="9760465" y="4246271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7CFC00"/>
          </a:solidFill>
          <a:ln/>
        </p:spPr>
      </p:sp>
      <p:sp>
        <p:nvSpPr>
          <p:cNvPr id="224" name="Shape 222"/>
          <p:cNvSpPr/>
          <p:nvPr/>
        </p:nvSpPr>
        <p:spPr>
          <a:xfrm>
            <a:off x="10170675" y="4246271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7CFC00"/>
          </a:solidFill>
          <a:ln/>
        </p:spPr>
      </p:sp>
      <p:sp>
        <p:nvSpPr>
          <p:cNvPr id="225" name="Shape 223"/>
          <p:cNvSpPr/>
          <p:nvPr/>
        </p:nvSpPr>
        <p:spPr>
          <a:xfrm>
            <a:off x="8940045" y="4665371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7CFC00"/>
          </a:solidFill>
          <a:ln/>
        </p:spPr>
      </p:sp>
      <p:sp>
        <p:nvSpPr>
          <p:cNvPr id="226" name="Shape 224"/>
          <p:cNvSpPr/>
          <p:nvPr/>
        </p:nvSpPr>
        <p:spPr>
          <a:xfrm>
            <a:off x="9350255" y="4665371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7CFC00"/>
          </a:solidFill>
          <a:ln/>
        </p:spPr>
      </p:sp>
      <p:sp>
        <p:nvSpPr>
          <p:cNvPr id="227" name="Shape 225"/>
          <p:cNvSpPr/>
          <p:nvPr/>
        </p:nvSpPr>
        <p:spPr>
          <a:xfrm>
            <a:off x="9760465" y="4665371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7CFC00"/>
          </a:solidFill>
          <a:ln/>
        </p:spPr>
      </p:sp>
      <p:sp>
        <p:nvSpPr>
          <p:cNvPr id="228" name="Shape 226"/>
          <p:cNvSpPr/>
          <p:nvPr/>
        </p:nvSpPr>
        <p:spPr>
          <a:xfrm>
            <a:off x="10170675" y="4665371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7CFC00"/>
          </a:solidFill>
          <a:ln/>
        </p:spPr>
      </p:sp>
      <p:sp>
        <p:nvSpPr>
          <p:cNvPr id="229" name="Shape 227"/>
          <p:cNvSpPr/>
          <p:nvPr/>
        </p:nvSpPr>
        <p:spPr>
          <a:xfrm>
            <a:off x="8940045" y="5084471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7CFC00"/>
          </a:solidFill>
          <a:ln/>
        </p:spPr>
      </p:sp>
      <p:sp>
        <p:nvSpPr>
          <p:cNvPr id="230" name="Shape 228"/>
          <p:cNvSpPr/>
          <p:nvPr/>
        </p:nvSpPr>
        <p:spPr>
          <a:xfrm>
            <a:off x="9350255" y="5084471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7CFC00"/>
          </a:solidFill>
          <a:ln/>
        </p:spPr>
      </p:sp>
      <p:sp>
        <p:nvSpPr>
          <p:cNvPr id="231" name="Shape 229"/>
          <p:cNvSpPr/>
          <p:nvPr/>
        </p:nvSpPr>
        <p:spPr>
          <a:xfrm>
            <a:off x="9760465" y="5084471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7CFC00"/>
          </a:solidFill>
          <a:ln/>
        </p:spPr>
      </p:sp>
      <p:sp>
        <p:nvSpPr>
          <p:cNvPr id="232" name="Shape 230"/>
          <p:cNvSpPr/>
          <p:nvPr/>
        </p:nvSpPr>
        <p:spPr>
          <a:xfrm>
            <a:off x="10170675" y="5084471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7CFC00"/>
          </a:solidFill>
          <a:ln/>
        </p:spPr>
      </p:sp>
      <p:sp>
        <p:nvSpPr>
          <p:cNvPr id="233" name="Shape 231"/>
          <p:cNvSpPr/>
          <p:nvPr/>
        </p:nvSpPr>
        <p:spPr>
          <a:xfrm>
            <a:off x="8940045" y="5503571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7CFC00"/>
          </a:solidFill>
          <a:ln/>
        </p:spPr>
      </p:sp>
      <p:sp>
        <p:nvSpPr>
          <p:cNvPr id="234" name="Shape 232"/>
          <p:cNvSpPr/>
          <p:nvPr/>
        </p:nvSpPr>
        <p:spPr>
          <a:xfrm>
            <a:off x="9350255" y="5503571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7CFC00"/>
          </a:solidFill>
          <a:ln/>
        </p:spPr>
      </p:sp>
      <p:sp>
        <p:nvSpPr>
          <p:cNvPr id="235" name="Shape 233"/>
          <p:cNvSpPr/>
          <p:nvPr/>
        </p:nvSpPr>
        <p:spPr>
          <a:xfrm>
            <a:off x="9760465" y="5503571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7CFC00"/>
          </a:solidFill>
          <a:ln/>
        </p:spPr>
      </p:sp>
      <p:sp>
        <p:nvSpPr>
          <p:cNvPr id="236" name="Shape 234"/>
          <p:cNvSpPr/>
          <p:nvPr/>
        </p:nvSpPr>
        <p:spPr>
          <a:xfrm>
            <a:off x="10170675" y="5503571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7CFC00"/>
          </a:solidFill>
          <a:ln/>
        </p:spPr>
      </p:sp>
      <p:sp>
        <p:nvSpPr>
          <p:cNvPr id="237" name="Shape 235"/>
          <p:cNvSpPr/>
          <p:nvPr/>
        </p:nvSpPr>
        <p:spPr>
          <a:xfrm>
            <a:off x="8539995" y="3987191"/>
            <a:ext cx="400050" cy="359410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8950205" y="3987191"/>
            <a:ext cx="400050" cy="359410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9360415" y="3987191"/>
            <a:ext cx="400050" cy="359410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9770625" y="3987191"/>
            <a:ext cx="400050" cy="359410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8539995" y="4406291"/>
            <a:ext cx="400050" cy="359410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8950205" y="4406291"/>
            <a:ext cx="400050" cy="359410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9360415" y="4406291"/>
            <a:ext cx="400050" cy="359410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9770625" y="4406291"/>
            <a:ext cx="400050" cy="359410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8539995" y="4825391"/>
            <a:ext cx="400050" cy="359410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8950205" y="4825391"/>
            <a:ext cx="400050" cy="359410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9360415" y="4825391"/>
            <a:ext cx="400050" cy="359410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9770625" y="4825391"/>
            <a:ext cx="400050" cy="359410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8539995" y="5244491"/>
            <a:ext cx="400050" cy="359410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8950205" y="5244491"/>
            <a:ext cx="400050" cy="359410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9360415" y="5244491"/>
            <a:ext cx="400050" cy="359410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9770625" y="5244491"/>
            <a:ext cx="400050" cy="359410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8539995" y="5663591"/>
            <a:ext cx="400050" cy="359410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8950205" y="5663591"/>
            <a:ext cx="400050" cy="359410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9360415" y="5663591"/>
            <a:ext cx="400050" cy="359410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9770625" y="5663591"/>
            <a:ext cx="400050" cy="359410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8381448" y="4066402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4E0050"/>
          </a:solidFill>
          <a:ln/>
        </p:spPr>
      </p:sp>
      <p:sp>
        <p:nvSpPr>
          <p:cNvPr id="258" name="Shape 256"/>
          <p:cNvSpPr/>
          <p:nvPr/>
        </p:nvSpPr>
        <p:spPr>
          <a:xfrm>
            <a:off x="8791658" y="4066402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4E0050"/>
          </a:solidFill>
          <a:ln/>
        </p:spPr>
      </p:sp>
      <p:sp>
        <p:nvSpPr>
          <p:cNvPr id="259" name="Shape 257"/>
          <p:cNvSpPr/>
          <p:nvPr/>
        </p:nvSpPr>
        <p:spPr>
          <a:xfrm>
            <a:off x="9201868" y="4066402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4E0050"/>
          </a:solidFill>
          <a:ln/>
        </p:spPr>
      </p:sp>
      <p:sp>
        <p:nvSpPr>
          <p:cNvPr id="260" name="Shape 258"/>
          <p:cNvSpPr/>
          <p:nvPr/>
        </p:nvSpPr>
        <p:spPr>
          <a:xfrm>
            <a:off x="9612078" y="4066402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4E0050"/>
          </a:solidFill>
          <a:ln/>
        </p:spPr>
      </p:sp>
      <p:sp>
        <p:nvSpPr>
          <p:cNvPr id="261" name="Shape 259"/>
          <p:cNvSpPr/>
          <p:nvPr/>
        </p:nvSpPr>
        <p:spPr>
          <a:xfrm>
            <a:off x="8381448" y="4485502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4E0050"/>
          </a:solidFill>
          <a:ln/>
        </p:spPr>
      </p:sp>
      <p:sp>
        <p:nvSpPr>
          <p:cNvPr id="262" name="Shape 260"/>
          <p:cNvSpPr/>
          <p:nvPr/>
        </p:nvSpPr>
        <p:spPr>
          <a:xfrm>
            <a:off x="8791658" y="4485502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4E0050"/>
          </a:solidFill>
          <a:ln/>
        </p:spPr>
      </p:sp>
      <p:sp>
        <p:nvSpPr>
          <p:cNvPr id="263" name="Shape 261"/>
          <p:cNvSpPr/>
          <p:nvPr/>
        </p:nvSpPr>
        <p:spPr>
          <a:xfrm>
            <a:off x="9201868" y="4485502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4E0050"/>
          </a:solidFill>
          <a:ln/>
        </p:spPr>
      </p:sp>
      <p:sp>
        <p:nvSpPr>
          <p:cNvPr id="264" name="Shape 262"/>
          <p:cNvSpPr/>
          <p:nvPr/>
        </p:nvSpPr>
        <p:spPr>
          <a:xfrm>
            <a:off x="9612078" y="4485502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4E0050"/>
          </a:solidFill>
          <a:ln/>
        </p:spPr>
      </p:sp>
      <p:sp>
        <p:nvSpPr>
          <p:cNvPr id="265" name="Shape 263"/>
          <p:cNvSpPr/>
          <p:nvPr/>
        </p:nvSpPr>
        <p:spPr>
          <a:xfrm>
            <a:off x="8381448" y="4904602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4E0050"/>
          </a:solidFill>
          <a:ln/>
        </p:spPr>
      </p:sp>
      <p:sp>
        <p:nvSpPr>
          <p:cNvPr id="266" name="Shape 264"/>
          <p:cNvSpPr/>
          <p:nvPr/>
        </p:nvSpPr>
        <p:spPr>
          <a:xfrm>
            <a:off x="8791658" y="4904602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4E0050"/>
          </a:solidFill>
          <a:ln/>
        </p:spPr>
      </p:sp>
      <p:sp>
        <p:nvSpPr>
          <p:cNvPr id="267" name="Shape 265"/>
          <p:cNvSpPr/>
          <p:nvPr/>
        </p:nvSpPr>
        <p:spPr>
          <a:xfrm>
            <a:off x="9201868" y="4904602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4E0050"/>
          </a:solidFill>
          <a:ln/>
        </p:spPr>
      </p:sp>
      <p:sp>
        <p:nvSpPr>
          <p:cNvPr id="268" name="Shape 266"/>
          <p:cNvSpPr/>
          <p:nvPr/>
        </p:nvSpPr>
        <p:spPr>
          <a:xfrm>
            <a:off x="9612078" y="4904602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4E0050"/>
          </a:solidFill>
          <a:ln/>
        </p:spPr>
      </p:sp>
      <p:sp>
        <p:nvSpPr>
          <p:cNvPr id="269" name="Shape 267"/>
          <p:cNvSpPr/>
          <p:nvPr/>
        </p:nvSpPr>
        <p:spPr>
          <a:xfrm>
            <a:off x="8381448" y="5323702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4E0050"/>
          </a:solidFill>
          <a:ln/>
        </p:spPr>
      </p:sp>
      <p:sp>
        <p:nvSpPr>
          <p:cNvPr id="270" name="Shape 268"/>
          <p:cNvSpPr/>
          <p:nvPr/>
        </p:nvSpPr>
        <p:spPr>
          <a:xfrm>
            <a:off x="8791658" y="5323702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4E0050"/>
          </a:solidFill>
          <a:ln/>
        </p:spPr>
      </p:sp>
      <p:sp>
        <p:nvSpPr>
          <p:cNvPr id="271" name="Shape 269"/>
          <p:cNvSpPr/>
          <p:nvPr/>
        </p:nvSpPr>
        <p:spPr>
          <a:xfrm>
            <a:off x="9201868" y="5323702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4E0050"/>
          </a:solidFill>
          <a:ln/>
        </p:spPr>
      </p:sp>
      <p:sp>
        <p:nvSpPr>
          <p:cNvPr id="272" name="Shape 270"/>
          <p:cNvSpPr/>
          <p:nvPr/>
        </p:nvSpPr>
        <p:spPr>
          <a:xfrm>
            <a:off x="9612078" y="5323702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4E0050"/>
          </a:solidFill>
          <a:ln/>
        </p:spPr>
      </p:sp>
      <p:sp>
        <p:nvSpPr>
          <p:cNvPr id="273" name="Shape 271"/>
          <p:cNvSpPr/>
          <p:nvPr/>
        </p:nvSpPr>
        <p:spPr>
          <a:xfrm>
            <a:off x="8381448" y="5742802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4E0050"/>
          </a:solidFill>
          <a:ln/>
        </p:spPr>
      </p:sp>
      <p:sp>
        <p:nvSpPr>
          <p:cNvPr id="274" name="Shape 272"/>
          <p:cNvSpPr/>
          <p:nvPr/>
        </p:nvSpPr>
        <p:spPr>
          <a:xfrm>
            <a:off x="8791658" y="5742802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4E0050"/>
          </a:solidFill>
          <a:ln/>
        </p:spPr>
      </p:sp>
      <p:sp>
        <p:nvSpPr>
          <p:cNvPr id="275" name="Shape 273"/>
          <p:cNvSpPr/>
          <p:nvPr/>
        </p:nvSpPr>
        <p:spPr>
          <a:xfrm>
            <a:off x="9201868" y="5742802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4E0050"/>
          </a:solidFill>
          <a:ln/>
        </p:spPr>
      </p:sp>
      <p:sp>
        <p:nvSpPr>
          <p:cNvPr id="276" name="Shape 274"/>
          <p:cNvSpPr/>
          <p:nvPr/>
        </p:nvSpPr>
        <p:spPr>
          <a:xfrm>
            <a:off x="9612078" y="5742802"/>
            <a:ext cx="558800" cy="160020"/>
          </a:xfrm>
          <a:custGeom>
            <a:avLst/>
            <a:gdLst/>
            <a:ahLst/>
            <a:cxnLst/>
            <a:rect l="l" t="t" r="r" b="b"/>
            <a:pathLst>
              <a:path w="558800" h="160020">
                <a:moveTo>
                  <a:pt x="0" y="160020"/>
                </a:moveTo>
                <a:lnTo>
                  <a:pt x="400050" y="160020"/>
                </a:lnTo>
                <a:lnTo>
                  <a:pt x="558800" y="0"/>
                </a:lnTo>
                <a:lnTo>
                  <a:pt x="158750" y="0"/>
                </a:lnTo>
                <a:close/>
              </a:path>
            </a:pathLst>
          </a:custGeom>
          <a:solidFill>
            <a:srgbClr val="4E0050"/>
          </a:solidFill>
          <a:ln/>
        </p:spPr>
      </p:sp>
      <p:sp>
        <p:nvSpPr>
          <p:cNvPr id="277" name="Shape 275"/>
          <p:cNvSpPr/>
          <p:nvPr/>
        </p:nvSpPr>
        <p:spPr>
          <a:xfrm>
            <a:off x="8781498" y="4066402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CC00CC"/>
          </a:solidFill>
          <a:ln/>
        </p:spPr>
      </p:sp>
      <p:sp>
        <p:nvSpPr>
          <p:cNvPr id="278" name="Shape 276"/>
          <p:cNvSpPr/>
          <p:nvPr/>
        </p:nvSpPr>
        <p:spPr>
          <a:xfrm>
            <a:off x="9191708" y="4066402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CC00CC"/>
          </a:solidFill>
          <a:ln/>
        </p:spPr>
      </p:sp>
      <p:sp>
        <p:nvSpPr>
          <p:cNvPr id="279" name="Shape 277"/>
          <p:cNvSpPr/>
          <p:nvPr/>
        </p:nvSpPr>
        <p:spPr>
          <a:xfrm>
            <a:off x="9601918" y="4066402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CC00CC"/>
          </a:solidFill>
          <a:ln/>
        </p:spPr>
      </p:sp>
      <p:sp>
        <p:nvSpPr>
          <p:cNvPr id="280" name="Shape 278"/>
          <p:cNvSpPr/>
          <p:nvPr/>
        </p:nvSpPr>
        <p:spPr>
          <a:xfrm>
            <a:off x="10012128" y="4066402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CC00CC"/>
          </a:solidFill>
          <a:ln/>
        </p:spPr>
      </p:sp>
      <p:sp>
        <p:nvSpPr>
          <p:cNvPr id="281" name="Shape 279"/>
          <p:cNvSpPr/>
          <p:nvPr/>
        </p:nvSpPr>
        <p:spPr>
          <a:xfrm>
            <a:off x="8781498" y="4485502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CC00CC"/>
          </a:solidFill>
          <a:ln/>
        </p:spPr>
      </p:sp>
      <p:sp>
        <p:nvSpPr>
          <p:cNvPr id="282" name="Shape 280"/>
          <p:cNvSpPr/>
          <p:nvPr/>
        </p:nvSpPr>
        <p:spPr>
          <a:xfrm>
            <a:off x="9191708" y="4485502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CC00CC"/>
          </a:solidFill>
          <a:ln/>
        </p:spPr>
      </p:sp>
      <p:sp>
        <p:nvSpPr>
          <p:cNvPr id="283" name="Shape 281"/>
          <p:cNvSpPr/>
          <p:nvPr/>
        </p:nvSpPr>
        <p:spPr>
          <a:xfrm>
            <a:off x="9601918" y="4485502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CC00CC"/>
          </a:solidFill>
          <a:ln/>
        </p:spPr>
      </p:sp>
      <p:sp>
        <p:nvSpPr>
          <p:cNvPr id="284" name="Shape 282"/>
          <p:cNvSpPr/>
          <p:nvPr/>
        </p:nvSpPr>
        <p:spPr>
          <a:xfrm>
            <a:off x="10012128" y="4485502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CC00CC"/>
          </a:solidFill>
          <a:ln/>
        </p:spPr>
      </p:sp>
      <p:sp>
        <p:nvSpPr>
          <p:cNvPr id="285" name="Shape 283"/>
          <p:cNvSpPr/>
          <p:nvPr/>
        </p:nvSpPr>
        <p:spPr>
          <a:xfrm>
            <a:off x="8781498" y="4904602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CC00CC"/>
          </a:solidFill>
          <a:ln/>
        </p:spPr>
      </p:sp>
      <p:sp>
        <p:nvSpPr>
          <p:cNvPr id="286" name="Shape 284"/>
          <p:cNvSpPr/>
          <p:nvPr/>
        </p:nvSpPr>
        <p:spPr>
          <a:xfrm>
            <a:off x="9191708" y="4904602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CC00CC"/>
          </a:solidFill>
          <a:ln/>
        </p:spPr>
      </p:sp>
      <p:sp>
        <p:nvSpPr>
          <p:cNvPr id="287" name="Shape 285"/>
          <p:cNvSpPr/>
          <p:nvPr/>
        </p:nvSpPr>
        <p:spPr>
          <a:xfrm>
            <a:off x="9601918" y="4904602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CC00CC"/>
          </a:solidFill>
          <a:ln/>
        </p:spPr>
      </p:sp>
      <p:sp>
        <p:nvSpPr>
          <p:cNvPr id="288" name="Shape 286"/>
          <p:cNvSpPr/>
          <p:nvPr/>
        </p:nvSpPr>
        <p:spPr>
          <a:xfrm>
            <a:off x="10012128" y="4904602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CC00CC"/>
          </a:solidFill>
          <a:ln/>
        </p:spPr>
      </p:sp>
      <p:sp>
        <p:nvSpPr>
          <p:cNvPr id="289" name="Shape 287"/>
          <p:cNvSpPr/>
          <p:nvPr/>
        </p:nvSpPr>
        <p:spPr>
          <a:xfrm>
            <a:off x="8781498" y="5323702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CC00CC"/>
          </a:solidFill>
          <a:ln/>
        </p:spPr>
      </p:sp>
      <p:sp>
        <p:nvSpPr>
          <p:cNvPr id="290" name="Shape 288"/>
          <p:cNvSpPr/>
          <p:nvPr/>
        </p:nvSpPr>
        <p:spPr>
          <a:xfrm>
            <a:off x="9191708" y="5323702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CC00CC"/>
          </a:solidFill>
          <a:ln/>
        </p:spPr>
      </p:sp>
      <p:sp>
        <p:nvSpPr>
          <p:cNvPr id="291" name="Shape 289"/>
          <p:cNvSpPr/>
          <p:nvPr/>
        </p:nvSpPr>
        <p:spPr>
          <a:xfrm>
            <a:off x="9601918" y="5323702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CC00CC"/>
          </a:solidFill>
          <a:ln/>
        </p:spPr>
      </p:sp>
      <p:sp>
        <p:nvSpPr>
          <p:cNvPr id="292" name="Shape 290"/>
          <p:cNvSpPr/>
          <p:nvPr/>
        </p:nvSpPr>
        <p:spPr>
          <a:xfrm>
            <a:off x="10012128" y="5323702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CC00CC"/>
          </a:solidFill>
          <a:ln/>
        </p:spPr>
      </p:sp>
      <p:sp>
        <p:nvSpPr>
          <p:cNvPr id="293" name="Shape 291"/>
          <p:cNvSpPr/>
          <p:nvPr/>
        </p:nvSpPr>
        <p:spPr>
          <a:xfrm>
            <a:off x="8781498" y="5742802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CC00CC"/>
          </a:solidFill>
          <a:ln/>
        </p:spPr>
      </p:sp>
      <p:sp>
        <p:nvSpPr>
          <p:cNvPr id="294" name="Shape 292"/>
          <p:cNvSpPr/>
          <p:nvPr/>
        </p:nvSpPr>
        <p:spPr>
          <a:xfrm>
            <a:off x="9191708" y="5742802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CC00CC"/>
          </a:solidFill>
          <a:ln/>
        </p:spPr>
      </p:sp>
      <p:sp>
        <p:nvSpPr>
          <p:cNvPr id="295" name="Shape 293"/>
          <p:cNvSpPr/>
          <p:nvPr/>
        </p:nvSpPr>
        <p:spPr>
          <a:xfrm>
            <a:off x="9601918" y="5742802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CC00CC"/>
          </a:solidFill>
          <a:ln/>
        </p:spPr>
      </p:sp>
      <p:sp>
        <p:nvSpPr>
          <p:cNvPr id="296" name="Shape 294"/>
          <p:cNvSpPr/>
          <p:nvPr/>
        </p:nvSpPr>
        <p:spPr>
          <a:xfrm>
            <a:off x="10012128" y="5742802"/>
            <a:ext cx="158750" cy="519430"/>
          </a:xfrm>
          <a:custGeom>
            <a:avLst/>
            <a:gdLst/>
            <a:ahLst/>
            <a:cxnLst/>
            <a:rect l="l" t="t" r="r" b="b"/>
            <a:pathLst>
              <a:path w="158750" h="519430">
                <a:moveTo>
                  <a:pt x="0" y="160020"/>
                </a:moveTo>
                <a:lnTo>
                  <a:pt x="158750" y="0"/>
                </a:lnTo>
                <a:lnTo>
                  <a:pt x="158750" y="359410"/>
                </a:lnTo>
                <a:lnTo>
                  <a:pt x="0" y="519430"/>
                </a:lnTo>
                <a:close/>
              </a:path>
            </a:pathLst>
          </a:custGeom>
          <a:solidFill>
            <a:srgbClr val="CC00CC"/>
          </a:solidFill>
          <a:ln/>
        </p:spPr>
      </p:sp>
      <p:sp>
        <p:nvSpPr>
          <p:cNvPr id="297" name="Shape 295"/>
          <p:cNvSpPr/>
          <p:nvPr/>
        </p:nvSpPr>
        <p:spPr>
          <a:xfrm>
            <a:off x="8381448" y="4226422"/>
            <a:ext cx="400050" cy="359410"/>
          </a:xfrm>
          <a:prstGeom prst="rect">
            <a:avLst/>
          </a:prstGeom>
          <a:solidFill>
            <a:srgbClr val="CC00CC"/>
          </a:solidFill>
          <a:ln w="3175">
            <a:solidFill>
              <a:srgbClr val="CC00CC"/>
            </a:solidFill>
            <a:prstDash val="solid"/>
          </a:ln>
        </p:spPr>
      </p:sp>
      <p:sp>
        <p:nvSpPr>
          <p:cNvPr id="298" name="Shape 296"/>
          <p:cNvSpPr/>
          <p:nvPr/>
        </p:nvSpPr>
        <p:spPr>
          <a:xfrm>
            <a:off x="8791658" y="4226422"/>
            <a:ext cx="400050" cy="359410"/>
          </a:xfrm>
          <a:prstGeom prst="rect">
            <a:avLst/>
          </a:prstGeom>
          <a:solidFill>
            <a:srgbClr val="CC00CC"/>
          </a:solidFill>
          <a:ln w="3175">
            <a:solidFill>
              <a:srgbClr val="CC00CC"/>
            </a:solidFill>
            <a:prstDash val="solid"/>
          </a:ln>
        </p:spPr>
      </p:sp>
      <p:sp>
        <p:nvSpPr>
          <p:cNvPr id="299" name="Shape 297"/>
          <p:cNvSpPr/>
          <p:nvPr/>
        </p:nvSpPr>
        <p:spPr>
          <a:xfrm>
            <a:off x="9201868" y="4226422"/>
            <a:ext cx="400050" cy="359410"/>
          </a:xfrm>
          <a:prstGeom prst="rect">
            <a:avLst/>
          </a:prstGeom>
          <a:solidFill>
            <a:srgbClr val="CC00CC"/>
          </a:solidFill>
          <a:ln w="3175">
            <a:solidFill>
              <a:srgbClr val="CC00CC"/>
            </a:solidFill>
            <a:prstDash val="solid"/>
          </a:ln>
        </p:spPr>
      </p:sp>
      <p:sp>
        <p:nvSpPr>
          <p:cNvPr id="300" name="Shape 298"/>
          <p:cNvSpPr/>
          <p:nvPr/>
        </p:nvSpPr>
        <p:spPr>
          <a:xfrm>
            <a:off x="9612078" y="4226422"/>
            <a:ext cx="400050" cy="359410"/>
          </a:xfrm>
          <a:prstGeom prst="rect">
            <a:avLst/>
          </a:prstGeom>
          <a:solidFill>
            <a:srgbClr val="CC00CC"/>
          </a:solidFill>
          <a:ln w="3175">
            <a:solidFill>
              <a:srgbClr val="CC00CC"/>
            </a:solidFill>
            <a:prstDash val="solid"/>
          </a:ln>
        </p:spPr>
      </p:sp>
      <p:sp>
        <p:nvSpPr>
          <p:cNvPr id="301" name="Shape 299"/>
          <p:cNvSpPr/>
          <p:nvPr/>
        </p:nvSpPr>
        <p:spPr>
          <a:xfrm>
            <a:off x="8381448" y="4645522"/>
            <a:ext cx="400050" cy="359410"/>
          </a:xfrm>
          <a:prstGeom prst="rect">
            <a:avLst/>
          </a:prstGeom>
          <a:solidFill>
            <a:srgbClr val="CC00CC"/>
          </a:solidFill>
          <a:ln w="3175">
            <a:solidFill>
              <a:srgbClr val="CC00CC"/>
            </a:solidFill>
            <a:prstDash val="solid"/>
          </a:ln>
        </p:spPr>
      </p:sp>
      <p:sp>
        <p:nvSpPr>
          <p:cNvPr id="302" name="Shape 300"/>
          <p:cNvSpPr/>
          <p:nvPr/>
        </p:nvSpPr>
        <p:spPr>
          <a:xfrm>
            <a:off x="8791658" y="4645522"/>
            <a:ext cx="400050" cy="359410"/>
          </a:xfrm>
          <a:prstGeom prst="rect">
            <a:avLst/>
          </a:prstGeom>
          <a:solidFill>
            <a:srgbClr val="CC00CC"/>
          </a:solidFill>
          <a:ln w="3175">
            <a:solidFill>
              <a:srgbClr val="CC00CC"/>
            </a:solidFill>
            <a:prstDash val="solid"/>
          </a:ln>
        </p:spPr>
      </p:sp>
      <p:sp>
        <p:nvSpPr>
          <p:cNvPr id="303" name="Shape 301"/>
          <p:cNvSpPr/>
          <p:nvPr/>
        </p:nvSpPr>
        <p:spPr>
          <a:xfrm>
            <a:off x="9201868" y="4645522"/>
            <a:ext cx="400050" cy="359410"/>
          </a:xfrm>
          <a:prstGeom prst="rect">
            <a:avLst/>
          </a:prstGeom>
          <a:solidFill>
            <a:srgbClr val="CC00CC"/>
          </a:solidFill>
          <a:ln w="3175">
            <a:solidFill>
              <a:srgbClr val="CC00CC"/>
            </a:solidFill>
            <a:prstDash val="solid"/>
          </a:ln>
        </p:spPr>
      </p:sp>
      <p:sp>
        <p:nvSpPr>
          <p:cNvPr id="304" name="Shape 302"/>
          <p:cNvSpPr/>
          <p:nvPr/>
        </p:nvSpPr>
        <p:spPr>
          <a:xfrm>
            <a:off x="9612078" y="4645522"/>
            <a:ext cx="400050" cy="359410"/>
          </a:xfrm>
          <a:prstGeom prst="rect">
            <a:avLst/>
          </a:prstGeom>
          <a:solidFill>
            <a:srgbClr val="CC00CC"/>
          </a:solidFill>
          <a:ln w="3175">
            <a:solidFill>
              <a:srgbClr val="CC00CC"/>
            </a:solidFill>
            <a:prstDash val="solid"/>
          </a:ln>
        </p:spPr>
      </p:sp>
      <p:sp>
        <p:nvSpPr>
          <p:cNvPr id="305" name="Shape 303"/>
          <p:cNvSpPr/>
          <p:nvPr/>
        </p:nvSpPr>
        <p:spPr>
          <a:xfrm>
            <a:off x="8381448" y="5064622"/>
            <a:ext cx="400050" cy="359410"/>
          </a:xfrm>
          <a:prstGeom prst="rect">
            <a:avLst/>
          </a:prstGeom>
          <a:solidFill>
            <a:srgbClr val="CC00CC"/>
          </a:solidFill>
          <a:ln w="3175">
            <a:solidFill>
              <a:srgbClr val="CC00CC"/>
            </a:solidFill>
            <a:prstDash val="solid"/>
          </a:ln>
        </p:spPr>
      </p:sp>
      <p:sp>
        <p:nvSpPr>
          <p:cNvPr id="306" name="Shape 304"/>
          <p:cNvSpPr/>
          <p:nvPr/>
        </p:nvSpPr>
        <p:spPr>
          <a:xfrm>
            <a:off x="8791658" y="5064622"/>
            <a:ext cx="400050" cy="359410"/>
          </a:xfrm>
          <a:prstGeom prst="rect">
            <a:avLst/>
          </a:prstGeom>
          <a:solidFill>
            <a:srgbClr val="CC00CC"/>
          </a:solidFill>
          <a:ln w="3175">
            <a:solidFill>
              <a:srgbClr val="CC00CC"/>
            </a:solidFill>
            <a:prstDash val="solid"/>
          </a:ln>
        </p:spPr>
      </p:sp>
      <p:sp>
        <p:nvSpPr>
          <p:cNvPr id="307" name="Shape 305"/>
          <p:cNvSpPr/>
          <p:nvPr/>
        </p:nvSpPr>
        <p:spPr>
          <a:xfrm>
            <a:off x="9201868" y="5064622"/>
            <a:ext cx="400050" cy="359410"/>
          </a:xfrm>
          <a:prstGeom prst="rect">
            <a:avLst/>
          </a:prstGeom>
          <a:solidFill>
            <a:srgbClr val="CC00CC"/>
          </a:solidFill>
          <a:ln w="3175">
            <a:solidFill>
              <a:srgbClr val="CC00CC"/>
            </a:solidFill>
            <a:prstDash val="solid"/>
          </a:ln>
        </p:spPr>
      </p:sp>
      <p:sp>
        <p:nvSpPr>
          <p:cNvPr id="308" name="Shape 306"/>
          <p:cNvSpPr/>
          <p:nvPr/>
        </p:nvSpPr>
        <p:spPr>
          <a:xfrm>
            <a:off x="9612078" y="5064622"/>
            <a:ext cx="400050" cy="359410"/>
          </a:xfrm>
          <a:prstGeom prst="rect">
            <a:avLst/>
          </a:prstGeom>
          <a:solidFill>
            <a:srgbClr val="CC00CC"/>
          </a:solidFill>
          <a:ln w="3175">
            <a:solidFill>
              <a:srgbClr val="CC00CC"/>
            </a:solidFill>
            <a:prstDash val="solid"/>
          </a:ln>
        </p:spPr>
      </p:sp>
      <p:sp>
        <p:nvSpPr>
          <p:cNvPr id="309" name="Shape 307"/>
          <p:cNvSpPr/>
          <p:nvPr/>
        </p:nvSpPr>
        <p:spPr>
          <a:xfrm>
            <a:off x="8381448" y="5483722"/>
            <a:ext cx="400050" cy="359410"/>
          </a:xfrm>
          <a:prstGeom prst="rect">
            <a:avLst/>
          </a:prstGeom>
          <a:solidFill>
            <a:srgbClr val="CC00CC"/>
          </a:solidFill>
          <a:ln w="3175">
            <a:solidFill>
              <a:srgbClr val="CC00CC"/>
            </a:solidFill>
            <a:prstDash val="solid"/>
          </a:ln>
        </p:spPr>
      </p:sp>
      <p:sp>
        <p:nvSpPr>
          <p:cNvPr id="310" name="Shape 308"/>
          <p:cNvSpPr/>
          <p:nvPr/>
        </p:nvSpPr>
        <p:spPr>
          <a:xfrm>
            <a:off x="8791658" y="5483722"/>
            <a:ext cx="400050" cy="359410"/>
          </a:xfrm>
          <a:prstGeom prst="rect">
            <a:avLst/>
          </a:prstGeom>
          <a:solidFill>
            <a:srgbClr val="CC00CC"/>
          </a:solidFill>
          <a:ln w="3175">
            <a:solidFill>
              <a:srgbClr val="CC00CC"/>
            </a:solidFill>
            <a:prstDash val="solid"/>
          </a:ln>
        </p:spPr>
      </p:sp>
      <p:sp>
        <p:nvSpPr>
          <p:cNvPr id="311" name="Shape 309"/>
          <p:cNvSpPr/>
          <p:nvPr/>
        </p:nvSpPr>
        <p:spPr>
          <a:xfrm>
            <a:off x="9201868" y="5483722"/>
            <a:ext cx="400050" cy="359410"/>
          </a:xfrm>
          <a:prstGeom prst="rect">
            <a:avLst/>
          </a:prstGeom>
          <a:solidFill>
            <a:srgbClr val="CC00CC"/>
          </a:solidFill>
          <a:ln w="3175">
            <a:solidFill>
              <a:srgbClr val="CC00CC"/>
            </a:solidFill>
            <a:prstDash val="solid"/>
          </a:ln>
        </p:spPr>
      </p:sp>
      <p:sp>
        <p:nvSpPr>
          <p:cNvPr id="312" name="Shape 310"/>
          <p:cNvSpPr/>
          <p:nvPr/>
        </p:nvSpPr>
        <p:spPr>
          <a:xfrm>
            <a:off x="9612078" y="5483722"/>
            <a:ext cx="400050" cy="359410"/>
          </a:xfrm>
          <a:prstGeom prst="rect">
            <a:avLst/>
          </a:prstGeom>
          <a:solidFill>
            <a:srgbClr val="CC00CC"/>
          </a:solidFill>
          <a:ln w="3175">
            <a:solidFill>
              <a:srgbClr val="CC00CC"/>
            </a:solidFill>
            <a:prstDash val="solid"/>
          </a:ln>
        </p:spPr>
      </p:sp>
      <p:sp>
        <p:nvSpPr>
          <p:cNvPr id="313" name="Shape 311"/>
          <p:cNvSpPr/>
          <p:nvPr/>
        </p:nvSpPr>
        <p:spPr>
          <a:xfrm>
            <a:off x="8381448" y="5902822"/>
            <a:ext cx="400050" cy="359410"/>
          </a:xfrm>
          <a:prstGeom prst="rect">
            <a:avLst/>
          </a:prstGeom>
          <a:solidFill>
            <a:srgbClr val="CC00CC"/>
          </a:solidFill>
          <a:ln w="3175">
            <a:solidFill>
              <a:srgbClr val="CC00CC"/>
            </a:solidFill>
            <a:prstDash val="solid"/>
          </a:ln>
        </p:spPr>
      </p:sp>
      <p:sp>
        <p:nvSpPr>
          <p:cNvPr id="314" name="Shape 312"/>
          <p:cNvSpPr/>
          <p:nvPr/>
        </p:nvSpPr>
        <p:spPr>
          <a:xfrm>
            <a:off x="8791658" y="5902822"/>
            <a:ext cx="400050" cy="359410"/>
          </a:xfrm>
          <a:prstGeom prst="rect">
            <a:avLst/>
          </a:prstGeom>
          <a:solidFill>
            <a:srgbClr val="CC00CC"/>
          </a:solidFill>
          <a:ln w="3175">
            <a:solidFill>
              <a:srgbClr val="CC00CC"/>
            </a:solidFill>
            <a:prstDash val="solid"/>
          </a:ln>
        </p:spPr>
      </p:sp>
      <p:sp>
        <p:nvSpPr>
          <p:cNvPr id="315" name="Shape 313"/>
          <p:cNvSpPr/>
          <p:nvPr/>
        </p:nvSpPr>
        <p:spPr>
          <a:xfrm>
            <a:off x="9201868" y="5902822"/>
            <a:ext cx="400050" cy="359410"/>
          </a:xfrm>
          <a:prstGeom prst="rect">
            <a:avLst/>
          </a:prstGeom>
          <a:solidFill>
            <a:srgbClr val="CC00CC"/>
          </a:solidFill>
          <a:ln w="3175">
            <a:solidFill>
              <a:srgbClr val="CC00CC"/>
            </a:solidFill>
            <a:prstDash val="solid"/>
          </a:ln>
        </p:spPr>
      </p:sp>
      <p:sp>
        <p:nvSpPr>
          <p:cNvPr id="316" name="Shape 314"/>
          <p:cNvSpPr/>
          <p:nvPr/>
        </p:nvSpPr>
        <p:spPr>
          <a:xfrm>
            <a:off x="9612078" y="5902822"/>
            <a:ext cx="400050" cy="359410"/>
          </a:xfrm>
          <a:prstGeom prst="rect">
            <a:avLst/>
          </a:prstGeom>
          <a:solidFill>
            <a:srgbClr val="CC00CC"/>
          </a:solidFill>
          <a:ln w="3175">
            <a:solidFill>
              <a:srgbClr val="CC00CC"/>
            </a:solidFill>
            <a:prstDash val="solid"/>
          </a:ln>
        </p:spPr>
      </p:sp>
      <p:sp>
        <p:nvSpPr>
          <p:cNvPr id="317" name="Shape 315"/>
          <p:cNvSpPr/>
          <p:nvPr/>
        </p:nvSpPr>
        <p:spPr>
          <a:xfrm>
            <a:off x="1999937" y="3494816"/>
            <a:ext cx="543560" cy="186690"/>
          </a:xfrm>
          <a:custGeom>
            <a:avLst/>
            <a:gdLst/>
            <a:ahLst/>
            <a:cxnLst/>
            <a:rect l="l" t="t" r="r" b="b"/>
            <a:pathLst>
              <a:path w="543560" h="186690">
                <a:moveTo>
                  <a:pt x="0" y="186690"/>
                </a:moveTo>
                <a:lnTo>
                  <a:pt x="397510" y="186690"/>
                </a:lnTo>
                <a:lnTo>
                  <a:pt x="543560" y="0"/>
                </a:lnTo>
                <a:lnTo>
                  <a:pt x="146050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318" name="Shape 316"/>
          <p:cNvSpPr/>
          <p:nvPr/>
        </p:nvSpPr>
        <p:spPr>
          <a:xfrm>
            <a:off x="1999937" y="3912646"/>
            <a:ext cx="543560" cy="186690"/>
          </a:xfrm>
          <a:custGeom>
            <a:avLst/>
            <a:gdLst/>
            <a:ahLst/>
            <a:cxnLst/>
            <a:rect l="l" t="t" r="r" b="b"/>
            <a:pathLst>
              <a:path w="543560" h="186690">
                <a:moveTo>
                  <a:pt x="0" y="186690"/>
                </a:moveTo>
                <a:lnTo>
                  <a:pt x="397510" y="186690"/>
                </a:lnTo>
                <a:lnTo>
                  <a:pt x="543560" y="0"/>
                </a:lnTo>
                <a:lnTo>
                  <a:pt x="146050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319" name="Shape 317"/>
          <p:cNvSpPr/>
          <p:nvPr/>
        </p:nvSpPr>
        <p:spPr>
          <a:xfrm>
            <a:off x="1999937" y="4330476"/>
            <a:ext cx="543560" cy="186690"/>
          </a:xfrm>
          <a:custGeom>
            <a:avLst/>
            <a:gdLst/>
            <a:ahLst/>
            <a:cxnLst/>
            <a:rect l="l" t="t" r="r" b="b"/>
            <a:pathLst>
              <a:path w="543560" h="186690">
                <a:moveTo>
                  <a:pt x="0" y="186690"/>
                </a:moveTo>
                <a:lnTo>
                  <a:pt x="397510" y="186690"/>
                </a:lnTo>
                <a:lnTo>
                  <a:pt x="543560" y="0"/>
                </a:lnTo>
                <a:lnTo>
                  <a:pt x="146050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320" name="Shape 318"/>
          <p:cNvSpPr/>
          <p:nvPr/>
        </p:nvSpPr>
        <p:spPr>
          <a:xfrm>
            <a:off x="1999937" y="4748306"/>
            <a:ext cx="543560" cy="186690"/>
          </a:xfrm>
          <a:custGeom>
            <a:avLst/>
            <a:gdLst/>
            <a:ahLst/>
            <a:cxnLst/>
            <a:rect l="l" t="t" r="r" b="b"/>
            <a:pathLst>
              <a:path w="543560" h="186690">
                <a:moveTo>
                  <a:pt x="0" y="186690"/>
                </a:moveTo>
                <a:lnTo>
                  <a:pt x="397510" y="186690"/>
                </a:lnTo>
                <a:lnTo>
                  <a:pt x="543560" y="0"/>
                </a:lnTo>
                <a:lnTo>
                  <a:pt x="146050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321" name="Shape 319"/>
          <p:cNvSpPr/>
          <p:nvPr/>
        </p:nvSpPr>
        <p:spPr>
          <a:xfrm>
            <a:off x="1999937" y="5166136"/>
            <a:ext cx="543560" cy="186690"/>
          </a:xfrm>
          <a:custGeom>
            <a:avLst/>
            <a:gdLst/>
            <a:ahLst/>
            <a:cxnLst/>
            <a:rect l="l" t="t" r="r" b="b"/>
            <a:pathLst>
              <a:path w="543560" h="186690">
                <a:moveTo>
                  <a:pt x="0" y="186690"/>
                </a:moveTo>
                <a:lnTo>
                  <a:pt x="397510" y="186690"/>
                </a:lnTo>
                <a:lnTo>
                  <a:pt x="543560" y="0"/>
                </a:lnTo>
                <a:lnTo>
                  <a:pt x="146050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322" name="Shape 320"/>
          <p:cNvSpPr/>
          <p:nvPr/>
        </p:nvSpPr>
        <p:spPr>
          <a:xfrm>
            <a:off x="2397447" y="3494816"/>
            <a:ext cx="146050" cy="546100"/>
          </a:xfrm>
          <a:custGeom>
            <a:avLst/>
            <a:gdLst/>
            <a:ahLst/>
            <a:cxnLst/>
            <a:rect l="l" t="t" r="r" b="b"/>
            <a:pathLst>
              <a:path w="146050" h="546100">
                <a:moveTo>
                  <a:pt x="0" y="186690"/>
                </a:moveTo>
                <a:lnTo>
                  <a:pt x="146050" y="0"/>
                </a:lnTo>
                <a:lnTo>
                  <a:pt x="146050" y="359410"/>
                </a:lnTo>
                <a:lnTo>
                  <a:pt x="0" y="546100"/>
                </a:lnTo>
                <a:close/>
              </a:path>
            </a:pathLst>
          </a:custGeom>
          <a:solidFill>
            <a:srgbClr val="7CFC00"/>
          </a:solidFill>
          <a:ln/>
        </p:spPr>
      </p:sp>
      <p:sp>
        <p:nvSpPr>
          <p:cNvPr id="323" name="Shape 321"/>
          <p:cNvSpPr/>
          <p:nvPr/>
        </p:nvSpPr>
        <p:spPr>
          <a:xfrm>
            <a:off x="2397447" y="3912646"/>
            <a:ext cx="146050" cy="546100"/>
          </a:xfrm>
          <a:custGeom>
            <a:avLst/>
            <a:gdLst/>
            <a:ahLst/>
            <a:cxnLst/>
            <a:rect l="l" t="t" r="r" b="b"/>
            <a:pathLst>
              <a:path w="146050" h="546100">
                <a:moveTo>
                  <a:pt x="0" y="186690"/>
                </a:moveTo>
                <a:lnTo>
                  <a:pt x="146050" y="0"/>
                </a:lnTo>
                <a:lnTo>
                  <a:pt x="146050" y="359410"/>
                </a:lnTo>
                <a:lnTo>
                  <a:pt x="0" y="546100"/>
                </a:lnTo>
                <a:close/>
              </a:path>
            </a:pathLst>
          </a:custGeom>
          <a:solidFill>
            <a:srgbClr val="7CFC00"/>
          </a:solidFill>
          <a:ln/>
        </p:spPr>
      </p:sp>
      <p:sp>
        <p:nvSpPr>
          <p:cNvPr id="324" name="Shape 322"/>
          <p:cNvSpPr/>
          <p:nvPr/>
        </p:nvSpPr>
        <p:spPr>
          <a:xfrm>
            <a:off x="2397447" y="4330476"/>
            <a:ext cx="146050" cy="546100"/>
          </a:xfrm>
          <a:custGeom>
            <a:avLst/>
            <a:gdLst/>
            <a:ahLst/>
            <a:cxnLst/>
            <a:rect l="l" t="t" r="r" b="b"/>
            <a:pathLst>
              <a:path w="146050" h="546100">
                <a:moveTo>
                  <a:pt x="0" y="186690"/>
                </a:moveTo>
                <a:lnTo>
                  <a:pt x="146050" y="0"/>
                </a:lnTo>
                <a:lnTo>
                  <a:pt x="146050" y="359410"/>
                </a:lnTo>
                <a:lnTo>
                  <a:pt x="0" y="546100"/>
                </a:lnTo>
                <a:close/>
              </a:path>
            </a:pathLst>
          </a:custGeom>
          <a:solidFill>
            <a:srgbClr val="7CFC00"/>
          </a:solidFill>
          <a:ln/>
        </p:spPr>
      </p:sp>
      <p:sp>
        <p:nvSpPr>
          <p:cNvPr id="325" name="Shape 323"/>
          <p:cNvSpPr/>
          <p:nvPr/>
        </p:nvSpPr>
        <p:spPr>
          <a:xfrm>
            <a:off x="2397447" y="4748306"/>
            <a:ext cx="146050" cy="546100"/>
          </a:xfrm>
          <a:custGeom>
            <a:avLst/>
            <a:gdLst/>
            <a:ahLst/>
            <a:cxnLst/>
            <a:rect l="l" t="t" r="r" b="b"/>
            <a:pathLst>
              <a:path w="146050" h="546100">
                <a:moveTo>
                  <a:pt x="0" y="186690"/>
                </a:moveTo>
                <a:lnTo>
                  <a:pt x="146050" y="0"/>
                </a:lnTo>
                <a:lnTo>
                  <a:pt x="146050" y="359410"/>
                </a:lnTo>
                <a:lnTo>
                  <a:pt x="0" y="546100"/>
                </a:lnTo>
                <a:close/>
              </a:path>
            </a:pathLst>
          </a:custGeom>
          <a:solidFill>
            <a:srgbClr val="7CFC00"/>
          </a:solidFill>
          <a:ln/>
        </p:spPr>
      </p:sp>
      <p:sp>
        <p:nvSpPr>
          <p:cNvPr id="326" name="Shape 324"/>
          <p:cNvSpPr/>
          <p:nvPr/>
        </p:nvSpPr>
        <p:spPr>
          <a:xfrm>
            <a:off x="2397447" y="5166136"/>
            <a:ext cx="146050" cy="546100"/>
          </a:xfrm>
          <a:custGeom>
            <a:avLst/>
            <a:gdLst/>
            <a:ahLst/>
            <a:cxnLst/>
            <a:rect l="l" t="t" r="r" b="b"/>
            <a:pathLst>
              <a:path w="146050" h="546100">
                <a:moveTo>
                  <a:pt x="0" y="186690"/>
                </a:moveTo>
                <a:lnTo>
                  <a:pt x="146050" y="0"/>
                </a:lnTo>
                <a:lnTo>
                  <a:pt x="146050" y="359410"/>
                </a:lnTo>
                <a:lnTo>
                  <a:pt x="0" y="546100"/>
                </a:lnTo>
                <a:close/>
              </a:path>
            </a:pathLst>
          </a:custGeom>
          <a:solidFill>
            <a:srgbClr val="7CFC00"/>
          </a:solidFill>
          <a:ln/>
        </p:spPr>
      </p:sp>
      <p:sp>
        <p:nvSpPr>
          <p:cNvPr id="327" name="Shape 325"/>
          <p:cNvSpPr/>
          <p:nvPr/>
        </p:nvSpPr>
        <p:spPr>
          <a:xfrm>
            <a:off x="1999937" y="3681506"/>
            <a:ext cx="397510" cy="359410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328" name="Shape 326"/>
          <p:cNvSpPr/>
          <p:nvPr/>
        </p:nvSpPr>
        <p:spPr>
          <a:xfrm>
            <a:off x="1999937" y="4099336"/>
            <a:ext cx="397510" cy="359410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329" name="Shape 327"/>
          <p:cNvSpPr/>
          <p:nvPr/>
        </p:nvSpPr>
        <p:spPr>
          <a:xfrm>
            <a:off x="1999937" y="4517166"/>
            <a:ext cx="397510" cy="359410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330" name="Shape 328"/>
          <p:cNvSpPr/>
          <p:nvPr/>
        </p:nvSpPr>
        <p:spPr>
          <a:xfrm>
            <a:off x="1999937" y="4934996"/>
            <a:ext cx="397510" cy="359410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331" name="Shape 329"/>
          <p:cNvSpPr/>
          <p:nvPr/>
        </p:nvSpPr>
        <p:spPr>
          <a:xfrm>
            <a:off x="1999937" y="5352826"/>
            <a:ext cx="397510" cy="359410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332" name="Shape 330"/>
          <p:cNvSpPr/>
          <p:nvPr/>
        </p:nvSpPr>
        <p:spPr>
          <a:xfrm>
            <a:off x="4774507" y="3388491"/>
            <a:ext cx="528320" cy="186690"/>
          </a:xfrm>
          <a:custGeom>
            <a:avLst/>
            <a:gdLst/>
            <a:ahLst/>
            <a:cxnLst/>
            <a:rect l="l" t="t" r="r" b="b"/>
            <a:pathLst>
              <a:path w="528320" h="186690">
                <a:moveTo>
                  <a:pt x="0" y="186690"/>
                </a:moveTo>
                <a:lnTo>
                  <a:pt x="356870" y="186690"/>
                </a:lnTo>
                <a:lnTo>
                  <a:pt x="528320" y="0"/>
                </a:lnTo>
                <a:lnTo>
                  <a:pt x="171450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333" name="Shape 331"/>
          <p:cNvSpPr/>
          <p:nvPr/>
        </p:nvSpPr>
        <p:spPr>
          <a:xfrm>
            <a:off x="5179637" y="3388491"/>
            <a:ext cx="528320" cy="186690"/>
          </a:xfrm>
          <a:custGeom>
            <a:avLst/>
            <a:gdLst/>
            <a:ahLst/>
            <a:cxnLst/>
            <a:rect l="l" t="t" r="r" b="b"/>
            <a:pathLst>
              <a:path w="528320" h="186690">
                <a:moveTo>
                  <a:pt x="0" y="186690"/>
                </a:moveTo>
                <a:lnTo>
                  <a:pt x="356870" y="186690"/>
                </a:lnTo>
                <a:lnTo>
                  <a:pt x="528320" y="0"/>
                </a:lnTo>
                <a:lnTo>
                  <a:pt x="171450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334" name="Shape 332"/>
          <p:cNvSpPr/>
          <p:nvPr/>
        </p:nvSpPr>
        <p:spPr>
          <a:xfrm>
            <a:off x="5584767" y="3388491"/>
            <a:ext cx="528320" cy="186690"/>
          </a:xfrm>
          <a:custGeom>
            <a:avLst/>
            <a:gdLst/>
            <a:ahLst/>
            <a:cxnLst/>
            <a:rect l="l" t="t" r="r" b="b"/>
            <a:pathLst>
              <a:path w="528320" h="186690">
                <a:moveTo>
                  <a:pt x="0" y="186690"/>
                </a:moveTo>
                <a:lnTo>
                  <a:pt x="356870" y="186690"/>
                </a:lnTo>
                <a:lnTo>
                  <a:pt x="528320" y="0"/>
                </a:lnTo>
                <a:lnTo>
                  <a:pt x="171450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335" name="Shape 333"/>
          <p:cNvSpPr/>
          <p:nvPr/>
        </p:nvSpPr>
        <p:spPr>
          <a:xfrm>
            <a:off x="5989897" y="3388491"/>
            <a:ext cx="528320" cy="186690"/>
          </a:xfrm>
          <a:custGeom>
            <a:avLst/>
            <a:gdLst/>
            <a:ahLst/>
            <a:cxnLst/>
            <a:rect l="l" t="t" r="r" b="b"/>
            <a:pathLst>
              <a:path w="528320" h="186690">
                <a:moveTo>
                  <a:pt x="0" y="186690"/>
                </a:moveTo>
                <a:lnTo>
                  <a:pt x="356870" y="186690"/>
                </a:lnTo>
                <a:lnTo>
                  <a:pt x="528320" y="0"/>
                </a:lnTo>
                <a:lnTo>
                  <a:pt x="171450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336" name="Shape 334"/>
          <p:cNvSpPr/>
          <p:nvPr/>
        </p:nvSpPr>
        <p:spPr>
          <a:xfrm>
            <a:off x="4774507" y="3807591"/>
            <a:ext cx="528320" cy="186690"/>
          </a:xfrm>
          <a:custGeom>
            <a:avLst/>
            <a:gdLst/>
            <a:ahLst/>
            <a:cxnLst/>
            <a:rect l="l" t="t" r="r" b="b"/>
            <a:pathLst>
              <a:path w="528320" h="186690">
                <a:moveTo>
                  <a:pt x="0" y="186690"/>
                </a:moveTo>
                <a:lnTo>
                  <a:pt x="356870" y="186690"/>
                </a:lnTo>
                <a:lnTo>
                  <a:pt x="528320" y="0"/>
                </a:lnTo>
                <a:lnTo>
                  <a:pt x="171450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337" name="Shape 335"/>
          <p:cNvSpPr/>
          <p:nvPr/>
        </p:nvSpPr>
        <p:spPr>
          <a:xfrm>
            <a:off x="5179637" y="3807591"/>
            <a:ext cx="528320" cy="186690"/>
          </a:xfrm>
          <a:custGeom>
            <a:avLst/>
            <a:gdLst/>
            <a:ahLst/>
            <a:cxnLst/>
            <a:rect l="l" t="t" r="r" b="b"/>
            <a:pathLst>
              <a:path w="528320" h="186690">
                <a:moveTo>
                  <a:pt x="0" y="186690"/>
                </a:moveTo>
                <a:lnTo>
                  <a:pt x="356870" y="186690"/>
                </a:lnTo>
                <a:lnTo>
                  <a:pt x="528320" y="0"/>
                </a:lnTo>
                <a:lnTo>
                  <a:pt x="171450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338" name="Shape 336"/>
          <p:cNvSpPr/>
          <p:nvPr/>
        </p:nvSpPr>
        <p:spPr>
          <a:xfrm>
            <a:off x="5584767" y="3807591"/>
            <a:ext cx="528320" cy="186690"/>
          </a:xfrm>
          <a:custGeom>
            <a:avLst/>
            <a:gdLst/>
            <a:ahLst/>
            <a:cxnLst/>
            <a:rect l="l" t="t" r="r" b="b"/>
            <a:pathLst>
              <a:path w="528320" h="186690">
                <a:moveTo>
                  <a:pt x="0" y="186690"/>
                </a:moveTo>
                <a:lnTo>
                  <a:pt x="356870" y="186690"/>
                </a:lnTo>
                <a:lnTo>
                  <a:pt x="528320" y="0"/>
                </a:lnTo>
                <a:lnTo>
                  <a:pt x="171450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339" name="Shape 337"/>
          <p:cNvSpPr/>
          <p:nvPr/>
        </p:nvSpPr>
        <p:spPr>
          <a:xfrm>
            <a:off x="5989897" y="3807591"/>
            <a:ext cx="528320" cy="186690"/>
          </a:xfrm>
          <a:custGeom>
            <a:avLst/>
            <a:gdLst/>
            <a:ahLst/>
            <a:cxnLst/>
            <a:rect l="l" t="t" r="r" b="b"/>
            <a:pathLst>
              <a:path w="528320" h="186690">
                <a:moveTo>
                  <a:pt x="0" y="186690"/>
                </a:moveTo>
                <a:lnTo>
                  <a:pt x="356870" y="186690"/>
                </a:lnTo>
                <a:lnTo>
                  <a:pt x="528320" y="0"/>
                </a:lnTo>
                <a:lnTo>
                  <a:pt x="171450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340" name="Shape 338"/>
          <p:cNvSpPr/>
          <p:nvPr/>
        </p:nvSpPr>
        <p:spPr>
          <a:xfrm>
            <a:off x="4774507" y="4226691"/>
            <a:ext cx="528320" cy="186690"/>
          </a:xfrm>
          <a:custGeom>
            <a:avLst/>
            <a:gdLst/>
            <a:ahLst/>
            <a:cxnLst/>
            <a:rect l="l" t="t" r="r" b="b"/>
            <a:pathLst>
              <a:path w="528320" h="186690">
                <a:moveTo>
                  <a:pt x="0" y="186690"/>
                </a:moveTo>
                <a:lnTo>
                  <a:pt x="356870" y="186690"/>
                </a:lnTo>
                <a:lnTo>
                  <a:pt x="528320" y="0"/>
                </a:lnTo>
                <a:lnTo>
                  <a:pt x="171450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341" name="Shape 339"/>
          <p:cNvSpPr/>
          <p:nvPr/>
        </p:nvSpPr>
        <p:spPr>
          <a:xfrm>
            <a:off x="5179637" y="4226691"/>
            <a:ext cx="528320" cy="186690"/>
          </a:xfrm>
          <a:custGeom>
            <a:avLst/>
            <a:gdLst/>
            <a:ahLst/>
            <a:cxnLst/>
            <a:rect l="l" t="t" r="r" b="b"/>
            <a:pathLst>
              <a:path w="528320" h="186690">
                <a:moveTo>
                  <a:pt x="0" y="186690"/>
                </a:moveTo>
                <a:lnTo>
                  <a:pt x="356870" y="186690"/>
                </a:lnTo>
                <a:lnTo>
                  <a:pt x="528320" y="0"/>
                </a:lnTo>
                <a:lnTo>
                  <a:pt x="171450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342" name="Shape 340"/>
          <p:cNvSpPr/>
          <p:nvPr/>
        </p:nvSpPr>
        <p:spPr>
          <a:xfrm>
            <a:off x="5584767" y="4226691"/>
            <a:ext cx="528320" cy="186690"/>
          </a:xfrm>
          <a:custGeom>
            <a:avLst/>
            <a:gdLst/>
            <a:ahLst/>
            <a:cxnLst/>
            <a:rect l="l" t="t" r="r" b="b"/>
            <a:pathLst>
              <a:path w="528320" h="186690">
                <a:moveTo>
                  <a:pt x="0" y="186690"/>
                </a:moveTo>
                <a:lnTo>
                  <a:pt x="356870" y="186690"/>
                </a:lnTo>
                <a:lnTo>
                  <a:pt x="528320" y="0"/>
                </a:lnTo>
                <a:lnTo>
                  <a:pt x="171450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343" name="Shape 341"/>
          <p:cNvSpPr/>
          <p:nvPr/>
        </p:nvSpPr>
        <p:spPr>
          <a:xfrm>
            <a:off x="5989897" y="4226691"/>
            <a:ext cx="528320" cy="186690"/>
          </a:xfrm>
          <a:custGeom>
            <a:avLst/>
            <a:gdLst/>
            <a:ahLst/>
            <a:cxnLst/>
            <a:rect l="l" t="t" r="r" b="b"/>
            <a:pathLst>
              <a:path w="528320" h="186690">
                <a:moveTo>
                  <a:pt x="0" y="186690"/>
                </a:moveTo>
                <a:lnTo>
                  <a:pt x="356870" y="186690"/>
                </a:lnTo>
                <a:lnTo>
                  <a:pt x="528320" y="0"/>
                </a:lnTo>
                <a:lnTo>
                  <a:pt x="171450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344" name="Shape 342"/>
          <p:cNvSpPr/>
          <p:nvPr/>
        </p:nvSpPr>
        <p:spPr>
          <a:xfrm>
            <a:off x="4774507" y="4645791"/>
            <a:ext cx="528320" cy="186690"/>
          </a:xfrm>
          <a:custGeom>
            <a:avLst/>
            <a:gdLst/>
            <a:ahLst/>
            <a:cxnLst/>
            <a:rect l="l" t="t" r="r" b="b"/>
            <a:pathLst>
              <a:path w="528320" h="186690">
                <a:moveTo>
                  <a:pt x="0" y="186690"/>
                </a:moveTo>
                <a:lnTo>
                  <a:pt x="356870" y="186690"/>
                </a:lnTo>
                <a:lnTo>
                  <a:pt x="528320" y="0"/>
                </a:lnTo>
                <a:lnTo>
                  <a:pt x="171450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345" name="Shape 343"/>
          <p:cNvSpPr/>
          <p:nvPr/>
        </p:nvSpPr>
        <p:spPr>
          <a:xfrm>
            <a:off x="5179637" y="4645791"/>
            <a:ext cx="528320" cy="186690"/>
          </a:xfrm>
          <a:custGeom>
            <a:avLst/>
            <a:gdLst/>
            <a:ahLst/>
            <a:cxnLst/>
            <a:rect l="l" t="t" r="r" b="b"/>
            <a:pathLst>
              <a:path w="528320" h="186690">
                <a:moveTo>
                  <a:pt x="0" y="186690"/>
                </a:moveTo>
                <a:lnTo>
                  <a:pt x="356870" y="186690"/>
                </a:lnTo>
                <a:lnTo>
                  <a:pt x="528320" y="0"/>
                </a:lnTo>
                <a:lnTo>
                  <a:pt x="171450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346" name="Shape 344"/>
          <p:cNvSpPr/>
          <p:nvPr/>
        </p:nvSpPr>
        <p:spPr>
          <a:xfrm>
            <a:off x="5584767" y="4645791"/>
            <a:ext cx="528320" cy="186690"/>
          </a:xfrm>
          <a:custGeom>
            <a:avLst/>
            <a:gdLst/>
            <a:ahLst/>
            <a:cxnLst/>
            <a:rect l="l" t="t" r="r" b="b"/>
            <a:pathLst>
              <a:path w="528320" h="186690">
                <a:moveTo>
                  <a:pt x="0" y="186690"/>
                </a:moveTo>
                <a:lnTo>
                  <a:pt x="356870" y="186690"/>
                </a:lnTo>
                <a:lnTo>
                  <a:pt x="528320" y="0"/>
                </a:lnTo>
                <a:lnTo>
                  <a:pt x="171450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347" name="Shape 345"/>
          <p:cNvSpPr/>
          <p:nvPr/>
        </p:nvSpPr>
        <p:spPr>
          <a:xfrm>
            <a:off x="5989897" y="4645791"/>
            <a:ext cx="528320" cy="186690"/>
          </a:xfrm>
          <a:custGeom>
            <a:avLst/>
            <a:gdLst/>
            <a:ahLst/>
            <a:cxnLst/>
            <a:rect l="l" t="t" r="r" b="b"/>
            <a:pathLst>
              <a:path w="528320" h="186690">
                <a:moveTo>
                  <a:pt x="0" y="186690"/>
                </a:moveTo>
                <a:lnTo>
                  <a:pt x="356870" y="186690"/>
                </a:lnTo>
                <a:lnTo>
                  <a:pt x="528320" y="0"/>
                </a:lnTo>
                <a:lnTo>
                  <a:pt x="171450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348" name="Shape 346"/>
          <p:cNvSpPr/>
          <p:nvPr/>
        </p:nvSpPr>
        <p:spPr>
          <a:xfrm>
            <a:off x="4774507" y="5064891"/>
            <a:ext cx="528320" cy="186690"/>
          </a:xfrm>
          <a:custGeom>
            <a:avLst/>
            <a:gdLst/>
            <a:ahLst/>
            <a:cxnLst/>
            <a:rect l="l" t="t" r="r" b="b"/>
            <a:pathLst>
              <a:path w="528320" h="186690">
                <a:moveTo>
                  <a:pt x="0" y="186690"/>
                </a:moveTo>
                <a:lnTo>
                  <a:pt x="356870" y="186690"/>
                </a:lnTo>
                <a:lnTo>
                  <a:pt x="528320" y="0"/>
                </a:lnTo>
                <a:lnTo>
                  <a:pt x="171450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349" name="Shape 347"/>
          <p:cNvSpPr/>
          <p:nvPr/>
        </p:nvSpPr>
        <p:spPr>
          <a:xfrm>
            <a:off x="5179637" y="5064891"/>
            <a:ext cx="528320" cy="186690"/>
          </a:xfrm>
          <a:custGeom>
            <a:avLst/>
            <a:gdLst/>
            <a:ahLst/>
            <a:cxnLst/>
            <a:rect l="l" t="t" r="r" b="b"/>
            <a:pathLst>
              <a:path w="528320" h="186690">
                <a:moveTo>
                  <a:pt x="0" y="186690"/>
                </a:moveTo>
                <a:lnTo>
                  <a:pt x="356870" y="186690"/>
                </a:lnTo>
                <a:lnTo>
                  <a:pt x="528320" y="0"/>
                </a:lnTo>
                <a:lnTo>
                  <a:pt x="171450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350" name="Shape 348"/>
          <p:cNvSpPr/>
          <p:nvPr/>
        </p:nvSpPr>
        <p:spPr>
          <a:xfrm>
            <a:off x="5584767" y="5064891"/>
            <a:ext cx="528320" cy="186690"/>
          </a:xfrm>
          <a:custGeom>
            <a:avLst/>
            <a:gdLst/>
            <a:ahLst/>
            <a:cxnLst/>
            <a:rect l="l" t="t" r="r" b="b"/>
            <a:pathLst>
              <a:path w="528320" h="186690">
                <a:moveTo>
                  <a:pt x="0" y="186690"/>
                </a:moveTo>
                <a:lnTo>
                  <a:pt x="356870" y="186690"/>
                </a:lnTo>
                <a:lnTo>
                  <a:pt x="528320" y="0"/>
                </a:lnTo>
                <a:lnTo>
                  <a:pt x="171450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351" name="Shape 349"/>
          <p:cNvSpPr/>
          <p:nvPr/>
        </p:nvSpPr>
        <p:spPr>
          <a:xfrm>
            <a:off x="5989897" y="5064891"/>
            <a:ext cx="528320" cy="186690"/>
          </a:xfrm>
          <a:custGeom>
            <a:avLst/>
            <a:gdLst/>
            <a:ahLst/>
            <a:cxnLst/>
            <a:rect l="l" t="t" r="r" b="b"/>
            <a:pathLst>
              <a:path w="528320" h="186690">
                <a:moveTo>
                  <a:pt x="0" y="186690"/>
                </a:moveTo>
                <a:lnTo>
                  <a:pt x="356870" y="186690"/>
                </a:lnTo>
                <a:lnTo>
                  <a:pt x="528320" y="0"/>
                </a:lnTo>
                <a:lnTo>
                  <a:pt x="171450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352" name="Shape 350"/>
          <p:cNvSpPr/>
          <p:nvPr/>
        </p:nvSpPr>
        <p:spPr>
          <a:xfrm>
            <a:off x="5131377" y="3388491"/>
            <a:ext cx="171450" cy="546100"/>
          </a:xfrm>
          <a:custGeom>
            <a:avLst/>
            <a:gdLst/>
            <a:ahLst/>
            <a:cxnLst/>
            <a:rect l="l" t="t" r="r" b="b"/>
            <a:pathLst>
              <a:path w="171450" h="546100">
                <a:moveTo>
                  <a:pt x="0" y="186690"/>
                </a:moveTo>
                <a:lnTo>
                  <a:pt x="171450" y="0"/>
                </a:lnTo>
                <a:lnTo>
                  <a:pt x="171450" y="359410"/>
                </a:lnTo>
                <a:lnTo>
                  <a:pt x="0" y="546100"/>
                </a:lnTo>
                <a:close/>
              </a:path>
            </a:pathLst>
          </a:custGeom>
          <a:solidFill>
            <a:srgbClr val="7CFC00"/>
          </a:solidFill>
          <a:ln/>
        </p:spPr>
      </p:sp>
      <p:sp>
        <p:nvSpPr>
          <p:cNvPr id="353" name="Shape 351"/>
          <p:cNvSpPr/>
          <p:nvPr/>
        </p:nvSpPr>
        <p:spPr>
          <a:xfrm>
            <a:off x="5536507" y="3388491"/>
            <a:ext cx="171450" cy="546100"/>
          </a:xfrm>
          <a:custGeom>
            <a:avLst/>
            <a:gdLst/>
            <a:ahLst/>
            <a:cxnLst/>
            <a:rect l="l" t="t" r="r" b="b"/>
            <a:pathLst>
              <a:path w="171450" h="546100">
                <a:moveTo>
                  <a:pt x="0" y="186690"/>
                </a:moveTo>
                <a:lnTo>
                  <a:pt x="171450" y="0"/>
                </a:lnTo>
                <a:lnTo>
                  <a:pt x="171450" y="359410"/>
                </a:lnTo>
                <a:lnTo>
                  <a:pt x="0" y="546100"/>
                </a:lnTo>
                <a:close/>
              </a:path>
            </a:pathLst>
          </a:custGeom>
          <a:solidFill>
            <a:srgbClr val="7CFC00"/>
          </a:solidFill>
          <a:ln/>
        </p:spPr>
      </p:sp>
      <p:sp>
        <p:nvSpPr>
          <p:cNvPr id="354" name="Shape 352"/>
          <p:cNvSpPr/>
          <p:nvPr/>
        </p:nvSpPr>
        <p:spPr>
          <a:xfrm>
            <a:off x="5941637" y="3388491"/>
            <a:ext cx="171450" cy="546100"/>
          </a:xfrm>
          <a:custGeom>
            <a:avLst/>
            <a:gdLst/>
            <a:ahLst/>
            <a:cxnLst/>
            <a:rect l="l" t="t" r="r" b="b"/>
            <a:pathLst>
              <a:path w="171450" h="546100">
                <a:moveTo>
                  <a:pt x="0" y="186690"/>
                </a:moveTo>
                <a:lnTo>
                  <a:pt x="171450" y="0"/>
                </a:lnTo>
                <a:lnTo>
                  <a:pt x="171450" y="359410"/>
                </a:lnTo>
                <a:lnTo>
                  <a:pt x="0" y="546100"/>
                </a:lnTo>
                <a:close/>
              </a:path>
            </a:pathLst>
          </a:custGeom>
          <a:solidFill>
            <a:srgbClr val="7CFC00"/>
          </a:solidFill>
          <a:ln/>
        </p:spPr>
      </p:sp>
      <p:sp>
        <p:nvSpPr>
          <p:cNvPr id="355" name="Shape 353"/>
          <p:cNvSpPr/>
          <p:nvPr/>
        </p:nvSpPr>
        <p:spPr>
          <a:xfrm>
            <a:off x="6346767" y="3388491"/>
            <a:ext cx="171450" cy="546100"/>
          </a:xfrm>
          <a:custGeom>
            <a:avLst/>
            <a:gdLst/>
            <a:ahLst/>
            <a:cxnLst/>
            <a:rect l="l" t="t" r="r" b="b"/>
            <a:pathLst>
              <a:path w="171450" h="546100">
                <a:moveTo>
                  <a:pt x="0" y="186690"/>
                </a:moveTo>
                <a:lnTo>
                  <a:pt x="171450" y="0"/>
                </a:lnTo>
                <a:lnTo>
                  <a:pt x="171450" y="359410"/>
                </a:lnTo>
                <a:lnTo>
                  <a:pt x="0" y="546100"/>
                </a:lnTo>
                <a:close/>
              </a:path>
            </a:pathLst>
          </a:custGeom>
          <a:solidFill>
            <a:srgbClr val="7CFC00"/>
          </a:solidFill>
          <a:ln/>
        </p:spPr>
      </p:sp>
      <p:sp>
        <p:nvSpPr>
          <p:cNvPr id="356" name="Shape 354"/>
          <p:cNvSpPr/>
          <p:nvPr/>
        </p:nvSpPr>
        <p:spPr>
          <a:xfrm>
            <a:off x="5131377" y="3807591"/>
            <a:ext cx="171450" cy="546100"/>
          </a:xfrm>
          <a:custGeom>
            <a:avLst/>
            <a:gdLst/>
            <a:ahLst/>
            <a:cxnLst/>
            <a:rect l="l" t="t" r="r" b="b"/>
            <a:pathLst>
              <a:path w="171450" h="546100">
                <a:moveTo>
                  <a:pt x="0" y="186690"/>
                </a:moveTo>
                <a:lnTo>
                  <a:pt x="171450" y="0"/>
                </a:lnTo>
                <a:lnTo>
                  <a:pt x="171450" y="359410"/>
                </a:lnTo>
                <a:lnTo>
                  <a:pt x="0" y="546100"/>
                </a:lnTo>
                <a:close/>
              </a:path>
            </a:pathLst>
          </a:custGeom>
          <a:solidFill>
            <a:srgbClr val="7CFC00"/>
          </a:solidFill>
          <a:ln/>
        </p:spPr>
      </p:sp>
      <p:sp>
        <p:nvSpPr>
          <p:cNvPr id="357" name="Shape 355"/>
          <p:cNvSpPr/>
          <p:nvPr/>
        </p:nvSpPr>
        <p:spPr>
          <a:xfrm>
            <a:off x="5536507" y="3807591"/>
            <a:ext cx="171450" cy="546100"/>
          </a:xfrm>
          <a:custGeom>
            <a:avLst/>
            <a:gdLst/>
            <a:ahLst/>
            <a:cxnLst/>
            <a:rect l="l" t="t" r="r" b="b"/>
            <a:pathLst>
              <a:path w="171450" h="546100">
                <a:moveTo>
                  <a:pt x="0" y="186690"/>
                </a:moveTo>
                <a:lnTo>
                  <a:pt x="171450" y="0"/>
                </a:lnTo>
                <a:lnTo>
                  <a:pt x="171450" y="359410"/>
                </a:lnTo>
                <a:lnTo>
                  <a:pt x="0" y="546100"/>
                </a:lnTo>
                <a:close/>
              </a:path>
            </a:pathLst>
          </a:custGeom>
          <a:solidFill>
            <a:srgbClr val="7CFC00"/>
          </a:solidFill>
          <a:ln/>
        </p:spPr>
      </p:sp>
      <p:sp>
        <p:nvSpPr>
          <p:cNvPr id="358" name="Shape 356"/>
          <p:cNvSpPr/>
          <p:nvPr/>
        </p:nvSpPr>
        <p:spPr>
          <a:xfrm>
            <a:off x="5941637" y="3807591"/>
            <a:ext cx="171450" cy="546100"/>
          </a:xfrm>
          <a:custGeom>
            <a:avLst/>
            <a:gdLst/>
            <a:ahLst/>
            <a:cxnLst/>
            <a:rect l="l" t="t" r="r" b="b"/>
            <a:pathLst>
              <a:path w="171450" h="546100">
                <a:moveTo>
                  <a:pt x="0" y="186690"/>
                </a:moveTo>
                <a:lnTo>
                  <a:pt x="171450" y="0"/>
                </a:lnTo>
                <a:lnTo>
                  <a:pt x="171450" y="359410"/>
                </a:lnTo>
                <a:lnTo>
                  <a:pt x="0" y="546100"/>
                </a:lnTo>
                <a:close/>
              </a:path>
            </a:pathLst>
          </a:custGeom>
          <a:solidFill>
            <a:srgbClr val="7CFC00"/>
          </a:solidFill>
          <a:ln/>
        </p:spPr>
      </p:sp>
      <p:sp>
        <p:nvSpPr>
          <p:cNvPr id="359" name="Shape 357"/>
          <p:cNvSpPr/>
          <p:nvPr/>
        </p:nvSpPr>
        <p:spPr>
          <a:xfrm>
            <a:off x="6346767" y="3807591"/>
            <a:ext cx="171450" cy="546100"/>
          </a:xfrm>
          <a:custGeom>
            <a:avLst/>
            <a:gdLst/>
            <a:ahLst/>
            <a:cxnLst/>
            <a:rect l="l" t="t" r="r" b="b"/>
            <a:pathLst>
              <a:path w="171450" h="546100">
                <a:moveTo>
                  <a:pt x="0" y="186690"/>
                </a:moveTo>
                <a:lnTo>
                  <a:pt x="171450" y="0"/>
                </a:lnTo>
                <a:lnTo>
                  <a:pt x="171450" y="359410"/>
                </a:lnTo>
                <a:lnTo>
                  <a:pt x="0" y="546100"/>
                </a:lnTo>
                <a:close/>
              </a:path>
            </a:pathLst>
          </a:custGeom>
          <a:solidFill>
            <a:srgbClr val="7CFC00"/>
          </a:solidFill>
          <a:ln/>
        </p:spPr>
      </p:sp>
      <p:sp>
        <p:nvSpPr>
          <p:cNvPr id="360" name="Shape 358"/>
          <p:cNvSpPr/>
          <p:nvPr/>
        </p:nvSpPr>
        <p:spPr>
          <a:xfrm>
            <a:off x="5131377" y="4226691"/>
            <a:ext cx="171450" cy="546100"/>
          </a:xfrm>
          <a:custGeom>
            <a:avLst/>
            <a:gdLst/>
            <a:ahLst/>
            <a:cxnLst/>
            <a:rect l="l" t="t" r="r" b="b"/>
            <a:pathLst>
              <a:path w="171450" h="546100">
                <a:moveTo>
                  <a:pt x="0" y="186690"/>
                </a:moveTo>
                <a:lnTo>
                  <a:pt x="171450" y="0"/>
                </a:lnTo>
                <a:lnTo>
                  <a:pt x="171450" y="359410"/>
                </a:lnTo>
                <a:lnTo>
                  <a:pt x="0" y="546100"/>
                </a:lnTo>
                <a:close/>
              </a:path>
            </a:pathLst>
          </a:custGeom>
          <a:solidFill>
            <a:srgbClr val="7CFC00"/>
          </a:solidFill>
          <a:ln/>
        </p:spPr>
      </p:sp>
      <p:sp>
        <p:nvSpPr>
          <p:cNvPr id="361" name="Shape 359"/>
          <p:cNvSpPr/>
          <p:nvPr/>
        </p:nvSpPr>
        <p:spPr>
          <a:xfrm>
            <a:off x="5536507" y="4226691"/>
            <a:ext cx="171450" cy="546100"/>
          </a:xfrm>
          <a:custGeom>
            <a:avLst/>
            <a:gdLst/>
            <a:ahLst/>
            <a:cxnLst/>
            <a:rect l="l" t="t" r="r" b="b"/>
            <a:pathLst>
              <a:path w="171450" h="546100">
                <a:moveTo>
                  <a:pt x="0" y="186690"/>
                </a:moveTo>
                <a:lnTo>
                  <a:pt x="171450" y="0"/>
                </a:lnTo>
                <a:lnTo>
                  <a:pt x="171450" y="359410"/>
                </a:lnTo>
                <a:lnTo>
                  <a:pt x="0" y="546100"/>
                </a:lnTo>
                <a:close/>
              </a:path>
            </a:pathLst>
          </a:custGeom>
          <a:solidFill>
            <a:srgbClr val="7CFC00"/>
          </a:solidFill>
          <a:ln/>
        </p:spPr>
      </p:sp>
      <p:sp>
        <p:nvSpPr>
          <p:cNvPr id="362" name="Shape 360"/>
          <p:cNvSpPr/>
          <p:nvPr/>
        </p:nvSpPr>
        <p:spPr>
          <a:xfrm>
            <a:off x="5941637" y="4226691"/>
            <a:ext cx="171450" cy="546100"/>
          </a:xfrm>
          <a:custGeom>
            <a:avLst/>
            <a:gdLst/>
            <a:ahLst/>
            <a:cxnLst/>
            <a:rect l="l" t="t" r="r" b="b"/>
            <a:pathLst>
              <a:path w="171450" h="546100">
                <a:moveTo>
                  <a:pt x="0" y="186690"/>
                </a:moveTo>
                <a:lnTo>
                  <a:pt x="171450" y="0"/>
                </a:lnTo>
                <a:lnTo>
                  <a:pt x="171450" y="359410"/>
                </a:lnTo>
                <a:lnTo>
                  <a:pt x="0" y="546100"/>
                </a:lnTo>
                <a:close/>
              </a:path>
            </a:pathLst>
          </a:custGeom>
          <a:solidFill>
            <a:srgbClr val="7CFC00"/>
          </a:solidFill>
          <a:ln/>
        </p:spPr>
      </p:sp>
      <p:sp>
        <p:nvSpPr>
          <p:cNvPr id="363" name="Shape 361"/>
          <p:cNvSpPr/>
          <p:nvPr/>
        </p:nvSpPr>
        <p:spPr>
          <a:xfrm>
            <a:off x="6346767" y="4226691"/>
            <a:ext cx="171450" cy="546100"/>
          </a:xfrm>
          <a:custGeom>
            <a:avLst/>
            <a:gdLst/>
            <a:ahLst/>
            <a:cxnLst/>
            <a:rect l="l" t="t" r="r" b="b"/>
            <a:pathLst>
              <a:path w="171450" h="546100">
                <a:moveTo>
                  <a:pt x="0" y="186690"/>
                </a:moveTo>
                <a:lnTo>
                  <a:pt x="171450" y="0"/>
                </a:lnTo>
                <a:lnTo>
                  <a:pt x="171450" y="359410"/>
                </a:lnTo>
                <a:lnTo>
                  <a:pt x="0" y="546100"/>
                </a:lnTo>
                <a:close/>
              </a:path>
            </a:pathLst>
          </a:custGeom>
          <a:solidFill>
            <a:srgbClr val="7CFC00"/>
          </a:solidFill>
          <a:ln/>
        </p:spPr>
      </p:sp>
      <p:sp>
        <p:nvSpPr>
          <p:cNvPr id="364" name="Shape 362"/>
          <p:cNvSpPr/>
          <p:nvPr/>
        </p:nvSpPr>
        <p:spPr>
          <a:xfrm>
            <a:off x="5131377" y="4645791"/>
            <a:ext cx="171450" cy="546100"/>
          </a:xfrm>
          <a:custGeom>
            <a:avLst/>
            <a:gdLst/>
            <a:ahLst/>
            <a:cxnLst/>
            <a:rect l="l" t="t" r="r" b="b"/>
            <a:pathLst>
              <a:path w="171450" h="546100">
                <a:moveTo>
                  <a:pt x="0" y="186690"/>
                </a:moveTo>
                <a:lnTo>
                  <a:pt x="171450" y="0"/>
                </a:lnTo>
                <a:lnTo>
                  <a:pt x="171450" y="359410"/>
                </a:lnTo>
                <a:lnTo>
                  <a:pt x="0" y="546100"/>
                </a:lnTo>
                <a:close/>
              </a:path>
            </a:pathLst>
          </a:custGeom>
          <a:solidFill>
            <a:srgbClr val="7CFC00"/>
          </a:solidFill>
          <a:ln/>
        </p:spPr>
      </p:sp>
      <p:sp>
        <p:nvSpPr>
          <p:cNvPr id="365" name="Shape 363"/>
          <p:cNvSpPr/>
          <p:nvPr/>
        </p:nvSpPr>
        <p:spPr>
          <a:xfrm>
            <a:off x="5536507" y="4645791"/>
            <a:ext cx="171450" cy="546100"/>
          </a:xfrm>
          <a:custGeom>
            <a:avLst/>
            <a:gdLst/>
            <a:ahLst/>
            <a:cxnLst/>
            <a:rect l="l" t="t" r="r" b="b"/>
            <a:pathLst>
              <a:path w="171450" h="546100">
                <a:moveTo>
                  <a:pt x="0" y="186690"/>
                </a:moveTo>
                <a:lnTo>
                  <a:pt x="171450" y="0"/>
                </a:lnTo>
                <a:lnTo>
                  <a:pt x="171450" y="359410"/>
                </a:lnTo>
                <a:lnTo>
                  <a:pt x="0" y="546100"/>
                </a:lnTo>
                <a:close/>
              </a:path>
            </a:pathLst>
          </a:custGeom>
          <a:solidFill>
            <a:srgbClr val="7CFC00"/>
          </a:solidFill>
          <a:ln/>
        </p:spPr>
      </p:sp>
      <p:sp>
        <p:nvSpPr>
          <p:cNvPr id="366" name="Shape 364"/>
          <p:cNvSpPr/>
          <p:nvPr/>
        </p:nvSpPr>
        <p:spPr>
          <a:xfrm>
            <a:off x="5941637" y="4645791"/>
            <a:ext cx="171450" cy="546100"/>
          </a:xfrm>
          <a:custGeom>
            <a:avLst/>
            <a:gdLst/>
            <a:ahLst/>
            <a:cxnLst/>
            <a:rect l="l" t="t" r="r" b="b"/>
            <a:pathLst>
              <a:path w="171450" h="546100">
                <a:moveTo>
                  <a:pt x="0" y="186690"/>
                </a:moveTo>
                <a:lnTo>
                  <a:pt x="171450" y="0"/>
                </a:lnTo>
                <a:lnTo>
                  <a:pt x="171450" y="359410"/>
                </a:lnTo>
                <a:lnTo>
                  <a:pt x="0" y="546100"/>
                </a:lnTo>
                <a:close/>
              </a:path>
            </a:pathLst>
          </a:custGeom>
          <a:solidFill>
            <a:srgbClr val="7CFC00"/>
          </a:solidFill>
          <a:ln/>
        </p:spPr>
      </p:sp>
      <p:sp>
        <p:nvSpPr>
          <p:cNvPr id="367" name="Shape 365"/>
          <p:cNvSpPr/>
          <p:nvPr/>
        </p:nvSpPr>
        <p:spPr>
          <a:xfrm>
            <a:off x="6346767" y="4645791"/>
            <a:ext cx="171450" cy="546100"/>
          </a:xfrm>
          <a:custGeom>
            <a:avLst/>
            <a:gdLst/>
            <a:ahLst/>
            <a:cxnLst/>
            <a:rect l="l" t="t" r="r" b="b"/>
            <a:pathLst>
              <a:path w="171450" h="546100">
                <a:moveTo>
                  <a:pt x="0" y="186690"/>
                </a:moveTo>
                <a:lnTo>
                  <a:pt x="171450" y="0"/>
                </a:lnTo>
                <a:lnTo>
                  <a:pt x="171450" y="359410"/>
                </a:lnTo>
                <a:lnTo>
                  <a:pt x="0" y="546100"/>
                </a:lnTo>
                <a:close/>
              </a:path>
            </a:pathLst>
          </a:custGeom>
          <a:solidFill>
            <a:srgbClr val="7CFC00"/>
          </a:solidFill>
          <a:ln/>
        </p:spPr>
      </p:sp>
      <p:sp>
        <p:nvSpPr>
          <p:cNvPr id="368" name="Shape 366"/>
          <p:cNvSpPr/>
          <p:nvPr/>
        </p:nvSpPr>
        <p:spPr>
          <a:xfrm>
            <a:off x="5131377" y="5064891"/>
            <a:ext cx="171450" cy="546100"/>
          </a:xfrm>
          <a:custGeom>
            <a:avLst/>
            <a:gdLst/>
            <a:ahLst/>
            <a:cxnLst/>
            <a:rect l="l" t="t" r="r" b="b"/>
            <a:pathLst>
              <a:path w="171450" h="546100">
                <a:moveTo>
                  <a:pt x="0" y="186690"/>
                </a:moveTo>
                <a:lnTo>
                  <a:pt x="171450" y="0"/>
                </a:lnTo>
                <a:lnTo>
                  <a:pt x="171450" y="359410"/>
                </a:lnTo>
                <a:lnTo>
                  <a:pt x="0" y="546100"/>
                </a:lnTo>
                <a:close/>
              </a:path>
            </a:pathLst>
          </a:custGeom>
          <a:solidFill>
            <a:srgbClr val="7CFC00"/>
          </a:solidFill>
          <a:ln/>
        </p:spPr>
      </p:sp>
      <p:sp>
        <p:nvSpPr>
          <p:cNvPr id="369" name="Shape 367"/>
          <p:cNvSpPr/>
          <p:nvPr/>
        </p:nvSpPr>
        <p:spPr>
          <a:xfrm>
            <a:off x="5536507" y="5064891"/>
            <a:ext cx="171450" cy="546100"/>
          </a:xfrm>
          <a:custGeom>
            <a:avLst/>
            <a:gdLst/>
            <a:ahLst/>
            <a:cxnLst/>
            <a:rect l="l" t="t" r="r" b="b"/>
            <a:pathLst>
              <a:path w="171450" h="546100">
                <a:moveTo>
                  <a:pt x="0" y="186690"/>
                </a:moveTo>
                <a:lnTo>
                  <a:pt x="171450" y="0"/>
                </a:lnTo>
                <a:lnTo>
                  <a:pt x="171450" y="359410"/>
                </a:lnTo>
                <a:lnTo>
                  <a:pt x="0" y="546100"/>
                </a:lnTo>
                <a:close/>
              </a:path>
            </a:pathLst>
          </a:custGeom>
          <a:solidFill>
            <a:srgbClr val="7CFC00"/>
          </a:solidFill>
          <a:ln/>
        </p:spPr>
      </p:sp>
      <p:sp>
        <p:nvSpPr>
          <p:cNvPr id="370" name="Shape 368"/>
          <p:cNvSpPr/>
          <p:nvPr/>
        </p:nvSpPr>
        <p:spPr>
          <a:xfrm>
            <a:off x="5941637" y="5064891"/>
            <a:ext cx="171450" cy="546100"/>
          </a:xfrm>
          <a:custGeom>
            <a:avLst/>
            <a:gdLst/>
            <a:ahLst/>
            <a:cxnLst/>
            <a:rect l="l" t="t" r="r" b="b"/>
            <a:pathLst>
              <a:path w="171450" h="546100">
                <a:moveTo>
                  <a:pt x="0" y="186690"/>
                </a:moveTo>
                <a:lnTo>
                  <a:pt x="171450" y="0"/>
                </a:lnTo>
                <a:lnTo>
                  <a:pt x="171450" y="359410"/>
                </a:lnTo>
                <a:lnTo>
                  <a:pt x="0" y="546100"/>
                </a:lnTo>
                <a:close/>
              </a:path>
            </a:pathLst>
          </a:custGeom>
          <a:solidFill>
            <a:srgbClr val="7CFC00"/>
          </a:solidFill>
          <a:ln/>
        </p:spPr>
      </p:sp>
      <p:sp>
        <p:nvSpPr>
          <p:cNvPr id="371" name="Shape 369"/>
          <p:cNvSpPr/>
          <p:nvPr/>
        </p:nvSpPr>
        <p:spPr>
          <a:xfrm>
            <a:off x="6346767" y="5064891"/>
            <a:ext cx="171450" cy="546100"/>
          </a:xfrm>
          <a:custGeom>
            <a:avLst/>
            <a:gdLst/>
            <a:ahLst/>
            <a:cxnLst/>
            <a:rect l="l" t="t" r="r" b="b"/>
            <a:pathLst>
              <a:path w="171450" h="546100">
                <a:moveTo>
                  <a:pt x="0" y="186690"/>
                </a:moveTo>
                <a:lnTo>
                  <a:pt x="171450" y="0"/>
                </a:lnTo>
                <a:lnTo>
                  <a:pt x="171450" y="359410"/>
                </a:lnTo>
                <a:lnTo>
                  <a:pt x="0" y="546100"/>
                </a:lnTo>
                <a:close/>
              </a:path>
            </a:pathLst>
          </a:custGeom>
          <a:solidFill>
            <a:srgbClr val="7CFC00"/>
          </a:solidFill>
          <a:ln/>
        </p:spPr>
      </p:sp>
      <p:sp>
        <p:nvSpPr>
          <p:cNvPr id="372" name="Shape 370"/>
          <p:cNvSpPr/>
          <p:nvPr/>
        </p:nvSpPr>
        <p:spPr>
          <a:xfrm>
            <a:off x="4774507" y="3575181"/>
            <a:ext cx="356870" cy="359410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373" name="Shape 371"/>
          <p:cNvSpPr/>
          <p:nvPr/>
        </p:nvSpPr>
        <p:spPr>
          <a:xfrm>
            <a:off x="5179637" y="3575181"/>
            <a:ext cx="356870" cy="359410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374" name="Shape 372"/>
          <p:cNvSpPr/>
          <p:nvPr/>
        </p:nvSpPr>
        <p:spPr>
          <a:xfrm>
            <a:off x="5584767" y="3575181"/>
            <a:ext cx="356870" cy="359410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375" name="Shape 373"/>
          <p:cNvSpPr/>
          <p:nvPr/>
        </p:nvSpPr>
        <p:spPr>
          <a:xfrm>
            <a:off x="5989897" y="3575181"/>
            <a:ext cx="356870" cy="359410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376" name="Shape 374"/>
          <p:cNvSpPr/>
          <p:nvPr/>
        </p:nvSpPr>
        <p:spPr>
          <a:xfrm>
            <a:off x="4774507" y="3994281"/>
            <a:ext cx="356870" cy="359410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377" name="Shape 375"/>
          <p:cNvSpPr/>
          <p:nvPr/>
        </p:nvSpPr>
        <p:spPr>
          <a:xfrm>
            <a:off x="5179637" y="3994281"/>
            <a:ext cx="356870" cy="359410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378" name="Shape 376"/>
          <p:cNvSpPr/>
          <p:nvPr/>
        </p:nvSpPr>
        <p:spPr>
          <a:xfrm>
            <a:off x="5584767" y="3994281"/>
            <a:ext cx="356870" cy="359410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379" name="Shape 377"/>
          <p:cNvSpPr/>
          <p:nvPr/>
        </p:nvSpPr>
        <p:spPr>
          <a:xfrm>
            <a:off x="5989897" y="3994281"/>
            <a:ext cx="356870" cy="359410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380" name="Shape 378"/>
          <p:cNvSpPr/>
          <p:nvPr/>
        </p:nvSpPr>
        <p:spPr>
          <a:xfrm>
            <a:off x="4774507" y="4413381"/>
            <a:ext cx="356870" cy="359410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381" name="Shape 379"/>
          <p:cNvSpPr/>
          <p:nvPr/>
        </p:nvSpPr>
        <p:spPr>
          <a:xfrm>
            <a:off x="5179637" y="4413381"/>
            <a:ext cx="356870" cy="359410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382" name="Shape 380"/>
          <p:cNvSpPr/>
          <p:nvPr/>
        </p:nvSpPr>
        <p:spPr>
          <a:xfrm>
            <a:off x="5584767" y="4413381"/>
            <a:ext cx="356870" cy="359410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383" name="Shape 381"/>
          <p:cNvSpPr/>
          <p:nvPr/>
        </p:nvSpPr>
        <p:spPr>
          <a:xfrm>
            <a:off x="5989897" y="4413381"/>
            <a:ext cx="356870" cy="359410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384" name="Shape 382"/>
          <p:cNvSpPr/>
          <p:nvPr/>
        </p:nvSpPr>
        <p:spPr>
          <a:xfrm>
            <a:off x="4774507" y="4832481"/>
            <a:ext cx="356870" cy="359410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385" name="Shape 383"/>
          <p:cNvSpPr/>
          <p:nvPr/>
        </p:nvSpPr>
        <p:spPr>
          <a:xfrm>
            <a:off x="5179637" y="4832481"/>
            <a:ext cx="356870" cy="359410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386" name="Shape 384"/>
          <p:cNvSpPr/>
          <p:nvPr/>
        </p:nvSpPr>
        <p:spPr>
          <a:xfrm>
            <a:off x="5584767" y="4832481"/>
            <a:ext cx="356870" cy="359410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387" name="Shape 385"/>
          <p:cNvSpPr/>
          <p:nvPr/>
        </p:nvSpPr>
        <p:spPr>
          <a:xfrm>
            <a:off x="5989897" y="4832481"/>
            <a:ext cx="356870" cy="359410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388" name="Shape 386"/>
          <p:cNvSpPr/>
          <p:nvPr/>
        </p:nvSpPr>
        <p:spPr>
          <a:xfrm>
            <a:off x="4774507" y="5251581"/>
            <a:ext cx="356870" cy="359410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389" name="Shape 387"/>
          <p:cNvSpPr/>
          <p:nvPr/>
        </p:nvSpPr>
        <p:spPr>
          <a:xfrm>
            <a:off x="5179637" y="5251581"/>
            <a:ext cx="356870" cy="359410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390" name="Shape 388"/>
          <p:cNvSpPr/>
          <p:nvPr/>
        </p:nvSpPr>
        <p:spPr>
          <a:xfrm>
            <a:off x="5584767" y="5251581"/>
            <a:ext cx="356870" cy="359410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391" name="Shape 389"/>
          <p:cNvSpPr/>
          <p:nvPr/>
        </p:nvSpPr>
        <p:spPr>
          <a:xfrm>
            <a:off x="5989897" y="5251581"/>
            <a:ext cx="356870" cy="359410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392" name="Shape 390"/>
          <p:cNvSpPr/>
          <p:nvPr/>
        </p:nvSpPr>
        <p:spPr>
          <a:xfrm>
            <a:off x="10363284" y="3947319"/>
            <a:ext cx="145335" cy="172778"/>
          </a:xfrm>
          <a:prstGeom prst="line">
            <a:avLst/>
          </a:prstGeom>
          <a:noFill/>
          <a:ln w="31750">
            <a:solidFill>
              <a:srgbClr val="FFFFFF"/>
            </a:solidFill>
            <a:prstDash val="solid"/>
            <a:tailEnd type="triangle"/>
          </a:ln>
        </p:spPr>
      </p:sp>
      <p:sp>
        <p:nvSpPr>
          <p:cNvPr id="393" name="Shape 391"/>
          <p:cNvSpPr/>
          <p:nvPr/>
        </p:nvSpPr>
        <p:spPr>
          <a:xfrm rot="5400000">
            <a:off x="7390373" y="5257524"/>
            <a:ext cx="1704692" cy="17780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394" name="Shape 392"/>
          <p:cNvSpPr/>
          <p:nvPr/>
        </p:nvSpPr>
        <p:spPr>
          <a:xfrm>
            <a:off x="8189379" y="4339393"/>
            <a:ext cx="101346" cy="106680"/>
          </a:xfrm>
          <a:prstGeom prst="triangle">
            <a:avLst/>
          </a:prstGeom>
          <a:solidFill>
            <a:srgbClr val="CC0000"/>
          </a:solidFill>
          <a:ln/>
        </p:spPr>
      </p:sp>
      <p:sp>
        <p:nvSpPr>
          <p:cNvPr id="395" name="Shape 393"/>
          <p:cNvSpPr/>
          <p:nvPr/>
        </p:nvSpPr>
        <p:spPr>
          <a:xfrm rot="10800000">
            <a:off x="8189379" y="6086756"/>
            <a:ext cx="101346" cy="106680"/>
          </a:xfrm>
          <a:prstGeom prst="triangle">
            <a:avLst/>
          </a:prstGeom>
          <a:solidFill>
            <a:srgbClr val="CC0000"/>
          </a:solidFill>
          <a:ln/>
        </p:spPr>
      </p:sp>
      <p:sp>
        <p:nvSpPr>
          <p:cNvPr id="396" name="Shape 394"/>
          <p:cNvSpPr/>
          <p:nvPr/>
        </p:nvSpPr>
        <p:spPr>
          <a:xfrm>
            <a:off x="8482548" y="6457004"/>
            <a:ext cx="1422904" cy="17780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397" name="Shape 395"/>
          <p:cNvSpPr/>
          <p:nvPr/>
        </p:nvSpPr>
        <p:spPr>
          <a:xfrm rot="16200000">
            <a:off x="8407872" y="6412554"/>
            <a:ext cx="101346" cy="106680"/>
          </a:xfrm>
          <a:prstGeom prst="triangle">
            <a:avLst/>
          </a:prstGeom>
          <a:solidFill>
            <a:srgbClr val="CC0000"/>
          </a:solidFill>
          <a:ln/>
        </p:spPr>
      </p:sp>
      <p:sp>
        <p:nvSpPr>
          <p:cNvPr id="398" name="Shape 396"/>
          <p:cNvSpPr/>
          <p:nvPr/>
        </p:nvSpPr>
        <p:spPr>
          <a:xfrm rot="5400000">
            <a:off x="9873449" y="6412554"/>
            <a:ext cx="101346" cy="106680"/>
          </a:xfrm>
          <a:prstGeom prst="triangle">
            <a:avLst/>
          </a:prstGeom>
          <a:solidFill>
            <a:srgbClr val="CC0000"/>
          </a:solidFill>
          <a:ln/>
        </p:spPr>
      </p:sp>
      <p:sp>
        <p:nvSpPr>
          <p:cNvPr id="399" name="Shape 397"/>
          <p:cNvSpPr/>
          <p:nvPr/>
        </p:nvSpPr>
        <p:spPr>
          <a:xfrm rot="-2758997">
            <a:off x="10091027" y="5822376"/>
            <a:ext cx="1172094" cy="17780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400" name="Shape 398"/>
          <p:cNvSpPr/>
          <p:nvPr/>
        </p:nvSpPr>
        <p:spPr>
          <a:xfrm rot="13560000">
            <a:off x="10202978" y="6216014"/>
            <a:ext cx="101346" cy="106680"/>
          </a:xfrm>
          <a:prstGeom prst="triangle">
            <a:avLst/>
          </a:prstGeom>
          <a:solidFill>
            <a:srgbClr val="CC0000"/>
          </a:solidFill>
          <a:ln/>
        </p:spPr>
      </p:sp>
      <p:sp>
        <p:nvSpPr>
          <p:cNvPr id="401" name="Shape 399"/>
          <p:cNvSpPr/>
          <p:nvPr/>
        </p:nvSpPr>
        <p:spPr>
          <a:xfrm rot="2760000">
            <a:off x="11044490" y="5339839"/>
            <a:ext cx="101346" cy="106680"/>
          </a:xfrm>
          <a:prstGeom prst="triangle">
            <a:avLst/>
          </a:prstGeom>
          <a:solidFill>
            <a:srgbClr val="CC0000"/>
          </a:solidFill>
          <a:ln/>
        </p:spPr>
      </p:sp>
      <p:sp>
        <p:nvSpPr>
          <p:cNvPr id="402" name="Text 400"/>
          <p:cNvSpPr/>
          <p:nvPr/>
        </p:nvSpPr>
        <p:spPr>
          <a:xfrm rot="16200000">
            <a:off x="7118460" y="5024303"/>
            <a:ext cx="190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6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Vector</a:t>
            </a:r>
            <a:endParaRPr lang="en-US" sz="1360" dirty="0"/>
          </a:p>
        </p:txBody>
      </p:sp>
      <p:sp>
        <p:nvSpPr>
          <p:cNvPr id="403" name="Text 401"/>
          <p:cNvSpPr/>
          <p:nvPr/>
        </p:nvSpPr>
        <p:spPr>
          <a:xfrm>
            <a:off x="7918878" y="6221142"/>
            <a:ext cx="2286000" cy="296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Channels</a:t>
            </a:r>
            <a:endParaRPr lang="en-US" sz="1460" dirty="0"/>
          </a:p>
        </p:txBody>
      </p:sp>
      <p:sp>
        <p:nvSpPr>
          <p:cNvPr id="404" name="Text 402"/>
          <p:cNvSpPr/>
          <p:nvPr/>
        </p:nvSpPr>
        <p:spPr>
          <a:xfrm>
            <a:off x="7912272" y="6359365"/>
            <a:ext cx="2286000" cy="296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 Filters)</a:t>
            </a:r>
            <a:endParaRPr lang="en-US" sz="1460" dirty="0"/>
          </a:p>
        </p:txBody>
      </p:sp>
      <p:sp>
        <p:nvSpPr>
          <p:cNvPr id="405" name="Text 403"/>
          <p:cNvSpPr/>
          <p:nvPr/>
        </p:nvSpPr>
        <p:spPr>
          <a:xfrm rot="18840000">
            <a:off x="9640514" y="5239758"/>
            <a:ext cx="21590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50"/>
              </a:lnSpc>
              <a:buNone/>
            </a:pPr>
            <a:r>
              <a:rPr lang="en-US" sz="155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Batch size</a:t>
            </a:r>
            <a:endParaRPr lang="en-US" sz="1550" dirty="0"/>
          </a:p>
          <a:p>
            <a:pPr algn="ctr" indent="0" marL="0">
              <a:lnSpc>
                <a:spcPts val="2450"/>
              </a:lnSpc>
              <a:buNone/>
            </a:pPr>
            <a:r>
              <a:rPr lang="en-US" sz="155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 samples)</a:t>
            </a:r>
            <a:endParaRPr lang="en-US" sz="15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71500"/>
            <a:ext cx="11137900" cy="6286500"/>
          </a:xfrm>
          <a:prstGeom prst="rect">
            <a:avLst/>
          </a:prstGeom>
          <a:solidFill>
            <a:srgbClr val="E9E9E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56998" y="609587"/>
            <a:ext cx="81280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Batch Normalization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9478064" y="1063251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4C5875"/>
          </a:solidFill>
          <a:ln/>
        </p:spPr>
      </p:sp>
      <p:sp>
        <p:nvSpPr>
          <p:cNvPr id="7" name="Shape 5"/>
          <p:cNvSpPr/>
          <p:nvPr/>
        </p:nvSpPr>
        <p:spPr>
          <a:xfrm>
            <a:off x="9883679" y="1063251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4C5875"/>
          </a:solidFill>
          <a:ln/>
        </p:spPr>
      </p:sp>
      <p:sp>
        <p:nvSpPr>
          <p:cNvPr id="8" name="Shape 6"/>
          <p:cNvSpPr/>
          <p:nvPr/>
        </p:nvSpPr>
        <p:spPr>
          <a:xfrm>
            <a:off x="10289295" y="1063251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4C5875"/>
          </a:solidFill>
          <a:ln/>
        </p:spPr>
      </p:sp>
      <p:sp>
        <p:nvSpPr>
          <p:cNvPr id="9" name="Shape 7"/>
          <p:cNvSpPr/>
          <p:nvPr/>
        </p:nvSpPr>
        <p:spPr>
          <a:xfrm>
            <a:off x="10694911" y="1063251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4C5875"/>
          </a:solidFill>
          <a:ln/>
        </p:spPr>
      </p:sp>
      <p:sp>
        <p:nvSpPr>
          <p:cNvPr id="10" name="Shape 8"/>
          <p:cNvSpPr/>
          <p:nvPr/>
        </p:nvSpPr>
        <p:spPr>
          <a:xfrm>
            <a:off x="9478064" y="1475261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4C5875"/>
          </a:solidFill>
          <a:ln/>
        </p:spPr>
      </p:sp>
      <p:sp>
        <p:nvSpPr>
          <p:cNvPr id="11" name="Shape 9"/>
          <p:cNvSpPr/>
          <p:nvPr/>
        </p:nvSpPr>
        <p:spPr>
          <a:xfrm>
            <a:off x="9883679" y="1475261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4C587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289295" y="1475261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4C5875"/>
          </a:solidFill>
          <a:ln/>
        </p:spPr>
      </p:sp>
      <p:sp>
        <p:nvSpPr>
          <p:cNvPr id="13" name="Shape 11"/>
          <p:cNvSpPr/>
          <p:nvPr/>
        </p:nvSpPr>
        <p:spPr>
          <a:xfrm>
            <a:off x="10694911" y="1475261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4C5875"/>
          </a:solidFill>
          <a:ln/>
        </p:spPr>
      </p:sp>
      <p:sp>
        <p:nvSpPr>
          <p:cNvPr id="14" name="Shape 12"/>
          <p:cNvSpPr/>
          <p:nvPr/>
        </p:nvSpPr>
        <p:spPr>
          <a:xfrm>
            <a:off x="9478064" y="1887270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4C5875"/>
          </a:solidFill>
          <a:ln/>
        </p:spPr>
      </p:sp>
      <p:sp>
        <p:nvSpPr>
          <p:cNvPr id="15" name="Shape 13"/>
          <p:cNvSpPr/>
          <p:nvPr/>
        </p:nvSpPr>
        <p:spPr>
          <a:xfrm>
            <a:off x="9883679" y="1887270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4C5875"/>
          </a:solidFill>
          <a:ln/>
        </p:spPr>
      </p:sp>
      <p:sp>
        <p:nvSpPr>
          <p:cNvPr id="16" name="Shape 14"/>
          <p:cNvSpPr/>
          <p:nvPr/>
        </p:nvSpPr>
        <p:spPr>
          <a:xfrm>
            <a:off x="10289295" y="1887270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4C5875"/>
          </a:solidFill>
          <a:ln/>
        </p:spPr>
      </p:sp>
      <p:sp>
        <p:nvSpPr>
          <p:cNvPr id="17" name="Shape 15"/>
          <p:cNvSpPr/>
          <p:nvPr/>
        </p:nvSpPr>
        <p:spPr>
          <a:xfrm>
            <a:off x="10694911" y="1887270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4C5875"/>
          </a:solidFill>
          <a:ln/>
        </p:spPr>
      </p:sp>
      <p:sp>
        <p:nvSpPr>
          <p:cNvPr id="18" name="Shape 16"/>
          <p:cNvSpPr/>
          <p:nvPr/>
        </p:nvSpPr>
        <p:spPr>
          <a:xfrm>
            <a:off x="9478064" y="2299280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4C5875"/>
          </a:solidFill>
          <a:ln/>
        </p:spPr>
      </p:sp>
      <p:sp>
        <p:nvSpPr>
          <p:cNvPr id="19" name="Shape 17"/>
          <p:cNvSpPr/>
          <p:nvPr/>
        </p:nvSpPr>
        <p:spPr>
          <a:xfrm>
            <a:off x="9883679" y="2299280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4C5875"/>
          </a:solidFill>
          <a:ln/>
        </p:spPr>
      </p:sp>
      <p:sp>
        <p:nvSpPr>
          <p:cNvPr id="20" name="Shape 18"/>
          <p:cNvSpPr/>
          <p:nvPr/>
        </p:nvSpPr>
        <p:spPr>
          <a:xfrm>
            <a:off x="10289295" y="2299280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4C5875"/>
          </a:solidFill>
          <a:ln/>
        </p:spPr>
      </p:sp>
      <p:sp>
        <p:nvSpPr>
          <p:cNvPr id="21" name="Shape 19"/>
          <p:cNvSpPr/>
          <p:nvPr/>
        </p:nvSpPr>
        <p:spPr>
          <a:xfrm>
            <a:off x="10694911" y="2299280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4C5875"/>
          </a:solidFill>
          <a:ln/>
        </p:spPr>
      </p:sp>
      <p:sp>
        <p:nvSpPr>
          <p:cNvPr id="22" name="Shape 20"/>
          <p:cNvSpPr/>
          <p:nvPr/>
        </p:nvSpPr>
        <p:spPr>
          <a:xfrm>
            <a:off x="9478064" y="2711290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4C5875"/>
          </a:solidFill>
          <a:ln/>
        </p:spPr>
      </p:sp>
      <p:sp>
        <p:nvSpPr>
          <p:cNvPr id="23" name="Shape 21"/>
          <p:cNvSpPr/>
          <p:nvPr/>
        </p:nvSpPr>
        <p:spPr>
          <a:xfrm>
            <a:off x="9883679" y="2711290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4C5875"/>
          </a:solidFill>
          <a:ln/>
        </p:spPr>
      </p:sp>
      <p:sp>
        <p:nvSpPr>
          <p:cNvPr id="24" name="Shape 22"/>
          <p:cNvSpPr/>
          <p:nvPr/>
        </p:nvSpPr>
        <p:spPr>
          <a:xfrm>
            <a:off x="10289295" y="2711290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4C5875"/>
          </a:solidFill>
          <a:ln/>
        </p:spPr>
      </p:sp>
      <p:sp>
        <p:nvSpPr>
          <p:cNvPr id="25" name="Shape 23"/>
          <p:cNvSpPr/>
          <p:nvPr/>
        </p:nvSpPr>
        <p:spPr>
          <a:xfrm>
            <a:off x="10694911" y="2711290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4C5875"/>
          </a:solidFill>
          <a:ln/>
        </p:spPr>
      </p:sp>
      <p:sp>
        <p:nvSpPr>
          <p:cNvPr id="26" name="Shape 24"/>
          <p:cNvSpPr/>
          <p:nvPr/>
        </p:nvSpPr>
        <p:spPr>
          <a:xfrm>
            <a:off x="9828188" y="1063251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759FC9"/>
          </a:solidFill>
          <a:ln/>
        </p:spPr>
      </p:sp>
      <p:sp>
        <p:nvSpPr>
          <p:cNvPr id="27" name="Shape 25"/>
          <p:cNvSpPr/>
          <p:nvPr/>
        </p:nvSpPr>
        <p:spPr>
          <a:xfrm>
            <a:off x="10233804" y="1063251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759FC9"/>
          </a:solidFill>
          <a:ln/>
        </p:spPr>
      </p:sp>
      <p:sp>
        <p:nvSpPr>
          <p:cNvPr id="28" name="Shape 26"/>
          <p:cNvSpPr/>
          <p:nvPr/>
        </p:nvSpPr>
        <p:spPr>
          <a:xfrm>
            <a:off x="10639419" y="1063251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759FC9"/>
          </a:solidFill>
          <a:ln/>
        </p:spPr>
      </p:sp>
      <p:sp>
        <p:nvSpPr>
          <p:cNvPr id="29" name="Shape 27"/>
          <p:cNvSpPr/>
          <p:nvPr/>
        </p:nvSpPr>
        <p:spPr>
          <a:xfrm>
            <a:off x="11045035" y="1063251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759FC9"/>
          </a:solidFill>
          <a:ln/>
        </p:spPr>
      </p:sp>
      <p:sp>
        <p:nvSpPr>
          <p:cNvPr id="30" name="Shape 28"/>
          <p:cNvSpPr/>
          <p:nvPr/>
        </p:nvSpPr>
        <p:spPr>
          <a:xfrm>
            <a:off x="9828188" y="1475261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759FC9"/>
          </a:solidFill>
          <a:ln/>
        </p:spPr>
      </p:sp>
      <p:sp>
        <p:nvSpPr>
          <p:cNvPr id="31" name="Shape 29"/>
          <p:cNvSpPr/>
          <p:nvPr/>
        </p:nvSpPr>
        <p:spPr>
          <a:xfrm>
            <a:off x="10233804" y="1475261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759FC9"/>
          </a:solidFill>
          <a:ln/>
        </p:spPr>
      </p:sp>
      <p:sp>
        <p:nvSpPr>
          <p:cNvPr id="32" name="Shape 30"/>
          <p:cNvSpPr/>
          <p:nvPr/>
        </p:nvSpPr>
        <p:spPr>
          <a:xfrm>
            <a:off x="10639419" y="1475261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759FC9"/>
          </a:solidFill>
          <a:ln/>
        </p:spPr>
      </p:sp>
      <p:sp>
        <p:nvSpPr>
          <p:cNvPr id="33" name="Shape 31"/>
          <p:cNvSpPr/>
          <p:nvPr/>
        </p:nvSpPr>
        <p:spPr>
          <a:xfrm>
            <a:off x="11045035" y="1475261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759FC9"/>
          </a:solidFill>
          <a:ln/>
        </p:spPr>
      </p:sp>
      <p:sp>
        <p:nvSpPr>
          <p:cNvPr id="34" name="Shape 32"/>
          <p:cNvSpPr/>
          <p:nvPr/>
        </p:nvSpPr>
        <p:spPr>
          <a:xfrm>
            <a:off x="9828188" y="1887270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759FC9"/>
          </a:solidFill>
          <a:ln/>
        </p:spPr>
      </p:sp>
      <p:sp>
        <p:nvSpPr>
          <p:cNvPr id="35" name="Shape 33"/>
          <p:cNvSpPr/>
          <p:nvPr/>
        </p:nvSpPr>
        <p:spPr>
          <a:xfrm>
            <a:off x="10233804" y="1887270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759FC9"/>
          </a:solidFill>
          <a:ln/>
        </p:spPr>
      </p:sp>
      <p:sp>
        <p:nvSpPr>
          <p:cNvPr id="36" name="Shape 34"/>
          <p:cNvSpPr/>
          <p:nvPr/>
        </p:nvSpPr>
        <p:spPr>
          <a:xfrm>
            <a:off x="10639419" y="1887270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759FC9"/>
          </a:solidFill>
          <a:ln/>
        </p:spPr>
      </p:sp>
      <p:sp>
        <p:nvSpPr>
          <p:cNvPr id="37" name="Shape 35"/>
          <p:cNvSpPr/>
          <p:nvPr/>
        </p:nvSpPr>
        <p:spPr>
          <a:xfrm>
            <a:off x="11045035" y="1887270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759FC9"/>
          </a:solidFill>
          <a:ln/>
        </p:spPr>
      </p:sp>
      <p:sp>
        <p:nvSpPr>
          <p:cNvPr id="38" name="Shape 36"/>
          <p:cNvSpPr/>
          <p:nvPr/>
        </p:nvSpPr>
        <p:spPr>
          <a:xfrm>
            <a:off x="9828188" y="2299280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759FC9"/>
          </a:solidFill>
          <a:ln/>
        </p:spPr>
      </p:sp>
      <p:sp>
        <p:nvSpPr>
          <p:cNvPr id="39" name="Shape 37"/>
          <p:cNvSpPr/>
          <p:nvPr/>
        </p:nvSpPr>
        <p:spPr>
          <a:xfrm>
            <a:off x="10233804" y="2299280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759FC9"/>
          </a:solidFill>
          <a:ln/>
        </p:spPr>
      </p:sp>
      <p:sp>
        <p:nvSpPr>
          <p:cNvPr id="40" name="Shape 38"/>
          <p:cNvSpPr/>
          <p:nvPr/>
        </p:nvSpPr>
        <p:spPr>
          <a:xfrm>
            <a:off x="10639419" y="2299280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759FC9"/>
          </a:solidFill>
          <a:ln/>
        </p:spPr>
      </p:sp>
      <p:sp>
        <p:nvSpPr>
          <p:cNvPr id="41" name="Shape 39"/>
          <p:cNvSpPr/>
          <p:nvPr/>
        </p:nvSpPr>
        <p:spPr>
          <a:xfrm>
            <a:off x="11045035" y="2299280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759FC9"/>
          </a:solidFill>
          <a:ln/>
        </p:spPr>
      </p:sp>
      <p:sp>
        <p:nvSpPr>
          <p:cNvPr id="42" name="Shape 40"/>
          <p:cNvSpPr/>
          <p:nvPr/>
        </p:nvSpPr>
        <p:spPr>
          <a:xfrm>
            <a:off x="9828188" y="2711290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759FC9"/>
          </a:solidFill>
          <a:ln/>
        </p:spPr>
      </p:sp>
      <p:sp>
        <p:nvSpPr>
          <p:cNvPr id="43" name="Shape 41"/>
          <p:cNvSpPr/>
          <p:nvPr/>
        </p:nvSpPr>
        <p:spPr>
          <a:xfrm>
            <a:off x="10233804" y="2711290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759FC9"/>
          </a:solidFill>
          <a:ln/>
        </p:spPr>
      </p:sp>
      <p:sp>
        <p:nvSpPr>
          <p:cNvPr id="44" name="Shape 42"/>
          <p:cNvSpPr/>
          <p:nvPr/>
        </p:nvSpPr>
        <p:spPr>
          <a:xfrm>
            <a:off x="10639419" y="2711290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759FC9"/>
          </a:solidFill>
          <a:ln/>
        </p:spPr>
      </p:sp>
      <p:sp>
        <p:nvSpPr>
          <p:cNvPr id="45" name="Shape 43"/>
          <p:cNvSpPr/>
          <p:nvPr/>
        </p:nvSpPr>
        <p:spPr>
          <a:xfrm>
            <a:off x="11045035" y="2711290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759FC9"/>
          </a:solidFill>
          <a:ln/>
        </p:spPr>
      </p:sp>
      <p:sp>
        <p:nvSpPr>
          <p:cNvPr id="46" name="Shape 44"/>
          <p:cNvSpPr/>
          <p:nvPr/>
        </p:nvSpPr>
        <p:spPr>
          <a:xfrm>
            <a:off x="9478064" y="1236029"/>
            <a:ext cx="350124" cy="352202"/>
          </a:xfrm>
          <a:prstGeom prst="rect">
            <a:avLst/>
          </a:prstGeom>
          <a:solidFill>
            <a:srgbClr val="759FC9"/>
          </a:solidFill>
          <a:ln w="3175">
            <a:solidFill>
              <a:srgbClr val="759FC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9883679" y="1236029"/>
            <a:ext cx="350124" cy="352202"/>
          </a:xfrm>
          <a:prstGeom prst="rect">
            <a:avLst/>
          </a:prstGeom>
          <a:solidFill>
            <a:srgbClr val="759FC9"/>
          </a:solidFill>
          <a:ln w="3175">
            <a:solidFill>
              <a:srgbClr val="759FC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0289295" y="1236029"/>
            <a:ext cx="350124" cy="352202"/>
          </a:xfrm>
          <a:prstGeom prst="rect">
            <a:avLst/>
          </a:prstGeom>
          <a:solidFill>
            <a:srgbClr val="759FC9"/>
          </a:solidFill>
          <a:ln w="3175">
            <a:solidFill>
              <a:srgbClr val="759FC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0694911" y="1236029"/>
            <a:ext cx="350124" cy="352202"/>
          </a:xfrm>
          <a:prstGeom prst="rect">
            <a:avLst/>
          </a:prstGeom>
          <a:solidFill>
            <a:srgbClr val="759FC9"/>
          </a:solidFill>
          <a:ln w="3175">
            <a:solidFill>
              <a:srgbClr val="759FC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478064" y="1648039"/>
            <a:ext cx="350124" cy="352202"/>
          </a:xfrm>
          <a:prstGeom prst="rect">
            <a:avLst/>
          </a:prstGeom>
          <a:solidFill>
            <a:srgbClr val="759FC9"/>
          </a:solidFill>
          <a:ln w="3175">
            <a:solidFill>
              <a:srgbClr val="759FC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883679" y="1648039"/>
            <a:ext cx="350124" cy="352202"/>
          </a:xfrm>
          <a:prstGeom prst="rect">
            <a:avLst/>
          </a:prstGeom>
          <a:solidFill>
            <a:srgbClr val="759FC9"/>
          </a:solidFill>
          <a:ln w="3175">
            <a:solidFill>
              <a:srgbClr val="759FC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0289295" y="1648039"/>
            <a:ext cx="350124" cy="352202"/>
          </a:xfrm>
          <a:prstGeom prst="rect">
            <a:avLst/>
          </a:prstGeom>
          <a:solidFill>
            <a:srgbClr val="759FC9"/>
          </a:solidFill>
          <a:ln w="3175">
            <a:solidFill>
              <a:srgbClr val="759FC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694911" y="1648039"/>
            <a:ext cx="350124" cy="352202"/>
          </a:xfrm>
          <a:prstGeom prst="rect">
            <a:avLst/>
          </a:prstGeom>
          <a:solidFill>
            <a:srgbClr val="759FC9"/>
          </a:solidFill>
          <a:ln w="3175">
            <a:solidFill>
              <a:srgbClr val="759FC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9478064" y="2060049"/>
            <a:ext cx="350124" cy="352202"/>
          </a:xfrm>
          <a:prstGeom prst="rect">
            <a:avLst/>
          </a:prstGeom>
          <a:solidFill>
            <a:srgbClr val="759FC9"/>
          </a:solidFill>
          <a:ln w="3175">
            <a:solidFill>
              <a:srgbClr val="759FC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9883679" y="2060049"/>
            <a:ext cx="350124" cy="352202"/>
          </a:xfrm>
          <a:prstGeom prst="rect">
            <a:avLst/>
          </a:prstGeom>
          <a:solidFill>
            <a:srgbClr val="759FC9"/>
          </a:solidFill>
          <a:ln w="3175">
            <a:solidFill>
              <a:srgbClr val="759FC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0289295" y="2060049"/>
            <a:ext cx="350124" cy="352202"/>
          </a:xfrm>
          <a:prstGeom prst="rect">
            <a:avLst/>
          </a:prstGeom>
          <a:solidFill>
            <a:srgbClr val="759FC9"/>
          </a:solidFill>
          <a:ln w="3175">
            <a:solidFill>
              <a:srgbClr val="759FC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0694911" y="2060049"/>
            <a:ext cx="350124" cy="352202"/>
          </a:xfrm>
          <a:prstGeom prst="rect">
            <a:avLst/>
          </a:prstGeom>
          <a:solidFill>
            <a:srgbClr val="759FC9"/>
          </a:solidFill>
          <a:ln w="3175">
            <a:solidFill>
              <a:srgbClr val="759FC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9478064" y="2472058"/>
            <a:ext cx="350124" cy="352202"/>
          </a:xfrm>
          <a:prstGeom prst="rect">
            <a:avLst/>
          </a:prstGeom>
          <a:solidFill>
            <a:srgbClr val="759FC9"/>
          </a:solidFill>
          <a:ln w="3175">
            <a:solidFill>
              <a:srgbClr val="759FC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9883679" y="2472058"/>
            <a:ext cx="350124" cy="352202"/>
          </a:xfrm>
          <a:prstGeom prst="rect">
            <a:avLst/>
          </a:prstGeom>
          <a:solidFill>
            <a:srgbClr val="759FC9"/>
          </a:solidFill>
          <a:ln w="3175">
            <a:solidFill>
              <a:srgbClr val="759FC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0289295" y="2472058"/>
            <a:ext cx="350124" cy="352202"/>
          </a:xfrm>
          <a:prstGeom prst="rect">
            <a:avLst/>
          </a:prstGeom>
          <a:solidFill>
            <a:srgbClr val="759FC9"/>
          </a:solidFill>
          <a:ln w="3175">
            <a:solidFill>
              <a:srgbClr val="759FC9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0694911" y="2472058"/>
            <a:ext cx="350124" cy="352202"/>
          </a:xfrm>
          <a:prstGeom prst="rect">
            <a:avLst/>
          </a:prstGeom>
          <a:solidFill>
            <a:srgbClr val="759FC9"/>
          </a:solidFill>
          <a:ln w="3175">
            <a:solidFill>
              <a:srgbClr val="759FC9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9478064" y="2884068"/>
            <a:ext cx="350124" cy="352202"/>
          </a:xfrm>
          <a:prstGeom prst="rect">
            <a:avLst/>
          </a:prstGeom>
          <a:solidFill>
            <a:srgbClr val="759FC9"/>
          </a:solidFill>
          <a:ln w="3175">
            <a:solidFill>
              <a:srgbClr val="759FC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9883679" y="2884068"/>
            <a:ext cx="350124" cy="352202"/>
          </a:xfrm>
          <a:prstGeom prst="rect">
            <a:avLst/>
          </a:prstGeom>
          <a:solidFill>
            <a:srgbClr val="759FC9"/>
          </a:solidFill>
          <a:ln w="3175">
            <a:solidFill>
              <a:srgbClr val="759FC9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10289295" y="2884068"/>
            <a:ext cx="350124" cy="352202"/>
          </a:xfrm>
          <a:prstGeom prst="rect">
            <a:avLst/>
          </a:prstGeom>
          <a:solidFill>
            <a:srgbClr val="759FC9"/>
          </a:solidFill>
          <a:ln w="3175">
            <a:solidFill>
              <a:srgbClr val="759FC9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10694911" y="2884068"/>
            <a:ext cx="350124" cy="352202"/>
          </a:xfrm>
          <a:prstGeom prst="rect">
            <a:avLst/>
          </a:prstGeom>
          <a:solidFill>
            <a:srgbClr val="759FC9"/>
          </a:solidFill>
          <a:ln w="3175">
            <a:solidFill>
              <a:srgbClr val="759FC9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9279880" y="1302482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525C00"/>
          </a:solidFill>
          <a:ln/>
        </p:spPr>
      </p:sp>
      <p:sp>
        <p:nvSpPr>
          <p:cNvPr id="67" name="Shape 65"/>
          <p:cNvSpPr/>
          <p:nvPr/>
        </p:nvSpPr>
        <p:spPr>
          <a:xfrm>
            <a:off x="9685496" y="1302482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525C00"/>
          </a:solidFill>
          <a:ln/>
        </p:spPr>
      </p:sp>
      <p:sp>
        <p:nvSpPr>
          <p:cNvPr id="68" name="Shape 66"/>
          <p:cNvSpPr/>
          <p:nvPr/>
        </p:nvSpPr>
        <p:spPr>
          <a:xfrm>
            <a:off x="10091111" y="1302482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525C00"/>
          </a:solidFill>
          <a:ln/>
        </p:spPr>
      </p:sp>
      <p:sp>
        <p:nvSpPr>
          <p:cNvPr id="69" name="Shape 67"/>
          <p:cNvSpPr/>
          <p:nvPr/>
        </p:nvSpPr>
        <p:spPr>
          <a:xfrm>
            <a:off x="10496727" y="1302482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525C00"/>
          </a:solidFill>
          <a:ln/>
        </p:spPr>
      </p:sp>
      <p:sp>
        <p:nvSpPr>
          <p:cNvPr id="70" name="Shape 68"/>
          <p:cNvSpPr/>
          <p:nvPr/>
        </p:nvSpPr>
        <p:spPr>
          <a:xfrm>
            <a:off x="9279880" y="1714492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525C00"/>
          </a:solidFill>
          <a:ln/>
        </p:spPr>
      </p:sp>
      <p:sp>
        <p:nvSpPr>
          <p:cNvPr id="71" name="Shape 69"/>
          <p:cNvSpPr/>
          <p:nvPr/>
        </p:nvSpPr>
        <p:spPr>
          <a:xfrm>
            <a:off x="9685496" y="1714492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525C00"/>
          </a:solidFill>
          <a:ln/>
        </p:spPr>
      </p:sp>
      <p:sp>
        <p:nvSpPr>
          <p:cNvPr id="72" name="Shape 70"/>
          <p:cNvSpPr/>
          <p:nvPr/>
        </p:nvSpPr>
        <p:spPr>
          <a:xfrm>
            <a:off x="10091111" y="1714492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525C00"/>
          </a:solidFill>
          <a:ln/>
        </p:spPr>
      </p:sp>
      <p:sp>
        <p:nvSpPr>
          <p:cNvPr id="73" name="Shape 71"/>
          <p:cNvSpPr/>
          <p:nvPr/>
        </p:nvSpPr>
        <p:spPr>
          <a:xfrm>
            <a:off x="10496727" y="1714492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525C00"/>
          </a:solidFill>
          <a:ln/>
        </p:spPr>
      </p:sp>
      <p:sp>
        <p:nvSpPr>
          <p:cNvPr id="74" name="Shape 72"/>
          <p:cNvSpPr/>
          <p:nvPr/>
        </p:nvSpPr>
        <p:spPr>
          <a:xfrm>
            <a:off x="9279880" y="2126502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525C00"/>
          </a:solidFill>
          <a:ln/>
        </p:spPr>
      </p:sp>
      <p:sp>
        <p:nvSpPr>
          <p:cNvPr id="75" name="Shape 73"/>
          <p:cNvSpPr/>
          <p:nvPr/>
        </p:nvSpPr>
        <p:spPr>
          <a:xfrm>
            <a:off x="9685496" y="2126502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525C00"/>
          </a:solidFill>
          <a:ln/>
        </p:spPr>
      </p:sp>
      <p:sp>
        <p:nvSpPr>
          <p:cNvPr id="76" name="Shape 74"/>
          <p:cNvSpPr/>
          <p:nvPr/>
        </p:nvSpPr>
        <p:spPr>
          <a:xfrm>
            <a:off x="10091111" y="2126502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525C00"/>
          </a:solidFill>
          <a:ln/>
        </p:spPr>
      </p:sp>
      <p:sp>
        <p:nvSpPr>
          <p:cNvPr id="77" name="Shape 75"/>
          <p:cNvSpPr/>
          <p:nvPr/>
        </p:nvSpPr>
        <p:spPr>
          <a:xfrm>
            <a:off x="10496727" y="2126502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525C00"/>
          </a:solidFill>
          <a:ln/>
        </p:spPr>
      </p:sp>
      <p:sp>
        <p:nvSpPr>
          <p:cNvPr id="78" name="Shape 76"/>
          <p:cNvSpPr/>
          <p:nvPr/>
        </p:nvSpPr>
        <p:spPr>
          <a:xfrm>
            <a:off x="9279880" y="2538511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525C00"/>
          </a:solidFill>
          <a:ln/>
        </p:spPr>
      </p:sp>
      <p:sp>
        <p:nvSpPr>
          <p:cNvPr id="79" name="Shape 77"/>
          <p:cNvSpPr/>
          <p:nvPr/>
        </p:nvSpPr>
        <p:spPr>
          <a:xfrm>
            <a:off x="9685496" y="2538511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525C00"/>
          </a:solidFill>
          <a:ln/>
        </p:spPr>
      </p:sp>
      <p:sp>
        <p:nvSpPr>
          <p:cNvPr id="80" name="Shape 78"/>
          <p:cNvSpPr/>
          <p:nvPr/>
        </p:nvSpPr>
        <p:spPr>
          <a:xfrm>
            <a:off x="10091111" y="2538511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525C00"/>
          </a:solidFill>
          <a:ln/>
        </p:spPr>
      </p:sp>
      <p:sp>
        <p:nvSpPr>
          <p:cNvPr id="81" name="Shape 79"/>
          <p:cNvSpPr/>
          <p:nvPr/>
        </p:nvSpPr>
        <p:spPr>
          <a:xfrm>
            <a:off x="10496727" y="2538511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525C00"/>
          </a:solidFill>
          <a:ln/>
        </p:spPr>
      </p:sp>
      <p:sp>
        <p:nvSpPr>
          <p:cNvPr id="82" name="Shape 80"/>
          <p:cNvSpPr/>
          <p:nvPr/>
        </p:nvSpPr>
        <p:spPr>
          <a:xfrm>
            <a:off x="9279880" y="2950521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525C00"/>
          </a:solidFill>
          <a:ln/>
        </p:spPr>
      </p:sp>
      <p:sp>
        <p:nvSpPr>
          <p:cNvPr id="83" name="Shape 81"/>
          <p:cNvSpPr/>
          <p:nvPr/>
        </p:nvSpPr>
        <p:spPr>
          <a:xfrm>
            <a:off x="9685496" y="2950521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525C00"/>
          </a:solidFill>
          <a:ln/>
        </p:spPr>
      </p:sp>
      <p:sp>
        <p:nvSpPr>
          <p:cNvPr id="84" name="Shape 82"/>
          <p:cNvSpPr/>
          <p:nvPr/>
        </p:nvSpPr>
        <p:spPr>
          <a:xfrm>
            <a:off x="10091111" y="2950521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525C00"/>
          </a:solidFill>
          <a:ln/>
        </p:spPr>
      </p:sp>
      <p:sp>
        <p:nvSpPr>
          <p:cNvPr id="85" name="Shape 83"/>
          <p:cNvSpPr/>
          <p:nvPr/>
        </p:nvSpPr>
        <p:spPr>
          <a:xfrm>
            <a:off x="10496727" y="2950521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525C00"/>
          </a:solidFill>
          <a:ln/>
        </p:spPr>
      </p:sp>
      <p:sp>
        <p:nvSpPr>
          <p:cNvPr id="86" name="Shape 84"/>
          <p:cNvSpPr/>
          <p:nvPr/>
        </p:nvSpPr>
        <p:spPr>
          <a:xfrm>
            <a:off x="9630004" y="1302482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EDFF1A"/>
          </a:solidFill>
          <a:ln/>
        </p:spPr>
      </p:sp>
      <p:sp>
        <p:nvSpPr>
          <p:cNvPr id="87" name="Shape 85"/>
          <p:cNvSpPr/>
          <p:nvPr/>
        </p:nvSpPr>
        <p:spPr>
          <a:xfrm>
            <a:off x="10035620" y="1302482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EDFF1A"/>
          </a:solidFill>
          <a:ln/>
        </p:spPr>
      </p:sp>
      <p:sp>
        <p:nvSpPr>
          <p:cNvPr id="88" name="Shape 86"/>
          <p:cNvSpPr/>
          <p:nvPr/>
        </p:nvSpPr>
        <p:spPr>
          <a:xfrm>
            <a:off x="10441236" y="1302482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EDFF1A"/>
          </a:solidFill>
          <a:ln/>
        </p:spPr>
      </p:sp>
      <p:sp>
        <p:nvSpPr>
          <p:cNvPr id="89" name="Shape 87"/>
          <p:cNvSpPr/>
          <p:nvPr/>
        </p:nvSpPr>
        <p:spPr>
          <a:xfrm>
            <a:off x="10846851" y="1302482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EDFF1A"/>
          </a:solidFill>
          <a:ln/>
        </p:spPr>
      </p:sp>
      <p:sp>
        <p:nvSpPr>
          <p:cNvPr id="90" name="Shape 88"/>
          <p:cNvSpPr/>
          <p:nvPr/>
        </p:nvSpPr>
        <p:spPr>
          <a:xfrm>
            <a:off x="9630004" y="1714492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EDFF1A"/>
          </a:solidFill>
          <a:ln/>
        </p:spPr>
      </p:sp>
      <p:sp>
        <p:nvSpPr>
          <p:cNvPr id="91" name="Shape 89"/>
          <p:cNvSpPr/>
          <p:nvPr/>
        </p:nvSpPr>
        <p:spPr>
          <a:xfrm>
            <a:off x="10035620" y="1714492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EDFF1A"/>
          </a:solidFill>
          <a:ln/>
        </p:spPr>
      </p:sp>
      <p:sp>
        <p:nvSpPr>
          <p:cNvPr id="92" name="Shape 90"/>
          <p:cNvSpPr/>
          <p:nvPr/>
        </p:nvSpPr>
        <p:spPr>
          <a:xfrm>
            <a:off x="10441236" y="1714492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EDFF1A"/>
          </a:solidFill>
          <a:ln/>
        </p:spPr>
      </p:sp>
      <p:sp>
        <p:nvSpPr>
          <p:cNvPr id="93" name="Shape 91"/>
          <p:cNvSpPr/>
          <p:nvPr/>
        </p:nvSpPr>
        <p:spPr>
          <a:xfrm>
            <a:off x="10846851" y="1714492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EDFF1A"/>
          </a:solidFill>
          <a:ln/>
        </p:spPr>
      </p:sp>
      <p:sp>
        <p:nvSpPr>
          <p:cNvPr id="94" name="Shape 92"/>
          <p:cNvSpPr/>
          <p:nvPr/>
        </p:nvSpPr>
        <p:spPr>
          <a:xfrm>
            <a:off x="9630004" y="2126502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EDFF1A"/>
          </a:solidFill>
          <a:ln/>
        </p:spPr>
      </p:sp>
      <p:sp>
        <p:nvSpPr>
          <p:cNvPr id="95" name="Shape 93"/>
          <p:cNvSpPr/>
          <p:nvPr/>
        </p:nvSpPr>
        <p:spPr>
          <a:xfrm>
            <a:off x="10035620" y="2126502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EDFF1A"/>
          </a:solidFill>
          <a:ln/>
        </p:spPr>
      </p:sp>
      <p:sp>
        <p:nvSpPr>
          <p:cNvPr id="96" name="Shape 94"/>
          <p:cNvSpPr/>
          <p:nvPr/>
        </p:nvSpPr>
        <p:spPr>
          <a:xfrm>
            <a:off x="10441236" y="2126502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EDFF1A"/>
          </a:solidFill>
          <a:ln/>
        </p:spPr>
      </p:sp>
      <p:sp>
        <p:nvSpPr>
          <p:cNvPr id="97" name="Shape 95"/>
          <p:cNvSpPr/>
          <p:nvPr/>
        </p:nvSpPr>
        <p:spPr>
          <a:xfrm>
            <a:off x="10846851" y="2126502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EDFF1A"/>
          </a:solidFill>
          <a:ln/>
        </p:spPr>
      </p:sp>
      <p:sp>
        <p:nvSpPr>
          <p:cNvPr id="98" name="Shape 96"/>
          <p:cNvSpPr/>
          <p:nvPr/>
        </p:nvSpPr>
        <p:spPr>
          <a:xfrm>
            <a:off x="9630004" y="2538511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EDFF1A"/>
          </a:solidFill>
          <a:ln/>
        </p:spPr>
      </p:sp>
      <p:sp>
        <p:nvSpPr>
          <p:cNvPr id="99" name="Shape 97"/>
          <p:cNvSpPr/>
          <p:nvPr/>
        </p:nvSpPr>
        <p:spPr>
          <a:xfrm>
            <a:off x="10035620" y="2538511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EDFF1A"/>
          </a:solidFill>
          <a:ln/>
        </p:spPr>
      </p:sp>
      <p:sp>
        <p:nvSpPr>
          <p:cNvPr id="100" name="Shape 98"/>
          <p:cNvSpPr/>
          <p:nvPr/>
        </p:nvSpPr>
        <p:spPr>
          <a:xfrm>
            <a:off x="10441236" y="2538511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EDFF1A"/>
          </a:solidFill>
          <a:ln/>
        </p:spPr>
      </p:sp>
      <p:sp>
        <p:nvSpPr>
          <p:cNvPr id="101" name="Shape 99"/>
          <p:cNvSpPr/>
          <p:nvPr/>
        </p:nvSpPr>
        <p:spPr>
          <a:xfrm>
            <a:off x="10846851" y="2538511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EDFF1A"/>
          </a:solidFill>
          <a:ln/>
        </p:spPr>
      </p:sp>
      <p:sp>
        <p:nvSpPr>
          <p:cNvPr id="102" name="Shape 100"/>
          <p:cNvSpPr/>
          <p:nvPr/>
        </p:nvSpPr>
        <p:spPr>
          <a:xfrm>
            <a:off x="9630004" y="2950521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EDFF1A"/>
          </a:solidFill>
          <a:ln/>
        </p:spPr>
      </p:sp>
      <p:sp>
        <p:nvSpPr>
          <p:cNvPr id="103" name="Shape 101"/>
          <p:cNvSpPr/>
          <p:nvPr/>
        </p:nvSpPr>
        <p:spPr>
          <a:xfrm>
            <a:off x="10035620" y="2950521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EDFF1A"/>
          </a:solidFill>
          <a:ln/>
        </p:spPr>
      </p:sp>
      <p:sp>
        <p:nvSpPr>
          <p:cNvPr id="104" name="Shape 102"/>
          <p:cNvSpPr/>
          <p:nvPr/>
        </p:nvSpPr>
        <p:spPr>
          <a:xfrm>
            <a:off x="10441236" y="2950521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EDFF1A"/>
          </a:solidFill>
          <a:ln/>
        </p:spPr>
      </p:sp>
      <p:sp>
        <p:nvSpPr>
          <p:cNvPr id="105" name="Shape 103"/>
          <p:cNvSpPr/>
          <p:nvPr/>
        </p:nvSpPr>
        <p:spPr>
          <a:xfrm>
            <a:off x="10846851" y="2950521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EDFF1A"/>
          </a:solidFill>
          <a:ln/>
        </p:spPr>
      </p:sp>
      <p:sp>
        <p:nvSpPr>
          <p:cNvPr id="106" name="Shape 104"/>
          <p:cNvSpPr/>
          <p:nvPr/>
        </p:nvSpPr>
        <p:spPr>
          <a:xfrm>
            <a:off x="9279880" y="1475261"/>
            <a:ext cx="350124" cy="352202"/>
          </a:xfrm>
          <a:prstGeom prst="rect">
            <a:avLst/>
          </a:prstGeom>
          <a:solidFill>
            <a:srgbClr val="EDFF1A"/>
          </a:solidFill>
          <a:ln w="3175">
            <a:solidFill>
              <a:srgbClr val="EDFF1A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9685496" y="1475261"/>
            <a:ext cx="350124" cy="352202"/>
          </a:xfrm>
          <a:prstGeom prst="rect">
            <a:avLst/>
          </a:prstGeom>
          <a:solidFill>
            <a:srgbClr val="EDFF1A"/>
          </a:solidFill>
          <a:ln w="3175">
            <a:solidFill>
              <a:srgbClr val="EDFF1A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10091111" y="1475261"/>
            <a:ext cx="350124" cy="352202"/>
          </a:xfrm>
          <a:prstGeom prst="rect">
            <a:avLst/>
          </a:prstGeom>
          <a:solidFill>
            <a:srgbClr val="EDFF1A"/>
          </a:solidFill>
          <a:ln w="3175">
            <a:solidFill>
              <a:srgbClr val="EDFF1A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10496727" y="1475261"/>
            <a:ext cx="350124" cy="352202"/>
          </a:xfrm>
          <a:prstGeom prst="rect">
            <a:avLst/>
          </a:prstGeom>
          <a:solidFill>
            <a:srgbClr val="EDFF1A"/>
          </a:solidFill>
          <a:ln w="3175">
            <a:solidFill>
              <a:srgbClr val="EDFF1A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9279880" y="1887270"/>
            <a:ext cx="350124" cy="352202"/>
          </a:xfrm>
          <a:prstGeom prst="rect">
            <a:avLst/>
          </a:prstGeom>
          <a:solidFill>
            <a:srgbClr val="EDFF1A"/>
          </a:solidFill>
          <a:ln w="3175">
            <a:solidFill>
              <a:srgbClr val="EDFF1A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9685496" y="1887270"/>
            <a:ext cx="350124" cy="352202"/>
          </a:xfrm>
          <a:prstGeom prst="rect">
            <a:avLst/>
          </a:prstGeom>
          <a:solidFill>
            <a:srgbClr val="EDFF1A"/>
          </a:solidFill>
          <a:ln w="3175">
            <a:solidFill>
              <a:srgbClr val="EDFF1A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10091111" y="1887270"/>
            <a:ext cx="350124" cy="352202"/>
          </a:xfrm>
          <a:prstGeom prst="rect">
            <a:avLst/>
          </a:prstGeom>
          <a:solidFill>
            <a:srgbClr val="EDFF1A"/>
          </a:solidFill>
          <a:ln w="3175">
            <a:solidFill>
              <a:srgbClr val="EDFF1A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10496727" y="1887270"/>
            <a:ext cx="350124" cy="352202"/>
          </a:xfrm>
          <a:prstGeom prst="rect">
            <a:avLst/>
          </a:prstGeom>
          <a:solidFill>
            <a:srgbClr val="EDFF1A"/>
          </a:solidFill>
          <a:ln w="3175">
            <a:solidFill>
              <a:srgbClr val="EDFF1A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9279880" y="2299280"/>
            <a:ext cx="350124" cy="352202"/>
          </a:xfrm>
          <a:prstGeom prst="rect">
            <a:avLst/>
          </a:prstGeom>
          <a:solidFill>
            <a:srgbClr val="EDFF1A"/>
          </a:solidFill>
          <a:ln w="3175">
            <a:solidFill>
              <a:srgbClr val="EDFF1A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9685496" y="2299280"/>
            <a:ext cx="350124" cy="352202"/>
          </a:xfrm>
          <a:prstGeom prst="rect">
            <a:avLst/>
          </a:prstGeom>
          <a:solidFill>
            <a:srgbClr val="EDFF1A"/>
          </a:solidFill>
          <a:ln w="3175">
            <a:solidFill>
              <a:srgbClr val="EDFF1A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10091111" y="2299280"/>
            <a:ext cx="350124" cy="352202"/>
          </a:xfrm>
          <a:prstGeom prst="rect">
            <a:avLst/>
          </a:prstGeom>
          <a:solidFill>
            <a:srgbClr val="EDFF1A"/>
          </a:solidFill>
          <a:ln w="3175">
            <a:solidFill>
              <a:srgbClr val="EDFF1A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10496727" y="2299280"/>
            <a:ext cx="350124" cy="352202"/>
          </a:xfrm>
          <a:prstGeom prst="rect">
            <a:avLst/>
          </a:prstGeom>
          <a:solidFill>
            <a:srgbClr val="EDFF1A"/>
          </a:solidFill>
          <a:ln w="3175">
            <a:solidFill>
              <a:srgbClr val="EDFF1A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9279880" y="2711290"/>
            <a:ext cx="350124" cy="352202"/>
          </a:xfrm>
          <a:prstGeom prst="rect">
            <a:avLst/>
          </a:prstGeom>
          <a:solidFill>
            <a:srgbClr val="EDFF1A"/>
          </a:solidFill>
          <a:ln w="3175">
            <a:solidFill>
              <a:srgbClr val="EDFF1A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9685496" y="2711290"/>
            <a:ext cx="350124" cy="352202"/>
          </a:xfrm>
          <a:prstGeom prst="rect">
            <a:avLst/>
          </a:prstGeom>
          <a:solidFill>
            <a:srgbClr val="EDFF1A"/>
          </a:solidFill>
          <a:ln w="3175">
            <a:solidFill>
              <a:srgbClr val="EDFF1A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10091111" y="2711290"/>
            <a:ext cx="350124" cy="352202"/>
          </a:xfrm>
          <a:prstGeom prst="rect">
            <a:avLst/>
          </a:prstGeom>
          <a:solidFill>
            <a:srgbClr val="EDFF1A"/>
          </a:solidFill>
          <a:ln w="3175">
            <a:solidFill>
              <a:srgbClr val="EDFF1A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10496727" y="2711290"/>
            <a:ext cx="350124" cy="352202"/>
          </a:xfrm>
          <a:prstGeom prst="rect">
            <a:avLst/>
          </a:prstGeom>
          <a:solidFill>
            <a:srgbClr val="EDFF1A"/>
          </a:solidFill>
          <a:ln w="3175">
            <a:solidFill>
              <a:srgbClr val="EDFF1A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9279880" y="3123299"/>
            <a:ext cx="350124" cy="352202"/>
          </a:xfrm>
          <a:prstGeom prst="rect">
            <a:avLst/>
          </a:prstGeom>
          <a:solidFill>
            <a:srgbClr val="EDFF1A"/>
          </a:solidFill>
          <a:ln w="3175">
            <a:solidFill>
              <a:srgbClr val="EDFF1A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9685496" y="3123299"/>
            <a:ext cx="350124" cy="352202"/>
          </a:xfrm>
          <a:prstGeom prst="rect">
            <a:avLst/>
          </a:prstGeom>
          <a:solidFill>
            <a:srgbClr val="EDFF1A"/>
          </a:solidFill>
          <a:ln w="3175">
            <a:solidFill>
              <a:srgbClr val="EDFF1A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10091111" y="3123299"/>
            <a:ext cx="350124" cy="352202"/>
          </a:xfrm>
          <a:prstGeom prst="rect">
            <a:avLst/>
          </a:prstGeom>
          <a:solidFill>
            <a:srgbClr val="EDFF1A"/>
          </a:solidFill>
          <a:ln w="3175">
            <a:solidFill>
              <a:srgbClr val="EDFF1A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10496727" y="3123299"/>
            <a:ext cx="350124" cy="352202"/>
          </a:xfrm>
          <a:prstGeom prst="rect">
            <a:avLst/>
          </a:prstGeom>
          <a:solidFill>
            <a:srgbClr val="EDFF1A"/>
          </a:solidFill>
          <a:ln w="3175">
            <a:solidFill>
              <a:srgbClr val="EDFF1A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9028847" y="1541714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5C2E0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9434463" y="1541714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5C2E00"/>
          </a:solidFill>
          <a:ln/>
        </p:spPr>
      </p:sp>
      <p:sp>
        <p:nvSpPr>
          <p:cNvPr id="128" name="Shape 126"/>
          <p:cNvSpPr/>
          <p:nvPr/>
        </p:nvSpPr>
        <p:spPr>
          <a:xfrm>
            <a:off x="9840079" y="1541714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5C2E00"/>
          </a:solidFill>
          <a:ln/>
        </p:spPr>
      </p:sp>
      <p:sp>
        <p:nvSpPr>
          <p:cNvPr id="129" name="Shape 127"/>
          <p:cNvSpPr/>
          <p:nvPr/>
        </p:nvSpPr>
        <p:spPr>
          <a:xfrm>
            <a:off x="10245695" y="1541714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5C2E00"/>
          </a:solidFill>
          <a:ln/>
        </p:spPr>
      </p:sp>
      <p:sp>
        <p:nvSpPr>
          <p:cNvPr id="130" name="Shape 128"/>
          <p:cNvSpPr/>
          <p:nvPr/>
        </p:nvSpPr>
        <p:spPr>
          <a:xfrm>
            <a:off x="9028847" y="1953723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5C2E00"/>
          </a:solidFill>
          <a:ln/>
        </p:spPr>
      </p:sp>
      <p:sp>
        <p:nvSpPr>
          <p:cNvPr id="131" name="Shape 129"/>
          <p:cNvSpPr/>
          <p:nvPr/>
        </p:nvSpPr>
        <p:spPr>
          <a:xfrm>
            <a:off x="9434463" y="1953723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5C2E00"/>
          </a:solidFill>
          <a:ln/>
        </p:spPr>
      </p:sp>
      <p:sp>
        <p:nvSpPr>
          <p:cNvPr id="132" name="Shape 130"/>
          <p:cNvSpPr/>
          <p:nvPr/>
        </p:nvSpPr>
        <p:spPr>
          <a:xfrm>
            <a:off x="9840079" y="1953723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5C2E0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10245695" y="1953723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5C2E00"/>
          </a:solidFill>
          <a:ln/>
        </p:spPr>
      </p:sp>
      <p:sp>
        <p:nvSpPr>
          <p:cNvPr id="134" name="Shape 132"/>
          <p:cNvSpPr/>
          <p:nvPr/>
        </p:nvSpPr>
        <p:spPr>
          <a:xfrm>
            <a:off x="9028847" y="2365733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5C2E00"/>
          </a:solidFill>
          <a:ln/>
        </p:spPr>
      </p:sp>
      <p:sp>
        <p:nvSpPr>
          <p:cNvPr id="135" name="Shape 133"/>
          <p:cNvSpPr/>
          <p:nvPr/>
        </p:nvSpPr>
        <p:spPr>
          <a:xfrm>
            <a:off x="9434463" y="2365733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5C2E00"/>
          </a:solidFill>
          <a:ln/>
        </p:spPr>
      </p:sp>
      <p:sp>
        <p:nvSpPr>
          <p:cNvPr id="136" name="Shape 134"/>
          <p:cNvSpPr/>
          <p:nvPr/>
        </p:nvSpPr>
        <p:spPr>
          <a:xfrm>
            <a:off x="9840079" y="2365733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5C2E00"/>
          </a:solidFill>
          <a:ln/>
        </p:spPr>
      </p:sp>
      <p:sp>
        <p:nvSpPr>
          <p:cNvPr id="137" name="Shape 135"/>
          <p:cNvSpPr/>
          <p:nvPr/>
        </p:nvSpPr>
        <p:spPr>
          <a:xfrm>
            <a:off x="10245695" y="2365733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5C2E0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9028847" y="2777743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5C2E00"/>
          </a:solidFill>
          <a:ln/>
        </p:spPr>
      </p:sp>
      <p:sp>
        <p:nvSpPr>
          <p:cNvPr id="139" name="Shape 137"/>
          <p:cNvSpPr/>
          <p:nvPr/>
        </p:nvSpPr>
        <p:spPr>
          <a:xfrm>
            <a:off x="9434463" y="2777743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5C2E00"/>
          </a:solidFill>
          <a:ln/>
        </p:spPr>
      </p:sp>
      <p:sp>
        <p:nvSpPr>
          <p:cNvPr id="140" name="Shape 138"/>
          <p:cNvSpPr/>
          <p:nvPr/>
        </p:nvSpPr>
        <p:spPr>
          <a:xfrm>
            <a:off x="9840079" y="2777743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5C2E00"/>
          </a:solidFill>
          <a:ln/>
        </p:spPr>
      </p:sp>
      <p:sp>
        <p:nvSpPr>
          <p:cNvPr id="141" name="Shape 139"/>
          <p:cNvSpPr/>
          <p:nvPr/>
        </p:nvSpPr>
        <p:spPr>
          <a:xfrm>
            <a:off x="10245695" y="2777743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5C2E00"/>
          </a:solidFill>
          <a:ln/>
        </p:spPr>
      </p:sp>
      <p:sp>
        <p:nvSpPr>
          <p:cNvPr id="142" name="Shape 140"/>
          <p:cNvSpPr/>
          <p:nvPr/>
        </p:nvSpPr>
        <p:spPr>
          <a:xfrm>
            <a:off x="9028847" y="3189753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5C2E00"/>
          </a:solidFill>
          <a:ln/>
        </p:spPr>
      </p:sp>
      <p:sp>
        <p:nvSpPr>
          <p:cNvPr id="143" name="Shape 141"/>
          <p:cNvSpPr/>
          <p:nvPr/>
        </p:nvSpPr>
        <p:spPr>
          <a:xfrm>
            <a:off x="9434463" y="3189753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5C2E00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840079" y="3189753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5C2E00"/>
          </a:solidFill>
          <a:ln/>
        </p:spPr>
      </p:sp>
      <p:sp>
        <p:nvSpPr>
          <p:cNvPr id="145" name="Shape 143"/>
          <p:cNvSpPr/>
          <p:nvPr/>
        </p:nvSpPr>
        <p:spPr>
          <a:xfrm>
            <a:off x="10245695" y="3189753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5C2E00"/>
          </a:solidFill>
          <a:ln/>
        </p:spPr>
      </p:sp>
      <p:sp>
        <p:nvSpPr>
          <p:cNvPr id="146" name="Shape 144"/>
          <p:cNvSpPr/>
          <p:nvPr/>
        </p:nvSpPr>
        <p:spPr>
          <a:xfrm>
            <a:off x="9378972" y="1541714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FF7F00"/>
          </a:solidFill>
          <a:ln/>
        </p:spPr>
      </p:sp>
      <p:sp>
        <p:nvSpPr>
          <p:cNvPr id="147" name="Shape 145"/>
          <p:cNvSpPr/>
          <p:nvPr/>
        </p:nvSpPr>
        <p:spPr>
          <a:xfrm>
            <a:off x="9784587" y="1541714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FF7F00"/>
          </a:solidFill>
          <a:ln/>
        </p:spPr>
      </p:sp>
      <p:sp>
        <p:nvSpPr>
          <p:cNvPr id="148" name="Shape 146"/>
          <p:cNvSpPr/>
          <p:nvPr/>
        </p:nvSpPr>
        <p:spPr>
          <a:xfrm>
            <a:off x="10190203" y="1541714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FF7F00"/>
          </a:solidFill>
          <a:ln/>
        </p:spPr>
      </p:sp>
      <p:sp>
        <p:nvSpPr>
          <p:cNvPr id="149" name="Shape 147"/>
          <p:cNvSpPr/>
          <p:nvPr/>
        </p:nvSpPr>
        <p:spPr>
          <a:xfrm>
            <a:off x="10595819" y="1541714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FF7F00"/>
          </a:solidFill>
          <a:ln/>
        </p:spPr>
      </p:sp>
      <p:sp>
        <p:nvSpPr>
          <p:cNvPr id="150" name="Shape 148"/>
          <p:cNvSpPr/>
          <p:nvPr/>
        </p:nvSpPr>
        <p:spPr>
          <a:xfrm>
            <a:off x="9378972" y="1953723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FF7F00"/>
          </a:solidFill>
          <a:ln/>
        </p:spPr>
      </p:sp>
      <p:sp>
        <p:nvSpPr>
          <p:cNvPr id="151" name="Shape 149"/>
          <p:cNvSpPr/>
          <p:nvPr/>
        </p:nvSpPr>
        <p:spPr>
          <a:xfrm>
            <a:off x="9784587" y="1953723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FF7F00"/>
          </a:solidFill>
          <a:ln/>
        </p:spPr>
      </p:sp>
      <p:sp>
        <p:nvSpPr>
          <p:cNvPr id="152" name="Shape 150"/>
          <p:cNvSpPr/>
          <p:nvPr/>
        </p:nvSpPr>
        <p:spPr>
          <a:xfrm>
            <a:off x="10190203" y="1953723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FF7F00"/>
          </a:solidFill>
          <a:ln/>
        </p:spPr>
      </p:sp>
      <p:sp>
        <p:nvSpPr>
          <p:cNvPr id="153" name="Shape 151"/>
          <p:cNvSpPr/>
          <p:nvPr/>
        </p:nvSpPr>
        <p:spPr>
          <a:xfrm>
            <a:off x="10595819" y="1953723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FF7F00"/>
          </a:solidFill>
          <a:ln/>
        </p:spPr>
      </p:sp>
      <p:sp>
        <p:nvSpPr>
          <p:cNvPr id="154" name="Shape 152"/>
          <p:cNvSpPr/>
          <p:nvPr/>
        </p:nvSpPr>
        <p:spPr>
          <a:xfrm>
            <a:off x="9378972" y="2365733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FF7F00"/>
          </a:solidFill>
          <a:ln/>
        </p:spPr>
      </p:sp>
      <p:sp>
        <p:nvSpPr>
          <p:cNvPr id="155" name="Shape 153"/>
          <p:cNvSpPr/>
          <p:nvPr/>
        </p:nvSpPr>
        <p:spPr>
          <a:xfrm>
            <a:off x="9784587" y="2365733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FF7F00"/>
          </a:solidFill>
          <a:ln/>
        </p:spPr>
      </p:sp>
      <p:sp>
        <p:nvSpPr>
          <p:cNvPr id="156" name="Shape 154"/>
          <p:cNvSpPr/>
          <p:nvPr/>
        </p:nvSpPr>
        <p:spPr>
          <a:xfrm>
            <a:off x="10190203" y="2365733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FF7F00"/>
          </a:solidFill>
          <a:ln/>
        </p:spPr>
      </p:sp>
      <p:sp>
        <p:nvSpPr>
          <p:cNvPr id="157" name="Shape 155"/>
          <p:cNvSpPr/>
          <p:nvPr/>
        </p:nvSpPr>
        <p:spPr>
          <a:xfrm>
            <a:off x="10595819" y="2365733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FF7F00"/>
          </a:solidFill>
          <a:ln/>
        </p:spPr>
      </p:sp>
      <p:sp>
        <p:nvSpPr>
          <p:cNvPr id="158" name="Shape 156"/>
          <p:cNvSpPr/>
          <p:nvPr/>
        </p:nvSpPr>
        <p:spPr>
          <a:xfrm>
            <a:off x="9378972" y="2777743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FF7F00"/>
          </a:solidFill>
          <a:ln/>
        </p:spPr>
      </p:sp>
      <p:sp>
        <p:nvSpPr>
          <p:cNvPr id="159" name="Shape 157"/>
          <p:cNvSpPr/>
          <p:nvPr/>
        </p:nvSpPr>
        <p:spPr>
          <a:xfrm>
            <a:off x="9784587" y="2777743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FF7F00"/>
          </a:solidFill>
          <a:ln/>
        </p:spPr>
      </p:sp>
      <p:sp>
        <p:nvSpPr>
          <p:cNvPr id="160" name="Shape 158"/>
          <p:cNvSpPr/>
          <p:nvPr/>
        </p:nvSpPr>
        <p:spPr>
          <a:xfrm>
            <a:off x="10190203" y="2777743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FF7F00"/>
          </a:solidFill>
          <a:ln/>
        </p:spPr>
      </p:sp>
      <p:sp>
        <p:nvSpPr>
          <p:cNvPr id="161" name="Shape 159"/>
          <p:cNvSpPr/>
          <p:nvPr/>
        </p:nvSpPr>
        <p:spPr>
          <a:xfrm>
            <a:off x="10595819" y="2777743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FF7F00"/>
          </a:solidFill>
          <a:ln/>
        </p:spPr>
      </p:sp>
      <p:sp>
        <p:nvSpPr>
          <p:cNvPr id="162" name="Shape 160"/>
          <p:cNvSpPr/>
          <p:nvPr/>
        </p:nvSpPr>
        <p:spPr>
          <a:xfrm>
            <a:off x="9378972" y="3189753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FF7F00"/>
          </a:solidFill>
          <a:ln/>
        </p:spPr>
      </p:sp>
      <p:sp>
        <p:nvSpPr>
          <p:cNvPr id="163" name="Shape 161"/>
          <p:cNvSpPr/>
          <p:nvPr/>
        </p:nvSpPr>
        <p:spPr>
          <a:xfrm>
            <a:off x="9784587" y="3189753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FF7F00"/>
          </a:solidFill>
          <a:ln/>
        </p:spPr>
      </p:sp>
      <p:sp>
        <p:nvSpPr>
          <p:cNvPr id="164" name="Shape 162"/>
          <p:cNvSpPr/>
          <p:nvPr/>
        </p:nvSpPr>
        <p:spPr>
          <a:xfrm>
            <a:off x="10190203" y="3189753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FF7F00"/>
          </a:solidFill>
          <a:ln/>
        </p:spPr>
      </p:sp>
      <p:sp>
        <p:nvSpPr>
          <p:cNvPr id="165" name="Shape 163"/>
          <p:cNvSpPr/>
          <p:nvPr/>
        </p:nvSpPr>
        <p:spPr>
          <a:xfrm>
            <a:off x="10595819" y="3189753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FF7F00"/>
          </a:solidFill>
          <a:ln/>
        </p:spPr>
      </p:sp>
      <p:sp>
        <p:nvSpPr>
          <p:cNvPr id="166" name="Shape 164"/>
          <p:cNvSpPr/>
          <p:nvPr/>
        </p:nvSpPr>
        <p:spPr>
          <a:xfrm>
            <a:off x="9028847" y="1714492"/>
            <a:ext cx="350124" cy="352202"/>
          </a:xfrm>
          <a:prstGeom prst="rect">
            <a:avLst/>
          </a:prstGeom>
          <a:solidFill>
            <a:srgbClr val="FF7F00"/>
          </a:solidFill>
          <a:ln w="3175">
            <a:solidFill>
              <a:srgbClr val="FF7F0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9434463" y="1714492"/>
            <a:ext cx="350124" cy="352202"/>
          </a:xfrm>
          <a:prstGeom prst="rect">
            <a:avLst/>
          </a:prstGeom>
          <a:solidFill>
            <a:srgbClr val="FF7F00"/>
          </a:solidFill>
          <a:ln w="3175">
            <a:solidFill>
              <a:srgbClr val="FF7F0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9840079" y="1714492"/>
            <a:ext cx="350124" cy="352202"/>
          </a:xfrm>
          <a:prstGeom prst="rect">
            <a:avLst/>
          </a:prstGeom>
          <a:solidFill>
            <a:srgbClr val="FF7F00"/>
          </a:solidFill>
          <a:ln w="3175">
            <a:solidFill>
              <a:srgbClr val="FF7F0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10245695" y="1714492"/>
            <a:ext cx="350124" cy="352202"/>
          </a:xfrm>
          <a:prstGeom prst="rect">
            <a:avLst/>
          </a:prstGeom>
          <a:solidFill>
            <a:srgbClr val="FF7F00"/>
          </a:solidFill>
          <a:ln w="3175">
            <a:solidFill>
              <a:srgbClr val="FF7F0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9028847" y="2126502"/>
            <a:ext cx="350124" cy="352202"/>
          </a:xfrm>
          <a:prstGeom prst="rect">
            <a:avLst/>
          </a:prstGeom>
          <a:solidFill>
            <a:srgbClr val="FF7F00"/>
          </a:solidFill>
          <a:ln w="3175">
            <a:solidFill>
              <a:srgbClr val="FF7F0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9434463" y="2126502"/>
            <a:ext cx="350124" cy="352202"/>
          </a:xfrm>
          <a:prstGeom prst="rect">
            <a:avLst/>
          </a:prstGeom>
          <a:solidFill>
            <a:srgbClr val="FF7F00"/>
          </a:solidFill>
          <a:ln w="3175">
            <a:solidFill>
              <a:srgbClr val="FF7F0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9840079" y="2126502"/>
            <a:ext cx="350124" cy="352202"/>
          </a:xfrm>
          <a:prstGeom prst="rect">
            <a:avLst/>
          </a:prstGeom>
          <a:solidFill>
            <a:srgbClr val="FF7F00"/>
          </a:solidFill>
          <a:ln w="3175">
            <a:solidFill>
              <a:srgbClr val="FF7F0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10245695" y="2126502"/>
            <a:ext cx="350124" cy="352202"/>
          </a:xfrm>
          <a:prstGeom prst="rect">
            <a:avLst/>
          </a:prstGeom>
          <a:solidFill>
            <a:srgbClr val="FF7F00"/>
          </a:solidFill>
          <a:ln w="3175">
            <a:solidFill>
              <a:srgbClr val="FF7F0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9028847" y="2538511"/>
            <a:ext cx="350124" cy="352202"/>
          </a:xfrm>
          <a:prstGeom prst="rect">
            <a:avLst/>
          </a:prstGeom>
          <a:solidFill>
            <a:srgbClr val="FF7F00"/>
          </a:solidFill>
          <a:ln w="3175">
            <a:solidFill>
              <a:srgbClr val="FF7F0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9434463" y="2538511"/>
            <a:ext cx="350124" cy="352202"/>
          </a:xfrm>
          <a:prstGeom prst="rect">
            <a:avLst/>
          </a:prstGeom>
          <a:solidFill>
            <a:srgbClr val="FF7F00"/>
          </a:solidFill>
          <a:ln w="3175">
            <a:solidFill>
              <a:srgbClr val="FF7F0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9840079" y="2538511"/>
            <a:ext cx="350124" cy="352202"/>
          </a:xfrm>
          <a:prstGeom prst="rect">
            <a:avLst/>
          </a:prstGeom>
          <a:solidFill>
            <a:srgbClr val="FF7F00"/>
          </a:solidFill>
          <a:ln w="3175">
            <a:solidFill>
              <a:srgbClr val="FF7F0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10245695" y="2538511"/>
            <a:ext cx="350124" cy="352202"/>
          </a:xfrm>
          <a:prstGeom prst="rect">
            <a:avLst/>
          </a:prstGeom>
          <a:solidFill>
            <a:srgbClr val="FF7F00"/>
          </a:solidFill>
          <a:ln w="3175">
            <a:solidFill>
              <a:srgbClr val="FF7F0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9028847" y="2950521"/>
            <a:ext cx="350124" cy="352202"/>
          </a:xfrm>
          <a:prstGeom prst="rect">
            <a:avLst/>
          </a:prstGeom>
          <a:solidFill>
            <a:srgbClr val="FF7F00"/>
          </a:solidFill>
          <a:ln w="3175">
            <a:solidFill>
              <a:srgbClr val="FF7F0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9434463" y="2950521"/>
            <a:ext cx="350124" cy="352202"/>
          </a:xfrm>
          <a:prstGeom prst="rect">
            <a:avLst/>
          </a:prstGeom>
          <a:solidFill>
            <a:srgbClr val="FF7F00"/>
          </a:solidFill>
          <a:ln w="3175">
            <a:solidFill>
              <a:srgbClr val="FF7F0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9840079" y="2950521"/>
            <a:ext cx="350124" cy="352202"/>
          </a:xfrm>
          <a:prstGeom prst="rect">
            <a:avLst/>
          </a:prstGeom>
          <a:solidFill>
            <a:srgbClr val="FF7F00"/>
          </a:solidFill>
          <a:ln w="3175">
            <a:solidFill>
              <a:srgbClr val="FF7F0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10245695" y="2950521"/>
            <a:ext cx="350124" cy="352202"/>
          </a:xfrm>
          <a:prstGeom prst="rect">
            <a:avLst/>
          </a:prstGeom>
          <a:solidFill>
            <a:srgbClr val="FF7F00"/>
          </a:solidFill>
          <a:ln w="3175">
            <a:solidFill>
              <a:srgbClr val="FF7F0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9028847" y="3362531"/>
            <a:ext cx="350124" cy="352202"/>
          </a:xfrm>
          <a:prstGeom prst="rect">
            <a:avLst/>
          </a:prstGeom>
          <a:solidFill>
            <a:srgbClr val="FF7F00"/>
          </a:solidFill>
          <a:ln w="3175">
            <a:solidFill>
              <a:srgbClr val="FF7F0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9434463" y="3362531"/>
            <a:ext cx="350124" cy="352202"/>
          </a:xfrm>
          <a:prstGeom prst="rect">
            <a:avLst/>
          </a:prstGeom>
          <a:solidFill>
            <a:srgbClr val="FF7F00"/>
          </a:solidFill>
          <a:ln w="3175">
            <a:solidFill>
              <a:srgbClr val="FF7F0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9840079" y="3362531"/>
            <a:ext cx="350124" cy="352202"/>
          </a:xfrm>
          <a:prstGeom prst="rect">
            <a:avLst/>
          </a:prstGeom>
          <a:solidFill>
            <a:srgbClr val="FF7F00"/>
          </a:solidFill>
          <a:ln w="3175">
            <a:solidFill>
              <a:srgbClr val="FF7F0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10245695" y="3362531"/>
            <a:ext cx="350124" cy="352202"/>
          </a:xfrm>
          <a:prstGeom prst="rect">
            <a:avLst/>
          </a:prstGeom>
          <a:solidFill>
            <a:srgbClr val="FF7F00"/>
          </a:solidFill>
          <a:ln w="3175">
            <a:solidFill>
              <a:srgbClr val="FF7F0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8817452" y="1780945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187" name="Shape 185"/>
          <p:cNvSpPr/>
          <p:nvPr/>
        </p:nvSpPr>
        <p:spPr>
          <a:xfrm>
            <a:off x="9223067" y="1780945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188" name="Shape 186"/>
          <p:cNvSpPr/>
          <p:nvPr/>
        </p:nvSpPr>
        <p:spPr>
          <a:xfrm>
            <a:off x="9628683" y="1780945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189" name="Shape 187"/>
          <p:cNvSpPr/>
          <p:nvPr/>
        </p:nvSpPr>
        <p:spPr>
          <a:xfrm>
            <a:off x="10034299" y="1780945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190" name="Shape 188"/>
          <p:cNvSpPr/>
          <p:nvPr/>
        </p:nvSpPr>
        <p:spPr>
          <a:xfrm>
            <a:off x="8817452" y="2192955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191" name="Shape 189"/>
          <p:cNvSpPr/>
          <p:nvPr/>
        </p:nvSpPr>
        <p:spPr>
          <a:xfrm>
            <a:off x="9223067" y="2192955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192" name="Shape 190"/>
          <p:cNvSpPr/>
          <p:nvPr/>
        </p:nvSpPr>
        <p:spPr>
          <a:xfrm>
            <a:off x="9628683" y="2192955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193" name="Shape 191"/>
          <p:cNvSpPr/>
          <p:nvPr/>
        </p:nvSpPr>
        <p:spPr>
          <a:xfrm>
            <a:off x="10034299" y="2192955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194" name="Shape 192"/>
          <p:cNvSpPr/>
          <p:nvPr/>
        </p:nvSpPr>
        <p:spPr>
          <a:xfrm>
            <a:off x="8817452" y="2604965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195" name="Shape 193"/>
          <p:cNvSpPr/>
          <p:nvPr/>
        </p:nvSpPr>
        <p:spPr>
          <a:xfrm>
            <a:off x="9223067" y="2604965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196" name="Shape 194"/>
          <p:cNvSpPr/>
          <p:nvPr/>
        </p:nvSpPr>
        <p:spPr>
          <a:xfrm>
            <a:off x="9628683" y="2604965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197" name="Shape 195"/>
          <p:cNvSpPr/>
          <p:nvPr/>
        </p:nvSpPr>
        <p:spPr>
          <a:xfrm>
            <a:off x="10034299" y="2604965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198" name="Shape 196"/>
          <p:cNvSpPr/>
          <p:nvPr/>
        </p:nvSpPr>
        <p:spPr>
          <a:xfrm>
            <a:off x="8817452" y="3016974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199" name="Shape 197"/>
          <p:cNvSpPr/>
          <p:nvPr/>
        </p:nvSpPr>
        <p:spPr>
          <a:xfrm>
            <a:off x="9223067" y="3016974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200" name="Shape 198"/>
          <p:cNvSpPr/>
          <p:nvPr/>
        </p:nvSpPr>
        <p:spPr>
          <a:xfrm>
            <a:off x="9628683" y="3016974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201" name="Shape 199"/>
          <p:cNvSpPr/>
          <p:nvPr/>
        </p:nvSpPr>
        <p:spPr>
          <a:xfrm>
            <a:off x="10034299" y="3016974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202" name="Shape 200"/>
          <p:cNvSpPr/>
          <p:nvPr/>
        </p:nvSpPr>
        <p:spPr>
          <a:xfrm>
            <a:off x="8817452" y="3428984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203" name="Shape 201"/>
          <p:cNvSpPr/>
          <p:nvPr/>
        </p:nvSpPr>
        <p:spPr>
          <a:xfrm>
            <a:off x="9223067" y="3428984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204" name="Shape 202"/>
          <p:cNvSpPr/>
          <p:nvPr/>
        </p:nvSpPr>
        <p:spPr>
          <a:xfrm>
            <a:off x="9628683" y="3428984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205" name="Shape 203"/>
          <p:cNvSpPr/>
          <p:nvPr/>
        </p:nvSpPr>
        <p:spPr>
          <a:xfrm>
            <a:off x="10034299" y="3428984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206" name="Shape 204"/>
          <p:cNvSpPr/>
          <p:nvPr/>
        </p:nvSpPr>
        <p:spPr>
          <a:xfrm>
            <a:off x="9167576" y="1780945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7CFC00"/>
          </a:solidFill>
          <a:ln/>
        </p:spPr>
      </p:sp>
      <p:sp>
        <p:nvSpPr>
          <p:cNvPr id="207" name="Shape 205"/>
          <p:cNvSpPr/>
          <p:nvPr/>
        </p:nvSpPr>
        <p:spPr>
          <a:xfrm>
            <a:off x="9573192" y="1780945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7CFC00"/>
          </a:solidFill>
          <a:ln/>
        </p:spPr>
      </p:sp>
      <p:sp>
        <p:nvSpPr>
          <p:cNvPr id="208" name="Shape 206"/>
          <p:cNvSpPr/>
          <p:nvPr/>
        </p:nvSpPr>
        <p:spPr>
          <a:xfrm>
            <a:off x="9978807" y="1780945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7CFC00"/>
          </a:solidFill>
          <a:ln/>
        </p:spPr>
      </p:sp>
      <p:sp>
        <p:nvSpPr>
          <p:cNvPr id="209" name="Shape 207"/>
          <p:cNvSpPr/>
          <p:nvPr/>
        </p:nvSpPr>
        <p:spPr>
          <a:xfrm>
            <a:off x="10384423" y="1780945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7CFC00"/>
          </a:solidFill>
          <a:ln/>
        </p:spPr>
      </p:sp>
      <p:sp>
        <p:nvSpPr>
          <p:cNvPr id="210" name="Shape 208"/>
          <p:cNvSpPr/>
          <p:nvPr/>
        </p:nvSpPr>
        <p:spPr>
          <a:xfrm>
            <a:off x="9167576" y="2192955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7CFC00"/>
          </a:solidFill>
          <a:ln/>
        </p:spPr>
      </p:sp>
      <p:sp>
        <p:nvSpPr>
          <p:cNvPr id="211" name="Shape 209"/>
          <p:cNvSpPr/>
          <p:nvPr/>
        </p:nvSpPr>
        <p:spPr>
          <a:xfrm>
            <a:off x="9573192" y="2192955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7CFC00"/>
          </a:solidFill>
          <a:ln/>
        </p:spPr>
      </p:sp>
      <p:sp>
        <p:nvSpPr>
          <p:cNvPr id="212" name="Shape 210"/>
          <p:cNvSpPr/>
          <p:nvPr/>
        </p:nvSpPr>
        <p:spPr>
          <a:xfrm>
            <a:off x="9978807" y="2192955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7CFC00"/>
          </a:solidFill>
          <a:ln/>
        </p:spPr>
      </p:sp>
      <p:sp>
        <p:nvSpPr>
          <p:cNvPr id="213" name="Shape 211"/>
          <p:cNvSpPr/>
          <p:nvPr/>
        </p:nvSpPr>
        <p:spPr>
          <a:xfrm>
            <a:off x="10384423" y="2192955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7CFC00"/>
          </a:solidFill>
          <a:ln/>
        </p:spPr>
      </p:sp>
      <p:sp>
        <p:nvSpPr>
          <p:cNvPr id="214" name="Shape 212"/>
          <p:cNvSpPr/>
          <p:nvPr/>
        </p:nvSpPr>
        <p:spPr>
          <a:xfrm>
            <a:off x="9167576" y="2604965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7CFC00"/>
          </a:solidFill>
          <a:ln/>
        </p:spPr>
      </p:sp>
      <p:sp>
        <p:nvSpPr>
          <p:cNvPr id="215" name="Shape 213"/>
          <p:cNvSpPr/>
          <p:nvPr/>
        </p:nvSpPr>
        <p:spPr>
          <a:xfrm>
            <a:off x="9573192" y="2604965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7CFC00"/>
          </a:solidFill>
          <a:ln/>
        </p:spPr>
      </p:sp>
      <p:sp>
        <p:nvSpPr>
          <p:cNvPr id="216" name="Shape 214"/>
          <p:cNvSpPr/>
          <p:nvPr/>
        </p:nvSpPr>
        <p:spPr>
          <a:xfrm>
            <a:off x="9978807" y="2604965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7CFC00"/>
          </a:solidFill>
          <a:ln/>
        </p:spPr>
      </p:sp>
      <p:sp>
        <p:nvSpPr>
          <p:cNvPr id="217" name="Shape 215"/>
          <p:cNvSpPr/>
          <p:nvPr/>
        </p:nvSpPr>
        <p:spPr>
          <a:xfrm>
            <a:off x="10384423" y="2604965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7CFC00"/>
          </a:solidFill>
          <a:ln/>
        </p:spPr>
      </p:sp>
      <p:sp>
        <p:nvSpPr>
          <p:cNvPr id="218" name="Shape 216"/>
          <p:cNvSpPr/>
          <p:nvPr/>
        </p:nvSpPr>
        <p:spPr>
          <a:xfrm>
            <a:off x="9167576" y="3016974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7CFC00"/>
          </a:solidFill>
          <a:ln/>
        </p:spPr>
      </p:sp>
      <p:sp>
        <p:nvSpPr>
          <p:cNvPr id="219" name="Shape 217"/>
          <p:cNvSpPr/>
          <p:nvPr/>
        </p:nvSpPr>
        <p:spPr>
          <a:xfrm>
            <a:off x="9573192" y="3016974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7CFC00"/>
          </a:solidFill>
          <a:ln/>
        </p:spPr>
      </p:sp>
      <p:sp>
        <p:nvSpPr>
          <p:cNvPr id="220" name="Shape 218"/>
          <p:cNvSpPr/>
          <p:nvPr/>
        </p:nvSpPr>
        <p:spPr>
          <a:xfrm>
            <a:off x="9978807" y="3016974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7CFC00"/>
          </a:solidFill>
          <a:ln/>
        </p:spPr>
      </p:sp>
      <p:sp>
        <p:nvSpPr>
          <p:cNvPr id="221" name="Shape 219"/>
          <p:cNvSpPr/>
          <p:nvPr/>
        </p:nvSpPr>
        <p:spPr>
          <a:xfrm>
            <a:off x="10384423" y="3016974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7CFC00"/>
          </a:solidFill>
          <a:ln/>
        </p:spPr>
      </p:sp>
      <p:sp>
        <p:nvSpPr>
          <p:cNvPr id="222" name="Shape 220"/>
          <p:cNvSpPr/>
          <p:nvPr/>
        </p:nvSpPr>
        <p:spPr>
          <a:xfrm>
            <a:off x="9167576" y="3428984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7CFC00"/>
          </a:solidFill>
          <a:ln/>
        </p:spPr>
      </p:sp>
      <p:sp>
        <p:nvSpPr>
          <p:cNvPr id="223" name="Shape 221"/>
          <p:cNvSpPr/>
          <p:nvPr/>
        </p:nvSpPr>
        <p:spPr>
          <a:xfrm>
            <a:off x="9573192" y="3428984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7CFC00"/>
          </a:solidFill>
          <a:ln/>
        </p:spPr>
      </p:sp>
      <p:sp>
        <p:nvSpPr>
          <p:cNvPr id="224" name="Shape 222"/>
          <p:cNvSpPr/>
          <p:nvPr/>
        </p:nvSpPr>
        <p:spPr>
          <a:xfrm>
            <a:off x="9978807" y="3428984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7CFC00"/>
          </a:solidFill>
          <a:ln/>
        </p:spPr>
      </p:sp>
      <p:sp>
        <p:nvSpPr>
          <p:cNvPr id="225" name="Shape 223"/>
          <p:cNvSpPr/>
          <p:nvPr/>
        </p:nvSpPr>
        <p:spPr>
          <a:xfrm>
            <a:off x="10384423" y="3428984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7CFC00"/>
          </a:solidFill>
          <a:ln/>
        </p:spPr>
      </p:sp>
      <p:sp>
        <p:nvSpPr>
          <p:cNvPr id="226" name="Shape 224"/>
          <p:cNvSpPr/>
          <p:nvPr/>
        </p:nvSpPr>
        <p:spPr>
          <a:xfrm>
            <a:off x="8817452" y="1953723"/>
            <a:ext cx="350124" cy="352202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9223067" y="1953723"/>
            <a:ext cx="350124" cy="352202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9628683" y="1953723"/>
            <a:ext cx="350124" cy="352202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10034299" y="1953723"/>
            <a:ext cx="350124" cy="352202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8817452" y="2365733"/>
            <a:ext cx="350124" cy="352202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9223067" y="2365733"/>
            <a:ext cx="350124" cy="352202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9628683" y="2365733"/>
            <a:ext cx="350124" cy="352202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10034299" y="2365733"/>
            <a:ext cx="350124" cy="352202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8817452" y="2777743"/>
            <a:ext cx="350124" cy="352202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9223067" y="2777743"/>
            <a:ext cx="350124" cy="352202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9628683" y="2777743"/>
            <a:ext cx="350124" cy="352202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10034299" y="2777743"/>
            <a:ext cx="350124" cy="352202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8817452" y="3189753"/>
            <a:ext cx="350124" cy="352202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9223067" y="3189753"/>
            <a:ext cx="350124" cy="352202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9628683" y="3189753"/>
            <a:ext cx="350124" cy="352202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10034299" y="3189753"/>
            <a:ext cx="350124" cy="352202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8817452" y="3601762"/>
            <a:ext cx="350124" cy="352202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9223067" y="3601762"/>
            <a:ext cx="350124" cy="352202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9628683" y="3601762"/>
            <a:ext cx="350124" cy="352202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10034299" y="3601762"/>
            <a:ext cx="350124" cy="352202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8553207" y="2020177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4E0050"/>
          </a:solidFill>
          <a:ln/>
        </p:spPr>
      </p:sp>
      <p:sp>
        <p:nvSpPr>
          <p:cNvPr id="247" name="Shape 245"/>
          <p:cNvSpPr/>
          <p:nvPr/>
        </p:nvSpPr>
        <p:spPr>
          <a:xfrm>
            <a:off x="8958823" y="2020177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4E0050"/>
          </a:solidFill>
          <a:ln/>
        </p:spPr>
      </p:sp>
      <p:sp>
        <p:nvSpPr>
          <p:cNvPr id="248" name="Shape 246"/>
          <p:cNvSpPr/>
          <p:nvPr/>
        </p:nvSpPr>
        <p:spPr>
          <a:xfrm>
            <a:off x="9364438" y="2020177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4E0050"/>
          </a:solidFill>
          <a:ln/>
        </p:spPr>
      </p:sp>
      <p:sp>
        <p:nvSpPr>
          <p:cNvPr id="249" name="Shape 247"/>
          <p:cNvSpPr/>
          <p:nvPr/>
        </p:nvSpPr>
        <p:spPr>
          <a:xfrm>
            <a:off x="9770054" y="2020177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4E0050"/>
          </a:solidFill>
          <a:ln/>
        </p:spPr>
      </p:sp>
      <p:sp>
        <p:nvSpPr>
          <p:cNvPr id="250" name="Shape 248"/>
          <p:cNvSpPr/>
          <p:nvPr/>
        </p:nvSpPr>
        <p:spPr>
          <a:xfrm>
            <a:off x="8553207" y="2432186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4E0050"/>
          </a:solidFill>
          <a:ln/>
        </p:spPr>
      </p:sp>
      <p:sp>
        <p:nvSpPr>
          <p:cNvPr id="251" name="Shape 249"/>
          <p:cNvSpPr/>
          <p:nvPr/>
        </p:nvSpPr>
        <p:spPr>
          <a:xfrm>
            <a:off x="8958823" y="2432186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4E0050"/>
          </a:solidFill>
          <a:ln/>
        </p:spPr>
      </p:sp>
      <p:sp>
        <p:nvSpPr>
          <p:cNvPr id="252" name="Shape 250"/>
          <p:cNvSpPr/>
          <p:nvPr/>
        </p:nvSpPr>
        <p:spPr>
          <a:xfrm>
            <a:off x="9364438" y="2432186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4E0050"/>
          </a:solidFill>
          <a:ln/>
        </p:spPr>
      </p:sp>
      <p:sp>
        <p:nvSpPr>
          <p:cNvPr id="253" name="Shape 251"/>
          <p:cNvSpPr/>
          <p:nvPr/>
        </p:nvSpPr>
        <p:spPr>
          <a:xfrm>
            <a:off x="9770054" y="2432186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4E0050"/>
          </a:solidFill>
          <a:ln/>
        </p:spPr>
      </p:sp>
      <p:sp>
        <p:nvSpPr>
          <p:cNvPr id="254" name="Shape 252"/>
          <p:cNvSpPr/>
          <p:nvPr/>
        </p:nvSpPr>
        <p:spPr>
          <a:xfrm>
            <a:off x="8553207" y="2844196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4E0050"/>
          </a:solidFill>
          <a:ln/>
        </p:spPr>
      </p:sp>
      <p:sp>
        <p:nvSpPr>
          <p:cNvPr id="255" name="Shape 253"/>
          <p:cNvSpPr/>
          <p:nvPr/>
        </p:nvSpPr>
        <p:spPr>
          <a:xfrm>
            <a:off x="8958823" y="2844196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4E0050"/>
          </a:solidFill>
          <a:ln/>
        </p:spPr>
      </p:sp>
      <p:sp>
        <p:nvSpPr>
          <p:cNvPr id="256" name="Shape 254"/>
          <p:cNvSpPr/>
          <p:nvPr/>
        </p:nvSpPr>
        <p:spPr>
          <a:xfrm>
            <a:off x="9364438" y="2844196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4E0050"/>
          </a:solidFill>
          <a:ln/>
        </p:spPr>
      </p:sp>
      <p:sp>
        <p:nvSpPr>
          <p:cNvPr id="257" name="Shape 255"/>
          <p:cNvSpPr/>
          <p:nvPr/>
        </p:nvSpPr>
        <p:spPr>
          <a:xfrm>
            <a:off x="9770054" y="2844196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4E0050"/>
          </a:solidFill>
          <a:ln/>
        </p:spPr>
      </p:sp>
      <p:sp>
        <p:nvSpPr>
          <p:cNvPr id="258" name="Shape 256"/>
          <p:cNvSpPr/>
          <p:nvPr/>
        </p:nvSpPr>
        <p:spPr>
          <a:xfrm>
            <a:off x="8553207" y="3256206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4E0050"/>
          </a:solidFill>
          <a:ln/>
        </p:spPr>
      </p:sp>
      <p:sp>
        <p:nvSpPr>
          <p:cNvPr id="259" name="Shape 257"/>
          <p:cNvSpPr/>
          <p:nvPr/>
        </p:nvSpPr>
        <p:spPr>
          <a:xfrm>
            <a:off x="8958823" y="3256206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4E0050"/>
          </a:solidFill>
          <a:ln/>
        </p:spPr>
      </p:sp>
      <p:sp>
        <p:nvSpPr>
          <p:cNvPr id="260" name="Shape 258"/>
          <p:cNvSpPr/>
          <p:nvPr/>
        </p:nvSpPr>
        <p:spPr>
          <a:xfrm>
            <a:off x="9364438" y="3256206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4E0050"/>
          </a:solidFill>
          <a:ln/>
        </p:spPr>
      </p:sp>
      <p:sp>
        <p:nvSpPr>
          <p:cNvPr id="261" name="Shape 259"/>
          <p:cNvSpPr/>
          <p:nvPr/>
        </p:nvSpPr>
        <p:spPr>
          <a:xfrm>
            <a:off x="9770054" y="3256206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4E0050"/>
          </a:solidFill>
          <a:ln/>
        </p:spPr>
      </p:sp>
      <p:sp>
        <p:nvSpPr>
          <p:cNvPr id="262" name="Shape 260"/>
          <p:cNvSpPr/>
          <p:nvPr/>
        </p:nvSpPr>
        <p:spPr>
          <a:xfrm>
            <a:off x="8553207" y="3668215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4E0050"/>
          </a:solidFill>
          <a:ln/>
        </p:spPr>
      </p:sp>
      <p:sp>
        <p:nvSpPr>
          <p:cNvPr id="263" name="Shape 261"/>
          <p:cNvSpPr/>
          <p:nvPr/>
        </p:nvSpPr>
        <p:spPr>
          <a:xfrm>
            <a:off x="8958823" y="3668215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4E0050"/>
          </a:solidFill>
          <a:ln/>
        </p:spPr>
      </p:sp>
      <p:sp>
        <p:nvSpPr>
          <p:cNvPr id="264" name="Shape 262"/>
          <p:cNvSpPr/>
          <p:nvPr/>
        </p:nvSpPr>
        <p:spPr>
          <a:xfrm>
            <a:off x="9364438" y="3668215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4E0050"/>
          </a:solidFill>
          <a:ln/>
        </p:spPr>
      </p:sp>
      <p:sp>
        <p:nvSpPr>
          <p:cNvPr id="265" name="Shape 263"/>
          <p:cNvSpPr/>
          <p:nvPr/>
        </p:nvSpPr>
        <p:spPr>
          <a:xfrm>
            <a:off x="9770054" y="3668215"/>
            <a:ext cx="543023" cy="172778"/>
          </a:xfrm>
          <a:custGeom>
            <a:avLst/>
            <a:gdLst/>
            <a:ahLst/>
            <a:cxnLst/>
            <a:rect l="l" t="t" r="r" b="b"/>
            <a:pathLst>
              <a:path w="543023" h="172778">
                <a:moveTo>
                  <a:pt x="0" y="172778"/>
                </a:moveTo>
                <a:lnTo>
                  <a:pt x="350124" y="172778"/>
                </a:lnTo>
                <a:lnTo>
                  <a:pt x="543023" y="0"/>
                </a:lnTo>
                <a:lnTo>
                  <a:pt x="177044" y="0"/>
                </a:lnTo>
                <a:close/>
              </a:path>
            </a:pathLst>
          </a:custGeom>
          <a:solidFill>
            <a:srgbClr val="4E0050"/>
          </a:solidFill>
          <a:ln/>
        </p:spPr>
      </p:sp>
      <p:sp>
        <p:nvSpPr>
          <p:cNvPr id="266" name="Shape 264"/>
          <p:cNvSpPr/>
          <p:nvPr/>
        </p:nvSpPr>
        <p:spPr>
          <a:xfrm>
            <a:off x="8903331" y="2020177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CC00CC"/>
          </a:solidFill>
          <a:ln/>
        </p:spPr>
      </p:sp>
      <p:sp>
        <p:nvSpPr>
          <p:cNvPr id="267" name="Shape 265"/>
          <p:cNvSpPr/>
          <p:nvPr/>
        </p:nvSpPr>
        <p:spPr>
          <a:xfrm>
            <a:off x="9308947" y="2020177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CC00CC"/>
          </a:solidFill>
          <a:ln/>
        </p:spPr>
      </p:sp>
      <p:sp>
        <p:nvSpPr>
          <p:cNvPr id="268" name="Shape 266"/>
          <p:cNvSpPr/>
          <p:nvPr/>
        </p:nvSpPr>
        <p:spPr>
          <a:xfrm>
            <a:off x="9714563" y="2020177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CC00CC"/>
          </a:solidFill>
          <a:ln/>
        </p:spPr>
      </p:sp>
      <p:sp>
        <p:nvSpPr>
          <p:cNvPr id="269" name="Shape 267"/>
          <p:cNvSpPr/>
          <p:nvPr/>
        </p:nvSpPr>
        <p:spPr>
          <a:xfrm>
            <a:off x="10120178" y="2020177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CC00CC"/>
          </a:solidFill>
          <a:ln/>
        </p:spPr>
      </p:sp>
      <p:sp>
        <p:nvSpPr>
          <p:cNvPr id="270" name="Shape 268"/>
          <p:cNvSpPr/>
          <p:nvPr/>
        </p:nvSpPr>
        <p:spPr>
          <a:xfrm>
            <a:off x="8903331" y="2432186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CC00CC"/>
          </a:solidFill>
          <a:ln/>
        </p:spPr>
      </p:sp>
      <p:sp>
        <p:nvSpPr>
          <p:cNvPr id="271" name="Shape 269"/>
          <p:cNvSpPr/>
          <p:nvPr/>
        </p:nvSpPr>
        <p:spPr>
          <a:xfrm>
            <a:off x="9308947" y="2432186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CC00CC"/>
          </a:solidFill>
          <a:ln/>
        </p:spPr>
      </p:sp>
      <p:sp>
        <p:nvSpPr>
          <p:cNvPr id="272" name="Shape 270"/>
          <p:cNvSpPr/>
          <p:nvPr/>
        </p:nvSpPr>
        <p:spPr>
          <a:xfrm>
            <a:off x="9714563" y="2432186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CC00CC"/>
          </a:solidFill>
          <a:ln/>
        </p:spPr>
      </p:sp>
      <p:sp>
        <p:nvSpPr>
          <p:cNvPr id="273" name="Shape 271"/>
          <p:cNvSpPr/>
          <p:nvPr/>
        </p:nvSpPr>
        <p:spPr>
          <a:xfrm>
            <a:off x="10120178" y="2432186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CC00CC"/>
          </a:solidFill>
          <a:ln/>
        </p:spPr>
      </p:sp>
      <p:sp>
        <p:nvSpPr>
          <p:cNvPr id="274" name="Shape 272"/>
          <p:cNvSpPr/>
          <p:nvPr/>
        </p:nvSpPr>
        <p:spPr>
          <a:xfrm>
            <a:off x="8903331" y="2844196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CC00CC"/>
          </a:solidFill>
          <a:ln/>
        </p:spPr>
      </p:sp>
      <p:sp>
        <p:nvSpPr>
          <p:cNvPr id="275" name="Shape 273"/>
          <p:cNvSpPr/>
          <p:nvPr/>
        </p:nvSpPr>
        <p:spPr>
          <a:xfrm>
            <a:off x="9308947" y="2844196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CC00CC"/>
          </a:solidFill>
          <a:ln/>
        </p:spPr>
      </p:sp>
      <p:sp>
        <p:nvSpPr>
          <p:cNvPr id="276" name="Shape 274"/>
          <p:cNvSpPr/>
          <p:nvPr/>
        </p:nvSpPr>
        <p:spPr>
          <a:xfrm>
            <a:off x="9714563" y="2844196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CC00CC"/>
          </a:solidFill>
          <a:ln/>
        </p:spPr>
      </p:sp>
      <p:sp>
        <p:nvSpPr>
          <p:cNvPr id="277" name="Shape 275"/>
          <p:cNvSpPr/>
          <p:nvPr/>
        </p:nvSpPr>
        <p:spPr>
          <a:xfrm>
            <a:off x="10120178" y="2844196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CC00CC"/>
          </a:solidFill>
          <a:ln/>
        </p:spPr>
      </p:sp>
      <p:sp>
        <p:nvSpPr>
          <p:cNvPr id="278" name="Shape 276"/>
          <p:cNvSpPr/>
          <p:nvPr/>
        </p:nvSpPr>
        <p:spPr>
          <a:xfrm>
            <a:off x="8903331" y="3256206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CC00CC"/>
          </a:solidFill>
          <a:ln/>
        </p:spPr>
      </p:sp>
      <p:sp>
        <p:nvSpPr>
          <p:cNvPr id="279" name="Shape 277"/>
          <p:cNvSpPr/>
          <p:nvPr/>
        </p:nvSpPr>
        <p:spPr>
          <a:xfrm>
            <a:off x="9308947" y="3256206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CC00CC"/>
          </a:solidFill>
          <a:ln/>
        </p:spPr>
      </p:sp>
      <p:sp>
        <p:nvSpPr>
          <p:cNvPr id="280" name="Shape 278"/>
          <p:cNvSpPr/>
          <p:nvPr/>
        </p:nvSpPr>
        <p:spPr>
          <a:xfrm>
            <a:off x="9714563" y="3256206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CC00CC"/>
          </a:solidFill>
          <a:ln/>
        </p:spPr>
      </p:sp>
      <p:sp>
        <p:nvSpPr>
          <p:cNvPr id="281" name="Shape 279"/>
          <p:cNvSpPr/>
          <p:nvPr/>
        </p:nvSpPr>
        <p:spPr>
          <a:xfrm>
            <a:off x="10120178" y="3256206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CC00CC"/>
          </a:solidFill>
          <a:ln/>
        </p:spPr>
      </p:sp>
      <p:sp>
        <p:nvSpPr>
          <p:cNvPr id="282" name="Shape 280"/>
          <p:cNvSpPr/>
          <p:nvPr/>
        </p:nvSpPr>
        <p:spPr>
          <a:xfrm>
            <a:off x="8903331" y="3668215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CC00CC"/>
          </a:solidFill>
          <a:ln/>
        </p:spPr>
      </p:sp>
      <p:sp>
        <p:nvSpPr>
          <p:cNvPr id="283" name="Shape 281"/>
          <p:cNvSpPr/>
          <p:nvPr/>
        </p:nvSpPr>
        <p:spPr>
          <a:xfrm>
            <a:off x="9308947" y="3668215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CC00CC"/>
          </a:solidFill>
          <a:ln/>
        </p:spPr>
      </p:sp>
      <p:sp>
        <p:nvSpPr>
          <p:cNvPr id="284" name="Shape 282"/>
          <p:cNvSpPr/>
          <p:nvPr/>
        </p:nvSpPr>
        <p:spPr>
          <a:xfrm>
            <a:off x="9714563" y="3668215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CC00CC"/>
          </a:solidFill>
          <a:ln/>
        </p:spPr>
      </p:sp>
      <p:sp>
        <p:nvSpPr>
          <p:cNvPr id="285" name="Shape 283"/>
          <p:cNvSpPr/>
          <p:nvPr/>
        </p:nvSpPr>
        <p:spPr>
          <a:xfrm>
            <a:off x="10120178" y="3668215"/>
            <a:ext cx="177044" cy="524980"/>
          </a:xfrm>
          <a:custGeom>
            <a:avLst/>
            <a:gdLst/>
            <a:ahLst/>
            <a:cxnLst/>
            <a:rect l="l" t="t" r="r" b="b"/>
            <a:pathLst>
              <a:path w="177044" h="524980">
                <a:moveTo>
                  <a:pt x="0" y="172778"/>
                </a:moveTo>
                <a:lnTo>
                  <a:pt x="177044" y="0"/>
                </a:lnTo>
                <a:lnTo>
                  <a:pt x="177044" y="352202"/>
                </a:lnTo>
                <a:lnTo>
                  <a:pt x="0" y="524980"/>
                </a:lnTo>
                <a:close/>
              </a:path>
            </a:pathLst>
          </a:custGeom>
          <a:solidFill>
            <a:srgbClr val="CC00CC"/>
          </a:solidFill>
          <a:ln/>
        </p:spPr>
      </p:sp>
      <p:sp>
        <p:nvSpPr>
          <p:cNvPr id="286" name="Shape 284"/>
          <p:cNvSpPr/>
          <p:nvPr/>
        </p:nvSpPr>
        <p:spPr>
          <a:xfrm>
            <a:off x="8553207" y="2192955"/>
            <a:ext cx="350124" cy="352202"/>
          </a:xfrm>
          <a:prstGeom prst="rect">
            <a:avLst/>
          </a:prstGeom>
          <a:solidFill>
            <a:srgbClr val="CC00CC"/>
          </a:solidFill>
          <a:ln w="3175">
            <a:solidFill>
              <a:srgbClr val="CC00CC"/>
            </a:solidFill>
            <a:prstDash val="solid"/>
          </a:ln>
        </p:spPr>
      </p:sp>
      <p:sp>
        <p:nvSpPr>
          <p:cNvPr id="287" name="Shape 285"/>
          <p:cNvSpPr/>
          <p:nvPr/>
        </p:nvSpPr>
        <p:spPr>
          <a:xfrm>
            <a:off x="8958823" y="2192955"/>
            <a:ext cx="350124" cy="352202"/>
          </a:xfrm>
          <a:prstGeom prst="rect">
            <a:avLst/>
          </a:prstGeom>
          <a:solidFill>
            <a:srgbClr val="CC00CC"/>
          </a:solidFill>
          <a:ln w="3175">
            <a:solidFill>
              <a:srgbClr val="CC00CC"/>
            </a:solidFill>
            <a:prstDash val="solid"/>
          </a:ln>
        </p:spPr>
      </p:sp>
      <p:sp>
        <p:nvSpPr>
          <p:cNvPr id="288" name="Shape 286"/>
          <p:cNvSpPr/>
          <p:nvPr/>
        </p:nvSpPr>
        <p:spPr>
          <a:xfrm>
            <a:off x="9364438" y="2192955"/>
            <a:ext cx="350124" cy="352202"/>
          </a:xfrm>
          <a:prstGeom prst="rect">
            <a:avLst/>
          </a:prstGeom>
          <a:solidFill>
            <a:srgbClr val="CC00CC"/>
          </a:solidFill>
          <a:ln w="3175">
            <a:solidFill>
              <a:srgbClr val="CC00CC"/>
            </a:solidFill>
            <a:prstDash val="solid"/>
          </a:ln>
        </p:spPr>
      </p:sp>
      <p:sp>
        <p:nvSpPr>
          <p:cNvPr id="289" name="Shape 287"/>
          <p:cNvSpPr/>
          <p:nvPr/>
        </p:nvSpPr>
        <p:spPr>
          <a:xfrm>
            <a:off x="9770054" y="2192955"/>
            <a:ext cx="350124" cy="352202"/>
          </a:xfrm>
          <a:prstGeom prst="rect">
            <a:avLst/>
          </a:prstGeom>
          <a:solidFill>
            <a:srgbClr val="CC00CC"/>
          </a:solidFill>
          <a:ln w="3175">
            <a:solidFill>
              <a:srgbClr val="CC00CC"/>
            </a:solidFill>
            <a:prstDash val="solid"/>
          </a:ln>
        </p:spPr>
      </p:sp>
      <p:sp>
        <p:nvSpPr>
          <p:cNvPr id="290" name="Shape 288"/>
          <p:cNvSpPr/>
          <p:nvPr/>
        </p:nvSpPr>
        <p:spPr>
          <a:xfrm>
            <a:off x="8553207" y="2604965"/>
            <a:ext cx="350124" cy="352202"/>
          </a:xfrm>
          <a:prstGeom prst="rect">
            <a:avLst/>
          </a:prstGeom>
          <a:solidFill>
            <a:srgbClr val="CC00CC"/>
          </a:solidFill>
          <a:ln w="3175">
            <a:solidFill>
              <a:srgbClr val="CC00CC"/>
            </a:solidFill>
            <a:prstDash val="solid"/>
          </a:ln>
        </p:spPr>
      </p:sp>
      <p:sp>
        <p:nvSpPr>
          <p:cNvPr id="291" name="Shape 289"/>
          <p:cNvSpPr/>
          <p:nvPr/>
        </p:nvSpPr>
        <p:spPr>
          <a:xfrm>
            <a:off x="8958823" y="2604965"/>
            <a:ext cx="350124" cy="352202"/>
          </a:xfrm>
          <a:prstGeom prst="rect">
            <a:avLst/>
          </a:prstGeom>
          <a:solidFill>
            <a:srgbClr val="CC00CC"/>
          </a:solidFill>
          <a:ln w="3175">
            <a:solidFill>
              <a:srgbClr val="CC00CC"/>
            </a:solidFill>
            <a:prstDash val="solid"/>
          </a:ln>
        </p:spPr>
      </p:sp>
      <p:sp>
        <p:nvSpPr>
          <p:cNvPr id="292" name="Shape 290"/>
          <p:cNvSpPr/>
          <p:nvPr/>
        </p:nvSpPr>
        <p:spPr>
          <a:xfrm>
            <a:off x="9364438" y="2604965"/>
            <a:ext cx="350124" cy="352202"/>
          </a:xfrm>
          <a:prstGeom prst="rect">
            <a:avLst/>
          </a:prstGeom>
          <a:solidFill>
            <a:srgbClr val="CC00CC"/>
          </a:solidFill>
          <a:ln w="3175">
            <a:solidFill>
              <a:srgbClr val="CC00CC"/>
            </a:solidFill>
            <a:prstDash val="solid"/>
          </a:ln>
        </p:spPr>
      </p:sp>
      <p:sp>
        <p:nvSpPr>
          <p:cNvPr id="293" name="Shape 291"/>
          <p:cNvSpPr/>
          <p:nvPr/>
        </p:nvSpPr>
        <p:spPr>
          <a:xfrm>
            <a:off x="9770054" y="2604965"/>
            <a:ext cx="350124" cy="352202"/>
          </a:xfrm>
          <a:prstGeom prst="rect">
            <a:avLst/>
          </a:prstGeom>
          <a:solidFill>
            <a:srgbClr val="CC00CC"/>
          </a:solidFill>
          <a:ln w="3175">
            <a:solidFill>
              <a:srgbClr val="CC00CC"/>
            </a:solidFill>
            <a:prstDash val="solid"/>
          </a:ln>
        </p:spPr>
      </p:sp>
      <p:sp>
        <p:nvSpPr>
          <p:cNvPr id="294" name="Shape 292"/>
          <p:cNvSpPr/>
          <p:nvPr/>
        </p:nvSpPr>
        <p:spPr>
          <a:xfrm>
            <a:off x="8553207" y="3016974"/>
            <a:ext cx="350124" cy="352202"/>
          </a:xfrm>
          <a:prstGeom prst="rect">
            <a:avLst/>
          </a:prstGeom>
          <a:solidFill>
            <a:srgbClr val="CC00CC"/>
          </a:solidFill>
          <a:ln w="3175">
            <a:solidFill>
              <a:srgbClr val="CC00CC"/>
            </a:solidFill>
            <a:prstDash val="solid"/>
          </a:ln>
        </p:spPr>
      </p:sp>
      <p:sp>
        <p:nvSpPr>
          <p:cNvPr id="295" name="Shape 293"/>
          <p:cNvSpPr/>
          <p:nvPr/>
        </p:nvSpPr>
        <p:spPr>
          <a:xfrm>
            <a:off x="8958823" y="3016974"/>
            <a:ext cx="350124" cy="352202"/>
          </a:xfrm>
          <a:prstGeom prst="rect">
            <a:avLst/>
          </a:prstGeom>
          <a:solidFill>
            <a:srgbClr val="CC00CC"/>
          </a:solidFill>
          <a:ln w="3175">
            <a:solidFill>
              <a:srgbClr val="CC00CC"/>
            </a:solidFill>
            <a:prstDash val="solid"/>
          </a:ln>
        </p:spPr>
      </p:sp>
      <p:sp>
        <p:nvSpPr>
          <p:cNvPr id="296" name="Shape 294"/>
          <p:cNvSpPr/>
          <p:nvPr/>
        </p:nvSpPr>
        <p:spPr>
          <a:xfrm>
            <a:off x="9364438" y="3016974"/>
            <a:ext cx="350124" cy="352202"/>
          </a:xfrm>
          <a:prstGeom prst="rect">
            <a:avLst/>
          </a:prstGeom>
          <a:solidFill>
            <a:srgbClr val="CC00CC"/>
          </a:solidFill>
          <a:ln w="3175">
            <a:solidFill>
              <a:srgbClr val="CC00CC"/>
            </a:solidFill>
            <a:prstDash val="solid"/>
          </a:ln>
        </p:spPr>
      </p:sp>
      <p:sp>
        <p:nvSpPr>
          <p:cNvPr id="297" name="Shape 295"/>
          <p:cNvSpPr/>
          <p:nvPr/>
        </p:nvSpPr>
        <p:spPr>
          <a:xfrm>
            <a:off x="9770054" y="3016974"/>
            <a:ext cx="350124" cy="352202"/>
          </a:xfrm>
          <a:prstGeom prst="rect">
            <a:avLst/>
          </a:prstGeom>
          <a:solidFill>
            <a:srgbClr val="CC00CC"/>
          </a:solidFill>
          <a:ln w="3175">
            <a:solidFill>
              <a:srgbClr val="CC00CC"/>
            </a:solidFill>
            <a:prstDash val="solid"/>
          </a:ln>
        </p:spPr>
      </p:sp>
      <p:sp>
        <p:nvSpPr>
          <p:cNvPr id="298" name="Shape 296"/>
          <p:cNvSpPr/>
          <p:nvPr/>
        </p:nvSpPr>
        <p:spPr>
          <a:xfrm>
            <a:off x="8553207" y="3428984"/>
            <a:ext cx="350124" cy="352202"/>
          </a:xfrm>
          <a:prstGeom prst="rect">
            <a:avLst/>
          </a:prstGeom>
          <a:solidFill>
            <a:srgbClr val="CC00CC"/>
          </a:solidFill>
          <a:ln w="3175">
            <a:solidFill>
              <a:srgbClr val="CC00CC"/>
            </a:solidFill>
            <a:prstDash val="solid"/>
          </a:ln>
        </p:spPr>
      </p:sp>
      <p:sp>
        <p:nvSpPr>
          <p:cNvPr id="299" name="Shape 297"/>
          <p:cNvSpPr/>
          <p:nvPr/>
        </p:nvSpPr>
        <p:spPr>
          <a:xfrm>
            <a:off x="8958823" y="3428984"/>
            <a:ext cx="350124" cy="352202"/>
          </a:xfrm>
          <a:prstGeom prst="rect">
            <a:avLst/>
          </a:prstGeom>
          <a:solidFill>
            <a:srgbClr val="CC00CC"/>
          </a:solidFill>
          <a:ln w="3175">
            <a:solidFill>
              <a:srgbClr val="CC00CC"/>
            </a:solidFill>
            <a:prstDash val="solid"/>
          </a:ln>
        </p:spPr>
      </p:sp>
      <p:sp>
        <p:nvSpPr>
          <p:cNvPr id="300" name="Shape 298"/>
          <p:cNvSpPr/>
          <p:nvPr/>
        </p:nvSpPr>
        <p:spPr>
          <a:xfrm>
            <a:off x="9364438" y="3428984"/>
            <a:ext cx="350124" cy="352202"/>
          </a:xfrm>
          <a:prstGeom prst="rect">
            <a:avLst/>
          </a:prstGeom>
          <a:solidFill>
            <a:srgbClr val="CC00CC"/>
          </a:solidFill>
          <a:ln w="3175">
            <a:solidFill>
              <a:srgbClr val="CC00CC"/>
            </a:solidFill>
            <a:prstDash val="solid"/>
          </a:ln>
        </p:spPr>
      </p:sp>
      <p:sp>
        <p:nvSpPr>
          <p:cNvPr id="301" name="Shape 299"/>
          <p:cNvSpPr/>
          <p:nvPr/>
        </p:nvSpPr>
        <p:spPr>
          <a:xfrm>
            <a:off x="9770054" y="3428984"/>
            <a:ext cx="350124" cy="352202"/>
          </a:xfrm>
          <a:prstGeom prst="rect">
            <a:avLst/>
          </a:prstGeom>
          <a:solidFill>
            <a:srgbClr val="CC00CC"/>
          </a:solidFill>
          <a:ln w="3175">
            <a:solidFill>
              <a:srgbClr val="CC00CC"/>
            </a:solidFill>
            <a:prstDash val="solid"/>
          </a:ln>
        </p:spPr>
      </p:sp>
      <p:sp>
        <p:nvSpPr>
          <p:cNvPr id="302" name="Shape 300"/>
          <p:cNvSpPr/>
          <p:nvPr/>
        </p:nvSpPr>
        <p:spPr>
          <a:xfrm>
            <a:off x="8553207" y="3840994"/>
            <a:ext cx="350124" cy="352202"/>
          </a:xfrm>
          <a:prstGeom prst="rect">
            <a:avLst/>
          </a:prstGeom>
          <a:solidFill>
            <a:srgbClr val="CC00CC"/>
          </a:solidFill>
          <a:ln w="3175">
            <a:solidFill>
              <a:srgbClr val="CC00CC"/>
            </a:solidFill>
            <a:prstDash val="solid"/>
          </a:ln>
        </p:spPr>
      </p:sp>
      <p:sp>
        <p:nvSpPr>
          <p:cNvPr id="303" name="Shape 301"/>
          <p:cNvSpPr/>
          <p:nvPr/>
        </p:nvSpPr>
        <p:spPr>
          <a:xfrm>
            <a:off x="8958823" y="3840994"/>
            <a:ext cx="350124" cy="352202"/>
          </a:xfrm>
          <a:prstGeom prst="rect">
            <a:avLst/>
          </a:prstGeom>
          <a:solidFill>
            <a:srgbClr val="CC00CC"/>
          </a:solidFill>
          <a:ln w="3175">
            <a:solidFill>
              <a:srgbClr val="CC00CC"/>
            </a:solidFill>
            <a:prstDash val="solid"/>
          </a:ln>
        </p:spPr>
      </p:sp>
      <p:sp>
        <p:nvSpPr>
          <p:cNvPr id="304" name="Shape 302"/>
          <p:cNvSpPr/>
          <p:nvPr/>
        </p:nvSpPr>
        <p:spPr>
          <a:xfrm>
            <a:off x="9364438" y="3840994"/>
            <a:ext cx="350124" cy="352202"/>
          </a:xfrm>
          <a:prstGeom prst="rect">
            <a:avLst/>
          </a:prstGeom>
          <a:solidFill>
            <a:srgbClr val="CC00CC"/>
          </a:solidFill>
          <a:ln w="3175">
            <a:solidFill>
              <a:srgbClr val="CC00CC"/>
            </a:solidFill>
            <a:prstDash val="solid"/>
          </a:ln>
        </p:spPr>
      </p:sp>
      <p:sp>
        <p:nvSpPr>
          <p:cNvPr id="305" name="Shape 303"/>
          <p:cNvSpPr/>
          <p:nvPr/>
        </p:nvSpPr>
        <p:spPr>
          <a:xfrm>
            <a:off x="9770054" y="3840994"/>
            <a:ext cx="350124" cy="352202"/>
          </a:xfrm>
          <a:prstGeom prst="rect">
            <a:avLst/>
          </a:prstGeom>
          <a:solidFill>
            <a:srgbClr val="CC00CC"/>
          </a:solidFill>
          <a:ln w="3175">
            <a:solidFill>
              <a:srgbClr val="CC00CC"/>
            </a:solidFill>
            <a:prstDash val="solid"/>
          </a:ln>
        </p:spPr>
      </p:sp>
      <p:sp>
        <p:nvSpPr>
          <p:cNvPr id="306" name="Shape 304"/>
          <p:cNvSpPr/>
          <p:nvPr/>
        </p:nvSpPr>
        <p:spPr>
          <a:xfrm>
            <a:off x="2145271" y="1368935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4C5875"/>
          </a:solidFill>
          <a:ln/>
        </p:spPr>
      </p:sp>
      <p:sp>
        <p:nvSpPr>
          <p:cNvPr id="307" name="Shape 305"/>
          <p:cNvSpPr/>
          <p:nvPr/>
        </p:nvSpPr>
        <p:spPr>
          <a:xfrm flipV="1">
            <a:off x="2495395" y="1368935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308" name="Shape 306"/>
          <p:cNvSpPr/>
          <p:nvPr/>
        </p:nvSpPr>
        <p:spPr>
          <a:xfrm>
            <a:off x="2554851" y="1368935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4C5875"/>
          </a:solidFill>
          <a:ln/>
        </p:spPr>
      </p:sp>
      <p:sp>
        <p:nvSpPr>
          <p:cNvPr id="309" name="Shape 307"/>
          <p:cNvSpPr/>
          <p:nvPr/>
        </p:nvSpPr>
        <p:spPr>
          <a:xfrm flipV="1">
            <a:off x="2904975" y="1368935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310" name="Shape 308"/>
          <p:cNvSpPr/>
          <p:nvPr/>
        </p:nvSpPr>
        <p:spPr>
          <a:xfrm>
            <a:off x="2964430" y="1368935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4C5875"/>
          </a:solidFill>
          <a:ln/>
        </p:spPr>
      </p:sp>
      <p:sp>
        <p:nvSpPr>
          <p:cNvPr id="311" name="Shape 309"/>
          <p:cNvSpPr/>
          <p:nvPr/>
        </p:nvSpPr>
        <p:spPr>
          <a:xfrm flipV="1">
            <a:off x="3314554" y="1368935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312" name="Shape 310"/>
          <p:cNvSpPr/>
          <p:nvPr/>
        </p:nvSpPr>
        <p:spPr>
          <a:xfrm>
            <a:off x="2145271" y="1782274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4C5875"/>
          </a:solidFill>
          <a:ln/>
        </p:spPr>
      </p:sp>
      <p:sp>
        <p:nvSpPr>
          <p:cNvPr id="313" name="Shape 311"/>
          <p:cNvSpPr/>
          <p:nvPr/>
        </p:nvSpPr>
        <p:spPr>
          <a:xfrm flipV="1">
            <a:off x="2495395" y="1782274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314" name="Shape 312"/>
          <p:cNvSpPr/>
          <p:nvPr/>
        </p:nvSpPr>
        <p:spPr>
          <a:xfrm>
            <a:off x="2554851" y="1782274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4C5875"/>
          </a:solidFill>
          <a:ln/>
        </p:spPr>
      </p:sp>
      <p:sp>
        <p:nvSpPr>
          <p:cNvPr id="315" name="Shape 313"/>
          <p:cNvSpPr/>
          <p:nvPr/>
        </p:nvSpPr>
        <p:spPr>
          <a:xfrm flipV="1">
            <a:off x="2904975" y="1782274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316" name="Shape 314"/>
          <p:cNvSpPr/>
          <p:nvPr/>
        </p:nvSpPr>
        <p:spPr>
          <a:xfrm>
            <a:off x="2964430" y="1782274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4C5875"/>
          </a:solidFill>
          <a:ln/>
        </p:spPr>
      </p:sp>
      <p:sp>
        <p:nvSpPr>
          <p:cNvPr id="317" name="Shape 315"/>
          <p:cNvSpPr/>
          <p:nvPr/>
        </p:nvSpPr>
        <p:spPr>
          <a:xfrm flipV="1">
            <a:off x="3314554" y="1782274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318" name="Shape 316"/>
          <p:cNvSpPr/>
          <p:nvPr/>
        </p:nvSpPr>
        <p:spPr>
          <a:xfrm>
            <a:off x="2145271" y="2195613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4C5875"/>
          </a:solidFill>
          <a:ln/>
        </p:spPr>
      </p:sp>
      <p:sp>
        <p:nvSpPr>
          <p:cNvPr id="319" name="Shape 317"/>
          <p:cNvSpPr/>
          <p:nvPr/>
        </p:nvSpPr>
        <p:spPr>
          <a:xfrm flipV="1">
            <a:off x="2495395" y="2195613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320" name="Shape 318"/>
          <p:cNvSpPr/>
          <p:nvPr/>
        </p:nvSpPr>
        <p:spPr>
          <a:xfrm>
            <a:off x="2554851" y="2195613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4C5875"/>
          </a:solidFill>
          <a:ln/>
        </p:spPr>
      </p:sp>
      <p:sp>
        <p:nvSpPr>
          <p:cNvPr id="321" name="Shape 319"/>
          <p:cNvSpPr/>
          <p:nvPr/>
        </p:nvSpPr>
        <p:spPr>
          <a:xfrm flipV="1">
            <a:off x="2904975" y="2195613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322" name="Shape 320"/>
          <p:cNvSpPr/>
          <p:nvPr/>
        </p:nvSpPr>
        <p:spPr>
          <a:xfrm>
            <a:off x="2964430" y="2195613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4C5875"/>
          </a:solidFill>
          <a:ln/>
        </p:spPr>
      </p:sp>
      <p:sp>
        <p:nvSpPr>
          <p:cNvPr id="323" name="Shape 321"/>
          <p:cNvSpPr/>
          <p:nvPr/>
        </p:nvSpPr>
        <p:spPr>
          <a:xfrm flipV="1">
            <a:off x="3314554" y="2195613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324" name="Shape 322"/>
          <p:cNvSpPr/>
          <p:nvPr/>
        </p:nvSpPr>
        <p:spPr>
          <a:xfrm>
            <a:off x="2145271" y="2608952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4C5875"/>
          </a:solidFill>
          <a:ln/>
        </p:spPr>
      </p:sp>
      <p:sp>
        <p:nvSpPr>
          <p:cNvPr id="325" name="Shape 323"/>
          <p:cNvSpPr/>
          <p:nvPr/>
        </p:nvSpPr>
        <p:spPr>
          <a:xfrm flipV="1">
            <a:off x="2495395" y="2608952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326" name="Shape 324"/>
          <p:cNvSpPr/>
          <p:nvPr/>
        </p:nvSpPr>
        <p:spPr>
          <a:xfrm>
            <a:off x="2554851" y="2608952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4C5875"/>
          </a:solidFill>
          <a:ln/>
        </p:spPr>
      </p:sp>
      <p:sp>
        <p:nvSpPr>
          <p:cNvPr id="327" name="Shape 325"/>
          <p:cNvSpPr/>
          <p:nvPr/>
        </p:nvSpPr>
        <p:spPr>
          <a:xfrm flipV="1">
            <a:off x="2904975" y="2608952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328" name="Shape 326"/>
          <p:cNvSpPr/>
          <p:nvPr/>
        </p:nvSpPr>
        <p:spPr>
          <a:xfrm>
            <a:off x="2964430" y="2608952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4C5875"/>
          </a:solidFill>
          <a:ln/>
        </p:spPr>
      </p:sp>
      <p:sp>
        <p:nvSpPr>
          <p:cNvPr id="329" name="Shape 327"/>
          <p:cNvSpPr/>
          <p:nvPr/>
        </p:nvSpPr>
        <p:spPr>
          <a:xfrm flipV="1">
            <a:off x="3314554" y="2608952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330" name="Shape 328"/>
          <p:cNvSpPr/>
          <p:nvPr/>
        </p:nvSpPr>
        <p:spPr>
          <a:xfrm>
            <a:off x="2145271" y="3022291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4C5875"/>
          </a:solidFill>
          <a:ln/>
        </p:spPr>
      </p:sp>
      <p:sp>
        <p:nvSpPr>
          <p:cNvPr id="331" name="Shape 329"/>
          <p:cNvSpPr/>
          <p:nvPr/>
        </p:nvSpPr>
        <p:spPr>
          <a:xfrm flipV="1">
            <a:off x="2495395" y="3022291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332" name="Shape 330"/>
          <p:cNvSpPr/>
          <p:nvPr/>
        </p:nvSpPr>
        <p:spPr>
          <a:xfrm>
            <a:off x="2554851" y="3022291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4C5875"/>
          </a:solidFill>
          <a:ln/>
        </p:spPr>
      </p:sp>
      <p:sp>
        <p:nvSpPr>
          <p:cNvPr id="333" name="Shape 331"/>
          <p:cNvSpPr/>
          <p:nvPr/>
        </p:nvSpPr>
        <p:spPr>
          <a:xfrm flipV="1">
            <a:off x="2904975" y="3022291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334" name="Shape 332"/>
          <p:cNvSpPr/>
          <p:nvPr/>
        </p:nvSpPr>
        <p:spPr>
          <a:xfrm>
            <a:off x="2964430" y="3022291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4C5875"/>
          </a:solidFill>
          <a:ln/>
        </p:spPr>
      </p:sp>
      <p:sp>
        <p:nvSpPr>
          <p:cNvPr id="335" name="Shape 333"/>
          <p:cNvSpPr/>
          <p:nvPr/>
        </p:nvSpPr>
        <p:spPr>
          <a:xfrm flipV="1">
            <a:off x="3314554" y="3022291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336" name="Shape 334"/>
          <p:cNvSpPr/>
          <p:nvPr/>
        </p:nvSpPr>
        <p:spPr>
          <a:xfrm>
            <a:off x="2145271" y="1541714"/>
            <a:ext cx="350124" cy="358847"/>
          </a:xfrm>
          <a:prstGeom prst="rect">
            <a:avLst/>
          </a:prstGeom>
          <a:solidFill>
            <a:srgbClr val="759FC9"/>
          </a:solidFill>
          <a:ln w="3175">
            <a:solidFill>
              <a:srgbClr val="759FC9"/>
            </a:solidFill>
            <a:prstDash val="solid"/>
          </a:ln>
        </p:spPr>
      </p:sp>
      <p:sp>
        <p:nvSpPr>
          <p:cNvPr id="337" name="Shape 335"/>
          <p:cNvSpPr/>
          <p:nvPr/>
        </p:nvSpPr>
        <p:spPr>
          <a:xfrm>
            <a:off x="2554851" y="1541714"/>
            <a:ext cx="350124" cy="358847"/>
          </a:xfrm>
          <a:prstGeom prst="rect">
            <a:avLst/>
          </a:prstGeom>
          <a:solidFill>
            <a:srgbClr val="759FC9"/>
          </a:solidFill>
          <a:ln w="3175">
            <a:solidFill>
              <a:srgbClr val="759FC9"/>
            </a:solidFill>
            <a:prstDash val="solid"/>
          </a:ln>
        </p:spPr>
      </p:sp>
      <p:sp>
        <p:nvSpPr>
          <p:cNvPr id="338" name="Shape 336"/>
          <p:cNvSpPr/>
          <p:nvPr/>
        </p:nvSpPr>
        <p:spPr>
          <a:xfrm>
            <a:off x="2964430" y="1541714"/>
            <a:ext cx="350124" cy="358847"/>
          </a:xfrm>
          <a:prstGeom prst="rect">
            <a:avLst/>
          </a:prstGeom>
          <a:solidFill>
            <a:srgbClr val="759FC9"/>
          </a:solidFill>
          <a:ln w="3175">
            <a:solidFill>
              <a:srgbClr val="759FC9"/>
            </a:solidFill>
            <a:prstDash val="solid"/>
          </a:ln>
        </p:spPr>
      </p:sp>
      <p:sp>
        <p:nvSpPr>
          <p:cNvPr id="339" name="Shape 337"/>
          <p:cNvSpPr/>
          <p:nvPr/>
        </p:nvSpPr>
        <p:spPr>
          <a:xfrm>
            <a:off x="2145271" y="1955053"/>
            <a:ext cx="350124" cy="358847"/>
          </a:xfrm>
          <a:prstGeom prst="rect">
            <a:avLst/>
          </a:prstGeom>
          <a:solidFill>
            <a:srgbClr val="759FC9"/>
          </a:solidFill>
          <a:ln w="3175">
            <a:solidFill>
              <a:srgbClr val="759FC9"/>
            </a:solidFill>
            <a:prstDash val="solid"/>
          </a:ln>
        </p:spPr>
      </p:sp>
      <p:sp>
        <p:nvSpPr>
          <p:cNvPr id="340" name="Shape 338"/>
          <p:cNvSpPr/>
          <p:nvPr/>
        </p:nvSpPr>
        <p:spPr>
          <a:xfrm>
            <a:off x="2554851" y="1955053"/>
            <a:ext cx="350124" cy="358847"/>
          </a:xfrm>
          <a:prstGeom prst="rect">
            <a:avLst/>
          </a:prstGeom>
          <a:solidFill>
            <a:srgbClr val="759FC9"/>
          </a:solidFill>
          <a:ln w="3175">
            <a:solidFill>
              <a:srgbClr val="759FC9"/>
            </a:solidFill>
            <a:prstDash val="solid"/>
          </a:ln>
        </p:spPr>
      </p:sp>
      <p:sp>
        <p:nvSpPr>
          <p:cNvPr id="341" name="Shape 339"/>
          <p:cNvSpPr/>
          <p:nvPr/>
        </p:nvSpPr>
        <p:spPr>
          <a:xfrm>
            <a:off x="2964430" y="1955053"/>
            <a:ext cx="350124" cy="358847"/>
          </a:xfrm>
          <a:prstGeom prst="rect">
            <a:avLst/>
          </a:prstGeom>
          <a:solidFill>
            <a:srgbClr val="759FC9"/>
          </a:solidFill>
          <a:ln w="3175">
            <a:solidFill>
              <a:srgbClr val="759FC9"/>
            </a:solidFill>
            <a:prstDash val="solid"/>
          </a:ln>
        </p:spPr>
      </p:sp>
      <p:sp>
        <p:nvSpPr>
          <p:cNvPr id="342" name="Shape 340"/>
          <p:cNvSpPr/>
          <p:nvPr/>
        </p:nvSpPr>
        <p:spPr>
          <a:xfrm>
            <a:off x="2145271" y="2368391"/>
            <a:ext cx="350124" cy="358847"/>
          </a:xfrm>
          <a:prstGeom prst="rect">
            <a:avLst/>
          </a:prstGeom>
          <a:solidFill>
            <a:srgbClr val="759FC9"/>
          </a:solidFill>
          <a:ln w="3175">
            <a:solidFill>
              <a:srgbClr val="759FC9"/>
            </a:solidFill>
            <a:prstDash val="solid"/>
          </a:ln>
        </p:spPr>
      </p:sp>
      <p:sp>
        <p:nvSpPr>
          <p:cNvPr id="343" name="Shape 341"/>
          <p:cNvSpPr/>
          <p:nvPr/>
        </p:nvSpPr>
        <p:spPr>
          <a:xfrm>
            <a:off x="2554851" y="2368391"/>
            <a:ext cx="350124" cy="358847"/>
          </a:xfrm>
          <a:prstGeom prst="rect">
            <a:avLst/>
          </a:prstGeom>
          <a:solidFill>
            <a:srgbClr val="759FC9"/>
          </a:solidFill>
          <a:ln w="3175">
            <a:solidFill>
              <a:srgbClr val="759FC9"/>
            </a:solidFill>
            <a:prstDash val="solid"/>
          </a:ln>
        </p:spPr>
      </p:sp>
      <p:sp>
        <p:nvSpPr>
          <p:cNvPr id="344" name="Shape 342"/>
          <p:cNvSpPr/>
          <p:nvPr/>
        </p:nvSpPr>
        <p:spPr>
          <a:xfrm>
            <a:off x="2964430" y="2368391"/>
            <a:ext cx="350124" cy="358847"/>
          </a:xfrm>
          <a:prstGeom prst="rect">
            <a:avLst/>
          </a:prstGeom>
          <a:solidFill>
            <a:srgbClr val="759FC9"/>
          </a:solidFill>
          <a:ln w="3175">
            <a:solidFill>
              <a:srgbClr val="759FC9"/>
            </a:solidFill>
            <a:prstDash val="solid"/>
          </a:ln>
        </p:spPr>
      </p:sp>
      <p:sp>
        <p:nvSpPr>
          <p:cNvPr id="345" name="Shape 343"/>
          <p:cNvSpPr/>
          <p:nvPr/>
        </p:nvSpPr>
        <p:spPr>
          <a:xfrm>
            <a:off x="2145271" y="2781730"/>
            <a:ext cx="350124" cy="358847"/>
          </a:xfrm>
          <a:prstGeom prst="rect">
            <a:avLst/>
          </a:prstGeom>
          <a:solidFill>
            <a:srgbClr val="759FC9"/>
          </a:solidFill>
          <a:ln w="3175">
            <a:solidFill>
              <a:srgbClr val="759FC9"/>
            </a:solidFill>
            <a:prstDash val="solid"/>
          </a:ln>
        </p:spPr>
      </p:sp>
      <p:sp>
        <p:nvSpPr>
          <p:cNvPr id="346" name="Shape 344"/>
          <p:cNvSpPr/>
          <p:nvPr/>
        </p:nvSpPr>
        <p:spPr>
          <a:xfrm>
            <a:off x="2554851" y="2781730"/>
            <a:ext cx="350124" cy="358847"/>
          </a:xfrm>
          <a:prstGeom prst="rect">
            <a:avLst/>
          </a:prstGeom>
          <a:solidFill>
            <a:srgbClr val="759FC9"/>
          </a:solidFill>
          <a:ln w="3175">
            <a:solidFill>
              <a:srgbClr val="759FC9"/>
            </a:solidFill>
            <a:prstDash val="solid"/>
          </a:ln>
        </p:spPr>
      </p:sp>
      <p:sp>
        <p:nvSpPr>
          <p:cNvPr id="347" name="Shape 345"/>
          <p:cNvSpPr/>
          <p:nvPr/>
        </p:nvSpPr>
        <p:spPr>
          <a:xfrm>
            <a:off x="2964430" y="2781730"/>
            <a:ext cx="350124" cy="358847"/>
          </a:xfrm>
          <a:prstGeom prst="rect">
            <a:avLst/>
          </a:prstGeom>
          <a:solidFill>
            <a:srgbClr val="759FC9"/>
          </a:solidFill>
          <a:ln w="3175">
            <a:solidFill>
              <a:srgbClr val="759FC9"/>
            </a:solidFill>
            <a:prstDash val="solid"/>
          </a:ln>
        </p:spPr>
      </p:sp>
      <p:sp>
        <p:nvSpPr>
          <p:cNvPr id="348" name="Shape 346"/>
          <p:cNvSpPr/>
          <p:nvPr/>
        </p:nvSpPr>
        <p:spPr>
          <a:xfrm>
            <a:off x="2145271" y="3195069"/>
            <a:ext cx="350124" cy="358847"/>
          </a:xfrm>
          <a:prstGeom prst="rect">
            <a:avLst/>
          </a:prstGeom>
          <a:solidFill>
            <a:srgbClr val="759FC9"/>
          </a:solidFill>
          <a:ln w="3175">
            <a:solidFill>
              <a:srgbClr val="759FC9"/>
            </a:solidFill>
            <a:prstDash val="solid"/>
          </a:ln>
        </p:spPr>
      </p:sp>
      <p:sp>
        <p:nvSpPr>
          <p:cNvPr id="349" name="Shape 347"/>
          <p:cNvSpPr/>
          <p:nvPr/>
        </p:nvSpPr>
        <p:spPr>
          <a:xfrm>
            <a:off x="2554851" y="3195069"/>
            <a:ext cx="350124" cy="358847"/>
          </a:xfrm>
          <a:prstGeom prst="rect">
            <a:avLst/>
          </a:prstGeom>
          <a:solidFill>
            <a:srgbClr val="759FC9"/>
          </a:solidFill>
          <a:ln w="3175">
            <a:solidFill>
              <a:srgbClr val="759FC9"/>
            </a:solidFill>
            <a:prstDash val="solid"/>
          </a:ln>
        </p:spPr>
      </p:sp>
      <p:sp>
        <p:nvSpPr>
          <p:cNvPr id="350" name="Shape 348"/>
          <p:cNvSpPr/>
          <p:nvPr/>
        </p:nvSpPr>
        <p:spPr>
          <a:xfrm>
            <a:off x="2964430" y="3195069"/>
            <a:ext cx="350124" cy="358847"/>
          </a:xfrm>
          <a:prstGeom prst="rect">
            <a:avLst/>
          </a:prstGeom>
          <a:solidFill>
            <a:srgbClr val="759FC9"/>
          </a:solidFill>
          <a:ln w="3175">
            <a:solidFill>
              <a:srgbClr val="759FC9"/>
            </a:solidFill>
            <a:prstDash val="solid"/>
          </a:ln>
        </p:spPr>
      </p:sp>
      <p:sp>
        <p:nvSpPr>
          <p:cNvPr id="351" name="Shape 349"/>
          <p:cNvSpPr/>
          <p:nvPr/>
        </p:nvSpPr>
        <p:spPr>
          <a:xfrm>
            <a:off x="3360797" y="1368935"/>
            <a:ext cx="541702" cy="2171391"/>
          </a:xfrm>
          <a:custGeom>
            <a:avLst/>
            <a:gdLst/>
            <a:ahLst/>
            <a:cxnLst/>
            <a:rect l="l" t="t" r="r" b="b"/>
            <a:pathLst>
              <a:path w="541702" h="2171391">
                <a:moveTo>
                  <a:pt x="0" y="159189"/>
                </a:moveTo>
                <a:lnTo>
                  <a:pt x="541702" y="0"/>
                </a:lnTo>
                <a:lnTo>
                  <a:pt x="541702" y="2012202"/>
                </a:lnTo>
                <a:lnTo>
                  <a:pt x="0" y="2171391"/>
                </a:lnTo>
                <a:close/>
              </a:path>
            </a:pathLst>
          </a:custGeom>
          <a:solidFill>
            <a:srgbClr val="CA8537"/>
          </a:solidFill>
          <a:ln/>
        </p:spPr>
      </p:sp>
      <p:sp>
        <p:nvSpPr>
          <p:cNvPr id="352" name="Shape 350"/>
          <p:cNvSpPr/>
          <p:nvPr/>
        </p:nvSpPr>
        <p:spPr>
          <a:xfrm>
            <a:off x="3360797" y="1727783"/>
            <a:ext cx="541702" cy="213681"/>
          </a:xfrm>
          <a:custGeom>
            <a:avLst/>
            <a:gdLst/>
            <a:ahLst/>
            <a:cxnLst/>
            <a:rect l="l" t="t" r="r" b="b"/>
            <a:pathLst>
              <a:path w="541702" h="213681">
                <a:moveTo>
                  <a:pt x="0" y="159189"/>
                </a:moveTo>
                <a:lnTo>
                  <a:pt x="541702" y="0"/>
                </a:lnTo>
                <a:lnTo>
                  <a:pt x="541702" y="54492"/>
                </a:lnTo>
                <a:lnTo>
                  <a:pt x="0" y="213681"/>
                </a:lnTo>
                <a:close/>
              </a:path>
            </a:pathLst>
          </a:custGeom>
          <a:solidFill>
            <a:srgbClr val="BD7C32"/>
          </a:solidFill>
          <a:ln/>
        </p:spPr>
      </p:sp>
      <p:sp>
        <p:nvSpPr>
          <p:cNvPr id="353" name="Shape 351"/>
          <p:cNvSpPr/>
          <p:nvPr/>
        </p:nvSpPr>
        <p:spPr>
          <a:xfrm>
            <a:off x="3360797" y="2141121"/>
            <a:ext cx="541702" cy="213681"/>
          </a:xfrm>
          <a:custGeom>
            <a:avLst/>
            <a:gdLst/>
            <a:ahLst/>
            <a:cxnLst/>
            <a:rect l="l" t="t" r="r" b="b"/>
            <a:pathLst>
              <a:path w="541702" h="213681">
                <a:moveTo>
                  <a:pt x="0" y="159189"/>
                </a:moveTo>
                <a:lnTo>
                  <a:pt x="541702" y="0"/>
                </a:lnTo>
                <a:lnTo>
                  <a:pt x="541702" y="54492"/>
                </a:lnTo>
                <a:lnTo>
                  <a:pt x="0" y="213681"/>
                </a:lnTo>
                <a:close/>
              </a:path>
            </a:pathLst>
          </a:custGeom>
          <a:solidFill>
            <a:srgbClr val="BD7C32"/>
          </a:solidFill>
          <a:ln/>
        </p:spPr>
      </p:sp>
      <p:sp>
        <p:nvSpPr>
          <p:cNvPr id="354" name="Shape 352"/>
          <p:cNvSpPr/>
          <p:nvPr/>
        </p:nvSpPr>
        <p:spPr>
          <a:xfrm>
            <a:off x="3360797" y="2554460"/>
            <a:ext cx="541702" cy="213681"/>
          </a:xfrm>
          <a:custGeom>
            <a:avLst/>
            <a:gdLst/>
            <a:ahLst/>
            <a:cxnLst/>
            <a:rect l="l" t="t" r="r" b="b"/>
            <a:pathLst>
              <a:path w="541702" h="213681">
                <a:moveTo>
                  <a:pt x="0" y="159189"/>
                </a:moveTo>
                <a:lnTo>
                  <a:pt x="541702" y="0"/>
                </a:lnTo>
                <a:lnTo>
                  <a:pt x="541702" y="54492"/>
                </a:lnTo>
                <a:lnTo>
                  <a:pt x="0" y="213681"/>
                </a:lnTo>
                <a:close/>
              </a:path>
            </a:pathLst>
          </a:custGeom>
          <a:solidFill>
            <a:srgbClr val="BD7C32"/>
          </a:solidFill>
          <a:ln/>
        </p:spPr>
      </p:sp>
      <p:sp>
        <p:nvSpPr>
          <p:cNvPr id="355" name="Shape 353"/>
          <p:cNvSpPr/>
          <p:nvPr/>
        </p:nvSpPr>
        <p:spPr>
          <a:xfrm>
            <a:off x="3360797" y="2967799"/>
            <a:ext cx="541702" cy="213681"/>
          </a:xfrm>
          <a:custGeom>
            <a:avLst/>
            <a:gdLst/>
            <a:ahLst/>
            <a:cxnLst/>
            <a:rect l="l" t="t" r="r" b="b"/>
            <a:pathLst>
              <a:path w="541702" h="213681">
                <a:moveTo>
                  <a:pt x="0" y="159189"/>
                </a:moveTo>
                <a:lnTo>
                  <a:pt x="541702" y="0"/>
                </a:lnTo>
                <a:lnTo>
                  <a:pt x="541702" y="54492"/>
                </a:lnTo>
                <a:lnTo>
                  <a:pt x="0" y="213681"/>
                </a:lnTo>
                <a:close/>
              </a:path>
            </a:pathLst>
          </a:custGeom>
          <a:solidFill>
            <a:srgbClr val="BD7C32"/>
          </a:solidFill>
          <a:ln/>
        </p:spPr>
      </p:sp>
      <p:sp>
        <p:nvSpPr>
          <p:cNvPr id="356" name="Shape 354"/>
          <p:cNvSpPr/>
          <p:nvPr/>
        </p:nvSpPr>
        <p:spPr>
          <a:xfrm>
            <a:off x="1907451" y="1608167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525C00"/>
          </a:solidFill>
          <a:ln/>
        </p:spPr>
      </p:sp>
      <p:sp>
        <p:nvSpPr>
          <p:cNvPr id="357" name="Shape 355"/>
          <p:cNvSpPr/>
          <p:nvPr/>
        </p:nvSpPr>
        <p:spPr>
          <a:xfrm flipV="1">
            <a:off x="2257575" y="1608167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358" name="Shape 356"/>
          <p:cNvSpPr/>
          <p:nvPr/>
        </p:nvSpPr>
        <p:spPr>
          <a:xfrm>
            <a:off x="2317030" y="1608167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525C00"/>
          </a:solidFill>
          <a:ln/>
        </p:spPr>
      </p:sp>
      <p:sp>
        <p:nvSpPr>
          <p:cNvPr id="359" name="Shape 357"/>
          <p:cNvSpPr/>
          <p:nvPr/>
        </p:nvSpPr>
        <p:spPr>
          <a:xfrm flipV="1">
            <a:off x="2667155" y="1608167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360" name="Shape 358"/>
          <p:cNvSpPr/>
          <p:nvPr/>
        </p:nvSpPr>
        <p:spPr>
          <a:xfrm>
            <a:off x="2726610" y="1608167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525C00"/>
          </a:solidFill>
          <a:ln/>
        </p:spPr>
      </p:sp>
      <p:sp>
        <p:nvSpPr>
          <p:cNvPr id="361" name="Shape 359"/>
          <p:cNvSpPr/>
          <p:nvPr/>
        </p:nvSpPr>
        <p:spPr>
          <a:xfrm flipV="1">
            <a:off x="3076734" y="1608167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362" name="Shape 360"/>
          <p:cNvSpPr/>
          <p:nvPr/>
        </p:nvSpPr>
        <p:spPr>
          <a:xfrm>
            <a:off x="1907451" y="2021506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525C00"/>
          </a:solidFill>
          <a:ln/>
        </p:spPr>
      </p:sp>
      <p:sp>
        <p:nvSpPr>
          <p:cNvPr id="363" name="Shape 361"/>
          <p:cNvSpPr/>
          <p:nvPr/>
        </p:nvSpPr>
        <p:spPr>
          <a:xfrm flipV="1">
            <a:off x="2257575" y="2021506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364" name="Shape 362"/>
          <p:cNvSpPr/>
          <p:nvPr/>
        </p:nvSpPr>
        <p:spPr>
          <a:xfrm>
            <a:off x="2317030" y="2021506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525C00"/>
          </a:solidFill>
          <a:ln/>
        </p:spPr>
      </p:sp>
      <p:sp>
        <p:nvSpPr>
          <p:cNvPr id="365" name="Shape 363"/>
          <p:cNvSpPr/>
          <p:nvPr/>
        </p:nvSpPr>
        <p:spPr>
          <a:xfrm flipV="1">
            <a:off x="2667155" y="2021506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366" name="Shape 364"/>
          <p:cNvSpPr/>
          <p:nvPr/>
        </p:nvSpPr>
        <p:spPr>
          <a:xfrm>
            <a:off x="2726610" y="2021506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525C00"/>
          </a:solidFill>
          <a:ln/>
        </p:spPr>
      </p:sp>
      <p:sp>
        <p:nvSpPr>
          <p:cNvPr id="367" name="Shape 365"/>
          <p:cNvSpPr/>
          <p:nvPr/>
        </p:nvSpPr>
        <p:spPr>
          <a:xfrm flipV="1">
            <a:off x="3076734" y="2021506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368" name="Shape 366"/>
          <p:cNvSpPr/>
          <p:nvPr/>
        </p:nvSpPr>
        <p:spPr>
          <a:xfrm>
            <a:off x="1907451" y="2434844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525C00"/>
          </a:solidFill>
          <a:ln/>
        </p:spPr>
      </p:sp>
      <p:sp>
        <p:nvSpPr>
          <p:cNvPr id="369" name="Shape 367"/>
          <p:cNvSpPr/>
          <p:nvPr/>
        </p:nvSpPr>
        <p:spPr>
          <a:xfrm flipV="1">
            <a:off x="2257575" y="2434844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370" name="Shape 368"/>
          <p:cNvSpPr/>
          <p:nvPr/>
        </p:nvSpPr>
        <p:spPr>
          <a:xfrm>
            <a:off x="2317030" y="2434844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525C00"/>
          </a:solidFill>
          <a:ln/>
        </p:spPr>
      </p:sp>
      <p:sp>
        <p:nvSpPr>
          <p:cNvPr id="371" name="Shape 369"/>
          <p:cNvSpPr/>
          <p:nvPr/>
        </p:nvSpPr>
        <p:spPr>
          <a:xfrm flipV="1">
            <a:off x="2667155" y="2434844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372" name="Shape 370"/>
          <p:cNvSpPr/>
          <p:nvPr/>
        </p:nvSpPr>
        <p:spPr>
          <a:xfrm>
            <a:off x="2726610" y="2434844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525C00"/>
          </a:solidFill>
          <a:ln/>
        </p:spPr>
      </p:sp>
      <p:sp>
        <p:nvSpPr>
          <p:cNvPr id="373" name="Shape 371"/>
          <p:cNvSpPr/>
          <p:nvPr/>
        </p:nvSpPr>
        <p:spPr>
          <a:xfrm flipV="1">
            <a:off x="3076734" y="2434844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374" name="Shape 372"/>
          <p:cNvSpPr/>
          <p:nvPr/>
        </p:nvSpPr>
        <p:spPr>
          <a:xfrm>
            <a:off x="1907451" y="2848183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525C00"/>
          </a:solidFill>
          <a:ln/>
        </p:spPr>
      </p:sp>
      <p:sp>
        <p:nvSpPr>
          <p:cNvPr id="375" name="Shape 373"/>
          <p:cNvSpPr/>
          <p:nvPr/>
        </p:nvSpPr>
        <p:spPr>
          <a:xfrm flipV="1">
            <a:off x="2257575" y="2848183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376" name="Shape 374"/>
          <p:cNvSpPr/>
          <p:nvPr/>
        </p:nvSpPr>
        <p:spPr>
          <a:xfrm>
            <a:off x="2317030" y="2848183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525C00"/>
          </a:solidFill>
          <a:ln/>
        </p:spPr>
      </p:sp>
      <p:sp>
        <p:nvSpPr>
          <p:cNvPr id="377" name="Shape 375"/>
          <p:cNvSpPr/>
          <p:nvPr/>
        </p:nvSpPr>
        <p:spPr>
          <a:xfrm flipV="1">
            <a:off x="2667155" y="2848183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378" name="Shape 376"/>
          <p:cNvSpPr/>
          <p:nvPr/>
        </p:nvSpPr>
        <p:spPr>
          <a:xfrm>
            <a:off x="2726610" y="2848183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525C00"/>
          </a:solidFill>
          <a:ln/>
        </p:spPr>
      </p:sp>
      <p:sp>
        <p:nvSpPr>
          <p:cNvPr id="379" name="Shape 377"/>
          <p:cNvSpPr/>
          <p:nvPr/>
        </p:nvSpPr>
        <p:spPr>
          <a:xfrm flipV="1">
            <a:off x="3076734" y="2848183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380" name="Shape 378"/>
          <p:cNvSpPr/>
          <p:nvPr/>
        </p:nvSpPr>
        <p:spPr>
          <a:xfrm>
            <a:off x="1907451" y="3261522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525C00"/>
          </a:solidFill>
          <a:ln/>
        </p:spPr>
      </p:sp>
      <p:sp>
        <p:nvSpPr>
          <p:cNvPr id="381" name="Shape 379"/>
          <p:cNvSpPr/>
          <p:nvPr/>
        </p:nvSpPr>
        <p:spPr>
          <a:xfrm flipV="1">
            <a:off x="2257575" y="3261522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382" name="Shape 380"/>
          <p:cNvSpPr/>
          <p:nvPr/>
        </p:nvSpPr>
        <p:spPr>
          <a:xfrm>
            <a:off x="2317030" y="3261522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525C00"/>
          </a:solidFill>
          <a:ln/>
        </p:spPr>
      </p:sp>
      <p:sp>
        <p:nvSpPr>
          <p:cNvPr id="383" name="Shape 381"/>
          <p:cNvSpPr/>
          <p:nvPr/>
        </p:nvSpPr>
        <p:spPr>
          <a:xfrm flipV="1">
            <a:off x="2667155" y="3261522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384" name="Shape 382"/>
          <p:cNvSpPr/>
          <p:nvPr/>
        </p:nvSpPr>
        <p:spPr>
          <a:xfrm>
            <a:off x="2726610" y="3261522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525C00"/>
          </a:solidFill>
          <a:ln/>
        </p:spPr>
      </p:sp>
      <p:sp>
        <p:nvSpPr>
          <p:cNvPr id="385" name="Shape 383"/>
          <p:cNvSpPr/>
          <p:nvPr/>
        </p:nvSpPr>
        <p:spPr>
          <a:xfrm flipV="1">
            <a:off x="3076734" y="3261522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386" name="Shape 384"/>
          <p:cNvSpPr/>
          <p:nvPr/>
        </p:nvSpPr>
        <p:spPr>
          <a:xfrm>
            <a:off x="1907451" y="1780945"/>
            <a:ext cx="350124" cy="358847"/>
          </a:xfrm>
          <a:prstGeom prst="rect">
            <a:avLst/>
          </a:prstGeom>
          <a:solidFill>
            <a:srgbClr val="EDFF1A"/>
          </a:solidFill>
          <a:ln w="3175">
            <a:solidFill>
              <a:srgbClr val="EDFF1A"/>
            </a:solidFill>
            <a:prstDash val="solid"/>
          </a:ln>
        </p:spPr>
      </p:sp>
      <p:sp>
        <p:nvSpPr>
          <p:cNvPr id="387" name="Shape 385"/>
          <p:cNvSpPr/>
          <p:nvPr/>
        </p:nvSpPr>
        <p:spPr>
          <a:xfrm>
            <a:off x="2317030" y="1780945"/>
            <a:ext cx="350124" cy="358847"/>
          </a:xfrm>
          <a:prstGeom prst="rect">
            <a:avLst/>
          </a:prstGeom>
          <a:solidFill>
            <a:srgbClr val="EDFF1A"/>
          </a:solidFill>
          <a:ln w="3175">
            <a:solidFill>
              <a:srgbClr val="EDFF1A"/>
            </a:solidFill>
            <a:prstDash val="solid"/>
          </a:ln>
        </p:spPr>
      </p:sp>
      <p:sp>
        <p:nvSpPr>
          <p:cNvPr id="388" name="Shape 386"/>
          <p:cNvSpPr/>
          <p:nvPr/>
        </p:nvSpPr>
        <p:spPr>
          <a:xfrm>
            <a:off x="2726610" y="1780945"/>
            <a:ext cx="350124" cy="358847"/>
          </a:xfrm>
          <a:prstGeom prst="rect">
            <a:avLst/>
          </a:prstGeom>
          <a:solidFill>
            <a:srgbClr val="EDFF1A"/>
          </a:solidFill>
          <a:ln w="3175">
            <a:solidFill>
              <a:srgbClr val="EDFF1A"/>
            </a:solidFill>
            <a:prstDash val="solid"/>
          </a:ln>
        </p:spPr>
      </p:sp>
      <p:sp>
        <p:nvSpPr>
          <p:cNvPr id="389" name="Shape 387"/>
          <p:cNvSpPr/>
          <p:nvPr/>
        </p:nvSpPr>
        <p:spPr>
          <a:xfrm>
            <a:off x="1907451" y="2194284"/>
            <a:ext cx="350124" cy="358847"/>
          </a:xfrm>
          <a:prstGeom prst="rect">
            <a:avLst/>
          </a:prstGeom>
          <a:solidFill>
            <a:srgbClr val="EDFF1A"/>
          </a:solidFill>
          <a:ln w="3175">
            <a:solidFill>
              <a:srgbClr val="EDFF1A"/>
            </a:solidFill>
            <a:prstDash val="solid"/>
          </a:ln>
        </p:spPr>
      </p:sp>
      <p:sp>
        <p:nvSpPr>
          <p:cNvPr id="390" name="Shape 388"/>
          <p:cNvSpPr/>
          <p:nvPr/>
        </p:nvSpPr>
        <p:spPr>
          <a:xfrm>
            <a:off x="2317030" y="2194284"/>
            <a:ext cx="350124" cy="358847"/>
          </a:xfrm>
          <a:prstGeom prst="rect">
            <a:avLst/>
          </a:prstGeom>
          <a:solidFill>
            <a:srgbClr val="EDFF1A"/>
          </a:solidFill>
          <a:ln w="3175">
            <a:solidFill>
              <a:srgbClr val="EDFF1A"/>
            </a:solidFill>
            <a:prstDash val="solid"/>
          </a:ln>
        </p:spPr>
      </p:sp>
      <p:sp>
        <p:nvSpPr>
          <p:cNvPr id="391" name="Shape 389"/>
          <p:cNvSpPr/>
          <p:nvPr/>
        </p:nvSpPr>
        <p:spPr>
          <a:xfrm>
            <a:off x="2726610" y="2194284"/>
            <a:ext cx="350124" cy="358847"/>
          </a:xfrm>
          <a:prstGeom prst="rect">
            <a:avLst/>
          </a:prstGeom>
          <a:solidFill>
            <a:srgbClr val="EDFF1A"/>
          </a:solidFill>
          <a:ln w="3175">
            <a:solidFill>
              <a:srgbClr val="EDFF1A"/>
            </a:solidFill>
            <a:prstDash val="solid"/>
          </a:ln>
        </p:spPr>
      </p:sp>
      <p:sp>
        <p:nvSpPr>
          <p:cNvPr id="392" name="Shape 390"/>
          <p:cNvSpPr/>
          <p:nvPr/>
        </p:nvSpPr>
        <p:spPr>
          <a:xfrm>
            <a:off x="1907451" y="2607623"/>
            <a:ext cx="350124" cy="358847"/>
          </a:xfrm>
          <a:prstGeom prst="rect">
            <a:avLst/>
          </a:prstGeom>
          <a:solidFill>
            <a:srgbClr val="EDFF1A"/>
          </a:solidFill>
          <a:ln w="3175">
            <a:solidFill>
              <a:srgbClr val="EDFF1A"/>
            </a:solidFill>
            <a:prstDash val="solid"/>
          </a:ln>
        </p:spPr>
      </p:sp>
      <p:sp>
        <p:nvSpPr>
          <p:cNvPr id="393" name="Shape 391"/>
          <p:cNvSpPr/>
          <p:nvPr/>
        </p:nvSpPr>
        <p:spPr>
          <a:xfrm>
            <a:off x="2317030" y="2607623"/>
            <a:ext cx="350124" cy="358847"/>
          </a:xfrm>
          <a:prstGeom prst="rect">
            <a:avLst/>
          </a:prstGeom>
          <a:solidFill>
            <a:srgbClr val="EDFF1A"/>
          </a:solidFill>
          <a:ln w="3175">
            <a:solidFill>
              <a:srgbClr val="EDFF1A"/>
            </a:solidFill>
            <a:prstDash val="solid"/>
          </a:ln>
        </p:spPr>
      </p:sp>
      <p:sp>
        <p:nvSpPr>
          <p:cNvPr id="394" name="Shape 392"/>
          <p:cNvSpPr/>
          <p:nvPr/>
        </p:nvSpPr>
        <p:spPr>
          <a:xfrm>
            <a:off x="2726610" y="2607623"/>
            <a:ext cx="350124" cy="358847"/>
          </a:xfrm>
          <a:prstGeom prst="rect">
            <a:avLst/>
          </a:prstGeom>
          <a:solidFill>
            <a:srgbClr val="EDFF1A"/>
          </a:solidFill>
          <a:ln w="3175">
            <a:solidFill>
              <a:srgbClr val="EDFF1A"/>
            </a:solidFill>
            <a:prstDash val="solid"/>
          </a:ln>
        </p:spPr>
      </p:sp>
      <p:sp>
        <p:nvSpPr>
          <p:cNvPr id="395" name="Shape 393"/>
          <p:cNvSpPr/>
          <p:nvPr/>
        </p:nvSpPr>
        <p:spPr>
          <a:xfrm>
            <a:off x="1907451" y="3020962"/>
            <a:ext cx="350124" cy="358847"/>
          </a:xfrm>
          <a:prstGeom prst="rect">
            <a:avLst/>
          </a:prstGeom>
          <a:solidFill>
            <a:srgbClr val="EDFF1A"/>
          </a:solidFill>
          <a:ln w="3175">
            <a:solidFill>
              <a:srgbClr val="EDFF1A"/>
            </a:solidFill>
            <a:prstDash val="solid"/>
          </a:ln>
        </p:spPr>
      </p:sp>
      <p:sp>
        <p:nvSpPr>
          <p:cNvPr id="396" name="Shape 394"/>
          <p:cNvSpPr/>
          <p:nvPr/>
        </p:nvSpPr>
        <p:spPr>
          <a:xfrm>
            <a:off x="2317030" y="3020962"/>
            <a:ext cx="350124" cy="358847"/>
          </a:xfrm>
          <a:prstGeom prst="rect">
            <a:avLst/>
          </a:prstGeom>
          <a:solidFill>
            <a:srgbClr val="EDFF1A"/>
          </a:solidFill>
          <a:ln w="3175">
            <a:solidFill>
              <a:srgbClr val="EDFF1A"/>
            </a:solidFill>
            <a:prstDash val="solid"/>
          </a:ln>
        </p:spPr>
      </p:sp>
      <p:sp>
        <p:nvSpPr>
          <p:cNvPr id="397" name="Shape 395"/>
          <p:cNvSpPr/>
          <p:nvPr/>
        </p:nvSpPr>
        <p:spPr>
          <a:xfrm>
            <a:off x="2726610" y="3020962"/>
            <a:ext cx="350124" cy="358847"/>
          </a:xfrm>
          <a:prstGeom prst="rect">
            <a:avLst/>
          </a:prstGeom>
          <a:solidFill>
            <a:srgbClr val="EDFF1A"/>
          </a:solidFill>
          <a:ln w="3175">
            <a:solidFill>
              <a:srgbClr val="EDFF1A"/>
            </a:solidFill>
            <a:prstDash val="solid"/>
          </a:ln>
        </p:spPr>
      </p:sp>
      <p:sp>
        <p:nvSpPr>
          <p:cNvPr id="398" name="Shape 396"/>
          <p:cNvSpPr/>
          <p:nvPr/>
        </p:nvSpPr>
        <p:spPr>
          <a:xfrm>
            <a:off x="1907451" y="3434300"/>
            <a:ext cx="350124" cy="358847"/>
          </a:xfrm>
          <a:prstGeom prst="rect">
            <a:avLst/>
          </a:prstGeom>
          <a:solidFill>
            <a:srgbClr val="EDFF1A"/>
          </a:solidFill>
          <a:ln w="3175">
            <a:solidFill>
              <a:srgbClr val="EDFF1A"/>
            </a:solidFill>
            <a:prstDash val="solid"/>
          </a:ln>
        </p:spPr>
      </p:sp>
      <p:sp>
        <p:nvSpPr>
          <p:cNvPr id="399" name="Shape 397"/>
          <p:cNvSpPr/>
          <p:nvPr/>
        </p:nvSpPr>
        <p:spPr>
          <a:xfrm>
            <a:off x="2317030" y="3434300"/>
            <a:ext cx="350124" cy="358847"/>
          </a:xfrm>
          <a:prstGeom prst="rect">
            <a:avLst/>
          </a:prstGeom>
          <a:solidFill>
            <a:srgbClr val="EDFF1A"/>
          </a:solidFill>
          <a:ln w="3175">
            <a:solidFill>
              <a:srgbClr val="EDFF1A"/>
            </a:solidFill>
            <a:prstDash val="solid"/>
          </a:ln>
        </p:spPr>
      </p:sp>
      <p:sp>
        <p:nvSpPr>
          <p:cNvPr id="400" name="Shape 398"/>
          <p:cNvSpPr/>
          <p:nvPr/>
        </p:nvSpPr>
        <p:spPr>
          <a:xfrm>
            <a:off x="2726610" y="3434300"/>
            <a:ext cx="350124" cy="358847"/>
          </a:xfrm>
          <a:prstGeom prst="rect">
            <a:avLst/>
          </a:prstGeom>
          <a:solidFill>
            <a:srgbClr val="EDFF1A"/>
          </a:solidFill>
          <a:ln w="3175">
            <a:solidFill>
              <a:srgbClr val="EDFF1A"/>
            </a:solidFill>
            <a:prstDash val="solid"/>
          </a:ln>
        </p:spPr>
      </p:sp>
      <p:sp>
        <p:nvSpPr>
          <p:cNvPr id="401" name="Shape 399"/>
          <p:cNvSpPr/>
          <p:nvPr/>
        </p:nvSpPr>
        <p:spPr>
          <a:xfrm>
            <a:off x="3122977" y="1608167"/>
            <a:ext cx="541702" cy="2171391"/>
          </a:xfrm>
          <a:custGeom>
            <a:avLst/>
            <a:gdLst/>
            <a:ahLst/>
            <a:cxnLst/>
            <a:rect l="l" t="t" r="r" b="b"/>
            <a:pathLst>
              <a:path w="541702" h="2171391">
                <a:moveTo>
                  <a:pt x="0" y="159189"/>
                </a:moveTo>
                <a:lnTo>
                  <a:pt x="541702" y="0"/>
                </a:lnTo>
                <a:lnTo>
                  <a:pt x="541702" y="2012202"/>
                </a:lnTo>
                <a:lnTo>
                  <a:pt x="0" y="2171391"/>
                </a:lnTo>
                <a:close/>
              </a:path>
            </a:pathLst>
          </a:custGeom>
          <a:solidFill>
            <a:srgbClr val="F2A614"/>
          </a:solidFill>
          <a:ln/>
        </p:spPr>
      </p:sp>
      <p:sp>
        <p:nvSpPr>
          <p:cNvPr id="402" name="Shape 400"/>
          <p:cNvSpPr/>
          <p:nvPr/>
        </p:nvSpPr>
        <p:spPr>
          <a:xfrm>
            <a:off x="3122977" y="1967014"/>
            <a:ext cx="541702" cy="213681"/>
          </a:xfrm>
          <a:custGeom>
            <a:avLst/>
            <a:gdLst/>
            <a:ahLst/>
            <a:cxnLst/>
            <a:rect l="l" t="t" r="r" b="b"/>
            <a:pathLst>
              <a:path w="541702" h="213681">
                <a:moveTo>
                  <a:pt x="0" y="159189"/>
                </a:moveTo>
                <a:lnTo>
                  <a:pt x="541702" y="0"/>
                </a:lnTo>
                <a:lnTo>
                  <a:pt x="541702" y="54492"/>
                </a:lnTo>
                <a:lnTo>
                  <a:pt x="0" y="213681"/>
                </a:lnTo>
                <a:close/>
              </a:path>
            </a:pathLst>
          </a:custGeom>
          <a:solidFill>
            <a:srgbClr val="E29A12"/>
          </a:solidFill>
          <a:ln/>
        </p:spPr>
      </p:sp>
      <p:sp>
        <p:nvSpPr>
          <p:cNvPr id="403" name="Shape 401"/>
          <p:cNvSpPr/>
          <p:nvPr/>
        </p:nvSpPr>
        <p:spPr>
          <a:xfrm>
            <a:off x="3122977" y="2380353"/>
            <a:ext cx="541702" cy="213681"/>
          </a:xfrm>
          <a:custGeom>
            <a:avLst/>
            <a:gdLst/>
            <a:ahLst/>
            <a:cxnLst/>
            <a:rect l="l" t="t" r="r" b="b"/>
            <a:pathLst>
              <a:path w="541702" h="213681">
                <a:moveTo>
                  <a:pt x="0" y="159189"/>
                </a:moveTo>
                <a:lnTo>
                  <a:pt x="541702" y="0"/>
                </a:lnTo>
                <a:lnTo>
                  <a:pt x="541702" y="54492"/>
                </a:lnTo>
                <a:lnTo>
                  <a:pt x="0" y="213681"/>
                </a:lnTo>
                <a:close/>
              </a:path>
            </a:pathLst>
          </a:custGeom>
          <a:solidFill>
            <a:srgbClr val="E29A12"/>
          </a:solidFill>
          <a:ln/>
        </p:spPr>
      </p:sp>
      <p:sp>
        <p:nvSpPr>
          <p:cNvPr id="404" name="Shape 402"/>
          <p:cNvSpPr/>
          <p:nvPr/>
        </p:nvSpPr>
        <p:spPr>
          <a:xfrm>
            <a:off x="3122977" y="2793692"/>
            <a:ext cx="541702" cy="213681"/>
          </a:xfrm>
          <a:custGeom>
            <a:avLst/>
            <a:gdLst/>
            <a:ahLst/>
            <a:cxnLst/>
            <a:rect l="l" t="t" r="r" b="b"/>
            <a:pathLst>
              <a:path w="541702" h="213681">
                <a:moveTo>
                  <a:pt x="0" y="159189"/>
                </a:moveTo>
                <a:lnTo>
                  <a:pt x="541702" y="0"/>
                </a:lnTo>
                <a:lnTo>
                  <a:pt x="541702" y="54492"/>
                </a:lnTo>
                <a:lnTo>
                  <a:pt x="0" y="213681"/>
                </a:lnTo>
                <a:close/>
              </a:path>
            </a:pathLst>
          </a:custGeom>
          <a:solidFill>
            <a:srgbClr val="E29A12"/>
          </a:solidFill>
          <a:ln/>
        </p:spPr>
      </p:sp>
      <p:sp>
        <p:nvSpPr>
          <p:cNvPr id="405" name="Shape 403"/>
          <p:cNvSpPr/>
          <p:nvPr/>
        </p:nvSpPr>
        <p:spPr>
          <a:xfrm>
            <a:off x="3122977" y="3207030"/>
            <a:ext cx="541702" cy="213681"/>
          </a:xfrm>
          <a:custGeom>
            <a:avLst/>
            <a:gdLst/>
            <a:ahLst/>
            <a:cxnLst/>
            <a:rect l="l" t="t" r="r" b="b"/>
            <a:pathLst>
              <a:path w="541702" h="213681">
                <a:moveTo>
                  <a:pt x="0" y="159189"/>
                </a:moveTo>
                <a:lnTo>
                  <a:pt x="541702" y="0"/>
                </a:lnTo>
                <a:lnTo>
                  <a:pt x="541702" y="54492"/>
                </a:lnTo>
                <a:lnTo>
                  <a:pt x="0" y="213681"/>
                </a:lnTo>
                <a:close/>
              </a:path>
            </a:pathLst>
          </a:custGeom>
          <a:solidFill>
            <a:srgbClr val="E29A12"/>
          </a:solidFill>
          <a:ln/>
        </p:spPr>
      </p:sp>
      <p:sp>
        <p:nvSpPr>
          <p:cNvPr id="406" name="Shape 404"/>
          <p:cNvSpPr/>
          <p:nvPr/>
        </p:nvSpPr>
        <p:spPr>
          <a:xfrm>
            <a:off x="1709267" y="1847398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5C2E00"/>
          </a:solidFill>
          <a:ln/>
        </p:spPr>
      </p:sp>
      <p:sp>
        <p:nvSpPr>
          <p:cNvPr id="407" name="Shape 405"/>
          <p:cNvSpPr/>
          <p:nvPr/>
        </p:nvSpPr>
        <p:spPr>
          <a:xfrm flipV="1">
            <a:off x="2059392" y="1847398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408" name="Shape 406"/>
          <p:cNvSpPr/>
          <p:nvPr/>
        </p:nvSpPr>
        <p:spPr>
          <a:xfrm>
            <a:off x="2118847" y="1847398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5C2E00"/>
          </a:solidFill>
          <a:ln/>
        </p:spPr>
      </p:sp>
      <p:sp>
        <p:nvSpPr>
          <p:cNvPr id="409" name="Shape 407"/>
          <p:cNvSpPr/>
          <p:nvPr/>
        </p:nvSpPr>
        <p:spPr>
          <a:xfrm flipV="1">
            <a:off x="2468971" y="1847398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410" name="Shape 408"/>
          <p:cNvSpPr/>
          <p:nvPr/>
        </p:nvSpPr>
        <p:spPr>
          <a:xfrm>
            <a:off x="2528426" y="1847398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5C2E00"/>
          </a:solidFill>
          <a:ln/>
        </p:spPr>
      </p:sp>
      <p:sp>
        <p:nvSpPr>
          <p:cNvPr id="411" name="Shape 409"/>
          <p:cNvSpPr/>
          <p:nvPr/>
        </p:nvSpPr>
        <p:spPr>
          <a:xfrm flipV="1">
            <a:off x="2878550" y="1847398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412" name="Shape 410"/>
          <p:cNvSpPr/>
          <p:nvPr/>
        </p:nvSpPr>
        <p:spPr>
          <a:xfrm>
            <a:off x="1709267" y="2260737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5C2E00"/>
          </a:solidFill>
          <a:ln/>
        </p:spPr>
      </p:sp>
      <p:sp>
        <p:nvSpPr>
          <p:cNvPr id="413" name="Shape 411"/>
          <p:cNvSpPr/>
          <p:nvPr/>
        </p:nvSpPr>
        <p:spPr>
          <a:xfrm flipV="1">
            <a:off x="2059392" y="2260737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414" name="Shape 412"/>
          <p:cNvSpPr/>
          <p:nvPr/>
        </p:nvSpPr>
        <p:spPr>
          <a:xfrm>
            <a:off x="2118847" y="2260737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5C2E00"/>
          </a:solidFill>
          <a:ln/>
        </p:spPr>
      </p:sp>
      <p:sp>
        <p:nvSpPr>
          <p:cNvPr id="415" name="Shape 413"/>
          <p:cNvSpPr/>
          <p:nvPr/>
        </p:nvSpPr>
        <p:spPr>
          <a:xfrm flipV="1">
            <a:off x="2468971" y="2260737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416" name="Shape 414"/>
          <p:cNvSpPr/>
          <p:nvPr/>
        </p:nvSpPr>
        <p:spPr>
          <a:xfrm>
            <a:off x="2528426" y="2260737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5C2E00"/>
          </a:solidFill>
          <a:ln/>
        </p:spPr>
      </p:sp>
      <p:sp>
        <p:nvSpPr>
          <p:cNvPr id="417" name="Shape 415"/>
          <p:cNvSpPr/>
          <p:nvPr/>
        </p:nvSpPr>
        <p:spPr>
          <a:xfrm flipV="1">
            <a:off x="2878550" y="2260737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418" name="Shape 416"/>
          <p:cNvSpPr/>
          <p:nvPr/>
        </p:nvSpPr>
        <p:spPr>
          <a:xfrm>
            <a:off x="1709267" y="2674076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5C2E00"/>
          </a:solidFill>
          <a:ln/>
        </p:spPr>
      </p:sp>
      <p:sp>
        <p:nvSpPr>
          <p:cNvPr id="419" name="Shape 417"/>
          <p:cNvSpPr/>
          <p:nvPr/>
        </p:nvSpPr>
        <p:spPr>
          <a:xfrm flipV="1">
            <a:off x="2059392" y="2674076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420" name="Shape 418"/>
          <p:cNvSpPr/>
          <p:nvPr/>
        </p:nvSpPr>
        <p:spPr>
          <a:xfrm>
            <a:off x="2118847" y="2674076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5C2E00"/>
          </a:solidFill>
          <a:ln/>
        </p:spPr>
      </p:sp>
      <p:sp>
        <p:nvSpPr>
          <p:cNvPr id="421" name="Shape 419"/>
          <p:cNvSpPr/>
          <p:nvPr/>
        </p:nvSpPr>
        <p:spPr>
          <a:xfrm flipV="1">
            <a:off x="2468971" y="2674076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422" name="Shape 420"/>
          <p:cNvSpPr/>
          <p:nvPr/>
        </p:nvSpPr>
        <p:spPr>
          <a:xfrm>
            <a:off x="2528426" y="2674076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5C2E00"/>
          </a:solidFill>
          <a:ln/>
        </p:spPr>
      </p:sp>
      <p:sp>
        <p:nvSpPr>
          <p:cNvPr id="423" name="Shape 421"/>
          <p:cNvSpPr/>
          <p:nvPr/>
        </p:nvSpPr>
        <p:spPr>
          <a:xfrm flipV="1">
            <a:off x="2878550" y="2674076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424" name="Shape 422"/>
          <p:cNvSpPr/>
          <p:nvPr/>
        </p:nvSpPr>
        <p:spPr>
          <a:xfrm>
            <a:off x="1709267" y="3087415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5C2E00"/>
          </a:solidFill>
          <a:ln/>
        </p:spPr>
      </p:sp>
      <p:sp>
        <p:nvSpPr>
          <p:cNvPr id="425" name="Shape 423"/>
          <p:cNvSpPr/>
          <p:nvPr/>
        </p:nvSpPr>
        <p:spPr>
          <a:xfrm flipV="1">
            <a:off x="2059392" y="3087415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426" name="Shape 424"/>
          <p:cNvSpPr/>
          <p:nvPr/>
        </p:nvSpPr>
        <p:spPr>
          <a:xfrm>
            <a:off x="2118847" y="3087415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5C2E00"/>
          </a:solidFill>
          <a:ln/>
        </p:spPr>
      </p:sp>
      <p:sp>
        <p:nvSpPr>
          <p:cNvPr id="427" name="Shape 425"/>
          <p:cNvSpPr/>
          <p:nvPr/>
        </p:nvSpPr>
        <p:spPr>
          <a:xfrm flipV="1">
            <a:off x="2468971" y="3087415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428" name="Shape 426"/>
          <p:cNvSpPr/>
          <p:nvPr/>
        </p:nvSpPr>
        <p:spPr>
          <a:xfrm>
            <a:off x="2528426" y="3087415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5C2E00"/>
          </a:solidFill>
          <a:ln/>
        </p:spPr>
      </p:sp>
      <p:sp>
        <p:nvSpPr>
          <p:cNvPr id="429" name="Shape 427"/>
          <p:cNvSpPr/>
          <p:nvPr/>
        </p:nvSpPr>
        <p:spPr>
          <a:xfrm flipV="1">
            <a:off x="2878550" y="3087415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430" name="Shape 428"/>
          <p:cNvSpPr/>
          <p:nvPr/>
        </p:nvSpPr>
        <p:spPr>
          <a:xfrm>
            <a:off x="1709267" y="3500753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5C2E00"/>
          </a:solidFill>
          <a:ln/>
        </p:spPr>
      </p:sp>
      <p:sp>
        <p:nvSpPr>
          <p:cNvPr id="431" name="Shape 429"/>
          <p:cNvSpPr/>
          <p:nvPr/>
        </p:nvSpPr>
        <p:spPr>
          <a:xfrm flipV="1">
            <a:off x="2059392" y="3500753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432" name="Shape 430"/>
          <p:cNvSpPr/>
          <p:nvPr/>
        </p:nvSpPr>
        <p:spPr>
          <a:xfrm>
            <a:off x="2118847" y="3500753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5C2E00"/>
          </a:solidFill>
          <a:ln/>
        </p:spPr>
      </p:sp>
      <p:sp>
        <p:nvSpPr>
          <p:cNvPr id="433" name="Shape 431"/>
          <p:cNvSpPr/>
          <p:nvPr/>
        </p:nvSpPr>
        <p:spPr>
          <a:xfrm flipV="1">
            <a:off x="2468971" y="3500753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434" name="Shape 432"/>
          <p:cNvSpPr/>
          <p:nvPr/>
        </p:nvSpPr>
        <p:spPr>
          <a:xfrm>
            <a:off x="2528426" y="3500753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5C2E00"/>
          </a:solidFill>
          <a:ln/>
        </p:spPr>
      </p:sp>
      <p:sp>
        <p:nvSpPr>
          <p:cNvPr id="435" name="Shape 433"/>
          <p:cNvSpPr/>
          <p:nvPr/>
        </p:nvSpPr>
        <p:spPr>
          <a:xfrm flipV="1">
            <a:off x="2878550" y="3500753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436" name="Shape 434"/>
          <p:cNvSpPr/>
          <p:nvPr/>
        </p:nvSpPr>
        <p:spPr>
          <a:xfrm>
            <a:off x="1709267" y="2020177"/>
            <a:ext cx="350124" cy="358847"/>
          </a:xfrm>
          <a:prstGeom prst="rect">
            <a:avLst/>
          </a:prstGeom>
          <a:solidFill>
            <a:srgbClr val="FF7F00"/>
          </a:solidFill>
          <a:ln w="3175">
            <a:solidFill>
              <a:srgbClr val="FF7F00"/>
            </a:solidFill>
            <a:prstDash val="solid"/>
          </a:ln>
        </p:spPr>
      </p:sp>
      <p:sp>
        <p:nvSpPr>
          <p:cNvPr id="437" name="Shape 435"/>
          <p:cNvSpPr/>
          <p:nvPr/>
        </p:nvSpPr>
        <p:spPr>
          <a:xfrm>
            <a:off x="2118847" y="2020177"/>
            <a:ext cx="350124" cy="358847"/>
          </a:xfrm>
          <a:prstGeom prst="rect">
            <a:avLst/>
          </a:prstGeom>
          <a:solidFill>
            <a:srgbClr val="FF7F00"/>
          </a:solidFill>
          <a:ln w="3175">
            <a:solidFill>
              <a:srgbClr val="FF7F00"/>
            </a:solidFill>
            <a:prstDash val="solid"/>
          </a:ln>
        </p:spPr>
      </p:sp>
      <p:sp>
        <p:nvSpPr>
          <p:cNvPr id="438" name="Shape 436"/>
          <p:cNvSpPr/>
          <p:nvPr/>
        </p:nvSpPr>
        <p:spPr>
          <a:xfrm>
            <a:off x="2528426" y="2020177"/>
            <a:ext cx="350124" cy="358847"/>
          </a:xfrm>
          <a:prstGeom prst="rect">
            <a:avLst/>
          </a:prstGeom>
          <a:solidFill>
            <a:srgbClr val="FF7F00"/>
          </a:solidFill>
          <a:ln w="3175">
            <a:solidFill>
              <a:srgbClr val="FF7F00"/>
            </a:solidFill>
            <a:prstDash val="solid"/>
          </a:ln>
        </p:spPr>
      </p:sp>
      <p:sp>
        <p:nvSpPr>
          <p:cNvPr id="439" name="Shape 437"/>
          <p:cNvSpPr/>
          <p:nvPr/>
        </p:nvSpPr>
        <p:spPr>
          <a:xfrm>
            <a:off x="1709267" y="2433515"/>
            <a:ext cx="350124" cy="358847"/>
          </a:xfrm>
          <a:prstGeom prst="rect">
            <a:avLst/>
          </a:prstGeom>
          <a:solidFill>
            <a:srgbClr val="FF7F00"/>
          </a:solidFill>
          <a:ln w="3175">
            <a:solidFill>
              <a:srgbClr val="FF7F00"/>
            </a:solidFill>
            <a:prstDash val="solid"/>
          </a:ln>
        </p:spPr>
      </p:sp>
      <p:sp>
        <p:nvSpPr>
          <p:cNvPr id="440" name="Shape 438"/>
          <p:cNvSpPr/>
          <p:nvPr/>
        </p:nvSpPr>
        <p:spPr>
          <a:xfrm>
            <a:off x="2118847" y="2433515"/>
            <a:ext cx="350124" cy="358847"/>
          </a:xfrm>
          <a:prstGeom prst="rect">
            <a:avLst/>
          </a:prstGeom>
          <a:solidFill>
            <a:srgbClr val="FF7F00"/>
          </a:solidFill>
          <a:ln w="3175">
            <a:solidFill>
              <a:srgbClr val="FF7F00"/>
            </a:solidFill>
            <a:prstDash val="solid"/>
          </a:ln>
        </p:spPr>
      </p:sp>
      <p:sp>
        <p:nvSpPr>
          <p:cNvPr id="441" name="Shape 439"/>
          <p:cNvSpPr/>
          <p:nvPr/>
        </p:nvSpPr>
        <p:spPr>
          <a:xfrm>
            <a:off x="2528426" y="2433515"/>
            <a:ext cx="350124" cy="358847"/>
          </a:xfrm>
          <a:prstGeom prst="rect">
            <a:avLst/>
          </a:prstGeom>
          <a:solidFill>
            <a:srgbClr val="FF7F00"/>
          </a:solidFill>
          <a:ln w="3175">
            <a:solidFill>
              <a:srgbClr val="FF7F00"/>
            </a:solidFill>
            <a:prstDash val="solid"/>
          </a:ln>
        </p:spPr>
      </p:sp>
      <p:sp>
        <p:nvSpPr>
          <p:cNvPr id="442" name="Shape 440"/>
          <p:cNvSpPr/>
          <p:nvPr/>
        </p:nvSpPr>
        <p:spPr>
          <a:xfrm>
            <a:off x="1709267" y="2846854"/>
            <a:ext cx="350124" cy="358847"/>
          </a:xfrm>
          <a:prstGeom prst="rect">
            <a:avLst/>
          </a:prstGeom>
          <a:solidFill>
            <a:srgbClr val="FF7F00"/>
          </a:solidFill>
          <a:ln w="3175">
            <a:solidFill>
              <a:srgbClr val="FF7F00"/>
            </a:solidFill>
            <a:prstDash val="solid"/>
          </a:ln>
        </p:spPr>
      </p:sp>
      <p:sp>
        <p:nvSpPr>
          <p:cNvPr id="443" name="Shape 441"/>
          <p:cNvSpPr/>
          <p:nvPr/>
        </p:nvSpPr>
        <p:spPr>
          <a:xfrm>
            <a:off x="2118847" y="2846854"/>
            <a:ext cx="350124" cy="358847"/>
          </a:xfrm>
          <a:prstGeom prst="rect">
            <a:avLst/>
          </a:prstGeom>
          <a:solidFill>
            <a:srgbClr val="FF7F00"/>
          </a:solidFill>
          <a:ln w="3175">
            <a:solidFill>
              <a:srgbClr val="FF7F00"/>
            </a:solidFill>
            <a:prstDash val="solid"/>
          </a:ln>
        </p:spPr>
      </p:sp>
      <p:sp>
        <p:nvSpPr>
          <p:cNvPr id="444" name="Shape 442"/>
          <p:cNvSpPr/>
          <p:nvPr/>
        </p:nvSpPr>
        <p:spPr>
          <a:xfrm>
            <a:off x="2528426" y="2846854"/>
            <a:ext cx="350124" cy="358847"/>
          </a:xfrm>
          <a:prstGeom prst="rect">
            <a:avLst/>
          </a:prstGeom>
          <a:solidFill>
            <a:srgbClr val="FF7F00"/>
          </a:solidFill>
          <a:ln w="3175">
            <a:solidFill>
              <a:srgbClr val="FF7F00"/>
            </a:solidFill>
            <a:prstDash val="solid"/>
          </a:ln>
        </p:spPr>
      </p:sp>
      <p:sp>
        <p:nvSpPr>
          <p:cNvPr id="445" name="Shape 443"/>
          <p:cNvSpPr/>
          <p:nvPr/>
        </p:nvSpPr>
        <p:spPr>
          <a:xfrm>
            <a:off x="1709267" y="3260193"/>
            <a:ext cx="350124" cy="358847"/>
          </a:xfrm>
          <a:prstGeom prst="rect">
            <a:avLst/>
          </a:prstGeom>
          <a:solidFill>
            <a:srgbClr val="FF7F00"/>
          </a:solidFill>
          <a:ln w="3175">
            <a:solidFill>
              <a:srgbClr val="FF7F00"/>
            </a:solidFill>
            <a:prstDash val="solid"/>
          </a:ln>
        </p:spPr>
      </p:sp>
      <p:sp>
        <p:nvSpPr>
          <p:cNvPr id="446" name="Shape 444"/>
          <p:cNvSpPr/>
          <p:nvPr/>
        </p:nvSpPr>
        <p:spPr>
          <a:xfrm>
            <a:off x="2118847" y="3260193"/>
            <a:ext cx="350124" cy="358847"/>
          </a:xfrm>
          <a:prstGeom prst="rect">
            <a:avLst/>
          </a:prstGeom>
          <a:solidFill>
            <a:srgbClr val="FF7F00"/>
          </a:solidFill>
          <a:ln w="3175">
            <a:solidFill>
              <a:srgbClr val="FF7F00"/>
            </a:solidFill>
            <a:prstDash val="solid"/>
          </a:ln>
        </p:spPr>
      </p:sp>
      <p:sp>
        <p:nvSpPr>
          <p:cNvPr id="447" name="Shape 445"/>
          <p:cNvSpPr/>
          <p:nvPr/>
        </p:nvSpPr>
        <p:spPr>
          <a:xfrm>
            <a:off x="2528426" y="3260193"/>
            <a:ext cx="350124" cy="358847"/>
          </a:xfrm>
          <a:prstGeom prst="rect">
            <a:avLst/>
          </a:prstGeom>
          <a:solidFill>
            <a:srgbClr val="FF7F00"/>
          </a:solidFill>
          <a:ln w="3175">
            <a:solidFill>
              <a:srgbClr val="FF7F00"/>
            </a:solidFill>
            <a:prstDash val="solid"/>
          </a:ln>
        </p:spPr>
      </p:sp>
      <p:sp>
        <p:nvSpPr>
          <p:cNvPr id="448" name="Shape 446"/>
          <p:cNvSpPr/>
          <p:nvPr/>
        </p:nvSpPr>
        <p:spPr>
          <a:xfrm>
            <a:off x="1709267" y="3673532"/>
            <a:ext cx="350124" cy="358847"/>
          </a:xfrm>
          <a:prstGeom prst="rect">
            <a:avLst/>
          </a:prstGeom>
          <a:solidFill>
            <a:srgbClr val="FF7F00"/>
          </a:solidFill>
          <a:ln w="3175">
            <a:solidFill>
              <a:srgbClr val="FF7F00"/>
            </a:solidFill>
            <a:prstDash val="solid"/>
          </a:ln>
        </p:spPr>
      </p:sp>
      <p:sp>
        <p:nvSpPr>
          <p:cNvPr id="449" name="Shape 447"/>
          <p:cNvSpPr/>
          <p:nvPr/>
        </p:nvSpPr>
        <p:spPr>
          <a:xfrm>
            <a:off x="2118847" y="3673532"/>
            <a:ext cx="350124" cy="358847"/>
          </a:xfrm>
          <a:prstGeom prst="rect">
            <a:avLst/>
          </a:prstGeom>
          <a:solidFill>
            <a:srgbClr val="FF7F00"/>
          </a:solidFill>
          <a:ln w="3175">
            <a:solidFill>
              <a:srgbClr val="FF7F00"/>
            </a:solidFill>
            <a:prstDash val="solid"/>
          </a:ln>
        </p:spPr>
      </p:sp>
      <p:sp>
        <p:nvSpPr>
          <p:cNvPr id="450" name="Shape 448"/>
          <p:cNvSpPr/>
          <p:nvPr/>
        </p:nvSpPr>
        <p:spPr>
          <a:xfrm>
            <a:off x="2528426" y="3673532"/>
            <a:ext cx="350124" cy="358847"/>
          </a:xfrm>
          <a:prstGeom prst="rect">
            <a:avLst/>
          </a:prstGeom>
          <a:solidFill>
            <a:srgbClr val="FF7F00"/>
          </a:solidFill>
          <a:ln w="3175">
            <a:solidFill>
              <a:srgbClr val="FF7F00"/>
            </a:solidFill>
            <a:prstDash val="solid"/>
          </a:ln>
        </p:spPr>
      </p:sp>
      <p:sp>
        <p:nvSpPr>
          <p:cNvPr id="451" name="Shape 449"/>
          <p:cNvSpPr/>
          <p:nvPr/>
        </p:nvSpPr>
        <p:spPr>
          <a:xfrm>
            <a:off x="2924793" y="1847398"/>
            <a:ext cx="541702" cy="2171391"/>
          </a:xfrm>
          <a:custGeom>
            <a:avLst/>
            <a:gdLst/>
            <a:ahLst/>
            <a:cxnLst/>
            <a:rect l="l" t="t" r="r" b="b"/>
            <a:pathLst>
              <a:path w="541702" h="2171391">
                <a:moveTo>
                  <a:pt x="0" y="159189"/>
                </a:moveTo>
                <a:lnTo>
                  <a:pt x="541702" y="0"/>
                </a:lnTo>
                <a:lnTo>
                  <a:pt x="541702" y="2012202"/>
                </a:lnTo>
                <a:lnTo>
                  <a:pt x="0" y="2171391"/>
                </a:lnTo>
                <a:close/>
              </a:path>
            </a:pathLst>
          </a:custGeom>
          <a:solidFill>
            <a:srgbClr val="E47C09"/>
          </a:solidFill>
          <a:ln/>
        </p:spPr>
      </p:sp>
      <p:sp>
        <p:nvSpPr>
          <p:cNvPr id="452" name="Shape 450"/>
          <p:cNvSpPr/>
          <p:nvPr/>
        </p:nvSpPr>
        <p:spPr>
          <a:xfrm>
            <a:off x="2924793" y="2206246"/>
            <a:ext cx="541702" cy="213681"/>
          </a:xfrm>
          <a:custGeom>
            <a:avLst/>
            <a:gdLst/>
            <a:ahLst/>
            <a:cxnLst/>
            <a:rect l="l" t="t" r="r" b="b"/>
            <a:pathLst>
              <a:path w="541702" h="213681">
                <a:moveTo>
                  <a:pt x="0" y="159189"/>
                </a:moveTo>
                <a:lnTo>
                  <a:pt x="541702" y="0"/>
                </a:lnTo>
                <a:lnTo>
                  <a:pt x="541702" y="54492"/>
                </a:lnTo>
                <a:lnTo>
                  <a:pt x="0" y="213681"/>
                </a:lnTo>
                <a:close/>
              </a:path>
            </a:pathLst>
          </a:custGeom>
          <a:solidFill>
            <a:srgbClr val="D67208"/>
          </a:solidFill>
          <a:ln/>
        </p:spPr>
      </p:sp>
      <p:sp>
        <p:nvSpPr>
          <p:cNvPr id="453" name="Shape 451"/>
          <p:cNvSpPr/>
          <p:nvPr/>
        </p:nvSpPr>
        <p:spPr>
          <a:xfrm>
            <a:off x="2924793" y="2619584"/>
            <a:ext cx="541702" cy="213681"/>
          </a:xfrm>
          <a:custGeom>
            <a:avLst/>
            <a:gdLst/>
            <a:ahLst/>
            <a:cxnLst/>
            <a:rect l="l" t="t" r="r" b="b"/>
            <a:pathLst>
              <a:path w="541702" h="213681">
                <a:moveTo>
                  <a:pt x="0" y="159189"/>
                </a:moveTo>
                <a:lnTo>
                  <a:pt x="541702" y="0"/>
                </a:lnTo>
                <a:lnTo>
                  <a:pt x="541702" y="54492"/>
                </a:lnTo>
                <a:lnTo>
                  <a:pt x="0" y="213681"/>
                </a:lnTo>
                <a:close/>
              </a:path>
            </a:pathLst>
          </a:custGeom>
          <a:solidFill>
            <a:srgbClr val="D67208"/>
          </a:solidFill>
          <a:ln/>
        </p:spPr>
      </p:sp>
      <p:sp>
        <p:nvSpPr>
          <p:cNvPr id="454" name="Shape 452"/>
          <p:cNvSpPr/>
          <p:nvPr/>
        </p:nvSpPr>
        <p:spPr>
          <a:xfrm>
            <a:off x="2924793" y="3032923"/>
            <a:ext cx="541702" cy="213681"/>
          </a:xfrm>
          <a:custGeom>
            <a:avLst/>
            <a:gdLst/>
            <a:ahLst/>
            <a:cxnLst/>
            <a:rect l="l" t="t" r="r" b="b"/>
            <a:pathLst>
              <a:path w="541702" h="213681">
                <a:moveTo>
                  <a:pt x="0" y="159189"/>
                </a:moveTo>
                <a:lnTo>
                  <a:pt x="541702" y="0"/>
                </a:lnTo>
                <a:lnTo>
                  <a:pt x="541702" y="54492"/>
                </a:lnTo>
                <a:lnTo>
                  <a:pt x="0" y="213681"/>
                </a:lnTo>
                <a:close/>
              </a:path>
            </a:pathLst>
          </a:custGeom>
          <a:solidFill>
            <a:srgbClr val="D67208"/>
          </a:solidFill>
          <a:ln/>
        </p:spPr>
      </p:sp>
      <p:sp>
        <p:nvSpPr>
          <p:cNvPr id="455" name="Shape 453"/>
          <p:cNvSpPr/>
          <p:nvPr/>
        </p:nvSpPr>
        <p:spPr>
          <a:xfrm>
            <a:off x="2924793" y="3446262"/>
            <a:ext cx="541702" cy="213681"/>
          </a:xfrm>
          <a:custGeom>
            <a:avLst/>
            <a:gdLst/>
            <a:ahLst/>
            <a:cxnLst/>
            <a:rect l="l" t="t" r="r" b="b"/>
            <a:pathLst>
              <a:path w="541702" h="213681">
                <a:moveTo>
                  <a:pt x="0" y="159189"/>
                </a:moveTo>
                <a:lnTo>
                  <a:pt x="541702" y="0"/>
                </a:lnTo>
                <a:lnTo>
                  <a:pt x="541702" y="54492"/>
                </a:lnTo>
                <a:lnTo>
                  <a:pt x="0" y="213681"/>
                </a:lnTo>
                <a:close/>
              </a:path>
            </a:pathLst>
          </a:custGeom>
          <a:solidFill>
            <a:srgbClr val="D67208"/>
          </a:solidFill>
          <a:ln/>
        </p:spPr>
      </p:sp>
      <p:sp>
        <p:nvSpPr>
          <p:cNvPr id="456" name="Shape 454"/>
          <p:cNvSpPr/>
          <p:nvPr/>
        </p:nvSpPr>
        <p:spPr>
          <a:xfrm>
            <a:off x="1497871" y="2086630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457" name="Shape 455"/>
          <p:cNvSpPr/>
          <p:nvPr/>
        </p:nvSpPr>
        <p:spPr>
          <a:xfrm flipV="1">
            <a:off x="1847996" y="2086630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458" name="Shape 456"/>
          <p:cNvSpPr/>
          <p:nvPr/>
        </p:nvSpPr>
        <p:spPr>
          <a:xfrm>
            <a:off x="1907451" y="2086630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459" name="Shape 457"/>
          <p:cNvSpPr/>
          <p:nvPr/>
        </p:nvSpPr>
        <p:spPr>
          <a:xfrm flipV="1">
            <a:off x="2257575" y="2086630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460" name="Shape 458"/>
          <p:cNvSpPr/>
          <p:nvPr/>
        </p:nvSpPr>
        <p:spPr>
          <a:xfrm>
            <a:off x="2317030" y="2086630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461" name="Shape 459"/>
          <p:cNvSpPr/>
          <p:nvPr/>
        </p:nvSpPr>
        <p:spPr>
          <a:xfrm flipV="1">
            <a:off x="2667155" y="2086630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462" name="Shape 460"/>
          <p:cNvSpPr/>
          <p:nvPr/>
        </p:nvSpPr>
        <p:spPr>
          <a:xfrm>
            <a:off x="1497871" y="2499969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463" name="Shape 461"/>
          <p:cNvSpPr/>
          <p:nvPr/>
        </p:nvSpPr>
        <p:spPr>
          <a:xfrm flipV="1">
            <a:off x="1847996" y="2499969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464" name="Shape 462"/>
          <p:cNvSpPr/>
          <p:nvPr/>
        </p:nvSpPr>
        <p:spPr>
          <a:xfrm>
            <a:off x="1907451" y="2499969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465" name="Shape 463"/>
          <p:cNvSpPr/>
          <p:nvPr/>
        </p:nvSpPr>
        <p:spPr>
          <a:xfrm flipV="1">
            <a:off x="2257575" y="2499969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466" name="Shape 464"/>
          <p:cNvSpPr/>
          <p:nvPr/>
        </p:nvSpPr>
        <p:spPr>
          <a:xfrm>
            <a:off x="2317030" y="2499969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467" name="Shape 465"/>
          <p:cNvSpPr/>
          <p:nvPr/>
        </p:nvSpPr>
        <p:spPr>
          <a:xfrm flipV="1">
            <a:off x="2667155" y="2499969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468" name="Shape 466"/>
          <p:cNvSpPr/>
          <p:nvPr/>
        </p:nvSpPr>
        <p:spPr>
          <a:xfrm>
            <a:off x="1497871" y="2913307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469" name="Shape 467"/>
          <p:cNvSpPr/>
          <p:nvPr/>
        </p:nvSpPr>
        <p:spPr>
          <a:xfrm flipV="1">
            <a:off x="1847996" y="2913307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470" name="Shape 468"/>
          <p:cNvSpPr/>
          <p:nvPr/>
        </p:nvSpPr>
        <p:spPr>
          <a:xfrm>
            <a:off x="1907451" y="2913307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471" name="Shape 469"/>
          <p:cNvSpPr/>
          <p:nvPr/>
        </p:nvSpPr>
        <p:spPr>
          <a:xfrm flipV="1">
            <a:off x="2257575" y="2913307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472" name="Shape 470"/>
          <p:cNvSpPr/>
          <p:nvPr/>
        </p:nvSpPr>
        <p:spPr>
          <a:xfrm>
            <a:off x="2317030" y="2913307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473" name="Shape 471"/>
          <p:cNvSpPr/>
          <p:nvPr/>
        </p:nvSpPr>
        <p:spPr>
          <a:xfrm flipV="1">
            <a:off x="2667155" y="2913307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474" name="Shape 472"/>
          <p:cNvSpPr/>
          <p:nvPr/>
        </p:nvSpPr>
        <p:spPr>
          <a:xfrm>
            <a:off x="1497871" y="3326646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475" name="Shape 473"/>
          <p:cNvSpPr/>
          <p:nvPr/>
        </p:nvSpPr>
        <p:spPr>
          <a:xfrm flipV="1">
            <a:off x="1847996" y="3326646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476" name="Shape 474"/>
          <p:cNvSpPr/>
          <p:nvPr/>
        </p:nvSpPr>
        <p:spPr>
          <a:xfrm>
            <a:off x="1907451" y="3326646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477" name="Shape 475"/>
          <p:cNvSpPr/>
          <p:nvPr/>
        </p:nvSpPr>
        <p:spPr>
          <a:xfrm flipV="1">
            <a:off x="2257575" y="3326646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478" name="Shape 476"/>
          <p:cNvSpPr/>
          <p:nvPr/>
        </p:nvSpPr>
        <p:spPr>
          <a:xfrm>
            <a:off x="2317030" y="3326646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479" name="Shape 477"/>
          <p:cNvSpPr/>
          <p:nvPr/>
        </p:nvSpPr>
        <p:spPr>
          <a:xfrm flipV="1">
            <a:off x="2667155" y="3326646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480" name="Shape 478"/>
          <p:cNvSpPr/>
          <p:nvPr/>
        </p:nvSpPr>
        <p:spPr>
          <a:xfrm>
            <a:off x="1497871" y="3739985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481" name="Shape 479"/>
          <p:cNvSpPr/>
          <p:nvPr/>
        </p:nvSpPr>
        <p:spPr>
          <a:xfrm flipV="1">
            <a:off x="1847996" y="3739985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482" name="Shape 480"/>
          <p:cNvSpPr/>
          <p:nvPr/>
        </p:nvSpPr>
        <p:spPr>
          <a:xfrm>
            <a:off x="1907451" y="3739985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483" name="Shape 481"/>
          <p:cNvSpPr/>
          <p:nvPr/>
        </p:nvSpPr>
        <p:spPr>
          <a:xfrm flipV="1">
            <a:off x="2257575" y="3739985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484" name="Shape 482"/>
          <p:cNvSpPr/>
          <p:nvPr/>
        </p:nvSpPr>
        <p:spPr>
          <a:xfrm>
            <a:off x="2317030" y="3739985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485" name="Shape 483"/>
          <p:cNvSpPr/>
          <p:nvPr/>
        </p:nvSpPr>
        <p:spPr>
          <a:xfrm flipV="1">
            <a:off x="2667155" y="3739985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486" name="Shape 484"/>
          <p:cNvSpPr/>
          <p:nvPr/>
        </p:nvSpPr>
        <p:spPr>
          <a:xfrm>
            <a:off x="1497871" y="2259408"/>
            <a:ext cx="350124" cy="358847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487" name="Shape 485"/>
          <p:cNvSpPr/>
          <p:nvPr/>
        </p:nvSpPr>
        <p:spPr>
          <a:xfrm>
            <a:off x="1907451" y="2259408"/>
            <a:ext cx="350124" cy="358847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488" name="Shape 486"/>
          <p:cNvSpPr/>
          <p:nvPr/>
        </p:nvSpPr>
        <p:spPr>
          <a:xfrm>
            <a:off x="2317030" y="2259408"/>
            <a:ext cx="350124" cy="358847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489" name="Shape 487"/>
          <p:cNvSpPr/>
          <p:nvPr/>
        </p:nvSpPr>
        <p:spPr>
          <a:xfrm>
            <a:off x="1497871" y="2672747"/>
            <a:ext cx="350124" cy="358847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490" name="Shape 488"/>
          <p:cNvSpPr/>
          <p:nvPr/>
        </p:nvSpPr>
        <p:spPr>
          <a:xfrm>
            <a:off x="1907451" y="2672747"/>
            <a:ext cx="350124" cy="358847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491" name="Shape 489"/>
          <p:cNvSpPr/>
          <p:nvPr/>
        </p:nvSpPr>
        <p:spPr>
          <a:xfrm>
            <a:off x="2317030" y="2672747"/>
            <a:ext cx="350124" cy="358847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492" name="Shape 490"/>
          <p:cNvSpPr/>
          <p:nvPr/>
        </p:nvSpPr>
        <p:spPr>
          <a:xfrm>
            <a:off x="1497871" y="3086086"/>
            <a:ext cx="350124" cy="358847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493" name="Shape 491"/>
          <p:cNvSpPr/>
          <p:nvPr/>
        </p:nvSpPr>
        <p:spPr>
          <a:xfrm>
            <a:off x="1907451" y="3086086"/>
            <a:ext cx="350124" cy="358847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494" name="Shape 492"/>
          <p:cNvSpPr/>
          <p:nvPr/>
        </p:nvSpPr>
        <p:spPr>
          <a:xfrm>
            <a:off x="2317030" y="3086086"/>
            <a:ext cx="350124" cy="358847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495" name="Shape 493"/>
          <p:cNvSpPr/>
          <p:nvPr/>
        </p:nvSpPr>
        <p:spPr>
          <a:xfrm>
            <a:off x="1497871" y="3499424"/>
            <a:ext cx="350124" cy="358847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496" name="Shape 494"/>
          <p:cNvSpPr/>
          <p:nvPr/>
        </p:nvSpPr>
        <p:spPr>
          <a:xfrm>
            <a:off x="1907451" y="3499424"/>
            <a:ext cx="350124" cy="358847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497" name="Shape 495"/>
          <p:cNvSpPr/>
          <p:nvPr/>
        </p:nvSpPr>
        <p:spPr>
          <a:xfrm>
            <a:off x="2317030" y="3499424"/>
            <a:ext cx="350124" cy="358847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498" name="Shape 496"/>
          <p:cNvSpPr/>
          <p:nvPr/>
        </p:nvSpPr>
        <p:spPr>
          <a:xfrm>
            <a:off x="1497871" y="3912763"/>
            <a:ext cx="350124" cy="358847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499" name="Shape 497"/>
          <p:cNvSpPr/>
          <p:nvPr/>
        </p:nvSpPr>
        <p:spPr>
          <a:xfrm>
            <a:off x="1907451" y="3912763"/>
            <a:ext cx="350124" cy="358847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500" name="Shape 498"/>
          <p:cNvSpPr/>
          <p:nvPr/>
        </p:nvSpPr>
        <p:spPr>
          <a:xfrm>
            <a:off x="2317030" y="3912763"/>
            <a:ext cx="350124" cy="358847"/>
          </a:xfrm>
          <a:prstGeom prst="rect">
            <a:avLst/>
          </a:prstGeom>
          <a:solidFill>
            <a:srgbClr val="7CFC00"/>
          </a:solidFill>
          <a:ln w="3175">
            <a:solidFill>
              <a:srgbClr val="7CFC00"/>
            </a:solidFill>
            <a:prstDash val="solid"/>
          </a:ln>
        </p:spPr>
      </p:sp>
      <p:sp>
        <p:nvSpPr>
          <p:cNvPr id="501" name="Shape 499"/>
          <p:cNvSpPr/>
          <p:nvPr/>
        </p:nvSpPr>
        <p:spPr>
          <a:xfrm>
            <a:off x="2713397" y="2086630"/>
            <a:ext cx="541702" cy="2171391"/>
          </a:xfrm>
          <a:custGeom>
            <a:avLst/>
            <a:gdLst/>
            <a:ahLst/>
            <a:cxnLst/>
            <a:rect l="l" t="t" r="r" b="b"/>
            <a:pathLst>
              <a:path w="541702" h="2171391">
                <a:moveTo>
                  <a:pt x="0" y="159189"/>
                </a:moveTo>
                <a:lnTo>
                  <a:pt x="541702" y="0"/>
                </a:lnTo>
                <a:lnTo>
                  <a:pt x="541702" y="2012202"/>
                </a:lnTo>
                <a:lnTo>
                  <a:pt x="0" y="2171391"/>
                </a:lnTo>
                <a:close/>
              </a:path>
            </a:pathLst>
          </a:custGeom>
          <a:solidFill>
            <a:srgbClr val="D4A108"/>
          </a:solidFill>
          <a:ln/>
        </p:spPr>
      </p:sp>
      <p:sp>
        <p:nvSpPr>
          <p:cNvPr id="502" name="Shape 500"/>
          <p:cNvSpPr/>
          <p:nvPr/>
        </p:nvSpPr>
        <p:spPr>
          <a:xfrm>
            <a:off x="2713397" y="2445477"/>
            <a:ext cx="541702" cy="213681"/>
          </a:xfrm>
          <a:custGeom>
            <a:avLst/>
            <a:gdLst/>
            <a:ahLst/>
            <a:cxnLst/>
            <a:rect l="l" t="t" r="r" b="b"/>
            <a:pathLst>
              <a:path w="541702" h="213681">
                <a:moveTo>
                  <a:pt x="0" y="159189"/>
                </a:moveTo>
                <a:lnTo>
                  <a:pt x="541702" y="0"/>
                </a:lnTo>
                <a:lnTo>
                  <a:pt x="541702" y="54492"/>
                </a:lnTo>
                <a:lnTo>
                  <a:pt x="0" y="213681"/>
                </a:lnTo>
                <a:close/>
              </a:path>
            </a:pathLst>
          </a:custGeom>
          <a:solidFill>
            <a:srgbClr val="C6970A"/>
          </a:solidFill>
          <a:ln/>
        </p:spPr>
      </p:sp>
      <p:sp>
        <p:nvSpPr>
          <p:cNvPr id="503" name="Shape 501"/>
          <p:cNvSpPr/>
          <p:nvPr/>
        </p:nvSpPr>
        <p:spPr>
          <a:xfrm>
            <a:off x="2713397" y="2858816"/>
            <a:ext cx="541702" cy="213681"/>
          </a:xfrm>
          <a:custGeom>
            <a:avLst/>
            <a:gdLst/>
            <a:ahLst/>
            <a:cxnLst/>
            <a:rect l="l" t="t" r="r" b="b"/>
            <a:pathLst>
              <a:path w="541702" h="213681">
                <a:moveTo>
                  <a:pt x="0" y="159189"/>
                </a:moveTo>
                <a:lnTo>
                  <a:pt x="541702" y="0"/>
                </a:lnTo>
                <a:lnTo>
                  <a:pt x="541702" y="54492"/>
                </a:lnTo>
                <a:lnTo>
                  <a:pt x="0" y="213681"/>
                </a:lnTo>
                <a:close/>
              </a:path>
            </a:pathLst>
          </a:custGeom>
          <a:solidFill>
            <a:srgbClr val="C6970A"/>
          </a:solidFill>
          <a:ln/>
        </p:spPr>
      </p:sp>
      <p:sp>
        <p:nvSpPr>
          <p:cNvPr id="504" name="Shape 502"/>
          <p:cNvSpPr/>
          <p:nvPr/>
        </p:nvSpPr>
        <p:spPr>
          <a:xfrm>
            <a:off x="2713397" y="3272155"/>
            <a:ext cx="541702" cy="213681"/>
          </a:xfrm>
          <a:custGeom>
            <a:avLst/>
            <a:gdLst/>
            <a:ahLst/>
            <a:cxnLst/>
            <a:rect l="l" t="t" r="r" b="b"/>
            <a:pathLst>
              <a:path w="541702" h="213681">
                <a:moveTo>
                  <a:pt x="0" y="159189"/>
                </a:moveTo>
                <a:lnTo>
                  <a:pt x="541702" y="0"/>
                </a:lnTo>
                <a:lnTo>
                  <a:pt x="541702" y="54492"/>
                </a:lnTo>
                <a:lnTo>
                  <a:pt x="0" y="213681"/>
                </a:lnTo>
                <a:close/>
              </a:path>
            </a:pathLst>
          </a:custGeom>
          <a:solidFill>
            <a:srgbClr val="C6970A"/>
          </a:solidFill>
          <a:ln/>
        </p:spPr>
      </p:sp>
      <p:sp>
        <p:nvSpPr>
          <p:cNvPr id="505" name="Shape 503"/>
          <p:cNvSpPr/>
          <p:nvPr/>
        </p:nvSpPr>
        <p:spPr>
          <a:xfrm>
            <a:off x="2713397" y="3685493"/>
            <a:ext cx="541702" cy="213681"/>
          </a:xfrm>
          <a:custGeom>
            <a:avLst/>
            <a:gdLst/>
            <a:ahLst/>
            <a:cxnLst/>
            <a:rect l="l" t="t" r="r" b="b"/>
            <a:pathLst>
              <a:path w="541702" h="213681">
                <a:moveTo>
                  <a:pt x="0" y="159189"/>
                </a:moveTo>
                <a:lnTo>
                  <a:pt x="541702" y="0"/>
                </a:lnTo>
                <a:lnTo>
                  <a:pt x="541702" y="54492"/>
                </a:lnTo>
                <a:lnTo>
                  <a:pt x="0" y="213681"/>
                </a:lnTo>
                <a:close/>
              </a:path>
            </a:pathLst>
          </a:custGeom>
          <a:solidFill>
            <a:srgbClr val="C6970A"/>
          </a:solidFill>
          <a:ln/>
        </p:spPr>
      </p:sp>
      <p:sp>
        <p:nvSpPr>
          <p:cNvPr id="506" name="Shape 504"/>
          <p:cNvSpPr/>
          <p:nvPr/>
        </p:nvSpPr>
        <p:spPr>
          <a:xfrm>
            <a:off x="1233627" y="2325861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4E0050"/>
          </a:solidFill>
          <a:ln/>
        </p:spPr>
      </p:sp>
      <p:sp>
        <p:nvSpPr>
          <p:cNvPr id="507" name="Shape 505"/>
          <p:cNvSpPr/>
          <p:nvPr/>
        </p:nvSpPr>
        <p:spPr>
          <a:xfrm flipV="1">
            <a:off x="1583751" y="2325861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508" name="Shape 506"/>
          <p:cNvSpPr/>
          <p:nvPr/>
        </p:nvSpPr>
        <p:spPr>
          <a:xfrm>
            <a:off x="1643206" y="2325861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4E0050"/>
          </a:solidFill>
          <a:ln/>
        </p:spPr>
      </p:sp>
      <p:sp>
        <p:nvSpPr>
          <p:cNvPr id="509" name="Shape 507"/>
          <p:cNvSpPr/>
          <p:nvPr/>
        </p:nvSpPr>
        <p:spPr>
          <a:xfrm flipV="1">
            <a:off x="1993330" y="2325861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510" name="Shape 508"/>
          <p:cNvSpPr/>
          <p:nvPr/>
        </p:nvSpPr>
        <p:spPr>
          <a:xfrm>
            <a:off x="2052785" y="2325861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4E0050"/>
          </a:solidFill>
          <a:ln/>
        </p:spPr>
      </p:sp>
      <p:sp>
        <p:nvSpPr>
          <p:cNvPr id="511" name="Shape 509"/>
          <p:cNvSpPr/>
          <p:nvPr/>
        </p:nvSpPr>
        <p:spPr>
          <a:xfrm flipV="1">
            <a:off x="2402910" y="2325861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512" name="Shape 510"/>
          <p:cNvSpPr/>
          <p:nvPr/>
        </p:nvSpPr>
        <p:spPr>
          <a:xfrm>
            <a:off x="1233627" y="2739200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4E0050"/>
          </a:solidFill>
          <a:ln/>
        </p:spPr>
      </p:sp>
      <p:sp>
        <p:nvSpPr>
          <p:cNvPr id="513" name="Shape 511"/>
          <p:cNvSpPr/>
          <p:nvPr/>
        </p:nvSpPr>
        <p:spPr>
          <a:xfrm flipV="1">
            <a:off x="1583751" y="2739200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514" name="Shape 512"/>
          <p:cNvSpPr/>
          <p:nvPr/>
        </p:nvSpPr>
        <p:spPr>
          <a:xfrm>
            <a:off x="1643206" y="2739200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4E0050"/>
          </a:solidFill>
          <a:ln/>
        </p:spPr>
      </p:sp>
      <p:sp>
        <p:nvSpPr>
          <p:cNvPr id="515" name="Shape 513"/>
          <p:cNvSpPr/>
          <p:nvPr/>
        </p:nvSpPr>
        <p:spPr>
          <a:xfrm flipV="1">
            <a:off x="1993330" y="2739200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516" name="Shape 514"/>
          <p:cNvSpPr/>
          <p:nvPr/>
        </p:nvSpPr>
        <p:spPr>
          <a:xfrm>
            <a:off x="2052785" y="2739200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4E0050"/>
          </a:solidFill>
          <a:ln/>
        </p:spPr>
      </p:sp>
      <p:sp>
        <p:nvSpPr>
          <p:cNvPr id="517" name="Shape 515"/>
          <p:cNvSpPr/>
          <p:nvPr/>
        </p:nvSpPr>
        <p:spPr>
          <a:xfrm flipV="1">
            <a:off x="2402910" y="2739200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518" name="Shape 516"/>
          <p:cNvSpPr/>
          <p:nvPr/>
        </p:nvSpPr>
        <p:spPr>
          <a:xfrm>
            <a:off x="1233627" y="3152539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4E0050"/>
          </a:solidFill>
          <a:ln/>
        </p:spPr>
      </p:sp>
      <p:sp>
        <p:nvSpPr>
          <p:cNvPr id="519" name="Shape 517"/>
          <p:cNvSpPr/>
          <p:nvPr/>
        </p:nvSpPr>
        <p:spPr>
          <a:xfrm flipV="1">
            <a:off x="1583751" y="3152539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520" name="Shape 518"/>
          <p:cNvSpPr/>
          <p:nvPr/>
        </p:nvSpPr>
        <p:spPr>
          <a:xfrm>
            <a:off x="1643206" y="3152539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4E0050"/>
          </a:solidFill>
          <a:ln/>
        </p:spPr>
      </p:sp>
      <p:sp>
        <p:nvSpPr>
          <p:cNvPr id="521" name="Shape 519"/>
          <p:cNvSpPr/>
          <p:nvPr/>
        </p:nvSpPr>
        <p:spPr>
          <a:xfrm flipV="1">
            <a:off x="1993330" y="3152539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522" name="Shape 520"/>
          <p:cNvSpPr/>
          <p:nvPr/>
        </p:nvSpPr>
        <p:spPr>
          <a:xfrm>
            <a:off x="2052785" y="3152539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4E0050"/>
          </a:solidFill>
          <a:ln/>
        </p:spPr>
      </p:sp>
      <p:sp>
        <p:nvSpPr>
          <p:cNvPr id="523" name="Shape 521"/>
          <p:cNvSpPr/>
          <p:nvPr/>
        </p:nvSpPr>
        <p:spPr>
          <a:xfrm flipV="1">
            <a:off x="2402910" y="3152539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524" name="Shape 522"/>
          <p:cNvSpPr/>
          <p:nvPr/>
        </p:nvSpPr>
        <p:spPr>
          <a:xfrm>
            <a:off x="1233627" y="3565878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4E0050"/>
          </a:solidFill>
          <a:ln/>
        </p:spPr>
      </p:sp>
      <p:sp>
        <p:nvSpPr>
          <p:cNvPr id="525" name="Shape 523"/>
          <p:cNvSpPr/>
          <p:nvPr/>
        </p:nvSpPr>
        <p:spPr>
          <a:xfrm flipV="1">
            <a:off x="1583751" y="3565878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526" name="Shape 524"/>
          <p:cNvSpPr/>
          <p:nvPr/>
        </p:nvSpPr>
        <p:spPr>
          <a:xfrm>
            <a:off x="1643206" y="3565878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4E0050"/>
          </a:solidFill>
          <a:ln/>
        </p:spPr>
      </p:sp>
      <p:sp>
        <p:nvSpPr>
          <p:cNvPr id="527" name="Shape 525"/>
          <p:cNvSpPr/>
          <p:nvPr/>
        </p:nvSpPr>
        <p:spPr>
          <a:xfrm flipV="1">
            <a:off x="1993330" y="3565878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528" name="Shape 526"/>
          <p:cNvSpPr/>
          <p:nvPr/>
        </p:nvSpPr>
        <p:spPr>
          <a:xfrm>
            <a:off x="2052785" y="3565878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4E0050"/>
          </a:solidFill>
          <a:ln/>
        </p:spPr>
      </p:sp>
      <p:sp>
        <p:nvSpPr>
          <p:cNvPr id="529" name="Shape 527"/>
          <p:cNvSpPr/>
          <p:nvPr/>
        </p:nvSpPr>
        <p:spPr>
          <a:xfrm flipV="1">
            <a:off x="2402910" y="3565878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530" name="Shape 528"/>
          <p:cNvSpPr/>
          <p:nvPr/>
        </p:nvSpPr>
        <p:spPr>
          <a:xfrm>
            <a:off x="1233627" y="3979216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4E0050"/>
          </a:solidFill>
          <a:ln/>
        </p:spPr>
      </p:sp>
      <p:sp>
        <p:nvSpPr>
          <p:cNvPr id="531" name="Shape 529"/>
          <p:cNvSpPr/>
          <p:nvPr/>
        </p:nvSpPr>
        <p:spPr>
          <a:xfrm flipV="1">
            <a:off x="1583751" y="3979216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532" name="Shape 530"/>
          <p:cNvSpPr/>
          <p:nvPr/>
        </p:nvSpPr>
        <p:spPr>
          <a:xfrm>
            <a:off x="1643206" y="3979216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4E0050"/>
          </a:solidFill>
          <a:ln/>
        </p:spPr>
      </p:sp>
      <p:sp>
        <p:nvSpPr>
          <p:cNvPr id="533" name="Shape 531"/>
          <p:cNvSpPr/>
          <p:nvPr/>
        </p:nvSpPr>
        <p:spPr>
          <a:xfrm flipV="1">
            <a:off x="1993330" y="3979216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534" name="Shape 532"/>
          <p:cNvSpPr/>
          <p:nvPr/>
        </p:nvSpPr>
        <p:spPr>
          <a:xfrm>
            <a:off x="2052785" y="3979216"/>
            <a:ext cx="938069" cy="172778"/>
          </a:xfrm>
          <a:custGeom>
            <a:avLst/>
            <a:gdLst/>
            <a:ahLst/>
            <a:cxnLst/>
            <a:rect l="l" t="t" r="r" b="b"/>
            <a:pathLst>
              <a:path w="938069" h="172778">
                <a:moveTo>
                  <a:pt x="0" y="172778"/>
                </a:moveTo>
                <a:lnTo>
                  <a:pt x="350124" y="172778"/>
                </a:lnTo>
                <a:lnTo>
                  <a:pt x="938069" y="0"/>
                </a:lnTo>
                <a:lnTo>
                  <a:pt x="587945" y="0"/>
                </a:lnTo>
                <a:close/>
              </a:path>
            </a:pathLst>
          </a:custGeom>
          <a:solidFill>
            <a:srgbClr val="4E0050"/>
          </a:solidFill>
          <a:ln/>
        </p:spPr>
      </p:sp>
      <p:sp>
        <p:nvSpPr>
          <p:cNvPr id="535" name="Shape 533"/>
          <p:cNvSpPr/>
          <p:nvPr/>
        </p:nvSpPr>
        <p:spPr>
          <a:xfrm flipV="1">
            <a:off x="2402910" y="3979216"/>
            <a:ext cx="587945" cy="172778"/>
          </a:xfrm>
          <a:prstGeom prst="line">
            <a:avLst/>
          </a:prstGeom>
          <a:noFill/>
          <a:ln w="7620">
            <a:solidFill>
              <a:srgbClr val="C8CF30"/>
            </a:solidFill>
            <a:prstDash val="solid"/>
          </a:ln>
        </p:spPr>
      </p:sp>
      <p:sp>
        <p:nvSpPr>
          <p:cNvPr id="536" name="Shape 534"/>
          <p:cNvSpPr/>
          <p:nvPr/>
        </p:nvSpPr>
        <p:spPr>
          <a:xfrm>
            <a:off x="1233627" y="2498640"/>
            <a:ext cx="350124" cy="358847"/>
          </a:xfrm>
          <a:prstGeom prst="rect">
            <a:avLst/>
          </a:prstGeom>
          <a:solidFill>
            <a:srgbClr val="CC00CC"/>
          </a:solidFill>
          <a:ln w="3175">
            <a:solidFill>
              <a:srgbClr val="CC00CC"/>
            </a:solidFill>
            <a:prstDash val="solid"/>
          </a:ln>
        </p:spPr>
      </p:sp>
      <p:sp>
        <p:nvSpPr>
          <p:cNvPr id="537" name="Shape 535"/>
          <p:cNvSpPr/>
          <p:nvPr/>
        </p:nvSpPr>
        <p:spPr>
          <a:xfrm>
            <a:off x="1643206" y="2498640"/>
            <a:ext cx="350124" cy="358847"/>
          </a:xfrm>
          <a:prstGeom prst="rect">
            <a:avLst/>
          </a:prstGeom>
          <a:solidFill>
            <a:srgbClr val="CC00CC"/>
          </a:solidFill>
          <a:ln w="3175">
            <a:solidFill>
              <a:srgbClr val="CC00CC"/>
            </a:solidFill>
            <a:prstDash val="solid"/>
          </a:ln>
        </p:spPr>
      </p:sp>
      <p:sp>
        <p:nvSpPr>
          <p:cNvPr id="538" name="Shape 536"/>
          <p:cNvSpPr/>
          <p:nvPr/>
        </p:nvSpPr>
        <p:spPr>
          <a:xfrm>
            <a:off x="2052785" y="2498640"/>
            <a:ext cx="350124" cy="358847"/>
          </a:xfrm>
          <a:prstGeom prst="rect">
            <a:avLst/>
          </a:prstGeom>
          <a:solidFill>
            <a:srgbClr val="CC00CC"/>
          </a:solidFill>
          <a:ln w="3175">
            <a:solidFill>
              <a:srgbClr val="CC00CC"/>
            </a:solidFill>
            <a:prstDash val="solid"/>
          </a:ln>
        </p:spPr>
      </p:sp>
      <p:sp>
        <p:nvSpPr>
          <p:cNvPr id="539" name="Shape 537"/>
          <p:cNvSpPr/>
          <p:nvPr/>
        </p:nvSpPr>
        <p:spPr>
          <a:xfrm>
            <a:off x="1233627" y="2911978"/>
            <a:ext cx="350124" cy="358847"/>
          </a:xfrm>
          <a:prstGeom prst="rect">
            <a:avLst/>
          </a:prstGeom>
          <a:solidFill>
            <a:srgbClr val="CC00CC"/>
          </a:solidFill>
          <a:ln w="3175">
            <a:solidFill>
              <a:srgbClr val="CC00CC"/>
            </a:solidFill>
            <a:prstDash val="solid"/>
          </a:ln>
        </p:spPr>
      </p:sp>
      <p:sp>
        <p:nvSpPr>
          <p:cNvPr id="540" name="Shape 538"/>
          <p:cNvSpPr/>
          <p:nvPr/>
        </p:nvSpPr>
        <p:spPr>
          <a:xfrm>
            <a:off x="1643206" y="2911978"/>
            <a:ext cx="350124" cy="358847"/>
          </a:xfrm>
          <a:prstGeom prst="rect">
            <a:avLst/>
          </a:prstGeom>
          <a:solidFill>
            <a:srgbClr val="CC00CC"/>
          </a:solidFill>
          <a:ln w="3175">
            <a:solidFill>
              <a:srgbClr val="CC00CC"/>
            </a:solidFill>
            <a:prstDash val="solid"/>
          </a:ln>
        </p:spPr>
      </p:sp>
      <p:sp>
        <p:nvSpPr>
          <p:cNvPr id="541" name="Shape 539"/>
          <p:cNvSpPr/>
          <p:nvPr/>
        </p:nvSpPr>
        <p:spPr>
          <a:xfrm>
            <a:off x="2052785" y="2911978"/>
            <a:ext cx="350124" cy="358847"/>
          </a:xfrm>
          <a:prstGeom prst="rect">
            <a:avLst/>
          </a:prstGeom>
          <a:solidFill>
            <a:srgbClr val="CC00CC"/>
          </a:solidFill>
          <a:ln w="3175">
            <a:solidFill>
              <a:srgbClr val="CC00CC"/>
            </a:solidFill>
            <a:prstDash val="solid"/>
          </a:ln>
        </p:spPr>
      </p:sp>
      <p:sp>
        <p:nvSpPr>
          <p:cNvPr id="542" name="Shape 540"/>
          <p:cNvSpPr/>
          <p:nvPr/>
        </p:nvSpPr>
        <p:spPr>
          <a:xfrm>
            <a:off x="1233627" y="3325317"/>
            <a:ext cx="350124" cy="358847"/>
          </a:xfrm>
          <a:prstGeom prst="rect">
            <a:avLst/>
          </a:prstGeom>
          <a:solidFill>
            <a:srgbClr val="CC00CC"/>
          </a:solidFill>
          <a:ln w="3175">
            <a:solidFill>
              <a:srgbClr val="CC00CC"/>
            </a:solidFill>
            <a:prstDash val="solid"/>
          </a:ln>
        </p:spPr>
      </p:sp>
      <p:sp>
        <p:nvSpPr>
          <p:cNvPr id="543" name="Shape 541"/>
          <p:cNvSpPr/>
          <p:nvPr/>
        </p:nvSpPr>
        <p:spPr>
          <a:xfrm>
            <a:off x="1643206" y="3325317"/>
            <a:ext cx="350124" cy="358847"/>
          </a:xfrm>
          <a:prstGeom prst="rect">
            <a:avLst/>
          </a:prstGeom>
          <a:solidFill>
            <a:srgbClr val="CC00CC"/>
          </a:solidFill>
          <a:ln w="3175">
            <a:solidFill>
              <a:srgbClr val="CC00CC"/>
            </a:solidFill>
            <a:prstDash val="solid"/>
          </a:ln>
        </p:spPr>
      </p:sp>
      <p:sp>
        <p:nvSpPr>
          <p:cNvPr id="544" name="Shape 542"/>
          <p:cNvSpPr/>
          <p:nvPr/>
        </p:nvSpPr>
        <p:spPr>
          <a:xfrm>
            <a:off x="2052785" y="3325317"/>
            <a:ext cx="350124" cy="358847"/>
          </a:xfrm>
          <a:prstGeom prst="rect">
            <a:avLst/>
          </a:prstGeom>
          <a:solidFill>
            <a:srgbClr val="CC00CC"/>
          </a:solidFill>
          <a:ln w="3175">
            <a:solidFill>
              <a:srgbClr val="CC00CC"/>
            </a:solidFill>
            <a:prstDash val="solid"/>
          </a:ln>
        </p:spPr>
      </p:sp>
      <p:sp>
        <p:nvSpPr>
          <p:cNvPr id="545" name="Shape 543"/>
          <p:cNvSpPr/>
          <p:nvPr/>
        </p:nvSpPr>
        <p:spPr>
          <a:xfrm>
            <a:off x="1233627" y="3738656"/>
            <a:ext cx="350124" cy="358847"/>
          </a:xfrm>
          <a:prstGeom prst="rect">
            <a:avLst/>
          </a:prstGeom>
          <a:solidFill>
            <a:srgbClr val="CC00CC"/>
          </a:solidFill>
          <a:ln w="3175">
            <a:solidFill>
              <a:srgbClr val="CC00CC"/>
            </a:solidFill>
            <a:prstDash val="solid"/>
          </a:ln>
        </p:spPr>
      </p:sp>
      <p:sp>
        <p:nvSpPr>
          <p:cNvPr id="546" name="Shape 544"/>
          <p:cNvSpPr/>
          <p:nvPr/>
        </p:nvSpPr>
        <p:spPr>
          <a:xfrm>
            <a:off x="1643206" y="3738656"/>
            <a:ext cx="350124" cy="358847"/>
          </a:xfrm>
          <a:prstGeom prst="rect">
            <a:avLst/>
          </a:prstGeom>
          <a:solidFill>
            <a:srgbClr val="CC00CC"/>
          </a:solidFill>
          <a:ln w="3175">
            <a:solidFill>
              <a:srgbClr val="CC00CC"/>
            </a:solidFill>
            <a:prstDash val="solid"/>
          </a:ln>
        </p:spPr>
      </p:sp>
      <p:sp>
        <p:nvSpPr>
          <p:cNvPr id="547" name="Shape 545"/>
          <p:cNvSpPr/>
          <p:nvPr/>
        </p:nvSpPr>
        <p:spPr>
          <a:xfrm>
            <a:off x="2052785" y="3738656"/>
            <a:ext cx="350124" cy="358847"/>
          </a:xfrm>
          <a:prstGeom prst="rect">
            <a:avLst/>
          </a:prstGeom>
          <a:solidFill>
            <a:srgbClr val="CC00CC"/>
          </a:solidFill>
          <a:ln w="3175">
            <a:solidFill>
              <a:srgbClr val="CC00CC"/>
            </a:solidFill>
            <a:prstDash val="solid"/>
          </a:ln>
        </p:spPr>
      </p:sp>
      <p:sp>
        <p:nvSpPr>
          <p:cNvPr id="548" name="Shape 546"/>
          <p:cNvSpPr/>
          <p:nvPr/>
        </p:nvSpPr>
        <p:spPr>
          <a:xfrm>
            <a:off x="1233627" y="4151995"/>
            <a:ext cx="350124" cy="358847"/>
          </a:xfrm>
          <a:prstGeom prst="rect">
            <a:avLst/>
          </a:prstGeom>
          <a:solidFill>
            <a:srgbClr val="CC00CC"/>
          </a:solidFill>
          <a:ln w="3175">
            <a:solidFill>
              <a:srgbClr val="CC00CC"/>
            </a:solidFill>
            <a:prstDash val="solid"/>
          </a:ln>
        </p:spPr>
      </p:sp>
      <p:sp>
        <p:nvSpPr>
          <p:cNvPr id="549" name="Shape 547"/>
          <p:cNvSpPr/>
          <p:nvPr/>
        </p:nvSpPr>
        <p:spPr>
          <a:xfrm>
            <a:off x="1643206" y="4151995"/>
            <a:ext cx="350124" cy="358847"/>
          </a:xfrm>
          <a:prstGeom prst="rect">
            <a:avLst/>
          </a:prstGeom>
          <a:solidFill>
            <a:srgbClr val="CC00CC"/>
          </a:solidFill>
          <a:ln w="3175">
            <a:solidFill>
              <a:srgbClr val="CC00CC"/>
            </a:solidFill>
            <a:prstDash val="solid"/>
          </a:ln>
        </p:spPr>
      </p:sp>
      <p:sp>
        <p:nvSpPr>
          <p:cNvPr id="550" name="Shape 548"/>
          <p:cNvSpPr/>
          <p:nvPr/>
        </p:nvSpPr>
        <p:spPr>
          <a:xfrm>
            <a:off x="2052785" y="4151995"/>
            <a:ext cx="350124" cy="358847"/>
          </a:xfrm>
          <a:prstGeom prst="rect">
            <a:avLst/>
          </a:prstGeom>
          <a:solidFill>
            <a:srgbClr val="CC00CC"/>
          </a:solidFill>
          <a:ln w="3175">
            <a:solidFill>
              <a:srgbClr val="CC00CC"/>
            </a:solidFill>
            <a:prstDash val="solid"/>
          </a:ln>
        </p:spPr>
      </p:sp>
      <p:sp>
        <p:nvSpPr>
          <p:cNvPr id="551" name="Shape 549"/>
          <p:cNvSpPr/>
          <p:nvPr/>
        </p:nvSpPr>
        <p:spPr>
          <a:xfrm>
            <a:off x="2449153" y="2325861"/>
            <a:ext cx="541702" cy="2171391"/>
          </a:xfrm>
          <a:custGeom>
            <a:avLst/>
            <a:gdLst/>
            <a:ahLst/>
            <a:cxnLst/>
            <a:rect l="l" t="t" r="r" b="b"/>
            <a:pathLst>
              <a:path w="541702" h="2171391">
                <a:moveTo>
                  <a:pt x="0" y="159189"/>
                </a:moveTo>
                <a:lnTo>
                  <a:pt x="541702" y="0"/>
                </a:lnTo>
                <a:lnTo>
                  <a:pt x="541702" y="2012202"/>
                </a:lnTo>
                <a:lnTo>
                  <a:pt x="0" y="2171391"/>
                </a:lnTo>
                <a:close/>
              </a:path>
            </a:pathLst>
          </a:custGeom>
          <a:solidFill>
            <a:srgbClr val="D05127"/>
          </a:solidFill>
          <a:ln/>
        </p:spPr>
      </p:sp>
      <p:sp>
        <p:nvSpPr>
          <p:cNvPr id="552" name="Shape 550"/>
          <p:cNvSpPr/>
          <p:nvPr/>
        </p:nvSpPr>
        <p:spPr>
          <a:xfrm>
            <a:off x="2449153" y="2684708"/>
            <a:ext cx="541702" cy="213681"/>
          </a:xfrm>
          <a:custGeom>
            <a:avLst/>
            <a:gdLst/>
            <a:ahLst/>
            <a:cxnLst/>
            <a:rect l="l" t="t" r="r" b="b"/>
            <a:pathLst>
              <a:path w="541702" h="213681">
                <a:moveTo>
                  <a:pt x="0" y="159189"/>
                </a:moveTo>
                <a:lnTo>
                  <a:pt x="541702" y="0"/>
                </a:lnTo>
                <a:lnTo>
                  <a:pt x="541702" y="54492"/>
                </a:lnTo>
                <a:lnTo>
                  <a:pt x="0" y="213681"/>
                </a:lnTo>
                <a:close/>
              </a:path>
            </a:pathLst>
          </a:custGeom>
          <a:solidFill>
            <a:srgbClr val="C64D26"/>
          </a:solidFill>
          <a:ln/>
        </p:spPr>
      </p:sp>
      <p:sp>
        <p:nvSpPr>
          <p:cNvPr id="553" name="Shape 551"/>
          <p:cNvSpPr/>
          <p:nvPr/>
        </p:nvSpPr>
        <p:spPr>
          <a:xfrm>
            <a:off x="2449153" y="3098047"/>
            <a:ext cx="541702" cy="213681"/>
          </a:xfrm>
          <a:custGeom>
            <a:avLst/>
            <a:gdLst/>
            <a:ahLst/>
            <a:cxnLst/>
            <a:rect l="l" t="t" r="r" b="b"/>
            <a:pathLst>
              <a:path w="541702" h="213681">
                <a:moveTo>
                  <a:pt x="0" y="159189"/>
                </a:moveTo>
                <a:lnTo>
                  <a:pt x="541702" y="0"/>
                </a:lnTo>
                <a:lnTo>
                  <a:pt x="541702" y="54492"/>
                </a:lnTo>
                <a:lnTo>
                  <a:pt x="0" y="213681"/>
                </a:lnTo>
                <a:close/>
              </a:path>
            </a:pathLst>
          </a:custGeom>
          <a:solidFill>
            <a:srgbClr val="C64D26"/>
          </a:solidFill>
          <a:ln/>
        </p:spPr>
      </p:sp>
      <p:sp>
        <p:nvSpPr>
          <p:cNvPr id="554" name="Shape 552"/>
          <p:cNvSpPr/>
          <p:nvPr/>
        </p:nvSpPr>
        <p:spPr>
          <a:xfrm>
            <a:off x="2449153" y="3511386"/>
            <a:ext cx="541702" cy="213681"/>
          </a:xfrm>
          <a:custGeom>
            <a:avLst/>
            <a:gdLst/>
            <a:ahLst/>
            <a:cxnLst/>
            <a:rect l="l" t="t" r="r" b="b"/>
            <a:pathLst>
              <a:path w="541702" h="213681">
                <a:moveTo>
                  <a:pt x="0" y="159189"/>
                </a:moveTo>
                <a:lnTo>
                  <a:pt x="541702" y="0"/>
                </a:lnTo>
                <a:lnTo>
                  <a:pt x="541702" y="54492"/>
                </a:lnTo>
                <a:lnTo>
                  <a:pt x="0" y="213681"/>
                </a:lnTo>
                <a:close/>
              </a:path>
            </a:pathLst>
          </a:custGeom>
          <a:solidFill>
            <a:srgbClr val="C64D26"/>
          </a:solidFill>
          <a:ln/>
        </p:spPr>
      </p:sp>
      <p:sp>
        <p:nvSpPr>
          <p:cNvPr id="555" name="Shape 553"/>
          <p:cNvSpPr/>
          <p:nvPr/>
        </p:nvSpPr>
        <p:spPr>
          <a:xfrm>
            <a:off x="2449153" y="3924725"/>
            <a:ext cx="541702" cy="213681"/>
          </a:xfrm>
          <a:custGeom>
            <a:avLst/>
            <a:gdLst/>
            <a:ahLst/>
            <a:cxnLst/>
            <a:rect l="l" t="t" r="r" b="b"/>
            <a:pathLst>
              <a:path w="541702" h="213681">
                <a:moveTo>
                  <a:pt x="0" y="159189"/>
                </a:moveTo>
                <a:lnTo>
                  <a:pt x="541702" y="0"/>
                </a:lnTo>
                <a:lnTo>
                  <a:pt x="541702" y="54492"/>
                </a:lnTo>
                <a:lnTo>
                  <a:pt x="0" y="213681"/>
                </a:lnTo>
                <a:close/>
              </a:path>
            </a:pathLst>
          </a:custGeom>
          <a:solidFill>
            <a:srgbClr val="C64D26"/>
          </a:solidFill>
          <a:ln/>
        </p:spPr>
      </p:sp>
      <p:sp>
        <p:nvSpPr>
          <p:cNvPr id="556" name="Shape 554"/>
          <p:cNvSpPr/>
          <p:nvPr/>
        </p:nvSpPr>
        <p:spPr>
          <a:xfrm>
            <a:off x="2812489" y="2325861"/>
            <a:ext cx="177044" cy="2064230"/>
          </a:xfrm>
          <a:custGeom>
            <a:avLst/>
            <a:gdLst/>
            <a:ahLst/>
            <a:cxnLst/>
            <a:rect l="l" t="t" r="r" b="b"/>
            <a:pathLst>
              <a:path w="177044" h="2064230">
                <a:moveTo>
                  <a:pt x="0" y="52028"/>
                </a:moveTo>
                <a:lnTo>
                  <a:pt x="177044" y="0"/>
                </a:lnTo>
                <a:lnTo>
                  <a:pt x="177044" y="2012202"/>
                </a:lnTo>
                <a:lnTo>
                  <a:pt x="0" y="2064230"/>
                </a:lnTo>
                <a:close/>
              </a:path>
            </a:pathLst>
          </a:custGeom>
          <a:solidFill>
            <a:srgbClr val="EB4D42"/>
          </a:solidFill>
          <a:ln/>
        </p:spPr>
      </p:sp>
      <p:sp>
        <p:nvSpPr>
          <p:cNvPr id="557" name="Shape 555"/>
          <p:cNvSpPr/>
          <p:nvPr/>
        </p:nvSpPr>
        <p:spPr>
          <a:xfrm>
            <a:off x="2812489" y="2684708"/>
            <a:ext cx="177044" cy="106519"/>
          </a:xfrm>
          <a:custGeom>
            <a:avLst/>
            <a:gdLst/>
            <a:ahLst/>
            <a:cxnLst/>
            <a:rect l="l" t="t" r="r" b="b"/>
            <a:pathLst>
              <a:path w="177044" h="106519">
                <a:moveTo>
                  <a:pt x="0" y="52028"/>
                </a:moveTo>
                <a:lnTo>
                  <a:pt x="177044" y="0"/>
                </a:lnTo>
                <a:lnTo>
                  <a:pt x="177044" y="54492"/>
                </a:lnTo>
                <a:lnTo>
                  <a:pt x="0" y="106519"/>
                </a:lnTo>
                <a:close/>
              </a:path>
            </a:pathLst>
          </a:custGeom>
          <a:solidFill>
            <a:srgbClr val="D84440"/>
          </a:solidFill>
          <a:ln/>
        </p:spPr>
      </p:sp>
      <p:sp>
        <p:nvSpPr>
          <p:cNvPr id="558" name="Shape 556"/>
          <p:cNvSpPr/>
          <p:nvPr/>
        </p:nvSpPr>
        <p:spPr>
          <a:xfrm>
            <a:off x="2812489" y="3098047"/>
            <a:ext cx="177044" cy="106519"/>
          </a:xfrm>
          <a:custGeom>
            <a:avLst/>
            <a:gdLst/>
            <a:ahLst/>
            <a:cxnLst/>
            <a:rect l="l" t="t" r="r" b="b"/>
            <a:pathLst>
              <a:path w="177044" h="106519">
                <a:moveTo>
                  <a:pt x="0" y="52028"/>
                </a:moveTo>
                <a:lnTo>
                  <a:pt x="177044" y="0"/>
                </a:lnTo>
                <a:lnTo>
                  <a:pt x="177044" y="54492"/>
                </a:lnTo>
                <a:lnTo>
                  <a:pt x="0" y="106519"/>
                </a:lnTo>
                <a:close/>
              </a:path>
            </a:pathLst>
          </a:custGeom>
          <a:solidFill>
            <a:srgbClr val="D84440"/>
          </a:solidFill>
          <a:ln/>
        </p:spPr>
      </p:sp>
      <p:sp>
        <p:nvSpPr>
          <p:cNvPr id="559" name="Shape 557"/>
          <p:cNvSpPr/>
          <p:nvPr/>
        </p:nvSpPr>
        <p:spPr>
          <a:xfrm>
            <a:off x="2812489" y="3511386"/>
            <a:ext cx="177044" cy="106519"/>
          </a:xfrm>
          <a:custGeom>
            <a:avLst/>
            <a:gdLst/>
            <a:ahLst/>
            <a:cxnLst/>
            <a:rect l="l" t="t" r="r" b="b"/>
            <a:pathLst>
              <a:path w="177044" h="106519">
                <a:moveTo>
                  <a:pt x="0" y="52028"/>
                </a:moveTo>
                <a:lnTo>
                  <a:pt x="177044" y="0"/>
                </a:lnTo>
                <a:lnTo>
                  <a:pt x="177044" y="54492"/>
                </a:lnTo>
                <a:lnTo>
                  <a:pt x="0" y="106519"/>
                </a:lnTo>
                <a:close/>
              </a:path>
            </a:pathLst>
          </a:custGeom>
          <a:solidFill>
            <a:srgbClr val="D84440"/>
          </a:solidFill>
          <a:ln/>
        </p:spPr>
      </p:sp>
      <p:sp>
        <p:nvSpPr>
          <p:cNvPr id="560" name="Shape 558"/>
          <p:cNvSpPr/>
          <p:nvPr/>
        </p:nvSpPr>
        <p:spPr>
          <a:xfrm>
            <a:off x="2812489" y="3924725"/>
            <a:ext cx="177044" cy="106519"/>
          </a:xfrm>
          <a:custGeom>
            <a:avLst/>
            <a:gdLst/>
            <a:ahLst/>
            <a:cxnLst/>
            <a:rect l="l" t="t" r="r" b="b"/>
            <a:pathLst>
              <a:path w="177044" h="106519">
                <a:moveTo>
                  <a:pt x="0" y="52028"/>
                </a:moveTo>
                <a:lnTo>
                  <a:pt x="177044" y="0"/>
                </a:lnTo>
                <a:lnTo>
                  <a:pt x="177044" y="54492"/>
                </a:lnTo>
                <a:lnTo>
                  <a:pt x="0" y="106519"/>
                </a:lnTo>
                <a:close/>
              </a:path>
            </a:pathLst>
          </a:custGeom>
          <a:solidFill>
            <a:srgbClr val="D84440"/>
          </a:solidFill>
          <a:ln/>
        </p:spPr>
      </p:sp>
      <p:sp>
        <p:nvSpPr>
          <p:cNvPr id="561" name="Shape 559"/>
          <p:cNvSpPr/>
          <p:nvPr/>
        </p:nvSpPr>
        <p:spPr>
          <a:xfrm>
            <a:off x="1586393" y="2485349"/>
            <a:ext cx="55491" cy="2013531"/>
          </a:xfrm>
          <a:prstGeom prst="rect">
            <a:avLst/>
          </a:prstGeom>
          <a:solidFill>
            <a:srgbClr val="E000E8"/>
          </a:solidFill>
          <a:ln/>
        </p:spPr>
      </p:sp>
      <p:sp>
        <p:nvSpPr>
          <p:cNvPr id="562" name="Shape 560"/>
          <p:cNvSpPr/>
          <p:nvPr/>
        </p:nvSpPr>
        <p:spPr>
          <a:xfrm>
            <a:off x="1995973" y="2485349"/>
            <a:ext cx="55491" cy="2013531"/>
          </a:xfrm>
          <a:prstGeom prst="rect">
            <a:avLst/>
          </a:prstGeom>
          <a:solidFill>
            <a:srgbClr val="E000E8"/>
          </a:solidFill>
          <a:ln/>
        </p:spPr>
      </p:sp>
      <p:sp>
        <p:nvSpPr>
          <p:cNvPr id="563" name="Shape 561"/>
          <p:cNvSpPr/>
          <p:nvPr/>
        </p:nvSpPr>
        <p:spPr>
          <a:xfrm>
            <a:off x="2405552" y="2485349"/>
            <a:ext cx="55491" cy="2013531"/>
          </a:xfrm>
          <a:prstGeom prst="rect">
            <a:avLst/>
          </a:prstGeom>
          <a:solidFill>
            <a:srgbClr val="E000E8"/>
          </a:solidFill>
          <a:ln/>
        </p:spPr>
      </p:sp>
      <p:sp>
        <p:nvSpPr>
          <p:cNvPr id="564" name="Shape 562"/>
          <p:cNvSpPr/>
          <p:nvPr/>
        </p:nvSpPr>
        <p:spPr>
          <a:xfrm>
            <a:off x="4127107" y="2272699"/>
            <a:ext cx="4142037" cy="1255965"/>
          </a:xfrm>
          <a:prstGeom prst="rect">
            <a:avLst/>
          </a:prstGeom>
          <a:solidFill>
            <a:srgbClr val="FFFDE0"/>
          </a:solidFill>
          <a:ln w="6350">
            <a:solidFill>
              <a:srgbClr val="CC0000"/>
            </a:solidFill>
            <a:prstDash val="solid"/>
          </a:ln>
        </p:spPr>
      </p:sp>
      <p:sp>
        <p:nvSpPr>
          <p:cNvPr id="565" name="Text 563"/>
          <p:cNvSpPr/>
          <p:nvPr/>
        </p:nvSpPr>
        <p:spPr>
          <a:xfrm>
            <a:off x="4233829" y="2302095"/>
            <a:ext cx="3556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Batch Normalization</a:t>
            </a:r>
            <a:endParaRPr lang="en-US" sz="2000" dirty="0"/>
          </a:p>
        </p:txBody>
      </p:sp>
      <p:sp>
        <p:nvSpPr>
          <p:cNvPr id="566" name="Text 564"/>
          <p:cNvSpPr/>
          <p:nvPr/>
        </p:nvSpPr>
        <p:spPr>
          <a:xfrm>
            <a:off x="4233829" y="2586233"/>
            <a:ext cx="368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 (then Normalize) </a:t>
            </a:r>
            <a:pPr algn="l" indent="0" marL="0">
              <a:buNone/>
            </a:pPr>
            <a:r>
              <a:rPr lang="en-US" sz="18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μ, σ</a:t>
            </a:r>
            <a:endParaRPr lang="en-US" sz="1800" dirty="0"/>
          </a:p>
        </p:txBody>
      </p:sp>
      <p:sp>
        <p:nvSpPr>
          <p:cNvPr id="567" name="Text 565"/>
          <p:cNvSpPr/>
          <p:nvPr/>
        </p:nvSpPr>
        <p:spPr>
          <a:xfrm>
            <a:off x="4319709" y="2885272"/>
            <a:ext cx="368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</a:t>
            </a:r>
            <a:pPr algn="l" indent="0" marL="0">
              <a:buNone/>
            </a:pPr>
            <a:r>
              <a:rPr lang="en-US" sz="180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Samples</a:t>
            </a:r>
            <a:pPr algn="l" indent="0" marL="0">
              <a:buNone/>
            </a:pPr>
            <a:r>
              <a:rPr lang="en-US" sz="1800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the batch</a:t>
            </a:r>
            <a:endParaRPr lang="en-US" sz="1800" dirty="0"/>
          </a:p>
        </p:txBody>
      </p:sp>
      <p:sp>
        <p:nvSpPr>
          <p:cNvPr id="568" name="Text 566"/>
          <p:cNvSpPr/>
          <p:nvPr/>
        </p:nvSpPr>
        <p:spPr>
          <a:xfrm>
            <a:off x="4986927" y="3184311"/>
            <a:ext cx="254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u="sng" dirty="0">
                <a:solidFill>
                  <a:srgbClr val="00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(for each channel)</a:t>
            </a:r>
            <a:endParaRPr lang="en-US" sz="1800" dirty="0"/>
          </a:p>
        </p:txBody>
      </p:sp>
      <p:sp>
        <p:nvSpPr>
          <p:cNvPr id="569" name="Shape 567"/>
          <p:cNvSpPr/>
          <p:nvPr/>
        </p:nvSpPr>
        <p:spPr>
          <a:xfrm rot="2400000">
            <a:off x="4457413" y="3282787"/>
            <a:ext cx="132122" cy="66453"/>
          </a:xfrm>
          <a:prstGeom prst="rect">
            <a:avLst/>
          </a:prstGeom>
          <a:solidFill>
            <a:srgbClr val="BFBFB0"/>
          </a:solidFill>
          <a:ln w="6350">
            <a:solidFill>
              <a:srgbClr val="707060"/>
            </a:solidFill>
            <a:prstDash val="solid"/>
          </a:ln>
        </p:spPr>
      </p:sp>
      <p:sp>
        <p:nvSpPr>
          <p:cNvPr id="570" name="Shape 568"/>
          <p:cNvSpPr/>
          <p:nvPr/>
        </p:nvSpPr>
        <p:spPr>
          <a:xfrm rot="2400000">
            <a:off x="4549899" y="3375822"/>
            <a:ext cx="52849" cy="53163"/>
          </a:xfrm>
          <a:prstGeom prst="rect">
            <a:avLst/>
          </a:prstGeom>
          <a:solidFill>
            <a:srgbClr val="5A5A4C"/>
          </a:solidFill>
          <a:ln/>
        </p:spPr>
      </p:sp>
      <p:sp>
        <p:nvSpPr>
          <p:cNvPr id="571" name="Shape 569"/>
          <p:cNvSpPr/>
          <p:nvPr/>
        </p:nvSpPr>
        <p:spPr>
          <a:xfrm>
            <a:off x="705137" y="4744757"/>
            <a:ext cx="10668883" cy="1880625"/>
          </a:xfrm>
          <a:prstGeom prst="rect">
            <a:avLst/>
          </a:prstGeom>
          <a:solidFill>
            <a:srgbClr val="FFFFFF"/>
          </a:solidFill>
          <a:ln w="19050">
            <a:solidFill>
              <a:srgbClr val="00AA00"/>
            </a:solidFill>
            <a:prstDash val="solid"/>
          </a:ln>
        </p:spPr>
      </p:sp>
      <p:sp>
        <p:nvSpPr>
          <p:cNvPr id="572" name="Text 570"/>
          <p:cNvSpPr/>
          <p:nvPr/>
        </p:nvSpPr>
        <p:spPr>
          <a:xfrm>
            <a:off x="930257" y="4809877"/>
            <a:ext cx="1031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8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Batch Normalization Calculate Mean and Variance of Each Mini-Batch instead of</a:t>
            </a:r>
            <a:endParaRPr lang="en-US" sz="1980" dirty="0"/>
          </a:p>
        </p:txBody>
      </p:sp>
      <p:sp>
        <p:nvSpPr>
          <p:cNvPr id="573" name="Text 571"/>
          <p:cNvSpPr/>
          <p:nvPr/>
        </p:nvSpPr>
        <p:spPr>
          <a:xfrm>
            <a:off x="930257" y="5069044"/>
            <a:ext cx="1031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8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Calculating Mean and Variance of the Whole Data.</a:t>
            </a:r>
            <a:endParaRPr lang="en-US" sz="1980" dirty="0"/>
          </a:p>
        </p:txBody>
      </p:sp>
      <p:sp>
        <p:nvSpPr>
          <p:cNvPr id="574" name="Text 572"/>
          <p:cNvSpPr/>
          <p:nvPr/>
        </p:nvSpPr>
        <p:spPr>
          <a:xfrm>
            <a:off x="930257" y="5647187"/>
            <a:ext cx="1031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8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mean and variance will differ from mini-batch to another  </a:t>
            </a:r>
            <a:pPr algn="l" indent="0" marL="0">
              <a:buNone/>
            </a:pPr>
            <a:r>
              <a:rPr lang="en-US" sz="198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(Source of Error).</a:t>
            </a:r>
            <a:endParaRPr lang="en-US" sz="1980" dirty="0"/>
          </a:p>
        </p:txBody>
      </p:sp>
      <p:sp>
        <p:nvSpPr>
          <p:cNvPr id="575" name="Text 573"/>
          <p:cNvSpPr/>
          <p:nvPr/>
        </p:nvSpPr>
        <p:spPr>
          <a:xfrm>
            <a:off x="930257" y="6231975"/>
            <a:ext cx="1031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8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 Batch Size should be large enough to minimize “batching” effect.  </a:t>
            </a:r>
            <a:pPr algn="l" indent="0" marL="0">
              <a:buNone/>
            </a:pPr>
            <a:r>
              <a:rPr lang="en-US" sz="198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(Constrain)</a:t>
            </a:r>
            <a:endParaRPr lang="en-US" sz="1980" dirty="0"/>
          </a:p>
        </p:txBody>
      </p:sp>
      <p:sp>
        <p:nvSpPr>
          <p:cNvPr id="576" name="Shape 574"/>
          <p:cNvSpPr/>
          <p:nvPr/>
        </p:nvSpPr>
        <p:spPr>
          <a:xfrm rot="5400000">
            <a:off x="7538835" y="3194153"/>
            <a:ext cx="1764500" cy="17780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577" name="Shape 575"/>
          <p:cNvSpPr/>
          <p:nvPr/>
        </p:nvSpPr>
        <p:spPr>
          <a:xfrm>
            <a:off x="8367744" y="2246117"/>
            <a:ext cx="101346" cy="106680"/>
          </a:xfrm>
          <a:prstGeom prst="triangle">
            <a:avLst/>
          </a:prstGeom>
          <a:solidFill>
            <a:srgbClr val="CC0000"/>
          </a:solidFill>
          <a:ln/>
        </p:spPr>
      </p:sp>
      <p:sp>
        <p:nvSpPr>
          <p:cNvPr id="578" name="Shape 576"/>
          <p:cNvSpPr/>
          <p:nvPr/>
        </p:nvSpPr>
        <p:spPr>
          <a:xfrm rot="10800000">
            <a:off x="8367744" y="4053289"/>
            <a:ext cx="101346" cy="106680"/>
          </a:xfrm>
          <a:prstGeom prst="triangle">
            <a:avLst/>
          </a:prstGeom>
          <a:solidFill>
            <a:srgbClr val="CC0000"/>
          </a:solidFill>
          <a:ln/>
        </p:spPr>
      </p:sp>
      <p:sp>
        <p:nvSpPr>
          <p:cNvPr id="579" name="Shape 577"/>
          <p:cNvSpPr/>
          <p:nvPr/>
        </p:nvSpPr>
        <p:spPr>
          <a:xfrm>
            <a:off x="8627883" y="4410246"/>
            <a:ext cx="1475753" cy="17780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580" name="Shape 578"/>
          <p:cNvSpPr/>
          <p:nvPr/>
        </p:nvSpPr>
        <p:spPr>
          <a:xfrm rot="16200000">
            <a:off x="8553207" y="4365796"/>
            <a:ext cx="101346" cy="106680"/>
          </a:xfrm>
          <a:prstGeom prst="triangle">
            <a:avLst/>
          </a:prstGeom>
          <a:solidFill>
            <a:srgbClr val="CC0000"/>
          </a:solidFill>
          <a:ln/>
        </p:spPr>
      </p:sp>
      <p:sp>
        <p:nvSpPr>
          <p:cNvPr id="581" name="Shape 579"/>
          <p:cNvSpPr/>
          <p:nvPr/>
        </p:nvSpPr>
        <p:spPr>
          <a:xfrm rot="5400000">
            <a:off x="10071632" y="4365796"/>
            <a:ext cx="101346" cy="106680"/>
          </a:xfrm>
          <a:prstGeom prst="triangle">
            <a:avLst/>
          </a:prstGeom>
          <a:solidFill>
            <a:srgbClr val="CC0000"/>
          </a:solidFill>
          <a:ln/>
        </p:spPr>
      </p:sp>
      <p:sp>
        <p:nvSpPr>
          <p:cNvPr id="582" name="Shape 580"/>
          <p:cNvSpPr/>
          <p:nvPr/>
        </p:nvSpPr>
        <p:spPr>
          <a:xfrm rot="-2738058">
            <a:off x="10300261" y="3732424"/>
            <a:ext cx="1209449" cy="17780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583" name="Shape 581"/>
          <p:cNvSpPr/>
          <p:nvPr/>
        </p:nvSpPr>
        <p:spPr>
          <a:xfrm rot="13560000">
            <a:off x="10414374" y="4136029"/>
            <a:ext cx="101346" cy="106680"/>
          </a:xfrm>
          <a:prstGeom prst="triangle">
            <a:avLst/>
          </a:prstGeom>
          <a:solidFill>
            <a:srgbClr val="CC0000"/>
          </a:solidFill>
          <a:ln/>
        </p:spPr>
      </p:sp>
      <p:sp>
        <p:nvSpPr>
          <p:cNvPr id="584" name="Shape 582"/>
          <p:cNvSpPr/>
          <p:nvPr/>
        </p:nvSpPr>
        <p:spPr>
          <a:xfrm rot="2760000">
            <a:off x="11288916" y="3239919"/>
            <a:ext cx="101346" cy="106680"/>
          </a:xfrm>
          <a:prstGeom prst="triangle">
            <a:avLst/>
          </a:prstGeom>
          <a:solidFill>
            <a:srgbClr val="CC0000"/>
          </a:solidFill>
          <a:ln/>
        </p:spPr>
      </p:sp>
      <p:sp>
        <p:nvSpPr>
          <p:cNvPr id="585" name="Text 583"/>
          <p:cNvSpPr/>
          <p:nvPr/>
        </p:nvSpPr>
        <p:spPr>
          <a:xfrm rot="16200000">
            <a:off x="7310038" y="2977545"/>
            <a:ext cx="190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Vector</a:t>
            </a:r>
            <a:endParaRPr lang="en-US" sz="1300" dirty="0"/>
          </a:p>
        </p:txBody>
      </p:sp>
      <p:sp>
        <p:nvSpPr>
          <p:cNvPr id="586" name="Text 584"/>
          <p:cNvSpPr/>
          <p:nvPr/>
        </p:nvSpPr>
        <p:spPr>
          <a:xfrm>
            <a:off x="8504668" y="4183728"/>
            <a:ext cx="15240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Channels</a:t>
            </a:r>
            <a:endParaRPr lang="en-US" sz="1300" dirty="0"/>
          </a:p>
        </p:txBody>
      </p:sp>
      <p:sp>
        <p:nvSpPr>
          <p:cNvPr id="587" name="Text 585"/>
          <p:cNvSpPr/>
          <p:nvPr/>
        </p:nvSpPr>
        <p:spPr>
          <a:xfrm rot="18840000">
            <a:off x="10075440" y="3390736"/>
            <a:ext cx="1778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Batch size</a:t>
            </a:r>
            <a:endParaRPr lang="en-US" sz="13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71500"/>
            <a:ext cx="11137900" cy="6286500"/>
          </a:xfrm>
          <a:prstGeom prst="rect">
            <a:avLst/>
          </a:prstGeom>
          <a:solidFill>
            <a:srgbClr val="E9E9E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593430" y="616899"/>
            <a:ext cx="965200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575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, Group, and Instance Normalization</a:t>
            </a:r>
            <a:endParaRPr lang="en-US" sz="3575" dirty="0"/>
          </a:p>
        </p:txBody>
      </p:sp>
      <p:sp>
        <p:nvSpPr>
          <p:cNvPr id="6" name="Text 4"/>
          <p:cNvSpPr/>
          <p:nvPr/>
        </p:nvSpPr>
        <p:spPr>
          <a:xfrm>
            <a:off x="917557" y="1417259"/>
            <a:ext cx="330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i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Based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917557" y="1802687"/>
            <a:ext cx="330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i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Normalization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1431810" y="2485349"/>
            <a:ext cx="1995048" cy="159488"/>
          </a:xfrm>
          <a:custGeom>
            <a:avLst/>
            <a:gdLst/>
            <a:ahLst/>
            <a:cxnLst/>
            <a:rect l="l" t="t" r="r" b="b"/>
            <a:pathLst>
              <a:path w="1995048" h="159488">
                <a:moveTo>
                  <a:pt x="0" y="159488"/>
                </a:moveTo>
                <a:lnTo>
                  <a:pt x="1862926" y="159488"/>
                </a:lnTo>
                <a:lnTo>
                  <a:pt x="1995048" y="0"/>
                </a:lnTo>
                <a:lnTo>
                  <a:pt x="132122" y="0"/>
                </a:lnTo>
                <a:close/>
              </a:path>
            </a:pathLst>
          </a:custGeom>
          <a:solidFill>
            <a:srgbClr val="4C5875"/>
          </a:solidFill>
          <a:ln/>
        </p:spPr>
      </p:sp>
      <p:sp>
        <p:nvSpPr>
          <p:cNvPr id="9" name="Shape 7"/>
          <p:cNvSpPr/>
          <p:nvPr/>
        </p:nvSpPr>
        <p:spPr>
          <a:xfrm>
            <a:off x="1431810" y="2658127"/>
            <a:ext cx="1915775" cy="239231"/>
          </a:xfrm>
          <a:custGeom>
            <a:avLst/>
            <a:gdLst/>
            <a:ahLst/>
            <a:cxnLst/>
            <a:rect l="l" t="t" r="r" b="b"/>
            <a:pathLst>
              <a:path w="1915775" h="239231">
                <a:moveTo>
                  <a:pt x="0" y="239231"/>
                </a:moveTo>
                <a:lnTo>
                  <a:pt x="1783652" y="239231"/>
                </a:lnTo>
                <a:lnTo>
                  <a:pt x="1915775" y="0"/>
                </a:lnTo>
                <a:lnTo>
                  <a:pt x="132122" y="0"/>
                </a:lnTo>
                <a:close/>
              </a:path>
            </a:pathLst>
          </a:custGeom>
          <a:solidFill>
            <a:srgbClr val="525C00"/>
          </a:solidFill>
          <a:ln/>
        </p:spPr>
      </p:sp>
      <p:sp>
        <p:nvSpPr>
          <p:cNvPr id="10" name="Shape 8"/>
          <p:cNvSpPr/>
          <p:nvPr/>
        </p:nvSpPr>
        <p:spPr>
          <a:xfrm>
            <a:off x="1973512" y="2658127"/>
            <a:ext cx="158547" cy="239231"/>
          </a:xfrm>
          <a:custGeom>
            <a:avLst/>
            <a:gdLst/>
            <a:ahLst/>
            <a:cxnLst/>
            <a:rect l="l" t="t" r="r" b="b"/>
            <a:pathLst>
              <a:path w="158547" h="239231">
                <a:moveTo>
                  <a:pt x="0" y="239231"/>
                </a:moveTo>
                <a:lnTo>
                  <a:pt x="26424" y="239231"/>
                </a:lnTo>
                <a:lnTo>
                  <a:pt x="158547" y="0"/>
                </a:lnTo>
                <a:lnTo>
                  <a:pt x="132122" y="0"/>
                </a:lnTo>
                <a:close/>
              </a:path>
            </a:pathLst>
          </a:custGeom>
          <a:solidFill>
            <a:srgbClr val="E8E040"/>
          </a:solidFill>
          <a:ln/>
        </p:spPr>
      </p:sp>
      <p:sp>
        <p:nvSpPr>
          <p:cNvPr id="11" name="Shape 9"/>
          <p:cNvSpPr/>
          <p:nvPr/>
        </p:nvSpPr>
        <p:spPr>
          <a:xfrm>
            <a:off x="2383091" y="2658127"/>
            <a:ext cx="158547" cy="239231"/>
          </a:xfrm>
          <a:custGeom>
            <a:avLst/>
            <a:gdLst/>
            <a:ahLst/>
            <a:cxnLst/>
            <a:rect l="l" t="t" r="r" b="b"/>
            <a:pathLst>
              <a:path w="158547" h="239231">
                <a:moveTo>
                  <a:pt x="0" y="239231"/>
                </a:moveTo>
                <a:lnTo>
                  <a:pt x="26424" y="239231"/>
                </a:lnTo>
                <a:lnTo>
                  <a:pt x="158547" y="0"/>
                </a:lnTo>
                <a:lnTo>
                  <a:pt x="132122" y="0"/>
                </a:lnTo>
                <a:close/>
              </a:path>
            </a:pathLst>
          </a:custGeom>
          <a:solidFill>
            <a:srgbClr val="E8E040"/>
          </a:solidFill>
          <a:ln/>
        </p:spPr>
      </p:sp>
      <p:sp>
        <p:nvSpPr>
          <p:cNvPr id="12" name="Shape 10"/>
          <p:cNvSpPr/>
          <p:nvPr/>
        </p:nvSpPr>
        <p:spPr>
          <a:xfrm>
            <a:off x="2792671" y="2658127"/>
            <a:ext cx="158547" cy="239231"/>
          </a:xfrm>
          <a:custGeom>
            <a:avLst/>
            <a:gdLst/>
            <a:ahLst/>
            <a:cxnLst/>
            <a:rect l="l" t="t" r="r" b="b"/>
            <a:pathLst>
              <a:path w="158547" h="239231">
                <a:moveTo>
                  <a:pt x="0" y="239231"/>
                </a:moveTo>
                <a:lnTo>
                  <a:pt x="26424" y="239231"/>
                </a:lnTo>
                <a:lnTo>
                  <a:pt x="158547" y="0"/>
                </a:lnTo>
                <a:lnTo>
                  <a:pt x="132122" y="0"/>
                </a:lnTo>
                <a:close/>
              </a:path>
            </a:pathLst>
          </a:custGeom>
          <a:solidFill>
            <a:srgbClr val="E8E040"/>
          </a:solidFill>
          <a:ln/>
        </p:spPr>
      </p:sp>
      <p:sp>
        <p:nvSpPr>
          <p:cNvPr id="13" name="Shape 11"/>
          <p:cNvSpPr/>
          <p:nvPr/>
        </p:nvSpPr>
        <p:spPr>
          <a:xfrm>
            <a:off x="1431810" y="2937231"/>
            <a:ext cx="1757228" cy="199360"/>
          </a:xfrm>
          <a:custGeom>
            <a:avLst/>
            <a:gdLst/>
            <a:ahLst/>
            <a:cxnLst/>
            <a:rect l="l" t="t" r="r" b="b"/>
            <a:pathLst>
              <a:path w="1757228" h="199360">
                <a:moveTo>
                  <a:pt x="0" y="199360"/>
                </a:moveTo>
                <a:lnTo>
                  <a:pt x="1625105" y="199360"/>
                </a:lnTo>
                <a:lnTo>
                  <a:pt x="1757228" y="0"/>
                </a:lnTo>
                <a:lnTo>
                  <a:pt x="132122" y="0"/>
                </a:lnTo>
                <a:close/>
              </a:path>
            </a:pathLst>
          </a:custGeom>
          <a:solidFill>
            <a:srgbClr val="5C2E00"/>
          </a:solidFill>
          <a:ln/>
        </p:spPr>
      </p:sp>
      <p:sp>
        <p:nvSpPr>
          <p:cNvPr id="14" name="Shape 12"/>
          <p:cNvSpPr/>
          <p:nvPr/>
        </p:nvSpPr>
        <p:spPr>
          <a:xfrm>
            <a:off x="1973512" y="2937231"/>
            <a:ext cx="158547" cy="199360"/>
          </a:xfrm>
          <a:custGeom>
            <a:avLst/>
            <a:gdLst/>
            <a:ahLst/>
            <a:cxnLst/>
            <a:rect l="l" t="t" r="r" b="b"/>
            <a:pathLst>
              <a:path w="158547" h="199360">
                <a:moveTo>
                  <a:pt x="0" y="199360"/>
                </a:moveTo>
                <a:lnTo>
                  <a:pt x="26424" y="199360"/>
                </a:lnTo>
                <a:lnTo>
                  <a:pt x="158547" y="0"/>
                </a:lnTo>
                <a:lnTo>
                  <a:pt x="132122" y="0"/>
                </a:lnTo>
                <a:close/>
              </a:path>
            </a:pathLst>
          </a:custGeom>
          <a:solidFill>
            <a:srgbClr val="E08030"/>
          </a:solidFill>
          <a:ln/>
        </p:spPr>
      </p:sp>
      <p:sp>
        <p:nvSpPr>
          <p:cNvPr id="15" name="Shape 13"/>
          <p:cNvSpPr/>
          <p:nvPr/>
        </p:nvSpPr>
        <p:spPr>
          <a:xfrm>
            <a:off x="2383091" y="2937231"/>
            <a:ext cx="158547" cy="199360"/>
          </a:xfrm>
          <a:custGeom>
            <a:avLst/>
            <a:gdLst/>
            <a:ahLst/>
            <a:cxnLst/>
            <a:rect l="l" t="t" r="r" b="b"/>
            <a:pathLst>
              <a:path w="158547" h="199360">
                <a:moveTo>
                  <a:pt x="0" y="199360"/>
                </a:moveTo>
                <a:lnTo>
                  <a:pt x="26424" y="199360"/>
                </a:lnTo>
                <a:lnTo>
                  <a:pt x="158547" y="0"/>
                </a:lnTo>
                <a:lnTo>
                  <a:pt x="132122" y="0"/>
                </a:lnTo>
                <a:close/>
              </a:path>
            </a:pathLst>
          </a:custGeom>
          <a:solidFill>
            <a:srgbClr val="E08030"/>
          </a:solidFill>
          <a:ln/>
        </p:spPr>
      </p:sp>
      <p:sp>
        <p:nvSpPr>
          <p:cNvPr id="16" name="Shape 14"/>
          <p:cNvSpPr/>
          <p:nvPr/>
        </p:nvSpPr>
        <p:spPr>
          <a:xfrm>
            <a:off x="2792671" y="2937231"/>
            <a:ext cx="158547" cy="199360"/>
          </a:xfrm>
          <a:custGeom>
            <a:avLst/>
            <a:gdLst/>
            <a:ahLst/>
            <a:cxnLst/>
            <a:rect l="l" t="t" r="r" b="b"/>
            <a:pathLst>
              <a:path w="158547" h="199360">
                <a:moveTo>
                  <a:pt x="0" y="199360"/>
                </a:moveTo>
                <a:lnTo>
                  <a:pt x="26424" y="199360"/>
                </a:lnTo>
                <a:lnTo>
                  <a:pt x="158547" y="0"/>
                </a:lnTo>
                <a:lnTo>
                  <a:pt x="132122" y="0"/>
                </a:lnTo>
                <a:close/>
              </a:path>
            </a:pathLst>
          </a:custGeom>
          <a:solidFill>
            <a:srgbClr val="E08030"/>
          </a:solidFill>
          <a:ln/>
        </p:spPr>
      </p:sp>
      <p:sp>
        <p:nvSpPr>
          <p:cNvPr id="17" name="Shape 15"/>
          <p:cNvSpPr/>
          <p:nvPr/>
        </p:nvSpPr>
        <p:spPr>
          <a:xfrm>
            <a:off x="2409516" y="3136590"/>
            <a:ext cx="198184" cy="2312571"/>
          </a:xfrm>
          <a:prstGeom prst="rect">
            <a:avLst/>
          </a:prstGeom>
          <a:solidFill>
            <a:srgbClr val="7CFC00"/>
          </a:solidFill>
          <a:ln/>
        </p:spPr>
      </p:sp>
      <p:sp>
        <p:nvSpPr>
          <p:cNvPr id="18" name="Shape 16"/>
          <p:cNvSpPr/>
          <p:nvPr/>
        </p:nvSpPr>
        <p:spPr>
          <a:xfrm>
            <a:off x="2647336" y="3136590"/>
            <a:ext cx="224608" cy="2312571"/>
          </a:xfrm>
          <a:prstGeom prst="rect">
            <a:avLst/>
          </a:prstGeom>
          <a:solidFill>
            <a:srgbClr val="FF7F00"/>
          </a:solidFill>
          <a:ln/>
        </p:spPr>
      </p:sp>
      <p:sp>
        <p:nvSpPr>
          <p:cNvPr id="19" name="Shape 17"/>
          <p:cNvSpPr/>
          <p:nvPr/>
        </p:nvSpPr>
        <p:spPr>
          <a:xfrm>
            <a:off x="2898369" y="3136590"/>
            <a:ext cx="211396" cy="2312571"/>
          </a:xfrm>
          <a:prstGeom prst="rect">
            <a:avLst/>
          </a:prstGeom>
          <a:solidFill>
            <a:srgbClr val="EDFF1A"/>
          </a:solidFill>
          <a:ln/>
        </p:spPr>
      </p:sp>
      <p:sp>
        <p:nvSpPr>
          <p:cNvPr id="20" name="Shape 18"/>
          <p:cNvSpPr/>
          <p:nvPr/>
        </p:nvSpPr>
        <p:spPr>
          <a:xfrm>
            <a:off x="3136189" y="3136590"/>
            <a:ext cx="184971" cy="2312571"/>
          </a:xfrm>
          <a:prstGeom prst="rect">
            <a:avLst/>
          </a:prstGeom>
          <a:solidFill>
            <a:srgbClr val="759FC9"/>
          </a:solidFill>
          <a:ln/>
        </p:spPr>
      </p:sp>
      <p:sp>
        <p:nvSpPr>
          <p:cNvPr id="21" name="Shape 19"/>
          <p:cNvSpPr/>
          <p:nvPr/>
        </p:nvSpPr>
        <p:spPr>
          <a:xfrm>
            <a:off x="625864" y="3083428"/>
            <a:ext cx="1730803" cy="2511930"/>
          </a:xfrm>
          <a:prstGeom prst="rect">
            <a:avLst/>
          </a:prstGeom>
          <a:solidFill>
            <a:srgbClr val="F07060"/>
          </a:solidFill>
          <a:ln w="3175">
            <a:solidFill>
              <a:srgbClr val="F0706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69879" y="3083428"/>
            <a:ext cx="39637" cy="2511930"/>
          </a:xfrm>
          <a:prstGeom prst="rect">
            <a:avLst/>
          </a:prstGeom>
          <a:solidFill>
            <a:srgbClr val="F07060"/>
          </a:solidFill>
          <a:ln/>
        </p:spPr>
      </p:sp>
      <p:sp>
        <p:nvSpPr>
          <p:cNvPr id="23" name="Shape 21"/>
          <p:cNvSpPr/>
          <p:nvPr/>
        </p:nvSpPr>
        <p:spPr>
          <a:xfrm>
            <a:off x="4312078" y="1329064"/>
            <a:ext cx="1651530" cy="159488"/>
          </a:xfrm>
          <a:custGeom>
            <a:avLst/>
            <a:gdLst/>
            <a:ahLst/>
            <a:cxnLst/>
            <a:rect l="l" t="t" r="r" b="b"/>
            <a:pathLst>
              <a:path w="1651530" h="159488">
                <a:moveTo>
                  <a:pt x="0" y="159488"/>
                </a:moveTo>
                <a:lnTo>
                  <a:pt x="1519407" y="159488"/>
                </a:lnTo>
                <a:lnTo>
                  <a:pt x="1651530" y="0"/>
                </a:lnTo>
                <a:lnTo>
                  <a:pt x="132122" y="0"/>
                </a:lnTo>
                <a:close/>
              </a:path>
            </a:pathLst>
          </a:custGeom>
          <a:solidFill>
            <a:srgbClr val="4C5875"/>
          </a:solidFill>
          <a:ln/>
        </p:spPr>
      </p:sp>
      <p:sp>
        <p:nvSpPr>
          <p:cNvPr id="24" name="Shape 22"/>
          <p:cNvSpPr/>
          <p:nvPr/>
        </p:nvSpPr>
        <p:spPr>
          <a:xfrm>
            <a:off x="4153531" y="1528423"/>
            <a:ext cx="1744015" cy="199360"/>
          </a:xfrm>
          <a:custGeom>
            <a:avLst/>
            <a:gdLst/>
            <a:ahLst/>
            <a:cxnLst/>
            <a:rect l="l" t="t" r="r" b="b"/>
            <a:pathLst>
              <a:path w="1744015" h="199360">
                <a:moveTo>
                  <a:pt x="0" y="199360"/>
                </a:moveTo>
                <a:lnTo>
                  <a:pt x="1611893" y="199360"/>
                </a:lnTo>
                <a:lnTo>
                  <a:pt x="1744015" y="0"/>
                </a:lnTo>
                <a:lnTo>
                  <a:pt x="132122" y="0"/>
                </a:lnTo>
                <a:close/>
              </a:path>
            </a:pathLst>
          </a:custGeom>
          <a:solidFill>
            <a:srgbClr val="525C00"/>
          </a:solidFill>
          <a:ln/>
        </p:spPr>
      </p:sp>
      <p:sp>
        <p:nvSpPr>
          <p:cNvPr id="25" name="Shape 23"/>
          <p:cNvSpPr/>
          <p:nvPr/>
        </p:nvSpPr>
        <p:spPr>
          <a:xfrm>
            <a:off x="4563111" y="1528423"/>
            <a:ext cx="158547" cy="199360"/>
          </a:xfrm>
          <a:custGeom>
            <a:avLst/>
            <a:gdLst/>
            <a:ahLst/>
            <a:cxnLst/>
            <a:rect l="l" t="t" r="r" b="b"/>
            <a:pathLst>
              <a:path w="158547" h="199360">
                <a:moveTo>
                  <a:pt x="0" y="199360"/>
                </a:moveTo>
                <a:lnTo>
                  <a:pt x="26424" y="199360"/>
                </a:lnTo>
                <a:lnTo>
                  <a:pt x="158547" y="0"/>
                </a:lnTo>
                <a:lnTo>
                  <a:pt x="132122" y="0"/>
                </a:lnTo>
                <a:close/>
              </a:path>
            </a:pathLst>
          </a:custGeom>
          <a:solidFill>
            <a:srgbClr val="E8E040"/>
          </a:solidFill>
          <a:ln/>
        </p:spPr>
      </p:sp>
      <p:sp>
        <p:nvSpPr>
          <p:cNvPr id="26" name="Shape 24"/>
          <p:cNvSpPr/>
          <p:nvPr/>
        </p:nvSpPr>
        <p:spPr>
          <a:xfrm>
            <a:off x="4972690" y="1528423"/>
            <a:ext cx="158547" cy="199360"/>
          </a:xfrm>
          <a:custGeom>
            <a:avLst/>
            <a:gdLst/>
            <a:ahLst/>
            <a:cxnLst/>
            <a:rect l="l" t="t" r="r" b="b"/>
            <a:pathLst>
              <a:path w="158547" h="199360">
                <a:moveTo>
                  <a:pt x="0" y="199360"/>
                </a:moveTo>
                <a:lnTo>
                  <a:pt x="26424" y="199360"/>
                </a:lnTo>
                <a:lnTo>
                  <a:pt x="158547" y="0"/>
                </a:lnTo>
                <a:lnTo>
                  <a:pt x="132122" y="0"/>
                </a:lnTo>
                <a:close/>
              </a:path>
            </a:pathLst>
          </a:custGeom>
          <a:solidFill>
            <a:srgbClr val="E8E040"/>
          </a:solidFill>
          <a:ln/>
        </p:spPr>
      </p:sp>
      <p:sp>
        <p:nvSpPr>
          <p:cNvPr id="27" name="Shape 25"/>
          <p:cNvSpPr/>
          <p:nvPr/>
        </p:nvSpPr>
        <p:spPr>
          <a:xfrm>
            <a:off x="5382270" y="1528423"/>
            <a:ext cx="158547" cy="199360"/>
          </a:xfrm>
          <a:custGeom>
            <a:avLst/>
            <a:gdLst/>
            <a:ahLst/>
            <a:cxnLst/>
            <a:rect l="l" t="t" r="r" b="b"/>
            <a:pathLst>
              <a:path w="158547" h="199360">
                <a:moveTo>
                  <a:pt x="0" y="199360"/>
                </a:moveTo>
                <a:lnTo>
                  <a:pt x="26424" y="199360"/>
                </a:lnTo>
                <a:lnTo>
                  <a:pt x="158547" y="0"/>
                </a:lnTo>
                <a:lnTo>
                  <a:pt x="132122" y="0"/>
                </a:lnTo>
                <a:close/>
              </a:path>
            </a:pathLst>
          </a:custGeom>
          <a:solidFill>
            <a:srgbClr val="E8E040"/>
          </a:solidFill>
          <a:ln/>
        </p:spPr>
      </p:sp>
      <p:sp>
        <p:nvSpPr>
          <p:cNvPr id="28" name="Shape 26"/>
          <p:cNvSpPr/>
          <p:nvPr/>
        </p:nvSpPr>
        <p:spPr>
          <a:xfrm>
            <a:off x="3981772" y="1767655"/>
            <a:ext cx="1849713" cy="199360"/>
          </a:xfrm>
          <a:custGeom>
            <a:avLst/>
            <a:gdLst/>
            <a:ahLst/>
            <a:cxnLst/>
            <a:rect l="l" t="t" r="r" b="b"/>
            <a:pathLst>
              <a:path w="1849713" h="199360">
                <a:moveTo>
                  <a:pt x="0" y="199360"/>
                </a:moveTo>
                <a:lnTo>
                  <a:pt x="1717591" y="199360"/>
                </a:lnTo>
                <a:lnTo>
                  <a:pt x="1849713" y="0"/>
                </a:lnTo>
                <a:lnTo>
                  <a:pt x="132122" y="0"/>
                </a:lnTo>
                <a:close/>
              </a:path>
            </a:pathLst>
          </a:custGeom>
          <a:solidFill>
            <a:srgbClr val="5C2E00"/>
          </a:solidFill>
          <a:ln/>
        </p:spPr>
      </p:sp>
      <p:sp>
        <p:nvSpPr>
          <p:cNvPr id="29" name="Shape 27"/>
          <p:cNvSpPr/>
          <p:nvPr/>
        </p:nvSpPr>
        <p:spPr>
          <a:xfrm>
            <a:off x="4404564" y="1767655"/>
            <a:ext cx="158547" cy="199360"/>
          </a:xfrm>
          <a:custGeom>
            <a:avLst/>
            <a:gdLst/>
            <a:ahLst/>
            <a:cxnLst/>
            <a:rect l="l" t="t" r="r" b="b"/>
            <a:pathLst>
              <a:path w="158547" h="199360">
                <a:moveTo>
                  <a:pt x="0" y="199360"/>
                </a:moveTo>
                <a:lnTo>
                  <a:pt x="26424" y="199360"/>
                </a:lnTo>
                <a:lnTo>
                  <a:pt x="158547" y="0"/>
                </a:lnTo>
                <a:lnTo>
                  <a:pt x="132122" y="0"/>
                </a:lnTo>
                <a:close/>
              </a:path>
            </a:pathLst>
          </a:custGeom>
          <a:solidFill>
            <a:srgbClr val="E08030"/>
          </a:solidFill>
          <a:ln/>
        </p:spPr>
      </p:sp>
      <p:sp>
        <p:nvSpPr>
          <p:cNvPr id="30" name="Shape 28"/>
          <p:cNvSpPr/>
          <p:nvPr/>
        </p:nvSpPr>
        <p:spPr>
          <a:xfrm>
            <a:off x="4814143" y="1767655"/>
            <a:ext cx="158547" cy="199360"/>
          </a:xfrm>
          <a:custGeom>
            <a:avLst/>
            <a:gdLst/>
            <a:ahLst/>
            <a:cxnLst/>
            <a:rect l="l" t="t" r="r" b="b"/>
            <a:pathLst>
              <a:path w="158547" h="199360">
                <a:moveTo>
                  <a:pt x="0" y="199360"/>
                </a:moveTo>
                <a:lnTo>
                  <a:pt x="26424" y="199360"/>
                </a:lnTo>
                <a:lnTo>
                  <a:pt x="158547" y="0"/>
                </a:lnTo>
                <a:lnTo>
                  <a:pt x="132122" y="0"/>
                </a:lnTo>
                <a:close/>
              </a:path>
            </a:pathLst>
          </a:custGeom>
          <a:solidFill>
            <a:srgbClr val="E08030"/>
          </a:solidFill>
          <a:ln/>
        </p:spPr>
      </p:sp>
      <p:sp>
        <p:nvSpPr>
          <p:cNvPr id="31" name="Shape 29"/>
          <p:cNvSpPr/>
          <p:nvPr/>
        </p:nvSpPr>
        <p:spPr>
          <a:xfrm>
            <a:off x="5223723" y="1767655"/>
            <a:ext cx="158547" cy="199360"/>
          </a:xfrm>
          <a:custGeom>
            <a:avLst/>
            <a:gdLst/>
            <a:ahLst/>
            <a:cxnLst/>
            <a:rect l="l" t="t" r="r" b="b"/>
            <a:pathLst>
              <a:path w="158547" h="199360">
                <a:moveTo>
                  <a:pt x="0" y="199360"/>
                </a:moveTo>
                <a:lnTo>
                  <a:pt x="26424" y="199360"/>
                </a:lnTo>
                <a:lnTo>
                  <a:pt x="158547" y="0"/>
                </a:lnTo>
                <a:lnTo>
                  <a:pt x="132122" y="0"/>
                </a:lnTo>
                <a:close/>
              </a:path>
            </a:pathLst>
          </a:custGeom>
          <a:solidFill>
            <a:srgbClr val="E08030"/>
          </a:solidFill>
          <a:ln/>
        </p:spPr>
      </p:sp>
      <p:sp>
        <p:nvSpPr>
          <p:cNvPr id="32" name="Shape 30"/>
          <p:cNvSpPr/>
          <p:nvPr/>
        </p:nvSpPr>
        <p:spPr>
          <a:xfrm>
            <a:off x="3638254" y="2006886"/>
            <a:ext cx="2127170" cy="199360"/>
          </a:xfrm>
          <a:custGeom>
            <a:avLst/>
            <a:gdLst/>
            <a:ahLst/>
            <a:cxnLst/>
            <a:rect l="l" t="t" r="r" b="b"/>
            <a:pathLst>
              <a:path w="2127170" h="199360">
                <a:moveTo>
                  <a:pt x="0" y="199360"/>
                </a:moveTo>
                <a:lnTo>
                  <a:pt x="1995048" y="199360"/>
                </a:lnTo>
                <a:lnTo>
                  <a:pt x="2127170" y="0"/>
                </a:lnTo>
                <a:lnTo>
                  <a:pt x="132122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33" name="Shape 31"/>
          <p:cNvSpPr/>
          <p:nvPr/>
        </p:nvSpPr>
        <p:spPr>
          <a:xfrm>
            <a:off x="4047834" y="2006886"/>
            <a:ext cx="158547" cy="199360"/>
          </a:xfrm>
          <a:custGeom>
            <a:avLst/>
            <a:gdLst/>
            <a:ahLst/>
            <a:cxnLst/>
            <a:rect l="l" t="t" r="r" b="b"/>
            <a:pathLst>
              <a:path w="158547" h="199360">
                <a:moveTo>
                  <a:pt x="0" y="199360"/>
                </a:moveTo>
                <a:lnTo>
                  <a:pt x="26424" y="199360"/>
                </a:lnTo>
                <a:lnTo>
                  <a:pt x="158547" y="0"/>
                </a:lnTo>
                <a:lnTo>
                  <a:pt x="132122" y="0"/>
                </a:lnTo>
                <a:close/>
              </a:path>
            </a:pathLst>
          </a:custGeom>
          <a:solidFill>
            <a:srgbClr val="7CFC00"/>
          </a:solidFill>
          <a:ln/>
        </p:spPr>
      </p:sp>
      <p:sp>
        <p:nvSpPr>
          <p:cNvPr id="34" name="Shape 32"/>
          <p:cNvSpPr/>
          <p:nvPr/>
        </p:nvSpPr>
        <p:spPr>
          <a:xfrm>
            <a:off x="4457413" y="2006886"/>
            <a:ext cx="158547" cy="199360"/>
          </a:xfrm>
          <a:custGeom>
            <a:avLst/>
            <a:gdLst/>
            <a:ahLst/>
            <a:cxnLst/>
            <a:rect l="l" t="t" r="r" b="b"/>
            <a:pathLst>
              <a:path w="158547" h="199360">
                <a:moveTo>
                  <a:pt x="0" y="199360"/>
                </a:moveTo>
                <a:lnTo>
                  <a:pt x="26424" y="199360"/>
                </a:lnTo>
                <a:lnTo>
                  <a:pt x="158547" y="0"/>
                </a:lnTo>
                <a:lnTo>
                  <a:pt x="132122" y="0"/>
                </a:lnTo>
                <a:close/>
              </a:path>
            </a:pathLst>
          </a:custGeom>
          <a:solidFill>
            <a:srgbClr val="7CFC00"/>
          </a:solidFill>
          <a:ln/>
        </p:spPr>
      </p:sp>
      <p:sp>
        <p:nvSpPr>
          <p:cNvPr id="35" name="Shape 33"/>
          <p:cNvSpPr/>
          <p:nvPr/>
        </p:nvSpPr>
        <p:spPr>
          <a:xfrm>
            <a:off x="4866992" y="2006886"/>
            <a:ext cx="158547" cy="199360"/>
          </a:xfrm>
          <a:custGeom>
            <a:avLst/>
            <a:gdLst/>
            <a:ahLst/>
            <a:cxnLst/>
            <a:rect l="l" t="t" r="r" b="b"/>
            <a:pathLst>
              <a:path w="158547" h="199360">
                <a:moveTo>
                  <a:pt x="0" y="199360"/>
                </a:moveTo>
                <a:lnTo>
                  <a:pt x="26424" y="199360"/>
                </a:lnTo>
                <a:lnTo>
                  <a:pt x="158547" y="0"/>
                </a:lnTo>
                <a:lnTo>
                  <a:pt x="132122" y="0"/>
                </a:lnTo>
                <a:close/>
              </a:path>
            </a:pathLst>
          </a:custGeom>
          <a:solidFill>
            <a:srgbClr val="7CFC00"/>
          </a:solidFill>
          <a:ln/>
        </p:spPr>
      </p:sp>
      <p:sp>
        <p:nvSpPr>
          <p:cNvPr id="36" name="Shape 34"/>
          <p:cNvSpPr/>
          <p:nvPr/>
        </p:nvSpPr>
        <p:spPr>
          <a:xfrm>
            <a:off x="3492919" y="2246117"/>
            <a:ext cx="2140383" cy="159488"/>
          </a:xfrm>
          <a:custGeom>
            <a:avLst/>
            <a:gdLst/>
            <a:ahLst/>
            <a:cxnLst/>
            <a:rect l="l" t="t" r="r" b="b"/>
            <a:pathLst>
              <a:path w="2140383" h="159488">
                <a:moveTo>
                  <a:pt x="0" y="159488"/>
                </a:moveTo>
                <a:lnTo>
                  <a:pt x="2008260" y="159488"/>
                </a:lnTo>
                <a:lnTo>
                  <a:pt x="2140383" y="0"/>
                </a:lnTo>
                <a:lnTo>
                  <a:pt x="132122" y="0"/>
                </a:lnTo>
                <a:close/>
              </a:path>
            </a:pathLst>
          </a:custGeom>
          <a:solidFill>
            <a:srgbClr val="4E0050"/>
          </a:solidFill>
          <a:ln/>
        </p:spPr>
      </p:sp>
      <p:sp>
        <p:nvSpPr>
          <p:cNvPr id="37" name="Shape 35"/>
          <p:cNvSpPr/>
          <p:nvPr/>
        </p:nvSpPr>
        <p:spPr>
          <a:xfrm>
            <a:off x="3902499" y="2246117"/>
            <a:ext cx="158547" cy="159488"/>
          </a:xfrm>
          <a:custGeom>
            <a:avLst/>
            <a:gdLst/>
            <a:ahLst/>
            <a:cxnLst/>
            <a:rect l="l" t="t" r="r" b="b"/>
            <a:pathLst>
              <a:path w="158547" h="159488">
                <a:moveTo>
                  <a:pt x="0" y="159488"/>
                </a:moveTo>
                <a:lnTo>
                  <a:pt x="26424" y="159488"/>
                </a:lnTo>
                <a:lnTo>
                  <a:pt x="158547" y="0"/>
                </a:lnTo>
                <a:lnTo>
                  <a:pt x="132122" y="0"/>
                </a:lnTo>
                <a:close/>
              </a:path>
            </a:pathLst>
          </a:custGeom>
          <a:solidFill>
            <a:srgbClr val="E000E8"/>
          </a:solidFill>
          <a:ln/>
        </p:spPr>
      </p:sp>
      <p:sp>
        <p:nvSpPr>
          <p:cNvPr id="38" name="Shape 36"/>
          <p:cNvSpPr/>
          <p:nvPr/>
        </p:nvSpPr>
        <p:spPr>
          <a:xfrm>
            <a:off x="4312078" y="2246117"/>
            <a:ext cx="158547" cy="159488"/>
          </a:xfrm>
          <a:custGeom>
            <a:avLst/>
            <a:gdLst/>
            <a:ahLst/>
            <a:cxnLst/>
            <a:rect l="l" t="t" r="r" b="b"/>
            <a:pathLst>
              <a:path w="158547" h="159488">
                <a:moveTo>
                  <a:pt x="0" y="159488"/>
                </a:moveTo>
                <a:lnTo>
                  <a:pt x="26424" y="159488"/>
                </a:lnTo>
                <a:lnTo>
                  <a:pt x="158547" y="0"/>
                </a:lnTo>
                <a:lnTo>
                  <a:pt x="132122" y="0"/>
                </a:lnTo>
                <a:close/>
              </a:path>
            </a:pathLst>
          </a:custGeom>
          <a:solidFill>
            <a:srgbClr val="E000E8"/>
          </a:solidFill>
          <a:ln/>
        </p:spPr>
      </p:sp>
      <p:sp>
        <p:nvSpPr>
          <p:cNvPr id="39" name="Shape 37"/>
          <p:cNvSpPr/>
          <p:nvPr/>
        </p:nvSpPr>
        <p:spPr>
          <a:xfrm>
            <a:off x="4721658" y="2246117"/>
            <a:ext cx="158547" cy="159488"/>
          </a:xfrm>
          <a:custGeom>
            <a:avLst/>
            <a:gdLst/>
            <a:ahLst/>
            <a:cxnLst/>
            <a:rect l="l" t="t" r="r" b="b"/>
            <a:pathLst>
              <a:path w="158547" h="159488">
                <a:moveTo>
                  <a:pt x="0" y="159488"/>
                </a:moveTo>
                <a:lnTo>
                  <a:pt x="26424" y="159488"/>
                </a:lnTo>
                <a:lnTo>
                  <a:pt x="158547" y="0"/>
                </a:lnTo>
                <a:lnTo>
                  <a:pt x="132122" y="0"/>
                </a:lnTo>
                <a:close/>
              </a:path>
            </a:pathLst>
          </a:custGeom>
          <a:solidFill>
            <a:srgbClr val="E000E8"/>
          </a:solidFill>
          <a:ln/>
        </p:spPr>
      </p:sp>
      <p:sp>
        <p:nvSpPr>
          <p:cNvPr id="40" name="Shape 38"/>
          <p:cNvSpPr/>
          <p:nvPr/>
        </p:nvSpPr>
        <p:spPr>
          <a:xfrm>
            <a:off x="5197298" y="2339152"/>
            <a:ext cx="184971" cy="1847398"/>
          </a:xfrm>
          <a:prstGeom prst="rect">
            <a:avLst/>
          </a:prstGeom>
          <a:solidFill>
            <a:srgbClr val="7CFC00"/>
          </a:solidFill>
          <a:ln/>
        </p:spPr>
      </p:sp>
      <p:sp>
        <p:nvSpPr>
          <p:cNvPr id="41" name="Shape 39"/>
          <p:cNvSpPr/>
          <p:nvPr/>
        </p:nvSpPr>
        <p:spPr>
          <a:xfrm>
            <a:off x="5421906" y="2339152"/>
            <a:ext cx="224608" cy="1847398"/>
          </a:xfrm>
          <a:prstGeom prst="rect">
            <a:avLst/>
          </a:prstGeom>
          <a:solidFill>
            <a:srgbClr val="FF7F00"/>
          </a:solidFill>
          <a:ln/>
        </p:spPr>
      </p:sp>
      <p:sp>
        <p:nvSpPr>
          <p:cNvPr id="42" name="Shape 40"/>
          <p:cNvSpPr/>
          <p:nvPr/>
        </p:nvSpPr>
        <p:spPr>
          <a:xfrm>
            <a:off x="5672939" y="2339152"/>
            <a:ext cx="92486" cy="1847398"/>
          </a:xfrm>
          <a:prstGeom prst="rect">
            <a:avLst/>
          </a:prstGeom>
          <a:solidFill>
            <a:srgbClr val="EDFF1A"/>
          </a:solidFill>
          <a:ln/>
        </p:spPr>
      </p:sp>
      <p:sp>
        <p:nvSpPr>
          <p:cNvPr id="43" name="Shape 41"/>
          <p:cNvSpPr/>
          <p:nvPr/>
        </p:nvSpPr>
        <p:spPr>
          <a:xfrm>
            <a:off x="3413646" y="2418896"/>
            <a:ext cx="1757228" cy="2016337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3646" y="2418896"/>
            <a:ext cx="779522" cy="332266"/>
          </a:xfrm>
          <a:prstGeom prst="rect">
            <a:avLst/>
          </a:prstGeom>
          <a:solidFill>
            <a:srgbClr val="CC00CC"/>
          </a:solidFill>
          <a:ln w="3175">
            <a:solidFill>
              <a:srgbClr val="CC00C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206380" y="2418896"/>
            <a:ext cx="964493" cy="332266"/>
          </a:xfrm>
          <a:prstGeom prst="rect">
            <a:avLst/>
          </a:prstGeom>
          <a:solidFill>
            <a:srgbClr val="F07060"/>
          </a:solidFill>
          <a:ln w="3175">
            <a:solidFill>
              <a:srgbClr val="F0706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413646" y="2833564"/>
            <a:ext cx="779522" cy="332266"/>
          </a:xfrm>
          <a:prstGeom prst="rect">
            <a:avLst/>
          </a:prstGeom>
          <a:solidFill>
            <a:srgbClr val="CC00CC"/>
          </a:solidFill>
          <a:ln w="3175">
            <a:solidFill>
              <a:srgbClr val="CC00C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206380" y="2833564"/>
            <a:ext cx="964493" cy="332266"/>
          </a:xfrm>
          <a:prstGeom prst="rect">
            <a:avLst/>
          </a:prstGeom>
          <a:solidFill>
            <a:srgbClr val="F07060"/>
          </a:solidFill>
          <a:ln w="3175">
            <a:solidFill>
              <a:srgbClr val="F0706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413646" y="3248231"/>
            <a:ext cx="779522" cy="332266"/>
          </a:xfrm>
          <a:prstGeom prst="rect">
            <a:avLst/>
          </a:prstGeom>
          <a:solidFill>
            <a:srgbClr val="CC00CC"/>
          </a:solidFill>
          <a:ln w="3175">
            <a:solidFill>
              <a:srgbClr val="CC00C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206380" y="3248231"/>
            <a:ext cx="964493" cy="332266"/>
          </a:xfrm>
          <a:prstGeom prst="rect">
            <a:avLst/>
          </a:prstGeom>
          <a:solidFill>
            <a:srgbClr val="F07060"/>
          </a:solidFill>
          <a:ln w="3175">
            <a:solidFill>
              <a:srgbClr val="F0706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413646" y="3662899"/>
            <a:ext cx="779522" cy="332266"/>
          </a:xfrm>
          <a:prstGeom prst="rect">
            <a:avLst/>
          </a:prstGeom>
          <a:solidFill>
            <a:srgbClr val="CC00CC"/>
          </a:solidFill>
          <a:ln w="3175">
            <a:solidFill>
              <a:srgbClr val="CC00C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206380" y="3662899"/>
            <a:ext cx="964493" cy="332266"/>
          </a:xfrm>
          <a:prstGeom prst="rect">
            <a:avLst/>
          </a:prstGeom>
          <a:solidFill>
            <a:srgbClr val="F07060"/>
          </a:solidFill>
          <a:ln w="3175">
            <a:solidFill>
              <a:srgbClr val="F0706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413646" y="4077567"/>
            <a:ext cx="779522" cy="332266"/>
          </a:xfrm>
          <a:prstGeom prst="rect">
            <a:avLst/>
          </a:prstGeom>
          <a:solidFill>
            <a:srgbClr val="CC00CC"/>
          </a:solidFill>
          <a:ln w="3175">
            <a:solidFill>
              <a:srgbClr val="CC00CC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206380" y="4077567"/>
            <a:ext cx="964493" cy="332266"/>
          </a:xfrm>
          <a:prstGeom prst="rect">
            <a:avLst/>
          </a:prstGeom>
          <a:solidFill>
            <a:srgbClr val="F07060"/>
          </a:solidFill>
          <a:ln w="3175">
            <a:solidFill>
              <a:srgbClr val="F0706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990033" y="1302482"/>
            <a:ext cx="1823289" cy="199360"/>
          </a:xfrm>
          <a:custGeom>
            <a:avLst/>
            <a:gdLst/>
            <a:ahLst/>
            <a:cxnLst/>
            <a:rect l="l" t="t" r="r" b="b"/>
            <a:pathLst>
              <a:path w="1823289" h="199360">
                <a:moveTo>
                  <a:pt x="0" y="199360"/>
                </a:moveTo>
                <a:lnTo>
                  <a:pt x="1691167" y="199360"/>
                </a:lnTo>
                <a:lnTo>
                  <a:pt x="1823289" y="0"/>
                </a:lnTo>
                <a:lnTo>
                  <a:pt x="132122" y="0"/>
                </a:lnTo>
                <a:close/>
              </a:path>
            </a:pathLst>
          </a:custGeom>
          <a:solidFill>
            <a:srgbClr val="4C5875"/>
          </a:solidFill>
          <a:ln/>
        </p:spPr>
      </p:sp>
      <p:sp>
        <p:nvSpPr>
          <p:cNvPr id="55" name="Shape 53"/>
          <p:cNvSpPr/>
          <p:nvPr/>
        </p:nvSpPr>
        <p:spPr>
          <a:xfrm>
            <a:off x="5765425" y="1820817"/>
            <a:ext cx="2180019" cy="199360"/>
          </a:xfrm>
          <a:custGeom>
            <a:avLst/>
            <a:gdLst/>
            <a:ahLst/>
            <a:cxnLst/>
            <a:rect l="l" t="t" r="r" b="b"/>
            <a:pathLst>
              <a:path w="2180019" h="199360">
                <a:moveTo>
                  <a:pt x="0" y="199360"/>
                </a:moveTo>
                <a:lnTo>
                  <a:pt x="2047897" y="199360"/>
                </a:lnTo>
                <a:lnTo>
                  <a:pt x="2180019" y="0"/>
                </a:lnTo>
                <a:lnTo>
                  <a:pt x="132122" y="0"/>
                </a:lnTo>
                <a:close/>
              </a:path>
            </a:pathLst>
          </a:custGeom>
          <a:solidFill>
            <a:srgbClr val="525C00"/>
          </a:solidFill>
          <a:ln/>
        </p:spPr>
      </p:sp>
      <p:sp>
        <p:nvSpPr>
          <p:cNvPr id="56" name="Shape 54"/>
          <p:cNvSpPr/>
          <p:nvPr/>
        </p:nvSpPr>
        <p:spPr>
          <a:xfrm>
            <a:off x="6175004" y="1820817"/>
            <a:ext cx="158547" cy="199360"/>
          </a:xfrm>
          <a:custGeom>
            <a:avLst/>
            <a:gdLst/>
            <a:ahLst/>
            <a:cxnLst/>
            <a:rect l="l" t="t" r="r" b="b"/>
            <a:pathLst>
              <a:path w="158547" h="199360">
                <a:moveTo>
                  <a:pt x="0" y="199360"/>
                </a:moveTo>
                <a:lnTo>
                  <a:pt x="26424" y="199360"/>
                </a:lnTo>
                <a:lnTo>
                  <a:pt x="158547" y="0"/>
                </a:lnTo>
                <a:lnTo>
                  <a:pt x="132122" y="0"/>
                </a:lnTo>
                <a:close/>
              </a:path>
            </a:pathLst>
          </a:custGeom>
          <a:solidFill>
            <a:srgbClr val="E8E040"/>
          </a:solidFill>
          <a:ln/>
        </p:spPr>
      </p:sp>
      <p:sp>
        <p:nvSpPr>
          <p:cNvPr id="57" name="Shape 55"/>
          <p:cNvSpPr/>
          <p:nvPr/>
        </p:nvSpPr>
        <p:spPr>
          <a:xfrm>
            <a:off x="6584583" y="1820817"/>
            <a:ext cx="158547" cy="199360"/>
          </a:xfrm>
          <a:custGeom>
            <a:avLst/>
            <a:gdLst/>
            <a:ahLst/>
            <a:cxnLst/>
            <a:rect l="l" t="t" r="r" b="b"/>
            <a:pathLst>
              <a:path w="158547" h="199360">
                <a:moveTo>
                  <a:pt x="0" y="199360"/>
                </a:moveTo>
                <a:lnTo>
                  <a:pt x="26424" y="199360"/>
                </a:lnTo>
                <a:lnTo>
                  <a:pt x="158547" y="0"/>
                </a:lnTo>
                <a:lnTo>
                  <a:pt x="132122" y="0"/>
                </a:lnTo>
                <a:close/>
              </a:path>
            </a:pathLst>
          </a:custGeom>
          <a:solidFill>
            <a:srgbClr val="E8E040"/>
          </a:solidFill>
          <a:ln/>
        </p:spPr>
      </p:sp>
      <p:sp>
        <p:nvSpPr>
          <p:cNvPr id="58" name="Shape 56"/>
          <p:cNvSpPr/>
          <p:nvPr/>
        </p:nvSpPr>
        <p:spPr>
          <a:xfrm>
            <a:off x="6994163" y="1820817"/>
            <a:ext cx="158547" cy="199360"/>
          </a:xfrm>
          <a:custGeom>
            <a:avLst/>
            <a:gdLst/>
            <a:ahLst/>
            <a:cxnLst/>
            <a:rect l="l" t="t" r="r" b="b"/>
            <a:pathLst>
              <a:path w="158547" h="199360">
                <a:moveTo>
                  <a:pt x="0" y="199360"/>
                </a:moveTo>
                <a:lnTo>
                  <a:pt x="26424" y="199360"/>
                </a:lnTo>
                <a:lnTo>
                  <a:pt x="158547" y="0"/>
                </a:lnTo>
                <a:lnTo>
                  <a:pt x="132122" y="0"/>
                </a:lnTo>
                <a:close/>
              </a:path>
            </a:pathLst>
          </a:custGeom>
          <a:solidFill>
            <a:srgbClr val="E8E040"/>
          </a:solidFill>
          <a:ln/>
        </p:spPr>
      </p:sp>
      <p:sp>
        <p:nvSpPr>
          <p:cNvPr id="59" name="Shape 57"/>
          <p:cNvSpPr/>
          <p:nvPr/>
        </p:nvSpPr>
        <p:spPr>
          <a:xfrm>
            <a:off x="5672939" y="2060049"/>
            <a:ext cx="2246081" cy="159488"/>
          </a:xfrm>
          <a:custGeom>
            <a:avLst/>
            <a:gdLst/>
            <a:ahLst/>
            <a:cxnLst/>
            <a:rect l="l" t="t" r="r" b="b"/>
            <a:pathLst>
              <a:path w="2246081" h="159488">
                <a:moveTo>
                  <a:pt x="0" y="159488"/>
                </a:moveTo>
                <a:lnTo>
                  <a:pt x="2113958" y="159488"/>
                </a:lnTo>
                <a:lnTo>
                  <a:pt x="2246081" y="0"/>
                </a:lnTo>
                <a:lnTo>
                  <a:pt x="132122" y="0"/>
                </a:lnTo>
                <a:close/>
              </a:path>
            </a:pathLst>
          </a:custGeom>
          <a:solidFill>
            <a:srgbClr val="5C2E00"/>
          </a:solidFill>
          <a:ln/>
        </p:spPr>
      </p:sp>
      <p:sp>
        <p:nvSpPr>
          <p:cNvPr id="60" name="Shape 58"/>
          <p:cNvSpPr/>
          <p:nvPr/>
        </p:nvSpPr>
        <p:spPr>
          <a:xfrm>
            <a:off x="6082518" y="2060049"/>
            <a:ext cx="158547" cy="159488"/>
          </a:xfrm>
          <a:custGeom>
            <a:avLst/>
            <a:gdLst/>
            <a:ahLst/>
            <a:cxnLst/>
            <a:rect l="l" t="t" r="r" b="b"/>
            <a:pathLst>
              <a:path w="158547" h="159488">
                <a:moveTo>
                  <a:pt x="0" y="159488"/>
                </a:moveTo>
                <a:lnTo>
                  <a:pt x="26424" y="159488"/>
                </a:lnTo>
                <a:lnTo>
                  <a:pt x="158547" y="0"/>
                </a:lnTo>
                <a:lnTo>
                  <a:pt x="132122" y="0"/>
                </a:lnTo>
                <a:close/>
              </a:path>
            </a:pathLst>
          </a:custGeom>
          <a:solidFill>
            <a:srgbClr val="E08030"/>
          </a:solidFill>
          <a:ln/>
        </p:spPr>
      </p:sp>
      <p:sp>
        <p:nvSpPr>
          <p:cNvPr id="61" name="Shape 59"/>
          <p:cNvSpPr/>
          <p:nvPr/>
        </p:nvSpPr>
        <p:spPr>
          <a:xfrm>
            <a:off x="6492098" y="2060049"/>
            <a:ext cx="158547" cy="159488"/>
          </a:xfrm>
          <a:custGeom>
            <a:avLst/>
            <a:gdLst/>
            <a:ahLst/>
            <a:cxnLst/>
            <a:rect l="l" t="t" r="r" b="b"/>
            <a:pathLst>
              <a:path w="158547" h="159488">
                <a:moveTo>
                  <a:pt x="0" y="159488"/>
                </a:moveTo>
                <a:lnTo>
                  <a:pt x="26424" y="159488"/>
                </a:lnTo>
                <a:lnTo>
                  <a:pt x="158547" y="0"/>
                </a:lnTo>
                <a:lnTo>
                  <a:pt x="132122" y="0"/>
                </a:lnTo>
                <a:close/>
              </a:path>
            </a:pathLst>
          </a:custGeom>
          <a:solidFill>
            <a:srgbClr val="E08030"/>
          </a:solidFill>
          <a:ln/>
        </p:spPr>
      </p:sp>
      <p:sp>
        <p:nvSpPr>
          <p:cNvPr id="62" name="Shape 60"/>
          <p:cNvSpPr/>
          <p:nvPr/>
        </p:nvSpPr>
        <p:spPr>
          <a:xfrm>
            <a:off x="6901677" y="2060049"/>
            <a:ext cx="158547" cy="159488"/>
          </a:xfrm>
          <a:custGeom>
            <a:avLst/>
            <a:gdLst/>
            <a:ahLst/>
            <a:cxnLst/>
            <a:rect l="l" t="t" r="r" b="b"/>
            <a:pathLst>
              <a:path w="158547" h="159488">
                <a:moveTo>
                  <a:pt x="0" y="159488"/>
                </a:moveTo>
                <a:lnTo>
                  <a:pt x="26424" y="159488"/>
                </a:lnTo>
                <a:lnTo>
                  <a:pt x="158547" y="0"/>
                </a:lnTo>
                <a:lnTo>
                  <a:pt x="132122" y="0"/>
                </a:lnTo>
                <a:close/>
              </a:path>
            </a:pathLst>
          </a:custGeom>
          <a:solidFill>
            <a:srgbClr val="E08030"/>
          </a:solidFill>
          <a:ln/>
        </p:spPr>
      </p:sp>
      <p:sp>
        <p:nvSpPr>
          <p:cNvPr id="63" name="Shape 61"/>
          <p:cNvSpPr/>
          <p:nvPr/>
        </p:nvSpPr>
        <p:spPr>
          <a:xfrm>
            <a:off x="5606878" y="2259408"/>
            <a:ext cx="2206444" cy="199360"/>
          </a:xfrm>
          <a:custGeom>
            <a:avLst/>
            <a:gdLst/>
            <a:ahLst/>
            <a:cxnLst/>
            <a:rect l="l" t="t" r="r" b="b"/>
            <a:pathLst>
              <a:path w="2206444" h="199360">
                <a:moveTo>
                  <a:pt x="0" y="199360"/>
                </a:moveTo>
                <a:lnTo>
                  <a:pt x="2074321" y="199360"/>
                </a:lnTo>
                <a:lnTo>
                  <a:pt x="2206444" y="0"/>
                </a:lnTo>
                <a:lnTo>
                  <a:pt x="132122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6457" y="2259408"/>
            <a:ext cx="158547" cy="199360"/>
          </a:xfrm>
          <a:custGeom>
            <a:avLst/>
            <a:gdLst/>
            <a:ahLst/>
            <a:cxnLst/>
            <a:rect l="l" t="t" r="r" b="b"/>
            <a:pathLst>
              <a:path w="158547" h="199360">
                <a:moveTo>
                  <a:pt x="0" y="199360"/>
                </a:moveTo>
                <a:lnTo>
                  <a:pt x="26424" y="199360"/>
                </a:lnTo>
                <a:lnTo>
                  <a:pt x="158547" y="0"/>
                </a:lnTo>
                <a:lnTo>
                  <a:pt x="132122" y="0"/>
                </a:lnTo>
                <a:close/>
              </a:path>
            </a:pathLst>
          </a:custGeom>
          <a:solidFill>
            <a:srgbClr val="7CFC00"/>
          </a:solidFill>
          <a:ln/>
        </p:spPr>
      </p:sp>
      <p:sp>
        <p:nvSpPr>
          <p:cNvPr id="65" name="Shape 63"/>
          <p:cNvSpPr/>
          <p:nvPr/>
        </p:nvSpPr>
        <p:spPr>
          <a:xfrm>
            <a:off x="6426036" y="2259408"/>
            <a:ext cx="158547" cy="199360"/>
          </a:xfrm>
          <a:custGeom>
            <a:avLst/>
            <a:gdLst/>
            <a:ahLst/>
            <a:cxnLst/>
            <a:rect l="l" t="t" r="r" b="b"/>
            <a:pathLst>
              <a:path w="158547" h="199360">
                <a:moveTo>
                  <a:pt x="0" y="199360"/>
                </a:moveTo>
                <a:lnTo>
                  <a:pt x="26424" y="199360"/>
                </a:lnTo>
                <a:lnTo>
                  <a:pt x="158547" y="0"/>
                </a:lnTo>
                <a:lnTo>
                  <a:pt x="132122" y="0"/>
                </a:lnTo>
                <a:close/>
              </a:path>
            </a:pathLst>
          </a:custGeom>
          <a:solidFill>
            <a:srgbClr val="7CFC00"/>
          </a:solidFill>
          <a:ln/>
        </p:spPr>
      </p:sp>
      <p:sp>
        <p:nvSpPr>
          <p:cNvPr id="66" name="Shape 64"/>
          <p:cNvSpPr/>
          <p:nvPr/>
        </p:nvSpPr>
        <p:spPr>
          <a:xfrm>
            <a:off x="6835616" y="2259408"/>
            <a:ext cx="158547" cy="199360"/>
          </a:xfrm>
          <a:custGeom>
            <a:avLst/>
            <a:gdLst/>
            <a:ahLst/>
            <a:cxnLst/>
            <a:rect l="l" t="t" r="r" b="b"/>
            <a:pathLst>
              <a:path w="158547" h="199360">
                <a:moveTo>
                  <a:pt x="0" y="199360"/>
                </a:moveTo>
                <a:lnTo>
                  <a:pt x="26424" y="199360"/>
                </a:lnTo>
                <a:lnTo>
                  <a:pt x="158547" y="0"/>
                </a:lnTo>
                <a:lnTo>
                  <a:pt x="132122" y="0"/>
                </a:lnTo>
                <a:close/>
              </a:path>
            </a:pathLst>
          </a:custGeom>
          <a:solidFill>
            <a:srgbClr val="7CFC00"/>
          </a:solidFill>
          <a:ln/>
        </p:spPr>
      </p:sp>
      <p:sp>
        <p:nvSpPr>
          <p:cNvPr id="67" name="Shape 65"/>
          <p:cNvSpPr/>
          <p:nvPr/>
        </p:nvSpPr>
        <p:spPr>
          <a:xfrm>
            <a:off x="5540816" y="2498640"/>
            <a:ext cx="2140383" cy="159488"/>
          </a:xfrm>
          <a:custGeom>
            <a:avLst/>
            <a:gdLst/>
            <a:ahLst/>
            <a:cxnLst/>
            <a:rect l="l" t="t" r="r" b="b"/>
            <a:pathLst>
              <a:path w="2140383" h="159488">
                <a:moveTo>
                  <a:pt x="0" y="159488"/>
                </a:moveTo>
                <a:lnTo>
                  <a:pt x="2008260" y="159488"/>
                </a:lnTo>
                <a:lnTo>
                  <a:pt x="2140383" y="0"/>
                </a:lnTo>
                <a:lnTo>
                  <a:pt x="132122" y="0"/>
                </a:lnTo>
                <a:close/>
              </a:path>
            </a:pathLst>
          </a:custGeom>
          <a:solidFill>
            <a:srgbClr val="4E0050"/>
          </a:solidFill>
          <a:ln/>
        </p:spPr>
      </p:sp>
      <p:sp>
        <p:nvSpPr>
          <p:cNvPr id="68" name="Shape 66"/>
          <p:cNvSpPr/>
          <p:nvPr/>
        </p:nvSpPr>
        <p:spPr>
          <a:xfrm>
            <a:off x="5950396" y="2498640"/>
            <a:ext cx="158547" cy="159488"/>
          </a:xfrm>
          <a:custGeom>
            <a:avLst/>
            <a:gdLst/>
            <a:ahLst/>
            <a:cxnLst/>
            <a:rect l="l" t="t" r="r" b="b"/>
            <a:pathLst>
              <a:path w="158547" h="159488">
                <a:moveTo>
                  <a:pt x="0" y="159488"/>
                </a:moveTo>
                <a:lnTo>
                  <a:pt x="26424" y="159488"/>
                </a:lnTo>
                <a:lnTo>
                  <a:pt x="158547" y="0"/>
                </a:lnTo>
                <a:lnTo>
                  <a:pt x="132122" y="0"/>
                </a:lnTo>
                <a:close/>
              </a:path>
            </a:pathLst>
          </a:custGeom>
          <a:solidFill>
            <a:srgbClr val="E000E8"/>
          </a:solidFill>
          <a:ln/>
        </p:spPr>
      </p:sp>
      <p:sp>
        <p:nvSpPr>
          <p:cNvPr id="69" name="Shape 67"/>
          <p:cNvSpPr/>
          <p:nvPr/>
        </p:nvSpPr>
        <p:spPr>
          <a:xfrm>
            <a:off x="6359975" y="2498640"/>
            <a:ext cx="158547" cy="159488"/>
          </a:xfrm>
          <a:custGeom>
            <a:avLst/>
            <a:gdLst/>
            <a:ahLst/>
            <a:cxnLst/>
            <a:rect l="l" t="t" r="r" b="b"/>
            <a:pathLst>
              <a:path w="158547" h="159488">
                <a:moveTo>
                  <a:pt x="0" y="159488"/>
                </a:moveTo>
                <a:lnTo>
                  <a:pt x="26424" y="159488"/>
                </a:lnTo>
                <a:lnTo>
                  <a:pt x="158547" y="0"/>
                </a:lnTo>
                <a:lnTo>
                  <a:pt x="132122" y="0"/>
                </a:lnTo>
                <a:close/>
              </a:path>
            </a:pathLst>
          </a:custGeom>
          <a:solidFill>
            <a:srgbClr val="E000E8"/>
          </a:solidFill>
          <a:ln/>
        </p:spPr>
      </p:sp>
      <p:sp>
        <p:nvSpPr>
          <p:cNvPr id="70" name="Shape 68"/>
          <p:cNvSpPr/>
          <p:nvPr/>
        </p:nvSpPr>
        <p:spPr>
          <a:xfrm>
            <a:off x="6769555" y="2498640"/>
            <a:ext cx="158547" cy="159488"/>
          </a:xfrm>
          <a:custGeom>
            <a:avLst/>
            <a:gdLst/>
            <a:ahLst/>
            <a:cxnLst/>
            <a:rect l="l" t="t" r="r" b="b"/>
            <a:pathLst>
              <a:path w="158547" h="159488">
                <a:moveTo>
                  <a:pt x="0" y="159488"/>
                </a:moveTo>
                <a:lnTo>
                  <a:pt x="26424" y="159488"/>
                </a:lnTo>
                <a:lnTo>
                  <a:pt x="158547" y="0"/>
                </a:lnTo>
                <a:lnTo>
                  <a:pt x="132122" y="0"/>
                </a:lnTo>
                <a:close/>
              </a:path>
            </a:pathLst>
          </a:custGeom>
          <a:solidFill>
            <a:srgbClr val="E000E8"/>
          </a:solidFill>
          <a:ln/>
        </p:spPr>
      </p:sp>
      <p:sp>
        <p:nvSpPr>
          <p:cNvPr id="71" name="Shape 69"/>
          <p:cNvSpPr/>
          <p:nvPr/>
        </p:nvSpPr>
        <p:spPr>
          <a:xfrm>
            <a:off x="7549077" y="2604965"/>
            <a:ext cx="237820" cy="1847398"/>
          </a:xfrm>
          <a:prstGeom prst="rect">
            <a:avLst/>
          </a:prstGeom>
          <a:solidFill>
            <a:srgbClr val="7CFC00"/>
          </a:solidFill>
          <a:ln/>
        </p:spPr>
      </p:sp>
      <p:sp>
        <p:nvSpPr>
          <p:cNvPr id="72" name="Shape 70"/>
          <p:cNvSpPr/>
          <p:nvPr/>
        </p:nvSpPr>
        <p:spPr>
          <a:xfrm>
            <a:off x="7826534" y="2604965"/>
            <a:ext cx="171759" cy="1847398"/>
          </a:xfrm>
          <a:prstGeom prst="rect">
            <a:avLst/>
          </a:prstGeom>
          <a:solidFill>
            <a:srgbClr val="FF7F00"/>
          </a:solidFill>
          <a:ln/>
        </p:spPr>
      </p:sp>
      <p:sp>
        <p:nvSpPr>
          <p:cNvPr id="73" name="Shape 71"/>
          <p:cNvSpPr/>
          <p:nvPr/>
        </p:nvSpPr>
        <p:spPr>
          <a:xfrm>
            <a:off x="8024717" y="2604965"/>
            <a:ext cx="198184" cy="1847398"/>
          </a:xfrm>
          <a:prstGeom prst="rect">
            <a:avLst/>
          </a:prstGeom>
          <a:solidFill>
            <a:srgbClr val="EDFF1A"/>
          </a:solidFill>
          <a:ln/>
        </p:spPr>
      </p:sp>
      <p:sp>
        <p:nvSpPr>
          <p:cNvPr id="74" name="Shape 72"/>
          <p:cNvSpPr/>
          <p:nvPr/>
        </p:nvSpPr>
        <p:spPr>
          <a:xfrm>
            <a:off x="8262538" y="2604965"/>
            <a:ext cx="158547" cy="1847398"/>
          </a:xfrm>
          <a:prstGeom prst="rect">
            <a:avLst/>
          </a:prstGeom>
          <a:solidFill>
            <a:srgbClr val="759FC9"/>
          </a:solidFill>
          <a:ln/>
        </p:spPr>
      </p:sp>
      <p:sp>
        <p:nvSpPr>
          <p:cNvPr id="75" name="Shape 73"/>
          <p:cNvSpPr/>
          <p:nvPr/>
        </p:nvSpPr>
        <p:spPr>
          <a:xfrm>
            <a:off x="5778637" y="2697999"/>
            <a:ext cx="1215526" cy="1999059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76" name="Shape 74"/>
          <p:cNvSpPr/>
          <p:nvPr/>
        </p:nvSpPr>
        <p:spPr>
          <a:xfrm>
            <a:off x="5778637" y="2697999"/>
            <a:ext cx="1215526" cy="325621"/>
          </a:xfrm>
          <a:prstGeom prst="rect">
            <a:avLst/>
          </a:prstGeom>
          <a:solidFill>
            <a:srgbClr val="CC00CC"/>
          </a:solidFill>
          <a:ln w="3175">
            <a:solidFill>
              <a:srgbClr val="CC00CC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5778637" y="3110009"/>
            <a:ext cx="1215526" cy="325621"/>
          </a:xfrm>
          <a:prstGeom prst="rect">
            <a:avLst/>
          </a:prstGeom>
          <a:solidFill>
            <a:srgbClr val="CC00CC"/>
          </a:solidFill>
          <a:ln w="3175">
            <a:solidFill>
              <a:srgbClr val="CC00CC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5778637" y="3522019"/>
            <a:ext cx="1215526" cy="325621"/>
          </a:xfrm>
          <a:prstGeom prst="rect">
            <a:avLst/>
          </a:prstGeom>
          <a:solidFill>
            <a:srgbClr val="CC00CC"/>
          </a:solidFill>
          <a:ln w="3175">
            <a:solidFill>
              <a:srgbClr val="CC00CC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5778637" y="3934028"/>
            <a:ext cx="1215526" cy="325621"/>
          </a:xfrm>
          <a:prstGeom prst="rect">
            <a:avLst/>
          </a:prstGeom>
          <a:solidFill>
            <a:srgbClr val="CC00CC"/>
          </a:solidFill>
          <a:ln w="3175">
            <a:solidFill>
              <a:srgbClr val="CC00CC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5778637" y="4346038"/>
            <a:ext cx="1215526" cy="325621"/>
          </a:xfrm>
          <a:prstGeom prst="rect">
            <a:avLst/>
          </a:prstGeom>
          <a:solidFill>
            <a:srgbClr val="CC00CC"/>
          </a:solidFill>
          <a:ln w="3175">
            <a:solidFill>
              <a:srgbClr val="CC00CC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7007375" y="2697999"/>
            <a:ext cx="343518" cy="325621"/>
          </a:xfrm>
          <a:prstGeom prst="rect">
            <a:avLst/>
          </a:prstGeom>
          <a:solidFill>
            <a:srgbClr val="F07060"/>
          </a:solidFill>
          <a:ln w="3175">
            <a:solidFill>
              <a:srgbClr val="F07060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7390530" y="2697999"/>
            <a:ext cx="132122" cy="325621"/>
          </a:xfrm>
          <a:prstGeom prst="rect">
            <a:avLst/>
          </a:prstGeom>
          <a:solidFill>
            <a:srgbClr val="F07060"/>
          </a:solidFill>
          <a:ln w="3175">
            <a:solidFill>
              <a:srgbClr val="F07060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007375" y="3110009"/>
            <a:ext cx="343518" cy="325621"/>
          </a:xfrm>
          <a:prstGeom prst="rect">
            <a:avLst/>
          </a:prstGeom>
          <a:solidFill>
            <a:srgbClr val="F07060"/>
          </a:solidFill>
          <a:ln w="3175">
            <a:solidFill>
              <a:srgbClr val="F07060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7390530" y="3110009"/>
            <a:ext cx="132122" cy="325621"/>
          </a:xfrm>
          <a:prstGeom prst="rect">
            <a:avLst/>
          </a:prstGeom>
          <a:solidFill>
            <a:srgbClr val="F07060"/>
          </a:solidFill>
          <a:ln w="3175">
            <a:solidFill>
              <a:srgbClr val="F0706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7007375" y="3522019"/>
            <a:ext cx="343518" cy="325621"/>
          </a:xfrm>
          <a:prstGeom prst="rect">
            <a:avLst/>
          </a:prstGeom>
          <a:solidFill>
            <a:srgbClr val="F07060"/>
          </a:solidFill>
          <a:ln w="3175">
            <a:solidFill>
              <a:srgbClr val="F0706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7390530" y="3522019"/>
            <a:ext cx="132122" cy="325621"/>
          </a:xfrm>
          <a:prstGeom prst="rect">
            <a:avLst/>
          </a:prstGeom>
          <a:solidFill>
            <a:srgbClr val="F07060"/>
          </a:solidFill>
          <a:ln w="3175">
            <a:solidFill>
              <a:srgbClr val="F0706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7007375" y="3934028"/>
            <a:ext cx="343518" cy="325621"/>
          </a:xfrm>
          <a:prstGeom prst="rect">
            <a:avLst/>
          </a:prstGeom>
          <a:solidFill>
            <a:srgbClr val="F07060"/>
          </a:solidFill>
          <a:ln w="3175">
            <a:solidFill>
              <a:srgbClr val="F0706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7390530" y="3934028"/>
            <a:ext cx="132122" cy="325621"/>
          </a:xfrm>
          <a:prstGeom prst="rect">
            <a:avLst/>
          </a:prstGeom>
          <a:solidFill>
            <a:srgbClr val="F07060"/>
          </a:solidFill>
          <a:ln w="3175">
            <a:solidFill>
              <a:srgbClr val="F0706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7007375" y="4346038"/>
            <a:ext cx="343518" cy="325621"/>
          </a:xfrm>
          <a:prstGeom prst="rect">
            <a:avLst/>
          </a:prstGeom>
          <a:solidFill>
            <a:srgbClr val="F07060"/>
          </a:solidFill>
          <a:ln w="3175">
            <a:solidFill>
              <a:srgbClr val="F0706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7390530" y="4346038"/>
            <a:ext cx="132122" cy="325621"/>
          </a:xfrm>
          <a:prstGeom prst="rect">
            <a:avLst/>
          </a:prstGeom>
          <a:solidFill>
            <a:srgbClr val="F07060"/>
          </a:solidFill>
          <a:ln w="3175">
            <a:solidFill>
              <a:srgbClr val="F0706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9596974" y="1302482"/>
            <a:ext cx="1783652" cy="186069"/>
          </a:xfrm>
          <a:custGeom>
            <a:avLst/>
            <a:gdLst/>
            <a:ahLst/>
            <a:cxnLst/>
            <a:rect l="l" t="t" r="r" b="b"/>
            <a:pathLst>
              <a:path w="1783652" h="186069">
                <a:moveTo>
                  <a:pt x="0" y="186069"/>
                </a:moveTo>
                <a:lnTo>
                  <a:pt x="1651530" y="186069"/>
                </a:lnTo>
                <a:lnTo>
                  <a:pt x="1783652" y="0"/>
                </a:lnTo>
                <a:lnTo>
                  <a:pt x="132122" y="0"/>
                </a:lnTo>
                <a:close/>
              </a:path>
            </a:pathLst>
          </a:custGeom>
          <a:solidFill>
            <a:srgbClr val="4C5875"/>
          </a:solidFill>
          <a:ln/>
        </p:spPr>
      </p:sp>
      <p:sp>
        <p:nvSpPr>
          <p:cNvPr id="92" name="Shape 90"/>
          <p:cNvSpPr/>
          <p:nvPr/>
        </p:nvSpPr>
        <p:spPr>
          <a:xfrm>
            <a:off x="9464851" y="1541714"/>
            <a:ext cx="1849713" cy="186069"/>
          </a:xfrm>
          <a:custGeom>
            <a:avLst/>
            <a:gdLst/>
            <a:ahLst/>
            <a:cxnLst/>
            <a:rect l="l" t="t" r="r" b="b"/>
            <a:pathLst>
              <a:path w="1849713" h="186069">
                <a:moveTo>
                  <a:pt x="0" y="186069"/>
                </a:moveTo>
                <a:lnTo>
                  <a:pt x="1717591" y="186069"/>
                </a:lnTo>
                <a:lnTo>
                  <a:pt x="1849713" y="0"/>
                </a:lnTo>
                <a:lnTo>
                  <a:pt x="132122" y="0"/>
                </a:lnTo>
                <a:close/>
              </a:path>
            </a:pathLst>
          </a:custGeom>
          <a:solidFill>
            <a:srgbClr val="525C00"/>
          </a:solidFill>
          <a:ln/>
        </p:spPr>
      </p:sp>
      <p:sp>
        <p:nvSpPr>
          <p:cNvPr id="93" name="Shape 91"/>
          <p:cNvSpPr/>
          <p:nvPr/>
        </p:nvSpPr>
        <p:spPr>
          <a:xfrm>
            <a:off x="9874431" y="1541714"/>
            <a:ext cx="158547" cy="186069"/>
          </a:xfrm>
          <a:custGeom>
            <a:avLst/>
            <a:gdLst/>
            <a:ahLst/>
            <a:cxnLst/>
            <a:rect l="l" t="t" r="r" b="b"/>
            <a:pathLst>
              <a:path w="158547" h="186069">
                <a:moveTo>
                  <a:pt x="0" y="186069"/>
                </a:moveTo>
                <a:lnTo>
                  <a:pt x="26424" y="186069"/>
                </a:lnTo>
                <a:lnTo>
                  <a:pt x="158547" y="0"/>
                </a:lnTo>
                <a:lnTo>
                  <a:pt x="132122" y="0"/>
                </a:lnTo>
                <a:close/>
              </a:path>
            </a:pathLst>
          </a:custGeom>
          <a:solidFill>
            <a:srgbClr val="E8E040"/>
          </a:solidFill>
          <a:ln/>
        </p:spPr>
      </p:sp>
      <p:sp>
        <p:nvSpPr>
          <p:cNvPr id="94" name="Shape 92"/>
          <p:cNvSpPr/>
          <p:nvPr/>
        </p:nvSpPr>
        <p:spPr>
          <a:xfrm>
            <a:off x="10284010" y="1541714"/>
            <a:ext cx="158547" cy="186069"/>
          </a:xfrm>
          <a:custGeom>
            <a:avLst/>
            <a:gdLst/>
            <a:ahLst/>
            <a:cxnLst/>
            <a:rect l="l" t="t" r="r" b="b"/>
            <a:pathLst>
              <a:path w="158547" h="186069">
                <a:moveTo>
                  <a:pt x="0" y="186069"/>
                </a:moveTo>
                <a:lnTo>
                  <a:pt x="26424" y="186069"/>
                </a:lnTo>
                <a:lnTo>
                  <a:pt x="158547" y="0"/>
                </a:lnTo>
                <a:lnTo>
                  <a:pt x="132122" y="0"/>
                </a:lnTo>
                <a:close/>
              </a:path>
            </a:pathLst>
          </a:custGeom>
          <a:solidFill>
            <a:srgbClr val="E8E040"/>
          </a:solidFill>
          <a:ln/>
        </p:spPr>
      </p:sp>
      <p:sp>
        <p:nvSpPr>
          <p:cNvPr id="95" name="Shape 93"/>
          <p:cNvSpPr/>
          <p:nvPr/>
        </p:nvSpPr>
        <p:spPr>
          <a:xfrm>
            <a:off x="10693589" y="1541714"/>
            <a:ext cx="158547" cy="186069"/>
          </a:xfrm>
          <a:custGeom>
            <a:avLst/>
            <a:gdLst/>
            <a:ahLst/>
            <a:cxnLst/>
            <a:rect l="l" t="t" r="r" b="b"/>
            <a:pathLst>
              <a:path w="158547" h="186069">
                <a:moveTo>
                  <a:pt x="0" y="186069"/>
                </a:moveTo>
                <a:lnTo>
                  <a:pt x="26424" y="186069"/>
                </a:lnTo>
                <a:lnTo>
                  <a:pt x="158547" y="0"/>
                </a:lnTo>
                <a:lnTo>
                  <a:pt x="132122" y="0"/>
                </a:lnTo>
                <a:close/>
              </a:path>
            </a:pathLst>
          </a:custGeom>
          <a:solidFill>
            <a:srgbClr val="E8E040"/>
          </a:solidFill>
          <a:ln/>
        </p:spPr>
      </p:sp>
      <p:sp>
        <p:nvSpPr>
          <p:cNvPr id="96" name="Shape 94"/>
          <p:cNvSpPr/>
          <p:nvPr/>
        </p:nvSpPr>
        <p:spPr>
          <a:xfrm>
            <a:off x="9372366" y="1780945"/>
            <a:ext cx="1876138" cy="186069"/>
          </a:xfrm>
          <a:custGeom>
            <a:avLst/>
            <a:gdLst/>
            <a:ahLst/>
            <a:cxnLst/>
            <a:rect l="l" t="t" r="r" b="b"/>
            <a:pathLst>
              <a:path w="1876138" h="186069">
                <a:moveTo>
                  <a:pt x="0" y="186069"/>
                </a:moveTo>
                <a:lnTo>
                  <a:pt x="1744015" y="186069"/>
                </a:lnTo>
                <a:lnTo>
                  <a:pt x="1876138" y="0"/>
                </a:lnTo>
                <a:lnTo>
                  <a:pt x="132122" y="0"/>
                </a:lnTo>
                <a:close/>
              </a:path>
            </a:pathLst>
          </a:custGeom>
          <a:solidFill>
            <a:srgbClr val="5C2E00"/>
          </a:solidFill>
          <a:ln/>
        </p:spPr>
      </p:sp>
      <p:sp>
        <p:nvSpPr>
          <p:cNvPr id="97" name="Shape 95"/>
          <p:cNvSpPr/>
          <p:nvPr/>
        </p:nvSpPr>
        <p:spPr>
          <a:xfrm>
            <a:off x="9781945" y="1780945"/>
            <a:ext cx="158547" cy="186069"/>
          </a:xfrm>
          <a:custGeom>
            <a:avLst/>
            <a:gdLst/>
            <a:ahLst/>
            <a:cxnLst/>
            <a:rect l="l" t="t" r="r" b="b"/>
            <a:pathLst>
              <a:path w="158547" h="186069">
                <a:moveTo>
                  <a:pt x="0" y="186069"/>
                </a:moveTo>
                <a:lnTo>
                  <a:pt x="26424" y="186069"/>
                </a:lnTo>
                <a:lnTo>
                  <a:pt x="158547" y="0"/>
                </a:lnTo>
                <a:lnTo>
                  <a:pt x="132122" y="0"/>
                </a:lnTo>
                <a:close/>
              </a:path>
            </a:pathLst>
          </a:custGeom>
          <a:solidFill>
            <a:srgbClr val="E08030"/>
          </a:solidFill>
          <a:ln/>
        </p:spPr>
      </p:sp>
      <p:sp>
        <p:nvSpPr>
          <p:cNvPr id="98" name="Shape 96"/>
          <p:cNvSpPr/>
          <p:nvPr/>
        </p:nvSpPr>
        <p:spPr>
          <a:xfrm>
            <a:off x="10191524" y="1780945"/>
            <a:ext cx="158547" cy="186069"/>
          </a:xfrm>
          <a:custGeom>
            <a:avLst/>
            <a:gdLst/>
            <a:ahLst/>
            <a:cxnLst/>
            <a:rect l="l" t="t" r="r" b="b"/>
            <a:pathLst>
              <a:path w="158547" h="186069">
                <a:moveTo>
                  <a:pt x="0" y="186069"/>
                </a:moveTo>
                <a:lnTo>
                  <a:pt x="26424" y="186069"/>
                </a:lnTo>
                <a:lnTo>
                  <a:pt x="158547" y="0"/>
                </a:lnTo>
                <a:lnTo>
                  <a:pt x="132122" y="0"/>
                </a:lnTo>
                <a:close/>
              </a:path>
            </a:pathLst>
          </a:custGeom>
          <a:solidFill>
            <a:srgbClr val="E08030"/>
          </a:solidFill>
          <a:ln/>
        </p:spPr>
      </p:sp>
      <p:sp>
        <p:nvSpPr>
          <p:cNvPr id="99" name="Shape 97"/>
          <p:cNvSpPr/>
          <p:nvPr/>
        </p:nvSpPr>
        <p:spPr>
          <a:xfrm>
            <a:off x="10601104" y="1780945"/>
            <a:ext cx="158547" cy="186069"/>
          </a:xfrm>
          <a:custGeom>
            <a:avLst/>
            <a:gdLst/>
            <a:ahLst/>
            <a:cxnLst/>
            <a:rect l="l" t="t" r="r" b="b"/>
            <a:pathLst>
              <a:path w="158547" h="186069">
                <a:moveTo>
                  <a:pt x="0" y="186069"/>
                </a:moveTo>
                <a:lnTo>
                  <a:pt x="26424" y="186069"/>
                </a:lnTo>
                <a:lnTo>
                  <a:pt x="158547" y="0"/>
                </a:lnTo>
                <a:lnTo>
                  <a:pt x="132122" y="0"/>
                </a:lnTo>
                <a:close/>
              </a:path>
            </a:pathLst>
          </a:custGeom>
          <a:solidFill>
            <a:srgbClr val="E08030"/>
          </a:solidFill>
          <a:ln/>
        </p:spPr>
      </p:sp>
      <p:sp>
        <p:nvSpPr>
          <p:cNvPr id="100" name="Shape 98"/>
          <p:cNvSpPr/>
          <p:nvPr/>
        </p:nvSpPr>
        <p:spPr>
          <a:xfrm>
            <a:off x="9200607" y="2006886"/>
            <a:ext cx="1981836" cy="172778"/>
          </a:xfrm>
          <a:custGeom>
            <a:avLst/>
            <a:gdLst/>
            <a:ahLst/>
            <a:cxnLst/>
            <a:rect l="l" t="t" r="r" b="b"/>
            <a:pathLst>
              <a:path w="1981836" h="172778">
                <a:moveTo>
                  <a:pt x="0" y="172778"/>
                </a:moveTo>
                <a:lnTo>
                  <a:pt x="1849713" y="172778"/>
                </a:lnTo>
                <a:lnTo>
                  <a:pt x="1981836" y="0"/>
                </a:lnTo>
                <a:lnTo>
                  <a:pt x="132122" y="0"/>
                </a:lnTo>
                <a:close/>
              </a:path>
            </a:pathLst>
          </a:custGeom>
          <a:solidFill>
            <a:srgbClr val="2B5E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9610186" y="2006886"/>
            <a:ext cx="158547" cy="172778"/>
          </a:xfrm>
          <a:custGeom>
            <a:avLst/>
            <a:gdLst/>
            <a:ahLst/>
            <a:cxnLst/>
            <a:rect l="l" t="t" r="r" b="b"/>
            <a:pathLst>
              <a:path w="158547" h="172778">
                <a:moveTo>
                  <a:pt x="0" y="172778"/>
                </a:moveTo>
                <a:lnTo>
                  <a:pt x="26424" y="172778"/>
                </a:lnTo>
                <a:lnTo>
                  <a:pt x="158547" y="0"/>
                </a:lnTo>
                <a:lnTo>
                  <a:pt x="132122" y="0"/>
                </a:lnTo>
                <a:close/>
              </a:path>
            </a:pathLst>
          </a:custGeom>
          <a:solidFill>
            <a:srgbClr val="7CFC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10019765" y="2006886"/>
            <a:ext cx="158547" cy="172778"/>
          </a:xfrm>
          <a:custGeom>
            <a:avLst/>
            <a:gdLst/>
            <a:ahLst/>
            <a:cxnLst/>
            <a:rect l="l" t="t" r="r" b="b"/>
            <a:pathLst>
              <a:path w="158547" h="172778">
                <a:moveTo>
                  <a:pt x="0" y="172778"/>
                </a:moveTo>
                <a:lnTo>
                  <a:pt x="26424" y="172778"/>
                </a:lnTo>
                <a:lnTo>
                  <a:pt x="158547" y="0"/>
                </a:lnTo>
                <a:lnTo>
                  <a:pt x="132122" y="0"/>
                </a:lnTo>
                <a:close/>
              </a:path>
            </a:pathLst>
          </a:custGeom>
          <a:solidFill>
            <a:srgbClr val="7CFC0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10429345" y="2006886"/>
            <a:ext cx="158547" cy="172778"/>
          </a:xfrm>
          <a:custGeom>
            <a:avLst/>
            <a:gdLst/>
            <a:ahLst/>
            <a:cxnLst/>
            <a:rect l="l" t="t" r="r" b="b"/>
            <a:pathLst>
              <a:path w="158547" h="172778">
                <a:moveTo>
                  <a:pt x="0" y="172778"/>
                </a:moveTo>
                <a:lnTo>
                  <a:pt x="26424" y="172778"/>
                </a:lnTo>
                <a:lnTo>
                  <a:pt x="158547" y="0"/>
                </a:lnTo>
                <a:lnTo>
                  <a:pt x="132122" y="0"/>
                </a:lnTo>
                <a:close/>
              </a:path>
            </a:pathLst>
          </a:custGeom>
          <a:solidFill>
            <a:srgbClr val="7CFC00"/>
          </a:solidFill>
          <a:ln/>
        </p:spPr>
      </p:sp>
      <p:sp>
        <p:nvSpPr>
          <p:cNvPr id="104" name="Shape 102"/>
          <p:cNvSpPr/>
          <p:nvPr/>
        </p:nvSpPr>
        <p:spPr>
          <a:xfrm>
            <a:off x="10574679" y="2166374"/>
            <a:ext cx="237820" cy="2020177"/>
          </a:xfrm>
          <a:prstGeom prst="rect">
            <a:avLst/>
          </a:prstGeom>
          <a:solidFill>
            <a:srgbClr val="7CFC00"/>
          </a:solidFill>
          <a:ln/>
        </p:spPr>
      </p:sp>
      <p:sp>
        <p:nvSpPr>
          <p:cNvPr id="105" name="Shape 103"/>
          <p:cNvSpPr/>
          <p:nvPr/>
        </p:nvSpPr>
        <p:spPr>
          <a:xfrm>
            <a:off x="10865349" y="2166374"/>
            <a:ext cx="184971" cy="2020177"/>
          </a:xfrm>
          <a:prstGeom prst="rect">
            <a:avLst/>
          </a:prstGeom>
          <a:solidFill>
            <a:srgbClr val="FF7F00"/>
          </a:solidFill>
          <a:ln/>
        </p:spPr>
      </p:sp>
      <p:sp>
        <p:nvSpPr>
          <p:cNvPr id="106" name="Shape 104"/>
          <p:cNvSpPr/>
          <p:nvPr/>
        </p:nvSpPr>
        <p:spPr>
          <a:xfrm>
            <a:off x="11142806" y="2166374"/>
            <a:ext cx="132122" cy="2020177"/>
          </a:xfrm>
          <a:prstGeom prst="rect">
            <a:avLst/>
          </a:prstGeom>
          <a:solidFill>
            <a:srgbClr val="EDFF1A"/>
          </a:solidFill>
          <a:ln/>
        </p:spPr>
      </p:sp>
      <p:sp>
        <p:nvSpPr>
          <p:cNvPr id="107" name="Shape 105"/>
          <p:cNvSpPr/>
          <p:nvPr/>
        </p:nvSpPr>
        <p:spPr>
          <a:xfrm>
            <a:off x="11314565" y="2166374"/>
            <a:ext cx="132122" cy="2020177"/>
          </a:xfrm>
          <a:prstGeom prst="rect">
            <a:avLst/>
          </a:prstGeom>
          <a:solidFill>
            <a:srgbClr val="759FC9"/>
          </a:solidFill>
          <a:ln/>
        </p:spPr>
      </p:sp>
      <p:sp>
        <p:nvSpPr>
          <p:cNvPr id="108" name="Shape 106"/>
          <p:cNvSpPr/>
          <p:nvPr/>
        </p:nvSpPr>
        <p:spPr>
          <a:xfrm>
            <a:off x="8857088" y="2246117"/>
            <a:ext cx="1717591" cy="2131966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8857088" y="2246117"/>
            <a:ext cx="1717591" cy="378783"/>
          </a:xfrm>
          <a:prstGeom prst="rect">
            <a:avLst/>
          </a:prstGeom>
          <a:solidFill>
            <a:srgbClr val="CC00CC"/>
          </a:solidFill>
          <a:ln w="3175">
            <a:solidFill>
              <a:srgbClr val="CC00CC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857088" y="2678063"/>
            <a:ext cx="1717591" cy="378783"/>
          </a:xfrm>
          <a:prstGeom prst="rect">
            <a:avLst/>
          </a:prstGeom>
          <a:solidFill>
            <a:srgbClr val="CC00CC"/>
          </a:solidFill>
          <a:ln w="3175">
            <a:solidFill>
              <a:srgbClr val="CC00CC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857088" y="3110009"/>
            <a:ext cx="1717591" cy="378783"/>
          </a:xfrm>
          <a:prstGeom prst="rect">
            <a:avLst/>
          </a:prstGeom>
          <a:solidFill>
            <a:srgbClr val="CC00CC"/>
          </a:solidFill>
          <a:ln w="3175">
            <a:solidFill>
              <a:srgbClr val="CC00CC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8857088" y="3541954"/>
            <a:ext cx="1717591" cy="378783"/>
          </a:xfrm>
          <a:prstGeom prst="rect">
            <a:avLst/>
          </a:prstGeom>
          <a:solidFill>
            <a:srgbClr val="CC00CC"/>
          </a:solidFill>
          <a:ln w="3175">
            <a:solidFill>
              <a:srgbClr val="CC00CC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857088" y="3973900"/>
            <a:ext cx="1717591" cy="378783"/>
          </a:xfrm>
          <a:prstGeom prst="rect">
            <a:avLst/>
          </a:prstGeom>
          <a:solidFill>
            <a:srgbClr val="CC00CC"/>
          </a:solidFill>
          <a:ln w="3175">
            <a:solidFill>
              <a:srgbClr val="CC00CC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8447509" y="1222738"/>
            <a:ext cx="3157725" cy="15240"/>
          </a:xfrm>
          <a:prstGeom prst="rect">
            <a:avLst/>
          </a:prstGeom>
          <a:solidFill>
            <a:srgbClr val="BE5E62"/>
          </a:solidFill>
          <a:ln/>
        </p:spPr>
      </p:sp>
      <p:sp>
        <p:nvSpPr>
          <p:cNvPr id="115" name="Shape 113"/>
          <p:cNvSpPr/>
          <p:nvPr/>
        </p:nvSpPr>
        <p:spPr>
          <a:xfrm>
            <a:off x="8447509" y="4809261"/>
            <a:ext cx="3157725" cy="15240"/>
          </a:xfrm>
          <a:prstGeom prst="rect">
            <a:avLst/>
          </a:prstGeom>
          <a:solidFill>
            <a:srgbClr val="BE5E62"/>
          </a:solidFill>
          <a:ln/>
        </p:spPr>
      </p:sp>
      <p:sp>
        <p:nvSpPr>
          <p:cNvPr id="116" name="Shape 114"/>
          <p:cNvSpPr/>
          <p:nvPr/>
        </p:nvSpPr>
        <p:spPr>
          <a:xfrm>
            <a:off x="8447509" y="1222738"/>
            <a:ext cx="15240" cy="3601762"/>
          </a:xfrm>
          <a:prstGeom prst="rect">
            <a:avLst/>
          </a:prstGeom>
          <a:solidFill>
            <a:srgbClr val="BE5E62"/>
          </a:solidFill>
          <a:ln/>
        </p:spPr>
      </p:sp>
      <p:sp>
        <p:nvSpPr>
          <p:cNvPr id="117" name="Shape 115"/>
          <p:cNvSpPr/>
          <p:nvPr/>
        </p:nvSpPr>
        <p:spPr>
          <a:xfrm>
            <a:off x="11589994" y="1222738"/>
            <a:ext cx="15240" cy="3601762"/>
          </a:xfrm>
          <a:prstGeom prst="rect">
            <a:avLst/>
          </a:prstGeom>
          <a:solidFill>
            <a:srgbClr val="BE5E62"/>
          </a:solidFill>
          <a:ln/>
        </p:spPr>
      </p:sp>
      <p:sp>
        <p:nvSpPr>
          <p:cNvPr id="118" name="Shape 116"/>
          <p:cNvSpPr/>
          <p:nvPr/>
        </p:nvSpPr>
        <p:spPr>
          <a:xfrm rot="-2147405">
            <a:off x="768211" y="2742272"/>
            <a:ext cx="798709" cy="17780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119" name="Shape 117"/>
          <p:cNvSpPr/>
          <p:nvPr/>
        </p:nvSpPr>
        <p:spPr>
          <a:xfrm rot="13920000">
            <a:off x="786315" y="2957376"/>
            <a:ext cx="101346" cy="106680"/>
          </a:xfrm>
          <a:prstGeom prst="triangle">
            <a:avLst/>
          </a:prstGeom>
          <a:solidFill>
            <a:srgbClr val="CC0000"/>
          </a:solidFill>
          <a:ln/>
        </p:spPr>
      </p:sp>
      <p:sp>
        <p:nvSpPr>
          <p:cNvPr id="120" name="Shape 118"/>
          <p:cNvSpPr/>
          <p:nvPr/>
        </p:nvSpPr>
        <p:spPr>
          <a:xfrm rot="3120000">
            <a:off x="1442136" y="2438267"/>
            <a:ext cx="101346" cy="106680"/>
          </a:xfrm>
          <a:prstGeom prst="triangle">
            <a:avLst/>
          </a:prstGeom>
          <a:solidFill>
            <a:srgbClr val="CC0000"/>
          </a:solidFill>
          <a:ln/>
        </p:spPr>
      </p:sp>
      <p:sp>
        <p:nvSpPr>
          <p:cNvPr id="121" name="Shape 119"/>
          <p:cNvSpPr/>
          <p:nvPr/>
        </p:nvSpPr>
        <p:spPr>
          <a:xfrm rot="5400000">
            <a:off x="7146212" y="3360286"/>
            <a:ext cx="2734716" cy="17780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122" name="Shape 120"/>
          <p:cNvSpPr/>
          <p:nvPr/>
        </p:nvSpPr>
        <p:spPr>
          <a:xfrm>
            <a:off x="8460230" y="1927142"/>
            <a:ext cx="101346" cy="106680"/>
          </a:xfrm>
          <a:prstGeom prst="triangle">
            <a:avLst/>
          </a:prstGeom>
          <a:solidFill>
            <a:srgbClr val="CC0000"/>
          </a:solidFill>
          <a:ln/>
        </p:spPr>
      </p:sp>
      <p:sp>
        <p:nvSpPr>
          <p:cNvPr id="123" name="Shape 121"/>
          <p:cNvSpPr/>
          <p:nvPr/>
        </p:nvSpPr>
        <p:spPr>
          <a:xfrm rot="10800000">
            <a:off x="8460230" y="4704530"/>
            <a:ext cx="101346" cy="106680"/>
          </a:xfrm>
          <a:prstGeom prst="triangle">
            <a:avLst/>
          </a:prstGeom>
          <a:solidFill>
            <a:srgbClr val="CC0000"/>
          </a:solidFill>
          <a:ln/>
        </p:spPr>
      </p:sp>
      <p:sp>
        <p:nvSpPr>
          <p:cNvPr id="124" name="Shape 122"/>
          <p:cNvSpPr/>
          <p:nvPr/>
        </p:nvSpPr>
        <p:spPr>
          <a:xfrm>
            <a:off x="8548609" y="4509926"/>
            <a:ext cx="1568239" cy="17780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125" name="Shape 123"/>
          <p:cNvSpPr/>
          <p:nvPr/>
        </p:nvSpPr>
        <p:spPr>
          <a:xfrm rot="16200000">
            <a:off x="8473933" y="4465476"/>
            <a:ext cx="101346" cy="106680"/>
          </a:xfrm>
          <a:prstGeom prst="triangle">
            <a:avLst/>
          </a:prstGeom>
          <a:solidFill>
            <a:srgbClr val="CC0000"/>
          </a:solidFill>
          <a:ln/>
        </p:spPr>
      </p:sp>
      <p:sp>
        <p:nvSpPr>
          <p:cNvPr id="126" name="Shape 124"/>
          <p:cNvSpPr/>
          <p:nvPr/>
        </p:nvSpPr>
        <p:spPr>
          <a:xfrm rot="5400000">
            <a:off x="10084844" y="4465476"/>
            <a:ext cx="101346" cy="106680"/>
          </a:xfrm>
          <a:prstGeom prst="triangle">
            <a:avLst/>
          </a:prstGeom>
          <a:solidFill>
            <a:srgbClr val="CC0000"/>
          </a:solidFill>
          <a:ln/>
        </p:spPr>
      </p:sp>
      <p:sp>
        <p:nvSpPr>
          <p:cNvPr id="127" name="Shape 125"/>
          <p:cNvSpPr/>
          <p:nvPr/>
        </p:nvSpPr>
        <p:spPr>
          <a:xfrm rot="-2938631">
            <a:off x="10363143" y="3845394"/>
            <a:ext cx="977986" cy="17780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128" name="Shape 126"/>
          <p:cNvSpPr/>
          <p:nvPr/>
        </p:nvSpPr>
        <p:spPr>
          <a:xfrm rot="13020000">
            <a:off x="10460954" y="4183646"/>
            <a:ext cx="101346" cy="106680"/>
          </a:xfrm>
          <a:prstGeom prst="triangle">
            <a:avLst/>
          </a:prstGeom>
          <a:solidFill>
            <a:srgbClr val="CC0000"/>
          </a:solidFill>
          <a:ln/>
        </p:spPr>
      </p:sp>
      <p:sp>
        <p:nvSpPr>
          <p:cNvPr id="129" name="Shape 127"/>
          <p:cNvSpPr/>
          <p:nvPr/>
        </p:nvSpPr>
        <p:spPr>
          <a:xfrm rot="2220000">
            <a:off x="11136638" y="3418243"/>
            <a:ext cx="101346" cy="106680"/>
          </a:xfrm>
          <a:prstGeom prst="triangle">
            <a:avLst/>
          </a:prstGeom>
          <a:solidFill>
            <a:srgbClr val="CC0000"/>
          </a:solidFill>
          <a:ln/>
        </p:spPr>
      </p:sp>
      <p:sp>
        <p:nvSpPr>
          <p:cNvPr id="130" name="Text 128"/>
          <p:cNvSpPr/>
          <p:nvPr/>
        </p:nvSpPr>
        <p:spPr>
          <a:xfrm rot="19320000">
            <a:off x="405566" y="2585471"/>
            <a:ext cx="1524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Samples</a:t>
            </a:r>
            <a:endParaRPr lang="en-US" sz="1300" dirty="0"/>
          </a:p>
        </p:txBody>
      </p:sp>
      <p:sp>
        <p:nvSpPr>
          <p:cNvPr id="131" name="Text 129"/>
          <p:cNvSpPr/>
          <p:nvPr/>
        </p:nvSpPr>
        <p:spPr>
          <a:xfrm rot="16200000">
            <a:off x="7719617" y="3210131"/>
            <a:ext cx="190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Vector</a:t>
            </a:r>
            <a:endParaRPr lang="en-US" sz="1350" dirty="0"/>
          </a:p>
        </p:txBody>
      </p:sp>
      <p:sp>
        <p:nvSpPr>
          <p:cNvPr id="132" name="Text 130"/>
          <p:cNvSpPr/>
          <p:nvPr/>
        </p:nvSpPr>
        <p:spPr>
          <a:xfrm>
            <a:off x="630174" y="5698861"/>
            <a:ext cx="15240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Channels</a:t>
            </a:r>
            <a:endParaRPr lang="en-US" sz="1300" dirty="0"/>
          </a:p>
        </p:txBody>
      </p:sp>
      <p:sp>
        <p:nvSpPr>
          <p:cNvPr id="133" name="Text 131"/>
          <p:cNvSpPr/>
          <p:nvPr/>
        </p:nvSpPr>
        <p:spPr>
          <a:xfrm>
            <a:off x="8636790" y="4257229"/>
            <a:ext cx="152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Channels</a:t>
            </a:r>
            <a:endParaRPr lang="en-US" sz="1350" dirty="0"/>
          </a:p>
        </p:txBody>
      </p:sp>
      <p:sp>
        <p:nvSpPr>
          <p:cNvPr id="134" name="Text 132"/>
          <p:cNvSpPr/>
          <p:nvPr/>
        </p:nvSpPr>
        <p:spPr>
          <a:xfrm rot="18840000">
            <a:off x="10042410" y="3570159"/>
            <a:ext cx="1778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Batch size</a:t>
            </a:r>
            <a:endParaRPr lang="en-US" sz="1350" dirty="0"/>
          </a:p>
        </p:txBody>
      </p:sp>
      <p:sp>
        <p:nvSpPr>
          <p:cNvPr id="135" name="Shape 133"/>
          <p:cNvSpPr/>
          <p:nvPr/>
        </p:nvSpPr>
        <p:spPr>
          <a:xfrm>
            <a:off x="3175826" y="4930826"/>
            <a:ext cx="2510325" cy="970216"/>
          </a:xfrm>
          <a:prstGeom prst="rect">
            <a:avLst/>
          </a:prstGeom>
          <a:solidFill>
            <a:srgbClr val="FAFBEB"/>
          </a:solidFill>
          <a:ln w="12700">
            <a:solidFill>
              <a:srgbClr val="D89F9B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3282548" y="4957806"/>
            <a:ext cx="2286000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Normalization</a:t>
            </a:r>
            <a:endParaRPr lang="en-US" sz="1700" dirty="0"/>
          </a:p>
        </p:txBody>
      </p:sp>
      <p:sp>
        <p:nvSpPr>
          <p:cNvPr id="137" name="Text 135"/>
          <p:cNvSpPr/>
          <p:nvPr/>
        </p:nvSpPr>
        <p:spPr>
          <a:xfrm>
            <a:off x="3282548" y="5210328"/>
            <a:ext cx="2286000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(Group of Channels)</a:t>
            </a:r>
            <a:endParaRPr lang="en-US" sz="1700" dirty="0"/>
          </a:p>
        </p:txBody>
      </p:sp>
      <p:sp>
        <p:nvSpPr>
          <p:cNvPr id="138" name="Text 136"/>
          <p:cNvSpPr/>
          <p:nvPr/>
        </p:nvSpPr>
        <p:spPr>
          <a:xfrm>
            <a:off x="3282548" y="5429221"/>
            <a:ext cx="22860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 Case</a:t>
            </a:r>
            <a:endParaRPr lang="en-US" sz="1650" dirty="0"/>
          </a:p>
        </p:txBody>
      </p:sp>
      <p:sp>
        <p:nvSpPr>
          <p:cNvPr id="139" name="Shape 137"/>
          <p:cNvSpPr/>
          <p:nvPr/>
        </p:nvSpPr>
        <p:spPr>
          <a:xfrm>
            <a:off x="5937184" y="4824501"/>
            <a:ext cx="5245259" cy="1036670"/>
          </a:xfrm>
          <a:prstGeom prst="rect">
            <a:avLst/>
          </a:prstGeom>
          <a:solidFill>
            <a:srgbClr val="F5FEE3"/>
          </a:solidFill>
          <a:ln w="12700">
            <a:solidFill>
              <a:srgbClr val="D89F9B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6043906" y="4971097"/>
            <a:ext cx="3048000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Instance Normalization</a:t>
            </a:r>
            <a:endParaRPr lang="en-US" sz="1700" dirty="0"/>
          </a:p>
        </p:txBody>
      </p:sp>
      <p:sp>
        <p:nvSpPr>
          <p:cNvPr id="141" name="Text 139"/>
          <p:cNvSpPr/>
          <p:nvPr/>
        </p:nvSpPr>
        <p:spPr>
          <a:xfrm>
            <a:off x="6043906" y="5252697"/>
            <a:ext cx="546100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8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 (then Normalize) </a:t>
            </a:r>
            <a:pPr algn="l" indent="0" marL="0">
              <a:buNone/>
            </a:pPr>
            <a:r>
              <a:rPr lang="en-US" sz="168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μ, σ</a:t>
            </a:r>
            <a:pPr algn="l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</a:t>
            </a:r>
            <a:pPr algn="l" indent="0" marL="0">
              <a:buNone/>
            </a:pPr>
            <a:r>
              <a:rPr lang="en-US" sz="168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Channel</a:t>
            </a:r>
            <a:pPr algn="l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</a:t>
            </a:r>
            <a:endParaRPr lang="en-US" sz="1680" dirty="0"/>
          </a:p>
        </p:txBody>
      </p:sp>
      <p:sp>
        <p:nvSpPr>
          <p:cNvPr id="142" name="Text 140"/>
          <p:cNvSpPr/>
          <p:nvPr/>
        </p:nvSpPr>
        <p:spPr>
          <a:xfrm>
            <a:off x="6043906" y="5491929"/>
            <a:ext cx="546100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Sample</a:t>
            </a:r>
            <a:pPr algn="l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1680" b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(Output of ONE Filter)</a:t>
            </a:r>
            <a:endParaRPr lang="en-US" sz="1600" dirty="0"/>
          </a:p>
        </p:txBody>
      </p:sp>
      <p:sp>
        <p:nvSpPr>
          <p:cNvPr id="143" name="Shape 141"/>
          <p:cNvSpPr/>
          <p:nvPr/>
        </p:nvSpPr>
        <p:spPr>
          <a:xfrm>
            <a:off x="573015" y="6047239"/>
            <a:ext cx="11151129" cy="611369"/>
          </a:xfrm>
          <a:prstGeom prst="rect">
            <a:avLst/>
          </a:prstGeom>
          <a:solidFill>
            <a:srgbClr val="FED6CA"/>
          </a:solidFill>
          <a:ln/>
        </p:spPr>
      </p:sp>
      <p:sp>
        <p:nvSpPr>
          <p:cNvPr id="144" name="Text 142"/>
          <p:cNvSpPr/>
          <p:nvPr/>
        </p:nvSpPr>
        <p:spPr>
          <a:xfrm>
            <a:off x="732586" y="6100801"/>
            <a:ext cx="3048000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Normalization</a:t>
            </a:r>
            <a:endParaRPr lang="en-US" sz="1700" dirty="0"/>
          </a:p>
        </p:txBody>
      </p:sp>
      <p:sp>
        <p:nvSpPr>
          <p:cNvPr id="145" name="Text 143"/>
          <p:cNvSpPr/>
          <p:nvPr/>
        </p:nvSpPr>
        <p:spPr>
          <a:xfrm>
            <a:off x="719374" y="6369916"/>
            <a:ext cx="9906000" cy="361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8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 (then Normalize) </a:t>
            </a:r>
            <a:pPr algn="l" indent="0" marL="0">
              <a:buNone/>
            </a:pPr>
            <a:r>
              <a:rPr lang="en-US" sz="178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μ, σ</a:t>
            </a:r>
            <a:pPr algn="l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</a:t>
            </a:r>
            <a:pPr algn="l" indent="0" marL="0">
              <a:buNone/>
            </a:pPr>
            <a:r>
              <a:rPr lang="en-US" sz="178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Channels in the Same Sample</a:t>
            </a:r>
            <a:pPr algn="l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1780" b="1" u="sng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(Input to Same Layer)</a:t>
            </a:r>
            <a:endParaRPr lang="en-US" sz="1780" dirty="0"/>
          </a:p>
        </p:txBody>
      </p:sp>
      <p:sp>
        <p:nvSpPr>
          <p:cNvPr id="146" name="Shape 144"/>
          <p:cNvSpPr/>
          <p:nvPr/>
        </p:nvSpPr>
        <p:spPr>
          <a:xfrm>
            <a:off x="9557337" y="6020658"/>
            <a:ext cx="1810077" cy="318975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47" name="Text 145"/>
          <p:cNvSpPr/>
          <p:nvPr/>
        </p:nvSpPr>
        <p:spPr>
          <a:xfrm>
            <a:off x="9596974" y="6073821"/>
            <a:ext cx="1730803" cy="212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Transformer choice</a:t>
            </a:r>
            <a:endParaRPr lang="en-US" sz="13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71500"/>
            <a:ext cx="11137900" cy="6286500"/>
          </a:xfrm>
          <a:prstGeom prst="rect">
            <a:avLst/>
          </a:prstGeom>
          <a:solidFill>
            <a:srgbClr val="E9E9E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681480" y="619431"/>
            <a:ext cx="9144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400"/>
              </a:lnSpc>
              <a:buNone/>
            </a:pPr>
            <a:r>
              <a:rPr lang="en-US" sz="283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 Forward Neural Network</a:t>
            </a:r>
            <a:endParaRPr lang="en-US" sz="2830" dirty="0"/>
          </a:p>
        </p:txBody>
      </p:sp>
      <p:sp>
        <p:nvSpPr>
          <p:cNvPr id="6" name="Shape 4"/>
          <p:cNvSpPr/>
          <p:nvPr/>
        </p:nvSpPr>
        <p:spPr>
          <a:xfrm>
            <a:off x="942340" y="1062990"/>
            <a:ext cx="10427970" cy="984250"/>
          </a:xfrm>
          <a:prstGeom prst="rect">
            <a:avLst/>
          </a:prstGeom>
          <a:solidFill>
            <a:srgbClr val="FFFFCC"/>
          </a:solidFill>
          <a:ln w="22225">
            <a:solidFill>
              <a:srgbClr val="0000C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9500" y="1107262"/>
            <a:ext cx="812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 Forward Network for each Vector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382260" y="1107262"/>
            <a:ext cx="812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(After applying Normalization)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568450" y="1386662"/>
            <a:ext cx="812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Hidden Layer with RELU Activation,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379210" y="1386662"/>
            <a:ext cx="812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[Size: at least double Input dimension]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81150" y="1664792"/>
            <a:ext cx="812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 Activation Output Layer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379210" y="1664792"/>
            <a:ext cx="812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[Size: same Input Vector dimension]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24840" y="2113280"/>
            <a:ext cx="10914380" cy="466725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C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17700" y="2658110"/>
            <a:ext cx="9516110" cy="770890"/>
          </a:xfrm>
          <a:prstGeom prst="rect">
            <a:avLst/>
          </a:prstGeom>
          <a:solidFill>
            <a:srgbClr val="DDEBF7"/>
          </a:solidFill>
          <a:ln w="22225">
            <a:solidFill>
              <a:srgbClr val="0000C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12060" y="2682646"/>
            <a:ext cx="8382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 Forward Networks [ One Hidden with  RELU Activation]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1995805" y="2976880"/>
            <a:ext cx="923290" cy="373380"/>
          </a:xfrm>
          <a:prstGeom prst="roundRect">
            <a:avLst>
              <a:gd name="adj" fmla="val 9796"/>
            </a:avLst>
          </a:prstGeom>
          <a:solidFill>
            <a:srgbClr val="FFE699"/>
          </a:solidFill>
          <a:ln w="9525">
            <a:solidFill>
              <a:srgbClr val="C000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26640" y="3077210"/>
            <a:ext cx="-22987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326640" y="3077210"/>
            <a:ext cx="-12446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2664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26640" y="3077210"/>
            <a:ext cx="876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26640" y="3077210"/>
            <a:ext cx="19304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26640" y="3077210"/>
            <a:ext cx="29845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26640" y="3077210"/>
            <a:ext cx="4051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26640" y="3077210"/>
            <a:ext cx="51054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432050" y="3077210"/>
            <a:ext cx="-3352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432050" y="3077210"/>
            <a:ext cx="-22987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432050" y="3077210"/>
            <a:ext cx="-1231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43205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432050" y="3077210"/>
            <a:ext cx="876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432050" y="3077210"/>
            <a:ext cx="19304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432050" y="3077210"/>
            <a:ext cx="29972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432050" y="3077210"/>
            <a:ext cx="4051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37460" y="3077210"/>
            <a:ext cx="-4406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537460" y="3077210"/>
            <a:ext cx="-3352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537460" y="3077210"/>
            <a:ext cx="-2286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37460" y="3077210"/>
            <a:ext cx="-1231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53746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537460" y="3077210"/>
            <a:ext cx="876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537460" y="3077210"/>
            <a:ext cx="19431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537460" y="3077210"/>
            <a:ext cx="29972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642870" y="3077210"/>
            <a:ext cx="-5461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642870" y="3077210"/>
            <a:ext cx="-4406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642870" y="3077210"/>
            <a:ext cx="-33401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642870" y="3077210"/>
            <a:ext cx="-2286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642870" y="3077210"/>
            <a:ext cx="-1231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64287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642870" y="3077210"/>
            <a:ext cx="889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642870" y="3077210"/>
            <a:ext cx="19431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293620" y="304419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50" name="Shape 48"/>
          <p:cNvSpPr/>
          <p:nvPr/>
        </p:nvSpPr>
        <p:spPr>
          <a:xfrm>
            <a:off x="2399030" y="304419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51" name="Shape 49"/>
          <p:cNvSpPr/>
          <p:nvPr/>
        </p:nvSpPr>
        <p:spPr>
          <a:xfrm>
            <a:off x="2504440" y="304419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52" name="Shape 50"/>
          <p:cNvSpPr/>
          <p:nvPr/>
        </p:nvSpPr>
        <p:spPr>
          <a:xfrm>
            <a:off x="2609850" y="304419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53" name="Shape 51"/>
          <p:cNvSpPr/>
          <p:nvPr/>
        </p:nvSpPr>
        <p:spPr>
          <a:xfrm>
            <a:off x="2060575" y="319976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54" name="Shape 52"/>
          <p:cNvSpPr/>
          <p:nvPr/>
        </p:nvSpPr>
        <p:spPr>
          <a:xfrm>
            <a:off x="2165985" y="319976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55" name="Shape 53"/>
          <p:cNvSpPr/>
          <p:nvPr/>
        </p:nvSpPr>
        <p:spPr>
          <a:xfrm>
            <a:off x="2272665" y="319976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56" name="Shape 54"/>
          <p:cNvSpPr/>
          <p:nvPr/>
        </p:nvSpPr>
        <p:spPr>
          <a:xfrm>
            <a:off x="2378075" y="319976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57" name="Shape 55"/>
          <p:cNvSpPr/>
          <p:nvPr/>
        </p:nvSpPr>
        <p:spPr>
          <a:xfrm>
            <a:off x="2483485" y="319976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58" name="Shape 56"/>
          <p:cNvSpPr/>
          <p:nvPr/>
        </p:nvSpPr>
        <p:spPr>
          <a:xfrm>
            <a:off x="2588895" y="319976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59" name="Shape 57"/>
          <p:cNvSpPr/>
          <p:nvPr/>
        </p:nvSpPr>
        <p:spPr>
          <a:xfrm>
            <a:off x="2695575" y="319976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60" name="Shape 58"/>
          <p:cNvSpPr/>
          <p:nvPr/>
        </p:nvSpPr>
        <p:spPr>
          <a:xfrm>
            <a:off x="2800985" y="319976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61" name="Text 59"/>
          <p:cNvSpPr/>
          <p:nvPr/>
        </p:nvSpPr>
        <p:spPr>
          <a:xfrm>
            <a:off x="2538095" y="3005950"/>
            <a:ext cx="279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RELU</a:t>
            </a:r>
            <a:endParaRPr lang="en-US" sz="700" dirty="0"/>
          </a:p>
        </p:txBody>
      </p:sp>
      <p:sp>
        <p:nvSpPr>
          <p:cNvPr id="62" name="Shape 60"/>
          <p:cNvSpPr/>
          <p:nvPr/>
        </p:nvSpPr>
        <p:spPr>
          <a:xfrm>
            <a:off x="3034665" y="2976880"/>
            <a:ext cx="923290" cy="373380"/>
          </a:xfrm>
          <a:prstGeom prst="roundRect">
            <a:avLst>
              <a:gd name="adj" fmla="val 9796"/>
            </a:avLst>
          </a:prstGeom>
          <a:solidFill>
            <a:srgbClr val="FFE699"/>
          </a:solidFill>
          <a:ln w="9525">
            <a:solidFill>
              <a:srgbClr val="C0000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365500" y="3077210"/>
            <a:ext cx="-22987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365500" y="3077210"/>
            <a:ext cx="-12446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36550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365500" y="3077210"/>
            <a:ext cx="876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3365500" y="3077210"/>
            <a:ext cx="19304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3365500" y="3077210"/>
            <a:ext cx="29845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3365500" y="3077210"/>
            <a:ext cx="4051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3365500" y="3077210"/>
            <a:ext cx="51054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3470910" y="3077210"/>
            <a:ext cx="-3352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3470910" y="3077210"/>
            <a:ext cx="-22987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3470910" y="3077210"/>
            <a:ext cx="-1231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347091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3470910" y="3077210"/>
            <a:ext cx="876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3470910" y="3077210"/>
            <a:ext cx="19304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3470910" y="3077210"/>
            <a:ext cx="29972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3470910" y="3077210"/>
            <a:ext cx="4051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3576320" y="3077210"/>
            <a:ext cx="-4406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3576320" y="3077210"/>
            <a:ext cx="-3352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3576320" y="3077210"/>
            <a:ext cx="-2286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3576320" y="3077210"/>
            <a:ext cx="-1231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357632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3576320" y="3077210"/>
            <a:ext cx="876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3576320" y="3077210"/>
            <a:ext cx="19431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3576320" y="3077210"/>
            <a:ext cx="29972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3681730" y="3077210"/>
            <a:ext cx="-5461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3681730" y="3077210"/>
            <a:ext cx="-4406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3681730" y="3077210"/>
            <a:ext cx="-33401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681730" y="3077210"/>
            <a:ext cx="-2286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3681730" y="3077210"/>
            <a:ext cx="-1231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368173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681730" y="3077210"/>
            <a:ext cx="889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3681730" y="3077210"/>
            <a:ext cx="19431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3332480" y="304419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96" name="Shape 94"/>
          <p:cNvSpPr/>
          <p:nvPr/>
        </p:nvSpPr>
        <p:spPr>
          <a:xfrm>
            <a:off x="3437890" y="304419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97" name="Shape 95"/>
          <p:cNvSpPr/>
          <p:nvPr/>
        </p:nvSpPr>
        <p:spPr>
          <a:xfrm>
            <a:off x="3543300" y="304419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98" name="Shape 96"/>
          <p:cNvSpPr/>
          <p:nvPr/>
        </p:nvSpPr>
        <p:spPr>
          <a:xfrm>
            <a:off x="3648710" y="304419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99" name="Shape 97"/>
          <p:cNvSpPr/>
          <p:nvPr/>
        </p:nvSpPr>
        <p:spPr>
          <a:xfrm>
            <a:off x="3099435" y="319976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100" name="Shape 98"/>
          <p:cNvSpPr/>
          <p:nvPr/>
        </p:nvSpPr>
        <p:spPr>
          <a:xfrm>
            <a:off x="3204845" y="319976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101" name="Shape 99"/>
          <p:cNvSpPr/>
          <p:nvPr/>
        </p:nvSpPr>
        <p:spPr>
          <a:xfrm>
            <a:off x="3311525" y="319976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416935" y="319976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522345" y="319976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104" name="Shape 102"/>
          <p:cNvSpPr/>
          <p:nvPr/>
        </p:nvSpPr>
        <p:spPr>
          <a:xfrm>
            <a:off x="3627755" y="319976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105" name="Shape 103"/>
          <p:cNvSpPr/>
          <p:nvPr/>
        </p:nvSpPr>
        <p:spPr>
          <a:xfrm>
            <a:off x="3734435" y="319976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106" name="Shape 104"/>
          <p:cNvSpPr/>
          <p:nvPr/>
        </p:nvSpPr>
        <p:spPr>
          <a:xfrm>
            <a:off x="3839845" y="319976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107" name="Text 105"/>
          <p:cNvSpPr/>
          <p:nvPr/>
        </p:nvSpPr>
        <p:spPr>
          <a:xfrm>
            <a:off x="3576955" y="3005950"/>
            <a:ext cx="279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RELU</a:t>
            </a:r>
            <a:endParaRPr lang="en-US" sz="700" dirty="0"/>
          </a:p>
        </p:txBody>
      </p:sp>
      <p:sp>
        <p:nvSpPr>
          <p:cNvPr id="108" name="Shape 106"/>
          <p:cNvSpPr/>
          <p:nvPr/>
        </p:nvSpPr>
        <p:spPr>
          <a:xfrm>
            <a:off x="4067175" y="2976880"/>
            <a:ext cx="923290" cy="373380"/>
          </a:xfrm>
          <a:prstGeom prst="roundRect">
            <a:avLst>
              <a:gd name="adj" fmla="val 9796"/>
            </a:avLst>
          </a:prstGeom>
          <a:solidFill>
            <a:srgbClr val="FFE699"/>
          </a:solidFill>
          <a:ln w="9525">
            <a:solidFill>
              <a:srgbClr val="C0000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4398010" y="3077210"/>
            <a:ext cx="-22987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4398010" y="3077210"/>
            <a:ext cx="-12446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439801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4398010" y="3077210"/>
            <a:ext cx="876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4398010" y="3077210"/>
            <a:ext cx="19304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4398010" y="3077210"/>
            <a:ext cx="29845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4398010" y="3077210"/>
            <a:ext cx="4051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4398010" y="3077210"/>
            <a:ext cx="51054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4503420" y="3077210"/>
            <a:ext cx="-3352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4503420" y="3077210"/>
            <a:ext cx="-22987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4503420" y="3077210"/>
            <a:ext cx="-1231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450342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4503420" y="3077210"/>
            <a:ext cx="876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4503420" y="3077210"/>
            <a:ext cx="19304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4503420" y="3077210"/>
            <a:ext cx="29972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4503420" y="3077210"/>
            <a:ext cx="4051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4608830" y="3077210"/>
            <a:ext cx="-4406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4608830" y="3077210"/>
            <a:ext cx="-3352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4608830" y="3077210"/>
            <a:ext cx="-2286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4608830" y="3077210"/>
            <a:ext cx="-1231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460883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4608830" y="3077210"/>
            <a:ext cx="876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4608830" y="3077210"/>
            <a:ext cx="19431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4608830" y="3077210"/>
            <a:ext cx="29972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4714240" y="3077210"/>
            <a:ext cx="-5461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4714240" y="3077210"/>
            <a:ext cx="-4406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4714240" y="3077210"/>
            <a:ext cx="-33401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4714240" y="3077210"/>
            <a:ext cx="-2286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4714240" y="3077210"/>
            <a:ext cx="-1231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471424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4714240" y="3077210"/>
            <a:ext cx="889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4714240" y="3077210"/>
            <a:ext cx="19431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4364990" y="304419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42" name="Shape 140"/>
          <p:cNvSpPr/>
          <p:nvPr/>
        </p:nvSpPr>
        <p:spPr>
          <a:xfrm>
            <a:off x="4470400" y="304419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43" name="Shape 141"/>
          <p:cNvSpPr/>
          <p:nvPr/>
        </p:nvSpPr>
        <p:spPr>
          <a:xfrm>
            <a:off x="4575810" y="304419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44" name="Shape 142"/>
          <p:cNvSpPr/>
          <p:nvPr/>
        </p:nvSpPr>
        <p:spPr>
          <a:xfrm>
            <a:off x="4681220" y="304419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45" name="Shape 143"/>
          <p:cNvSpPr/>
          <p:nvPr/>
        </p:nvSpPr>
        <p:spPr>
          <a:xfrm>
            <a:off x="4131945" y="319976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237355" y="319976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147" name="Shape 145"/>
          <p:cNvSpPr/>
          <p:nvPr/>
        </p:nvSpPr>
        <p:spPr>
          <a:xfrm>
            <a:off x="4344035" y="319976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148" name="Shape 146"/>
          <p:cNvSpPr/>
          <p:nvPr/>
        </p:nvSpPr>
        <p:spPr>
          <a:xfrm>
            <a:off x="4449445" y="319976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149" name="Shape 147"/>
          <p:cNvSpPr/>
          <p:nvPr/>
        </p:nvSpPr>
        <p:spPr>
          <a:xfrm>
            <a:off x="4554855" y="319976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150" name="Shape 148"/>
          <p:cNvSpPr/>
          <p:nvPr/>
        </p:nvSpPr>
        <p:spPr>
          <a:xfrm>
            <a:off x="4660265" y="319976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151" name="Shape 149"/>
          <p:cNvSpPr/>
          <p:nvPr/>
        </p:nvSpPr>
        <p:spPr>
          <a:xfrm>
            <a:off x="4766945" y="319976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152" name="Shape 150"/>
          <p:cNvSpPr/>
          <p:nvPr/>
        </p:nvSpPr>
        <p:spPr>
          <a:xfrm>
            <a:off x="4872355" y="319976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153" name="Text 151"/>
          <p:cNvSpPr/>
          <p:nvPr/>
        </p:nvSpPr>
        <p:spPr>
          <a:xfrm>
            <a:off x="4609465" y="3005950"/>
            <a:ext cx="279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RELU</a:t>
            </a:r>
            <a:endParaRPr lang="en-US" sz="700" dirty="0"/>
          </a:p>
        </p:txBody>
      </p:sp>
      <p:sp>
        <p:nvSpPr>
          <p:cNvPr id="154" name="Shape 152"/>
          <p:cNvSpPr/>
          <p:nvPr/>
        </p:nvSpPr>
        <p:spPr>
          <a:xfrm>
            <a:off x="5122545" y="2976880"/>
            <a:ext cx="923290" cy="373380"/>
          </a:xfrm>
          <a:prstGeom prst="roundRect">
            <a:avLst>
              <a:gd name="adj" fmla="val 9796"/>
            </a:avLst>
          </a:prstGeom>
          <a:solidFill>
            <a:srgbClr val="FFE699"/>
          </a:solidFill>
          <a:ln w="9525">
            <a:solidFill>
              <a:srgbClr val="C0000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5453380" y="3077210"/>
            <a:ext cx="-22987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5453380" y="3077210"/>
            <a:ext cx="-12446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545338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5453380" y="3077210"/>
            <a:ext cx="876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453380" y="3077210"/>
            <a:ext cx="19304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453380" y="3077210"/>
            <a:ext cx="29845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453380" y="3077210"/>
            <a:ext cx="4051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453380" y="3077210"/>
            <a:ext cx="51054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558790" y="3077210"/>
            <a:ext cx="-3352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558790" y="3077210"/>
            <a:ext cx="-22987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558790" y="3077210"/>
            <a:ext cx="-1231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55879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558790" y="3077210"/>
            <a:ext cx="876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5558790" y="3077210"/>
            <a:ext cx="19304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5558790" y="3077210"/>
            <a:ext cx="29972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5558790" y="3077210"/>
            <a:ext cx="4051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5664200" y="3077210"/>
            <a:ext cx="-4406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5664200" y="3077210"/>
            <a:ext cx="-3352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5664200" y="3077210"/>
            <a:ext cx="-2286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5664200" y="3077210"/>
            <a:ext cx="-1231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566420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5664200" y="3077210"/>
            <a:ext cx="876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5664200" y="3077210"/>
            <a:ext cx="19431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5664200" y="3077210"/>
            <a:ext cx="29972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5769610" y="3077210"/>
            <a:ext cx="-5461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5769610" y="3077210"/>
            <a:ext cx="-4406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5769610" y="3077210"/>
            <a:ext cx="-33401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5769610" y="3077210"/>
            <a:ext cx="-2286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5769610" y="3077210"/>
            <a:ext cx="-1231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576961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769610" y="3077210"/>
            <a:ext cx="889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769610" y="3077210"/>
            <a:ext cx="19431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420360" y="304419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88" name="Shape 186"/>
          <p:cNvSpPr/>
          <p:nvPr/>
        </p:nvSpPr>
        <p:spPr>
          <a:xfrm>
            <a:off x="5525770" y="304419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89" name="Shape 187"/>
          <p:cNvSpPr/>
          <p:nvPr/>
        </p:nvSpPr>
        <p:spPr>
          <a:xfrm>
            <a:off x="5631180" y="304419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90" name="Shape 188"/>
          <p:cNvSpPr/>
          <p:nvPr/>
        </p:nvSpPr>
        <p:spPr>
          <a:xfrm>
            <a:off x="5736590" y="304419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91" name="Shape 189"/>
          <p:cNvSpPr/>
          <p:nvPr/>
        </p:nvSpPr>
        <p:spPr>
          <a:xfrm>
            <a:off x="5187315" y="319976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192" name="Shape 190"/>
          <p:cNvSpPr/>
          <p:nvPr/>
        </p:nvSpPr>
        <p:spPr>
          <a:xfrm>
            <a:off x="5292725" y="319976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193" name="Shape 191"/>
          <p:cNvSpPr/>
          <p:nvPr/>
        </p:nvSpPr>
        <p:spPr>
          <a:xfrm>
            <a:off x="5399405" y="319976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194" name="Shape 192"/>
          <p:cNvSpPr/>
          <p:nvPr/>
        </p:nvSpPr>
        <p:spPr>
          <a:xfrm>
            <a:off x="5504815" y="319976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195" name="Shape 193"/>
          <p:cNvSpPr/>
          <p:nvPr/>
        </p:nvSpPr>
        <p:spPr>
          <a:xfrm>
            <a:off x="5610225" y="319976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196" name="Shape 194"/>
          <p:cNvSpPr/>
          <p:nvPr/>
        </p:nvSpPr>
        <p:spPr>
          <a:xfrm>
            <a:off x="5715635" y="319976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197" name="Shape 195"/>
          <p:cNvSpPr/>
          <p:nvPr/>
        </p:nvSpPr>
        <p:spPr>
          <a:xfrm>
            <a:off x="5822315" y="319976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198" name="Shape 196"/>
          <p:cNvSpPr/>
          <p:nvPr/>
        </p:nvSpPr>
        <p:spPr>
          <a:xfrm>
            <a:off x="5927725" y="319976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199" name="Text 197"/>
          <p:cNvSpPr/>
          <p:nvPr/>
        </p:nvSpPr>
        <p:spPr>
          <a:xfrm>
            <a:off x="5664835" y="3005950"/>
            <a:ext cx="279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RELU</a:t>
            </a:r>
            <a:endParaRPr lang="en-US" sz="700" dirty="0"/>
          </a:p>
        </p:txBody>
      </p:sp>
      <p:sp>
        <p:nvSpPr>
          <p:cNvPr id="200" name="Shape 198"/>
          <p:cNvSpPr/>
          <p:nvPr/>
        </p:nvSpPr>
        <p:spPr>
          <a:xfrm>
            <a:off x="6146165" y="2976880"/>
            <a:ext cx="923290" cy="373380"/>
          </a:xfrm>
          <a:prstGeom prst="roundRect">
            <a:avLst>
              <a:gd name="adj" fmla="val 9796"/>
            </a:avLst>
          </a:prstGeom>
          <a:solidFill>
            <a:srgbClr val="FFE699"/>
          </a:solidFill>
          <a:ln w="9525">
            <a:solidFill>
              <a:srgbClr val="C0000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6477000" y="3077210"/>
            <a:ext cx="-22987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6477000" y="3077210"/>
            <a:ext cx="-12446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647700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6477000" y="3077210"/>
            <a:ext cx="876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6477000" y="3077210"/>
            <a:ext cx="19304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6477000" y="3077210"/>
            <a:ext cx="29845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6477000" y="3077210"/>
            <a:ext cx="4051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6477000" y="3077210"/>
            <a:ext cx="51054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6582410" y="3077210"/>
            <a:ext cx="-3352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6582410" y="3077210"/>
            <a:ext cx="-22987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6582410" y="3077210"/>
            <a:ext cx="-1231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658241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6582410" y="3077210"/>
            <a:ext cx="876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6582410" y="3077210"/>
            <a:ext cx="19304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6582410" y="3077210"/>
            <a:ext cx="29972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6582410" y="3077210"/>
            <a:ext cx="4051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6687820" y="3077210"/>
            <a:ext cx="-4406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6687820" y="3077210"/>
            <a:ext cx="-3352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6687820" y="3077210"/>
            <a:ext cx="-2286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6687820" y="3077210"/>
            <a:ext cx="-1231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68782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687820" y="3077210"/>
            <a:ext cx="876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6687820" y="3077210"/>
            <a:ext cx="19431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6687820" y="3077210"/>
            <a:ext cx="29972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793230" y="3077210"/>
            <a:ext cx="-5461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6793230" y="3077210"/>
            <a:ext cx="-4406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6793230" y="3077210"/>
            <a:ext cx="-33401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6793230" y="3077210"/>
            <a:ext cx="-2286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6793230" y="3077210"/>
            <a:ext cx="-1231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679323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6793230" y="3077210"/>
            <a:ext cx="889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6793230" y="3077210"/>
            <a:ext cx="19431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6443980" y="304419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34" name="Shape 232"/>
          <p:cNvSpPr/>
          <p:nvPr/>
        </p:nvSpPr>
        <p:spPr>
          <a:xfrm>
            <a:off x="6549390" y="304419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35" name="Shape 233"/>
          <p:cNvSpPr/>
          <p:nvPr/>
        </p:nvSpPr>
        <p:spPr>
          <a:xfrm>
            <a:off x="6654800" y="304419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36" name="Shape 234"/>
          <p:cNvSpPr/>
          <p:nvPr/>
        </p:nvSpPr>
        <p:spPr>
          <a:xfrm>
            <a:off x="6760210" y="304419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37" name="Shape 235"/>
          <p:cNvSpPr/>
          <p:nvPr/>
        </p:nvSpPr>
        <p:spPr>
          <a:xfrm>
            <a:off x="6210935" y="319976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238" name="Shape 236"/>
          <p:cNvSpPr/>
          <p:nvPr/>
        </p:nvSpPr>
        <p:spPr>
          <a:xfrm>
            <a:off x="6316345" y="319976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239" name="Shape 237"/>
          <p:cNvSpPr/>
          <p:nvPr/>
        </p:nvSpPr>
        <p:spPr>
          <a:xfrm>
            <a:off x="6423025" y="319976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240" name="Shape 238"/>
          <p:cNvSpPr/>
          <p:nvPr/>
        </p:nvSpPr>
        <p:spPr>
          <a:xfrm>
            <a:off x="6528435" y="319976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241" name="Shape 239"/>
          <p:cNvSpPr/>
          <p:nvPr/>
        </p:nvSpPr>
        <p:spPr>
          <a:xfrm>
            <a:off x="6633845" y="319976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242" name="Shape 240"/>
          <p:cNvSpPr/>
          <p:nvPr/>
        </p:nvSpPr>
        <p:spPr>
          <a:xfrm>
            <a:off x="6739255" y="319976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243" name="Shape 241"/>
          <p:cNvSpPr/>
          <p:nvPr/>
        </p:nvSpPr>
        <p:spPr>
          <a:xfrm>
            <a:off x="6845935" y="319976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244" name="Shape 242"/>
          <p:cNvSpPr/>
          <p:nvPr/>
        </p:nvSpPr>
        <p:spPr>
          <a:xfrm>
            <a:off x="6951345" y="319976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245" name="Text 243"/>
          <p:cNvSpPr/>
          <p:nvPr/>
        </p:nvSpPr>
        <p:spPr>
          <a:xfrm>
            <a:off x="6688455" y="3005950"/>
            <a:ext cx="279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RELU</a:t>
            </a:r>
            <a:endParaRPr lang="en-US" sz="700" dirty="0"/>
          </a:p>
        </p:txBody>
      </p:sp>
      <p:sp>
        <p:nvSpPr>
          <p:cNvPr id="246" name="Shape 244"/>
          <p:cNvSpPr/>
          <p:nvPr/>
        </p:nvSpPr>
        <p:spPr>
          <a:xfrm>
            <a:off x="7182485" y="2976880"/>
            <a:ext cx="923290" cy="373380"/>
          </a:xfrm>
          <a:prstGeom prst="roundRect">
            <a:avLst>
              <a:gd name="adj" fmla="val 9796"/>
            </a:avLst>
          </a:prstGeom>
          <a:solidFill>
            <a:srgbClr val="FFE699"/>
          </a:solidFill>
          <a:ln w="9525">
            <a:solidFill>
              <a:srgbClr val="C00000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7513320" y="3077210"/>
            <a:ext cx="-22987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7513320" y="3077210"/>
            <a:ext cx="-12446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751332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513320" y="3077210"/>
            <a:ext cx="876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513320" y="3077210"/>
            <a:ext cx="19304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7513320" y="3077210"/>
            <a:ext cx="29845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7513320" y="3077210"/>
            <a:ext cx="4051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7513320" y="3077210"/>
            <a:ext cx="51054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7618730" y="3077210"/>
            <a:ext cx="-3352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7618730" y="3077210"/>
            <a:ext cx="-22987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618730" y="3077210"/>
            <a:ext cx="-1231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761873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7618730" y="3077210"/>
            <a:ext cx="876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7618730" y="3077210"/>
            <a:ext cx="19304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7618730" y="3077210"/>
            <a:ext cx="29972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7618730" y="3077210"/>
            <a:ext cx="4051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7724140" y="3077210"/>
            <a:ext cx="-4406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7724140" y="3077210"/>
            <a:ext cx="-3352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7724140" y="3077210"/>
            <a:ext cx="-2286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7724140" y="3077210"/>
            <a:ext cx="-1231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772414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7724140" y="3077210"/>
            <a:ext cx="876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7724140" y="3077210"/>
            <a:ext cx="19431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7724140" y="3077210"/>
            <a:ext cx="29972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7829550" y="3077210"/>
            <a:ext cx="-5461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7829550" y="3077210"/>
            <a:ext cx="-4406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7829550" y="3077210"/>
            <a:ext cx="-33401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7829550" y="3077210"/>
            <a:ext cx="-2286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7829550" y="3077210"/>
            <a:ext cx="-1231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782955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7829550" y="3077210"/>
            <a:ext cx="889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7829550" y="3077210"/>
            <a:ext cx="19431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480300" y="304419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80" name="Shape 278"/>
          <p:cNvSpPr/>
          <p:nvPr/>
        </p:nvSpPr>
        <p:spPr>
          <a:xfrm>
            <a:off x="7585710" y="304419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81" name="Shape 279"/>
          <p:cNvSpPr/>
          <p:nvPr/>
        </p:nvSpPr>
        <p:spPr>
          <a:xfrm>
            <a:off x="7691120" y="304419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82" name="Shape 280"/>
          <p:cNvSpPr/>
          <p:nvPr/>
        </p:nvSpPr>
        <p:spPr>
          <a:xfrm>
            <a:off x="7796530" y="304419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83" name="Shape 281"/>
          <p:cNvSpPr/>
          <p:nvPr/>
        </p:nvSpPr>
        <p:spPr>
          <a:xfrm>
            <a:off x="7247255" y="319976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284" name="Shape 282"/>
          <p:cNvSpPr/>
          <p:nvPr/>
        </p:nvSpPr>
        <p:spPr>
          <a:xfrm>
            <a:off x="7352665" y="319976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285" name="Shape 283"/>
          <p:cNvSpPr/>
          <p:nvPr/>
        </p:nvSpPr>
        <p:spPr>
          <a:xfrm>
            <a:off x="7459345" y="319976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286" name="Shape 284"/>
          <p:cNvSpPr/>
          <p:nvPr/>
        </p:nvSpPr>
        <p:spPr>
          <a:xfrm>
            <a:off x="7564755" y="319976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287" name="Shape 285"/>
          <p:cNvSpPr/>
          <p:nvPr/>
        </p:nvSpPr>
        <p:spPr>
          <a:xfrm>
            <a:off x="7670165" y="319976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288" name="Shape 286"/>
          <p:cNvSpPr/>
          <p:nvPr/>
        </p:nvSpPr>
        <p:spPr>
          <a:xfrm>
            <a:off x="7775575" y="319976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289" name="Shape 287"/>
          <p:cNvSpPr/>
          <p:nvPr/>
        </p:nvSpPr>
        <p:spPr>
          <a:xfrm>
            <a:off x="7882255" y="319976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290" name="Shape 288"/>
          <p:cNvSpPr/>
          <p:nvPr/>
        </p:nvSpPr>
        <p:spPr>
          <a:xfrm>
            <a:off x="7987665" y="319976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291" name="Text 289"/>
          <p:cNvSpPr/>
          <p:nvPr/>
        </p:nvSpPr>
        <p:spPr>
          <a:xfrm>
            <a:off x="7724775" y="3005950"/>
            <a:ext cx="279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RELU</a:t>
            </a:r>
            <a:endParaRPr lang="en-US" sz="700" dirty="0"/>
          </a:p>
        </p:txBody>
      </p:sp>
      <p:sp>
        <p:nvSpPr>
          <p:cNvPr id="292" name="Shape 290"/>
          <p:cNvSpPr/>
          <p:nvPr/>
        </p:nvSpPr>
        <p:spPr>
          <a:xfrm>
            <a:off x="9311005" y="2976880"/>
            <a:ext cx="923290" cy="373380"/>
          </a:xfrm>
          <a:prstGeom prst="roundRect">
            <a:avLst>
              <a:gd name="adj" fmla="val 9796"/>
            </a:avLst>
          </a:prstGeom>
          <a:solidFill>
            <a:srgbClr val="FFE699"/>
          </a:solidFill>
          <a:ln w="9525">
            <a:solidFill>
              <a:srgbClr val="C00000"/>
            </a:solidFill>
            <a:prstDash val="solid"/>
          </a:ln>
        </p:spPr>
      </p:sp>
      <p:sp>
        <p:nvSpPr>
          <p:cNvPr id="293" name="Shape 291"/>
          <p:cNvSpPr/>
          <p:nvPr/>
        </p:nvSpPr>
        <p:spPr>
          <a:xfrm>
            <a:off x="9641840" y="3077210"/>
            <a:ext cx="-22987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94" name="Shape 292"/>
          <p:cNvSpPr/>
          <p:nvPr/>
        </p:nvSpPr>
        <p:spPr>
          <a:xfrm>
            <a:off x="9641840" y="3077210"/>
            <a:ext cx="-12446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95" name="Shape 293"/>
          <p:cNvSpPr/>
          <p:nvPr/>
        </p:nvSpPr>
        <p:spPr>
          <a:xfrm>
            <a:off x="964184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96" name="Shape 294"/>
          <p:cNvSpPr/>
          <p:nvPr/>
        </p:nvSpPr>
        <p:spPr>
          <a:xfrm>
            <a:off x="9641840" y="3077210"/>
            <a:ext cx="876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97" name="Shape 295"/>
          <p:cNvSpPr/>
          <p:nvPr/>
        </p:nvSpPr>
        <p:spPr>
          <a:xfrm>
            <a:off x="9641840" y="3077210"/>
            <a:ext cx="19304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98" name="Shape 296"/>
          <p:cNvSpPr/>
          <p:nvPr/>
        </p:nvSpPr>
        <p:spPr>
          <a:xfrm>
            <a:off x="9641840" y="3077210"/>
            <a:ext cx="29845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99" name="Shape 297"/>
          <p:cNvSpPr/>
          <p:nvPr/>
        </p:nvSpPr>
        <p:spPr>
          <a:xfrm>
            <a:off x="9641840" y="3077210"/>
            <a:ext cx="4051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00" name="Shape 298"/>
          <p:cNvSpPr/>
          <p:nvPr/>
        </p:nvSpPr>
        <p:spPr>
          <a:xfrm>
            <a:off x="9641840" y="3077210"/>
            <a:ext cx="51054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01" name="Shape 299"/>
          <p:cNvSpPr/>
          <p:nvPr/>
        </p:nvSpPr>
        <p:spPr>
          <a:xfrm>
            <a:off x="9747250" y="3077210"/>
            <a:ext cx="-3352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02" name="Shape 300"/>
          <p:cNvSpPr/>
          <p:nvPr/>
        </p:nvSpPr>
        <p:spPr>
          <a:xfrm>
            <a:off x="9747250" y="3077210"/>
            <a:ext cx="-22987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03" name="Shape 301"/>
          <p:cNvSpPr/>
          <p:nvPr/>
        </p:nvSpPr>
        <p:spPr>
          <a:xfrm>
            <a:off x="9747250" y="3077210"/>
            <a:ext cx="-1231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04" name="Shape 302"/>
          <p:cNvSpPr/>
          <p:nvPr/>
        </p:nvSpPr>
        <p:spPr>
          <a:xfrm>
            <a:off x="974725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05" name="Shape 303"/>
          <p:cNvSpPr/>
          <p:nvPr/>
        </p:nvSpPr>
        <p:spPr>
          <a:xfrm>
            <a:off x="9747250" y="3077210"/>
            <a:ext cx="876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06" name="Shape 304"/>
          <p:cNvSpPr/>
          <p:nvPr/>
        </p:nvSpPr>
        <p:spPr>
          <a:xfrm>
            <a:off x="9747250" y="3077210"/>
            <a:ext cx="19304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07" name="Shape 305"/>
          <p:cNvSpPr/>
          <p:nvPr/>
        </p:nvSpPr>
        <p:spPr>
          <a:xfrm>
            <a:off x="9747250" y="3077210"/>
            <a:ext cx="29972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08" name="Shape 306"/>
          <p:cNvSpPr/>
          <p:nvPr/>
        </p:nvSpPr>
        <p:spPr>
          <a:xfrm>
            <a:off x="9747250" y="3077210"/>
            <a:ext cx="4051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09" name="Shape 307"/>
          <p:cNvSpPr/>
          <p:nvPr/>
        </p:nvSpPr>
        <p:spPr>
          <a:xfrm>
            <a:off x="9852660" y="3077210"/>
            <a:ext cx="-4406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10" name="Shape 308"/>
          <p:cNvSpPr/>
          <p:nvPr/>
        </p:nvSpPr>
        <p:spPr>
          <a:xfrm>
            <a:off x="9852660" y="3077210"/>
            <a:ext cx="-3352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11" name="Shape 309"/>
          <p:cNvSpPr/>
          <p:nvPr/>
        </p:nvSpPr>
        <p:spPr>
          <a:xfrm>
            <a:off x="9852660" y="3077210"/>
            <a:ext cx="-2286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12" name="Shape 310"/>
          <p:cNvSpPr/>
          <p:nvPr/>
        </p:nvSpPr>
        <p:spPr>
          <a:xfrm>
            <a:off x="9852660" y="3077210"/>
            <a:ext cx="-1231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13" name="Shape 311"/>
          <p:cNvSpPr/>
          <p:nvPr/>
        </p:nvSpPr>
        <p:spPr>
          <a:xfrm>
            <a:off x="985266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14" name="Shape 312"/>
          <p:cNvSpPr/>
          <p:nvPr/>
        </p:nvSpPr>
        <p:spPr>
          <a:xfrm>
            <a:off x="9852660" y="3077210"/>
            <a:ext cx="876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15" name="Shape 313"/>
          <p:cNvSpPr/>
          <p:nvPr/>
        </p:nvSpPr>
        <p:spPr>
          <a:xfrm>
            <a:off x="9852660" y="3077210"/>
            <a:ext cx="19431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16" name="Shape 314"/>
          <p:cNvSpPr/>
          <p:nvPr/>
        </p:nvSpPr>
        <p:spPr>
          <a:xfrm>
            <a:off x="9852660" y="3077210"/>
            <a:ext cx="29972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17" name="Shape 315"/>
          <p:cNvSpPr/>
          <p:nvPr/>
        </p:nvSpPr>
        <p:spPr>
          <a:xfrm>
            <a:off x="9958070" y="3077210"/>
            <a:ext cx="-5461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18" name="Shape 316"/>
          <p:cNvSpPr/>
          <p:nvPr/>
        </p:nvSpPr>
        <p:spPr>
          <a:xfrm>
            <a:off x="9958070" y="3077210"/>
            <a:ext cx="-4406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19" name="Shape 317"/>
          <p:cNvSpPr/>
          <p:nvPr/>
        </p:nvSpPr>
        <p:spPr>
          <a:xfrm>
            <a:off x="9958070" y="3077210"/>
            <a:ext cx="-33401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20" name="Shape 318"/>
          <p:cNvSpPr/>
          <p:nvPr/>
        </p:nvSpPr>
        <p:spPr>
          <a:xfrm>
            <a:off x="9958070" y="3077210"/>
            <a:ext cx="-2286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21" name="Shape 319"/>
          <p:cNvSpPr/>
          <p:nvPr/>
        </p:nvSpPr>
        <p:spPr>
          <a:xfrm>
            <a:off x="9958070" y="3077210"/>
            <a:ext cx="-1231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22" name="Shape 320"/>
          <p:cNvSpPr/>
          <p:nvPr/>
        </p:nvSpPr>
        <p:spPr>
          <a:xfrm>
            <a:off x="995807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23" name="Shape 321"/>
          <p:cNvSpPr/>
          <p:nvPr/>
        </p:nvSpPr>
        <p:spPr>
          <a:xfrm>
            <a:off x="9958070" y="3077210"/>
            <a:ext cx="889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24" name="Shape 322"/>
          <p:cNvSpPr/>
          <p:nvPr/>
        </p:nvSpPr>
        <p:spPr>
          <a:xfrm>
            <a:off x="9958070" y="3077210"/>
            <a:ext cx="19431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25" name="Shape 323"/>
          <p:cNvSpPr/>
          <p:nvPr/>
        </p:nvSpPr>
        <p:spPr>
          <a:xfrm>
            <a:off x="9608820" y="304419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26" name="Shape 324"/>
          <p:cNvSpPr/>
          <p:nvPr/>
        </p:nvSpPr>
        <p:spPr>
          <a:xfrm>
            <a:off x="9714230" y="304419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27" name="Shape 325"/>
          <p:cNvSpPr/>
          <p:nvPr/>
        </p:nvSpPr>
        <p:spPr>
          <a:xfrm>
            <a:off x="9819640" y="304419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28" name="Shape 326"/>
          <p:cNvSpPr/>
          <p:nvPr/>
        </p:nvSpPr>
        <p:spPr>
          <a:xfrm>
            <a:off x="9925050" y="304419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29" name="Shape 327"/>
          <p:cNvSpPr/>
          <p:nvPr/>
        </p:nvSpPr>
        <p:spPr>
          <a:xfrm>
            <a:off x="9375775" y="319976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330" name="Shape 328"/>
          <p:cNvSpPr/>
          <p:nvPr/>
        </p:nvSpPr>
        <p:spPr>
          <a:xfrm>
            <a:off x="9481185" y="319976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331" name="Shape 329"/>
          <p:cNvSpPr/>
          <p:nvPr/>
        </p:nvSpPr>
        <p:spPr>
          <a:xfrm>
            <a:off x="9587865" y="319976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332" name="Shape 330"/>
          <p:cNvSpPr/>
          <p:nvPr/>
        </p:nvSpPr>
        <p:spPr>
          <a:xfrm>
            <a:off x="9693275" y="319976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333" name="Shape 331"/>
          <p:cNvSpPr/>
          <p:nvPr/>
        </p:nvSpPr>
        <p:spPr>
          <a:xfrm>
            <a:off x="9798685" y="319976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334" name="Shape 332"/>
          <p:cNvSpPr/>
          <p:nvPr/>
        </p:nvSpPr>
        <p:spPr>
          <a:xfrm>
            <a:off x="9904095" y="319976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335" name="Shape 333"/>
          <p:cNvSpPr/>
          <p:nvPr/>
        </p:nvSpPr>
        <p:spPr>
          <a:xfrm>
            <a:off x="10010775" y="319976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336" name="Shape 334"/>
          <p:cNvSpPr/>
          <p:nvPr/>
        </p:nvSpPr>
        <p:spPr>
          <a:xfrm>
            <a:off x="10116185" y="319976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337" name="Text 335"/>
          <p:cNvSpPr/>
          <p:nvPr/>
        </p:nvSpPr>
        <p:spPr>
          <a:xfrm>
            <a:off x="9853295" y="3005950"/>
            <a:ext cx="279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RELU</a:t>
            </a:r>
            <a:endParaRPr lang="en-US" sz="700" dirty="0"/>
          </a:p>
        </p:txBody>
      </p:sp>
      <p:sp>
        <p:nvSpPr>
          <p:cNvPr id="338" name="Shape 336"/>
          <p:cNvSpPr/>
          <p:nvPr/>
        </p:nvSpPr>
        <p:spPr>
          <a:xfrm>
            <a:off x="10339705" y="2976880"/>
            <a:ext cx="923290" cy="373380"/>
          </a:xfrm>
          <a:prstGeom prst="roundRect">
            <a:avLst>
              <a:gd name="adj" fmla="val 9796"/>
            </a:avLst>
          </a:prstGeom>
          <a:solidFill>
            <a:srgbClr val="FFE699"/>
          </a:solidFill>
          <a:ln w="9525">
            <a:solidFill>
              <a:srgbClr val="C00000"/>
            </a:solidFill>
            <a:prstDash val="solid"/>
          </a:ln>
        </p:spPr>
      </p:sp>
      <p:sp>
        <p:nvSpPr>
          <p:cNvPr id="339" name="Shape 337"/>
          <p:cNvSpPr/>
          <p:nvPr/>
        </p:nvSpPr>
        <p:spPr>
          <a:xfrm>
            <a:off x="10670540" y="3077210"/>
            <a:ext cx="-22987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40" name="Shape 338"/>
          <p:cNvSpPr/>
          <p:nvPr/>
        </p:nvSpPr>
        <p:spPr>
          <a:xfrm>
            <a:off x="10670540" y="3077210"/>
            <a:ext cx="-12446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41" name="Shape 339"/>
          <p:cNvSpPr/>
          <p:nvPr/>
        </p:nvSpPr>
        <p:spPr>
          <a:xfrm>
            <a:off x="1067054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42" name="Shape 340"/>
          <p:cNvSpPr/>
          <p:nvPr/>
        </p:nvSpPr>
        <p:spPr>
          <a:xfrm>
            <a:off x="10670540" y="3077210"/>
            <a:ext cx="876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43" name="Shape 341"/>
          <p:cNvSpPr/>
          <p:nvPr/>
        </p:nvSpPr>
        <p:spPr>
          <a:xfrm>
            <a:off x="10670540" y="3077210"/>
            <a:ext cx="19304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44" name="Shape 342"/>
          <p:cNvSpPr/>
          <p:nvPr/>
        </p:nvSpPr>
        <p:spPr>
          <a:xfrm>
            <a:off x="10670540" y="3077210"/>
            <a:ext cx="29845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45" name="Shape 343"/>
          <p:cNvSpPr/>
          <p:nvPr/>
        </p:nvSpPr>
        <p:spPr>
          <a:xfrm>
            <a:off x="10670540" y="3077210"/>
            <a:ext cx="4051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46" name="Shape 344"/>
          <p:cNvSpPr/>
          <p:nvPr/>
        </p:nvSpPr>
        <p:spPr>
          <a:xfrm>
            <a:off x="10670540" y="3077210"/>
            <a:ext cx="51054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47" name="Shape 345"/>
          <p:cNvSpPr/>
          <p:nvPr/>
        </p:nvSpPr>
        <p:spPr>
          <a:xfrm>
            <a:off x="10775950" y="3077210"/>
            <a:ext cx="-3352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48" name="Shape 346"/>
          <p:cNvSpPr/>
          <p:nvPr/>
        </p:nvSpPr>
        <p:spPr>
          <a:xfrm>
            <a:off x="10775950" y="3077210"/>
            <a:ext cx="-22987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49" name="Shape 347"/>
          <p:cNvSpPr/>
          <p:nvPr/>
        </p:nvSpPr>
        <p:spPr>
          <a:xfrm>
            <a:off x="10775950" y="3077210"/>
            <a:ext cx="-1231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50" name="Shape 348"/>
          <p:cNvSpPr/>
          <p:nvPr/>
        </p:nvSpPr>
        <p:spPr>
          <a:xfrm>
            <a:off x="1077595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51" name="Shape 349"/>
          <p:cNvSpPr/>
          <p:nvPr/>
        </p:nvSpPr>
        <p:spPr>
          <a:xfrm>
            <a:off x="10775950" y="3077210"/>
            <a:ext cx="876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52" name="Shape 350"/>
          <p:cNvSpPr/>
          <p:nvPr/>
        </p:nvSpPr>
        <p:spPr>
          <a:xfrm>
            <a:off x="10775950" y="3077210"/>
            <a:ext cx="19304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53" name="Shape 351"/>
          <p:cNvSpPr/>
          <p:nvPr/>
        </p:nvSpPr>
        <p:spPr>
          <a:xfrm>
            <a:off x="10775950" y="3077210"/>
            <a:ext cx="29972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54" name="Shape 352"/>
          <p:cNvSpPr/>
          <p:nvPr/>
        </p:nvSpPr>
        <p:spPr>
          <a:xfrm>
            <a:off x="10775950" y="3077210"/>
            <a:ext cx="4051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55" name="Shape 353"/>
          <p:cNvSpPr/>
          <p:nvPr/>
        </p:nvSpPr>
        <p:spPr>
          <a:xfrm>
            <a:off x="10881360" y="3077210"/>
            <a:ext cx="-4406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56" name="Shape 354"/>
          <p:cNvSpPr/>
          <p:nvPr/>
        </p:nvSpPr>
        <p:spPr>
          <a:xfrm>
            <a:off x="10881360" y="3077210"/>
            <a:ext cx="-3352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57" name="Shape 355"/>
          <p:cNvSpPr/>
          <p:nvPr/>
        </p:nvSpPr>
        <p:spPr>
          <a:xfrm>
            <a:off x="10881360" y="3077210"/>
            <a:ext cx="-2286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58" name="Shape 356"/>
          <p:cNvSpPr/>
          <p:nvPr/>
        </p:nvSpPr>
        <p:spPr>
          <a:xfrm>
            <a:off x="10881360" y="3077210"/>
            <a:ext cx="-1231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59" name="Shape 357"/>
          <p:cNvSpPr/>
          <p:nvPr/>
        </p:nvSpPr>
        <p:spPr>
          <a:xfrm>
            <a:off x="1088136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60" name="Shape 358"/>
          <p:cNvSpPr/>
          <p:nvPr/>
        </p:nvSpPr>
        <p:spPr>
          <a:xfrm>
            <a:off x="10881360" y="3077210"/>
            <a:ext cx="876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61" name="Shape 359"/>
          <p:cNvSpPr/>
          <p:nvPr/>
        </p:nvSpPr>
        <p:spPr>
          <a:xfrm>
            <a:off x="10881360" y="3077210"/>
            <a:ext cx="19431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62" name="Shape 360"/>
          <p:cNvSpPr/>
          <p:nvPr/>
        </p:nvSpPr>
        <p:spPr>
          <a:xfrm>
            <a:off x="10881360" y="3077210"/>
            <a:ext cx="29972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63" name="Shape 361"/>
          <p:cNvSpPr/>
          <p:nvPr/>
        </p:nvSpPr>
        <p:spPr>
          <a:xfrm>
            <a:off x="10986770" y="3077210"/>
            <a:ext cx="-5461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64" name="Shape 362"/>
          <p:cNvSpPr/>
          <p:nvPr/>
        </p:nvSpPr>
        <p:spPr>
          <a:xfrm>
            <a:off x="10986770" y="3077210"/>
            <a:ext cx="-4406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65" name="Shape 363"/>
          <p:cNvSpPr/>
          <p:nvPr/>
        </p:nvSpPr>
        <p:spPr>
          <a:xfrm>
            <a:off x="10986770" y="3077210"/>
            <a:ext cx="-33401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66" name="Shape 364"/>
          <p:cNvSpPr/>
          <p:nvPr/>
        </p:nvSpPr>
        <p:spPr>
          <a:xfrm>
            <a:off x="10986770" y="3077210"/>
            <a:ext cx="-2286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67" name="Shape 365"/>
          <p:cNvSpPr/>
          <p:nvPr/>
        </p:nvSpPr>
        <p:spPr>
          <a:xfrm>
            <a:off x="10986770" y="3077210"/>
            <a:ext cx="-1231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68" name="Shape 366"/>
          <p:cNvSpPr/>
          <p:nvPr/>
        </p:nvSpPr>
        <p:spPr>
          <a:xfrm>
            <a:off x="1098677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69" name="Shape 367"/>
          <p:cNvSpPr/>
          <p:nvPr/>
        </p:nvSpPr>
        <p:spPr>
          <a:xfrm>
            <a:off x="10986770" y="3077210"/>
            <a:ext cx="889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70" name="Shape 368"/>
          <p:cNvSpPr/>
          <p:nvPr/>
        </p:nvSpPr>
        <p:spPr>
          <a:xfrm>
            <a:off x="10986770" y="3077210"/>
            <a:ext cx="19431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71" name="Shape 369"/>
          <p:cNvSpPr/>
          <p:nvPr/>
        </p:nvSpPr>
        <p:spPr>
          <a:xfrm>
            <a:off x="10637520" y="304419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72" name="Shape 370"/>
          <p:cNvSpPr/>
          <p:nvPr/>
        </p:nvSpPr>
        <p:spPr>
          <a:xfrm>
            <a:off x="10742930" y="304419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73" name="Shape 371"/>
          <p:cNvSpPr/>
          <p:nvPr/>
        </p:nvSpPr>
        <p:spPr>
          <a:xfrm>
            <a:off x="10848340" y="304419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74" name="Shape 372"/>
          <p:cNvSpPr/>
          <p:nvPr/>
        </p:nvSpPr>
        <p:spPr>
          <a:xfrm>
            <a:off x="10953750" y="304419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75" name="Shape 373"/>
          <p:cNvSpPr/>
          <p:nvPr/>
        </p:nvSpPr>
        <p:spPr>
          <a:xfrm>
            <a:off x="10404475" y="319976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376" name="Shape 374"/>
          <p:cNvSpPr/>
          <p:nvPr/>
        </p:nvSpPr>
        <p:spPr>
          <a:xfrm>
            <a:off x="10509885" y="319976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377" name="Shape 375"/>
          <p:cNvSpPr/>
          <p:nvPr/>
        </p:nvSpPr>
        <p:spPr>
          <a:xfrm>
            <a:off x="10616565" y="319976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378" name="Shape 376"/>
          <p:cNvSpPr/>
          <p:nvPr/>
        </p:nvSpPr>
        <p:spPr>
          <a:xfrm>
            <a:off x="10721975" y="319976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379" name="Shape 377"/>
          <p:cNvSpPr/>
          <p:nvPr/>
        </p:nvSpPr>
        <p:spPr>
          <a:xfrm>
            <a:off x="10827385" y="319976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380" name="Shape 378"/>
          <p:cNvSpPr/>
          <p:nvPr/>
        </p:nvSpPr>
        <p:spPr>
          <a:xfrm>
            <a:off x="10932795" y="319976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381" name="Shape 379"/>
          <p:cNvSpPr/>
          <p:nvPr/>
        </p:nvSpPr>
        <p:spPr>
          <a:xfrm>
            <a:off x="11039475" y="319976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382" name="Shape 380"/>
          <p:cNvSpPr/>
          <p:nvPr/>
        </p:nvSpPr>
        <p:spPr>
          <a:xfrm>
            <a:off x="11144885" y="319976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383" name="Text 381"/>
          <p:cNvSpPr/>
          <p:nvPr/>
        </p:nvSpPr>
        <p:spPr>
          <a:xfrm>
            <a:off x="10881995" y="3005950"/>
            <a:ext cx="279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RELU</a:t>
            </a:r>
            <a:endParaRPr lang="en-US" sz="700" dirty="0"/>
          </a:p>
        </p:txBody>
      </p:sp>
      <p:sp>
        <p:nvSpPr>
          <p:cNvPr id="384" name="Shape 382"/>
          <p:cNvSpPr/>
          <p:nvPr/>
        </p:nvSpPr>
        <p:spPr>
          <a:xfrm>
            <a:off x="2157730" y="2222500"/>
            <a:ext cx="158750" cy="22225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385" name="Shape 383"/>
          <p:cNvSpPr/>
          <p:nvPr/>
        </p:nvSpPr>
        <p:spPr>
          <a:xfrm>
            <a:off x="2316480" y="2222500"/>
            <a:ext cx="158750" cy="22225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386" name="Shape 384"/>
          <p:cNvSpPr/>
          <p:nvPr/>
        </p:nvSpPr>
        <p:spPr>
          <a:xfrm>
            <a:off x="2475230" y="2222500"/>
            <a:ext cx="158750" cy="22225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387" name="Shape 385"/>
          <p:cNvSpPr/>
          <p:nvPr/>
        </p:nvSpPr>
        <p:spPr>
          <a:xfrm>
            <a:off x="2633980" y="2222500"/>
            <a:ext cx="158750" cy="22225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388" name="Text 386"/>
          <p:cNvSpPr/>
          <p:nvPr/>
        </p:nvSpPr>
        <p:spPr>
          <a:xfrm>
            <a:off x="2310130" y="2203450"/>
            <a:ext cx="33020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389" name="Shape 387"/>
          <p:cNvSpPr/>
          <p:nvPr/>
        </p:nvSpPr>
        <p:spPr>
          <a:xfrm>
            <a:off x="3115310" y="2222500"/>
            <a:ext cx="158750" cy="22225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390" name="Shape 388"/>
          <p:cNvSpPr/>
          <p:nvPr/>
        </p:nvSpPr>
        <p:spPr>
          <a:xfrm>
            <a:off x="3274060" y="2222500"/>
            <a:ext cx="158750" cy="22225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391" name="Shape 389"/>
          <p:cNvSpPr/>
          <p:nvPr/>
        </p:nvSpPr>
        <p:spPr>
          <a:xfrm>
            <a:off x="3432810" y="2222500"/>
            <a:ext cx="158750" cy="22225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392" name="Shape 390"/>
          <p:cNvSpPr/>
          <p:nvPr/>
        </p:nvSpPr>
        <p:spPr>
          <a:xfrm>
            <a:off x="3591560" y="2222500"/>
            <a:ext cx="158750" cy="22225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393" name="Text 391"/>
          <p:cNvSpPr/>
          <p:nvPr/>
        </p:nvSpPr>
        <p:spPr>
          <a:xfrm>
            <a:off x="3267710" y="2203450"/>
            <a:ext cx="33020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394" name="Shape 392"/>
          <p:cNvSpPr/>
          <p:nvPr/>
        </p:nvSpPr>
        <p:spPr>
          <a:xfrm>
            <a:off x="4080510" y="2222500"/>
            <a:ext cx="158750" cy="22225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395" name="Shape 393"/>
          <p:cNvSpPr/>
          <p:nvPr/>
        </p:nvSpPr>
        <p:spPr>
          <a:xfrm>
            <a:off x="4239260" y="2222500"/>
            <a:ext cx="158750" cy="22225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396" name="Shape 394"/>
          <p:cNvSpPr/>
          <p:nvPr/>
        </p:nvSpPr>
        <p:spPr>
          <a:xfrm>
            <a:off x="4398010" y="2222500"/>
            <a:ext cx="158750" cy="22225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397" name="Shape 395"/>
          <p:cNvSpPr/>
          <p:nvPr/>
        </p:nvSpPr>
        <p:spPr>
          <a:xfrm>
            <a:off x="4556760" y="2222500"/>
            <a:ext cx="158750" cy="22225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398" name="Text 396"/>
          <p:cNvSpPr/>
          <p:nvPr/>
        </p:nvSpPr>
        <p:spPr>
          <a:xfrm>
            <a:off x="4232910" y="2203450"/>
            <a:ext cx="33020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399" name="Shape 397"/>
          <p:cNvSpPr/>
          <p:nvPr/>
        </p:nvSpPr>
        <p:spPr>
          <a:xfrm>
            <a:off x="5052060" y="2222500"/>
            <a:ext cx="158750" cy="22225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400" name="Shape 398"/>
          <p:cNvSpPr/>
          <p:nvPr/>
        </p:nvSpPr>
        <p:spPr>
          <a:xfrm>
            <a:off x="5210810" y="2222500"/>
            <a:ext cx="158750" cy="22225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401" name="Shape 399"/>
          <p:cNvSpPr/>
          <p:nvPr/>
        </p:nvSpPr>
        <p:spPr>
          <a:xfrm>
            <a:off x="5369560" y="2222500"/>
            <a:ext cx="158750" cy="22225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402" name="Shape 400"/>
          <p:cNvSpPr/>
          <p:nvPr/>
        </p:nvSpPr>
        <p:spPr>
          <a:xfrm>
            <a:off x="5528310" y="2222500"/>
            <a:ext cx="158750" cy="22225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403" name="Text 401"/>
          <p:cNvSpPr/>
          <p:nvPr/>
        </p:nvSpPr>
        <p:spPr>
          <a:xfrm>
            <a:off x="5204460" y="2203450"/>
            <a:ext cx="33020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404" name="Shape 402"/>
          <p:cNvSpPr/>
          <p:nvPr/>
        </p:nvSpPr>
        <p:spPr>
          <a:xfrm>
            <a:off x="6029960" y="2222500"/>
            <a:ext cx="158750" cy="22225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405" name="Shape 403"/>
          <p:cNvSpPr/>
          <p:nvPr/>
        </p:nvSpPr>
        <p:spPr>
          <a:xfrm>
            <a:off x="6188710" y="2222500"/>
            <a:ext cx="158750" cy="22225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406" name="Shape 404"/>
          <p:cNvSpPr/>
          <p:nvPr/>
        </p:nvSpPr>
        <p:spPr>
          <a:xfrm>
            <a:off x="6347460" y="2222500"/>
            <a:ext cx="158750" cy="22225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407" name="Shape 405"/>
          <p:cNvSpPr/>
          <p:nvPr/>
        </p:nvSpPr>
        <p:spPr>
          <a:xfrm>
            <a:off x="6506210" y="2222500"/>
            <a:ext cx="158750" cy="22225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408" name="Text 406"/>
          <p:cNvSpPr/>
          <p:nvPr/>
        </p:nvSpPr>
        <p:spPr>
          <a:xfrm>
            <a:off x="6182360" y="2203450"/>
            <a:ext cx="33020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409" name="Shape 407"/>
          <p:cNvSpPr/>
          <p:nvPr/>
        </p:nvSpPr>
        <p:spPr>
          <a:xfrm>
            <a:off x="6973570" y="2222500"/>
            <a:ext cx="158750" cy="22225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410" name="Shape 408"/>
          <p:cNvSpPr/>
          <p:nvPr/>
        </p:nvSpPr>
        <p:spPr>
          <a:xfrm>
            <a:off x="7132320" y="2222500"/>
            <a:ext cx="158750" cy="22225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411" name="Shape 409"/>
          <p:cNvSpPr/>
          <p:nvPr/>
        </p:nvSpPr>
        <p:spPr>
          <a:xfrm>
            <a:off x="7291070" y="2222500"/>
            <a:ext cx="158750" cy="22225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412" name="Shape 410"/>
          <p:cNvSpPr/>
          <p:nvPr/>
        </p:nvSpPr>
        <p:spPr>
          <a:xfrm>
            <a:off x="7449820" y="2222500"/>
            <a:ext cx="158750" cy="22225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413" name="Text 411"/>
          <p:cNvSpPr/>
          <p:nvPr/>
        </p:nvSpPr>
        <p:spPr>
          <a:xfrm>
            <a:off x="7125970" y="2203450"/>
            <a:ext cx="33020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414" name="Shape 412"/>
          <p:cNvSpPr/>
          <p:nvPr/>
        </p:nvSpPr>
        <p:spPr>
          <a:xfrm>
            <a:off x="9484360" y="2222500"/>
            <a:ext cx="158750" cy="22225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415" name="Shape 413"/>
          <p:cNvSpPr/>
          <p:nvPr/>
        </p:nvSpPr>
        <p:spPr>
          <a:xfrm>
            <a:off x="9643110" y="2222500"/>
            <a:ext cx="158750" cy="22225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416" name="Shape 414"/>
          <p:cNvSpPr/>
          <p:nvPr/>
        </p:nvSpPr>
        <p:spPr>
          <a:xfrm>
            <a:off x="9801860" y="2222500"/>
            <a:ext cx="158750" cy="22225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417" name="Shape 415"/>
          <p:cNvSpPr/>
          <p:nvPr/>
        </p:nvSpPr>
        <p:spPr>
          <a:xfrm>
            <a:off x="9960610" y="2222500"/>
            <a:ext cx="158750" cy="22225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418" name="Text 416"/>
          <p:cNvSpPr/>
          <p:nvPr/>
        </p:nvSpPr>
        <p:spPr>
          <a:xfrm>
            <a:off x="9636760" y="2203450"/>
            <a:ext cx="33020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N-1</a:t>
            </a:r>
            <a:endParaRPr lang="en-US" sz="1400" dirty="0"/>
          </a:p>
        </p:txBody>
      </p:sp>
      <p:sp>
        <p:nvSpPr>
          <p:cNvPr id="419" name="Shape 417"/>
          <p:cNvSpPr/>
          <p:nvPr/>
        </p:nvSpPr>
        <p:spPr>
          <a:xfrm>
            <a:off x="10462260" y="2222500"/>
            <a:ext cx="158750" cy="22225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420" name="Shape 418"/>
          <p:cNvSpPr/>
          <p:nvPr/>
        </p:nvSpPr>
        <p:spPr>
          <a:xfrm>
            <a:off x="10621010" y="2222500"/>
            <a:ext cx="158750" cy="22225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421" name="Shape 419"/>
          <p:cNvSpPr/>
          <p:nvPr/>
        </p:nvSpPr>
        <p:spPr>
          <a:xfrm>
            <a:off x="10779760" y="2222500"/>
            <a:ext cx="158750" cy="22225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422" name="Shape 420"/>
          <p:cNvSpPr/>
          <p:nvPr/>
        </p:nvSpPr>
        <p:spPr>
          <a:xfrm>
            <a:off x="10938510" y="2222500"/>
            <a:ext cx="158750" cy="22225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423" name="Text 421"/>
          <p:cNvSpPr/>
          <p:nvPr/>
        </p:nvSpPr>
        <p:spPr>
          <a:xfrm>
            <a:off x="10614660" y="2203450"/>
            <a:ext cx="33020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endParaRPr lang="en-US" sz="1400" dirty="0"/>
          </a:p>
        </p:txBody>
      </p:sp>
      <p:sp>
        <p:nvSpPr>
          <p:cNvPr id="424" name="Shape 422"/>
          <p:cNvSpPr/>
          <p:nvPr/>
        </p:nvSpPr>
        <p:spPr>
          <a:xfrm>
            <a:off x="8009890" y="2284095"/>
            <a:ext cx="99060" cy="99060"/>
          </a:xfrm>
          <a:prstGeom prst="ellipse">
            <a:avLst/>
          </a:prstGeom>
          <a:solidFill>
            <a:srgbClr val="0000CC"/>
          </a:solidFill>
          <a:ln/>
        </p:spPr>
      </p:sp>
      <p:sp>
        <p:nvSpPr>
          <p:cNvPr id="425" name="Shape 423"/>
          <p:cNvSpPr/>
          <p:nvPr/>
        </p:nvSpPr>
        <p:spPr>
          <a:xfrm>
            <a:off x="8256270" y="2284095"/>
            <a:ext cx="99060" cy="99060"/>
          </a:xfrm>
          <a:prstGeom prst="ellipse">
            <a:avLst/>
          </a:prstGeom>
          <a:solidFill>
            <a:srgbClr val="0000CC"/>
          </a:solidFill>
          <a:ln/>
        </p:spPr>
      </p:sp>
      <p:sp>
        <p:nvSpPr>
          <p:cNvPr id="426" name="Shape 424"/>
          <p:cNvSpPr/>
          <p:nvPr/>
        </p:nvSpPr>
        <p:spPr>
          <a:xfrm>
            <a:off x="8492490" y="2284095"/>
            <a:ext cx="99060" cy="99060"/>
          </a:xfrm>
          <a:prstGeom prst="ellipse">
            <a:avLst/>
          </a:prstGeom>
          <a:solidFill>
            <a:srgbClr val="0000CC"/>
          </a:solidFill>
          <a:ln/>
        </p:spPr>
      </p:sp>
      <p:sp>
        <p:nvSpPr>
          <p:cNvPr id="427" name="Shape 425"/>
          <p:cNvSpPr/>
          <p:nvPr/>
        </p:nvSpPr>
        <p:spPr>
          <a:xfrm>
            <a:off x="8729980" y="2284095"/>
            <a:ext cx="99060" cy="99060"/>
          </a:xfrm>
          <a:prstGeom prst="ellipse">
            <a:avLst/>
          </a:prstGeom>
          <a:solidFill>
            <a:srgbClr val="0000CC"/>
          </a:solidFill>
          <a:ln/>
        </p:spPr>
      </p:sp>
      <p:sp>
        <p:nvSpPr>
          <p:cNvPr id="428" name="Shape 426"/>
          <p:cNvSpPr/>
          <p:nvPr/>
        </p:nvSpPr>
        <p:spPr>
          <a:xfrm>
            <a:off x="8936990" y="2284095"/>
            <a:ext cx="99060" cy="99060"/>
          </a:xfrm>
          <a:prstGeom prst="ellipse">
            <a:avLst/>
          </a:prstGeom>
          <a:solidFill>
            <a:srgbClr val="0000CC"/>
          </a:solidFill>
          <a:ln/>
        </p:spPr>
      </p:sp>
      <p:sp>
        <p:nvSpPr>
          <p:cNvPr id="429" name="Shape 427"/>
          <p:cNvSpPr/>
          <p:nvPr/>
        </p:nvSpPr>
        <p:spPr>
          <a:xfrm>
            <a:off x="2475230" y="2432050"/>
            <a:ext cx="0" cy="226060"/>
          </a:xfrm>
          <a:prstGeom prst="line">
            <a:avLst/>
          </a:prstGeom>
          <a:noFill/>
          <a:ln w="19050">
            <a:solidFill>
              <a:srgbClr val="00008B"/>
            </a:solidFill>
            <a:prstDash val="solid"/>
            <a:headEnd type="triangle"/>
          </a:ln>
        </p:spPr>
      </p:sp>
      <p:sp>
        <p:nvSpPr>
          <p:cNvPr id="430" name="Shape 428"/>
          <p:cNvSpPr/>
          <p:nvPr/>
        </p:nvSpPr>
        <p:spPr>
          <a:xfrm>
            <a:off x="2475230" y="3429000"/>
            <a:ext cx="0" cy="203200"/>
          </a:xfrm>
          <a:prstGeom prst="line">
            <a:avLst/>
          </a:prstGeom>
          <a:noFill/>
          <a:ln w="19050">
            <a:solidFill>
              <a:srgbClr val="00008B"/>
            </a:solidFill>
            <a:prstDash val="solid"/>
            <a:headEnd type="triangle"/>
          </a:ln>
        </p:spPr>
      </p:sp>
      <p:sp>
        <p:nvSpPr>
          <p:cNvPr id="431" name="Shape 429"/>
          <p:cNvSpPr/>
          <p:nvPr/>
        </p:nvSpPr>
        <p:spPr>
          <a:xfrm>
            <a:off x="3432810" y="2432050"/>
            <a:ext cx="0" cy="226060"/>
          </a:xfrm>
          <a:prstGeom prst="line">
            <a:avLst/>
          </a:prstGeom>
          <a:noFill/>
          <a:ln w="19050">
            <a:solidFill>
              <a:srgbClr val="00008B"/>
            </a:solidFill>
            <a:prstDash val="solid"/>
            <a:headEnd type="triangle"/>
          </a:ln>
        </p:spPr>
      </p:sp>
      <p:sp>
        <p:nvSpPr>
          <p:cNvPr id="432" name="Shape 430"/>
          <p:cNvSpPr/>
          <p:nvPr/>
        </p:nvSpPr>
        <p:spPr>
          <a:xfrm>
            <a:off x="3432810" y="3429000"/>
            <a:ext cx="0" cy="203200"/>
          </a:xfrm>
          <a:prstGeom prst="line">
            <a:avLst/>
          </a:prstGeom>
          <a:noFill/>
          <a:ln w="19050">
            <a:solidFill>
              <a:srgbClr val="00008B"/>
            </a:solidFill>
            <a:prstDash val="solid"/>
            <a:headEnd type="triangle"/>
          </a:ln>
        </p:spPr>
      </p:sp>
      <p:sp>
        <p:nvSpPr>
          <p:cNvPr id="433" name="Shape 431"/>
          <p:cNvSpPr/>
          <p:nvPr/>
        </p:nvSpPr>
        <p:spPr>
          <a:xfrm>
            <a:off x="4398010" y="2432050"/>
            <a:ext cx="0" cy="226060"/>
          </a:xfrm>
          <a:prstGeom prst="line">
            <a:avLst/>
          </a:prstGeom>
          <a:noFill/>
          <a:ln w="19050">
            <a:solidFill>
              <a:srgbClr val="00008B"/>
            </a:solidFill>
            <a:prstDash val="solid"/>
            <a:headEnd type="triangle"/>
          </a:ln>
        </p:spPr>
      </p:sp>
      <p:sp>
        <p:nvSpPr>
          <p:cNvPr id="434" name="Shape 432"/>
          <p:cNvSpPr/>
          <p:nvPr/>
        </p:nvSpPr>
        <p:spPr>
          <a:xfrm>
            <a:off x="4398010" y="3429000"/>
            <a:ext cx="0" cy="203200"/>
          </a:xfrm>
          <a:prstGeom prst="line">
            <a:avLst/>
          </a:prstGeom>
          <a:noFill/>
          <a:ln w="19050">
            <a:solidFill>
              <a:srgbClr val="00008B"/>
            </a:solidFill>
            <a:prstDash val="solid"/>
            <a:headEnd type="triangle"/>
          </a:ln>
        </p:spPr>
      </p:sp>
      <p:sp>
        <p:nvSpPr>
          <p:cNvPr id="435" name="Shape 433"/>
          <p:cNvSpPr/>
          <p:nvPr/>
        </p:nvSpPr>
        <p:spPr>
          <a:xfrm>
            <a:off x="5369560" y="2432050"/>
            <a:ext cx="0" cy="226060"/>
          </a:xfrm>
          <a:prstGeom prst="line">
            <a:avLst/>
          </a:prstGeom>
          <a:noFill/>
          <a:ln w="19050">
            <a:solidFill>
              <a:srgbClr val="00008B"/>
            </a:solidFill>
            <a:prstDash val="solid"/>
            <a:headEnd type="triangle"/>
          </a:ln>
        </p:spPr>
      </p:sp>
      <p:sp>
        <p:nvSpPr>
          <p:cNvPr id="436" name="Shape 434"/>
          <p:cNvSpPr/>
          <p:nvPr/>
        </p:nvSpPr>
        <p:spPr>
          <a:xfrm>
            <a:off x="5369560" y="3429000"/>
            <a:ext cx="0" cy="203200"/>
          </a:xfrm>
          <a:prstGeom prst="line">
            <a:avLst/>
          </a:prstGeom>
          <a:noFill/>
          <a:ln w="19050">
            <a:solidFill>
              <a:srgbClr val="00008B"/>
            </a:solidFill>
            <a:prstDash val="solid"/>
            <a:headEnd type="triangle"/>
          </a:ln>
        </p:spPr>
      </p:sp>
      <p:sp>
        <p:nvSpPr>
          <p:cNvPr id="437" name="Shape 435"/>
          <p:cNvSpPr/>
          <p:nvPr/>
        </p:nvSpPr>
        <p:spPr>
          <a:xfrm>
            <a:off x="6347460" y="2432050"/>
            <a:ext cx="0" cy="226060"/>
          </a:xfrm>
          <a:prstGeom prst="line">
            <a:avLst/>
          </a:prstGeom>
          <a:noFill/>
          <a:ln w="19050">
            <a:solidFill>
              <a:srgbClr val="00008B"/>
            </a:solidFill>
            <a:prstDash val="solid"/>
            <a:headEnd type="triangle"/>
          </a:ln>
        </p:spPr>
      </p:sp>
      <p:sp>
        <p:nvSpPr>
          <p:cNvPr id="438" name="Shape 436"/>
          <p:cNvSpPr/>
          <p:nvPr/>
        </p:nvSpPr>
        <p:spPr>
          <a:xfrm>
            <a:off x="6347460" y="3429000"/>
            <a:ext cx="0" cy="203200"/>
          </a:xfrm>
          <a:prstGeom prst="line">
            <a:avLst/>
          </a:prstGeom>
          <a:noFill/>
          <a:ln w="19050">
            <a:solidFill>
              <a:srgbClr val="00008B"/>
            </a:solidFill>
            <a:prstDash val="solid"/>
            <a:headEnd type="triangle"/>
          </a:ln>
        </p:spPr>
      </p:sp>
      <p:sp>
        <p:nvSpPr>
          <p:cNvPr id="439" name="Shape 437"/>
          <p:cNvSpPr/>
          <p:nvPr/>
        </p:nvSpPr>
        <p:spPr>
          <a:xfrm>
            <a:off x="7291070" y="2432050"/>
            <a:ext cx="0" cy="226060"/>
          </a:xfrm>
          <a:prstGeom prst="line">
            <a:avLst/>
          </a:prstGeom>
          <a:noFill/>
          <a:ln w="19050">
            <a:solidFill>
              <a:srgbClr val="00008B"/>
            </a:solidFill>
            <a:prstDash val="solid"/>
            <a:headEnd type="triangle"/>
          </a:ln>
        </p:spPr>
      </p:sp>
      <p:sp>
        <p:nvSpPr>
          <p:cNvPr id="440" name="Shape 438"/>
          <p:cNvSpPr/>
          <p:nvPr/>
        </p:nvSpPr>
        <p:spPr>
          <a:xfrm>
            <a:off x="7291070" y="3429000"/>
            <a:ext cx="0" cy="203200"/>
          </a:xfrm>
          <a:prstGeom prst="line">
            <a:avLst/>
          </a:prstGeom>
          <a:noFill/>
          <a:ln w="19050">
            <a:solidFill>
              <a:srgbClr val="00008B"/>
            </a:solidFill>
            <a:prstDash val="solid"/>
            <a:headEnd type="triangle"/>
          </a:ln>
        </p:spPr>
      </p:sp>
      <p:sp>
        <p:nvSpPr>
          <p:cNvPr id="441" name="Shape 439"/>
          <p:cNvSpPr/>
          <p:nvPr/>
        </p:nvSpPr>
        <p:spPr>
          <a:xfrm>
            <a:off x="9801860" y="2432050"/>
            <a:ext cx="0" cy="226060"/>
          </a:xfrm>
          <a:prstGeom prst="line">
            <a:avLst/>
          </a:prstGeom>
          <a:noFill/>
          <a:ln w="19050">
            <a:solidFill>
              <a:srgbClr val="00008B"/>
            </a:solidFill>
            <a:prstDash val="solid"/>
            <a:headEnd type="triangle"/>
          </a:ln>
        </p:spPr>
      </p:sp>
      <p:sp>
        <p:nvSpPr>
          <p:cNvPr id="442" name="Shape 440"/>
          <p:cNvSpPr/>
          <p:nvPr/>
        </p:nvSpPr>
        <p:spPr>
          <a:xfrm>
            <a:off x="9801860" y="3429000"/>
            <a:ext cx="0" cy="203200"/>
          </a:xfrm>
          <a:prstGeom prst="line">
            <a:avLst/>
          </a:prstGeom>
          <a:noFill/>
          <a:ln w="19050">
            <a:solidFill>
              <a:srgbClr val="00008B"/>
            </a:solidFill>
            <a:prstDash val="solid"/>
            <a:headEnd type="triangle"/>
          </a:ln>
        </p:spPr>
      </p:sp>
      <p:sp>
        <p:nvSpPr>
          <p:cNvPr id="443" name="Shape 441"/>
          <p:cNvSpPr/>
          <p:nvPr/>
        </p:nvSpPr>
        <p:spPr>
          <a:xfrm>
            <a:off x="10779760" y="2432050"/>
            <a:ext cx="0" cy="226060"/>
          </a:xfrm>
          <a:prstGeom prst="line">
            <a:avLst/>
          </a:prstGeom>
          <a:noFill/>
          <a:ln w="19050">
            <a:solidFill>
              <a:srgbClr val="00008B"/>
            </a:solidFill>
            <a:prstDash val="solid"/>
            <a:headEnd type="triangle"/>
          </a:ln>
        </p:spPr>
      </p:sp>
      <p:sp>
        <p:nvSpPr>
          <p:cNvPr id="444" name="Shape 442"/>
          <p:cNvSpPr/>
          <p:nvPr/>
        </p:nvSpPr>
        <p:spPr>
          <a:xfrm>
            <a:off x="10779760" y="3429000"/>
            <a:ext cx="0" cy="203200"/>
          </a:xfrm>
          <a:prstGeom prst="line">
            <a:avLst/>
          </a:prstGeom>
          <a:noFill/>
          <a:ln w="19050">
            <a:solidFill>
              <a:srgbClr val="00008B"/>
            </a:solidFill>
            <a:prstDash val="solid"/>
            <a:headEnd type="triangle"/>
          </a:ln>
        </p:spPr>
      </p:sp>
      <p:sp>
        <p:nvSpPr>
          <p:cNvPr id="445" name="Shape 443"/>
          <p:cNvSpPr/>
          <p:nvPr/>
        </p:nvSpPr>
        <p:spPr>
          <a:xfrm>
            <a:off x="2157730" y="3632200"/>
            <a:ext cx="158750" cy="21209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446" name="Shape 444"/>
          <p:cNvSpPr/>
          <p:nvPr/>
        </p:nvSpPr>
        <p:spPr>
          <a:xfrm>
            <a:off x="2316480" y="3632200"/>
            <a:ext cx="158750" cy="21209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447" name="Shape 445"/>
          <p:cNvSpPr/>
          <p:nvPr/>
        </p:nvSpPr>
        <p:spPr>
          <a:xfrm>
            <a:off x="2475230" y="3632200"/>
            <a:ext cx="158750" cy="21209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448" name="Shape 446"/>
          <p:cNvSpPr/>
          <p:nvPr/>
        </p:nvSpPr>
        <p:spPr>
          <a:xfrm>
            <a:off x="2633980" y="3632200"/>
            <a:ext cx="158750" cy="21209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449" name="Text 447"/>
          <p:cNvSpPr/>
          <p:nvPr/>
        </p:nvSpPr>
        <p:spPr>
          <a:xfrm>
            <a:off x="2310130" y="3613150"/>
            <a:ext cx="330200" cy="250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450" name="Shape 448"/>
          <p:cNvSpPr/>
          <p:nvPr/>
        </p:nvSpPr>
        <p:spPr>
          <a:xfrm>
            <a:off x="3115310" y="3632200"/>
            <a:ext cx="158750" cy="21209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451" name="Shape 449"/>
          <p:cNvSpPr/>
          <p:nvPr/>
        </p:nvSpPr>
        <p:spPr>
          <a:xfrm>
            <a:off x="3274060" y="3632200"/>
            <a:ext cx="158750" cy="21209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452" name="Shape 450"/>
          <p:cNvSpPr/>
          <p:nvPr/>
        </p:nvSpPr>
        <p:spPr>
          <a:xfrm>
            <a:off x="3432810" y="3632200"/>
            <a:ext cx="158750" cy="21209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453" name="Shape 451"/>
          <p:cNvSpPr/>
          <p:nvPr/>
        </p:nvSpPr>
        <p:spPr>
          <a:xfrm>
            <a:off x="3591560" y="3632200"/>
            <a:ext cx="158750" cy="21209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454" name="Text 452"/>
          <p:cNvSpPr/>
          <p:nvPr/>
        </p:nvSpPr>
        <p:spPr>
          <a:xfrm>
            <a:off x="3267710" y="3613150"/>
            <a:ext cx="330200" cy="250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455" name="Shape 453"/>
          <p:cNvSpPr/>
          <p:nvPr/>
        </p:nvSpPr>
        <p:spPr>
          <a:xfrm>
            <a:off x="4080510" y="3632200"/>
            <a:ext cx="158750" cy="21209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456" name="Shape 454"/>
          <p:cNvSpPr/>
          <p:nvPr/>
        </p:nvSpPr>
        <p:spPr>
          <a:xfrm>
            <a:off x="4239260" y="3632200"/>
            <a:ext cx="158750" cy="21209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457" name="Shape 455"/>
          <p:cNvSpPr/>
          <p:nvPr/>
        </p:nvSpPr>
        <p:spPr>
          <a:xfrm>
            <a:off x="4398010" y="3632200"/>
            <a:ext cx="158750" cy="21209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458" name="Shape 456"/>
          <p:cNvSpPr/>
          <p:nvPr/>
        </p:nvSpPr>
        <p:spPr>
          <a:xfrm>
            <a:off x="4556760" y="3632200"/>
            <a:ext cx="158750" cy="21209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459" name="Text 457"/>
          <p:cNvSpPr/>
          <p:nvPr/>
        </p:nvSpPr>
        <p:spPr>
          <a:xfrm>
            <a:off x="4232910" y="3613150"/>
            <a:ext cx="330200" cy="250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460" name="Shape 458"/>
          <p:cNvSpPr/>
          <p:nvPr/>
        </p:nvSpPr>
        <p:spPr>
          <a:xfrm>
            <a:off x="5052060" y="3632200"/>
            <a:ext cx="158750" cy="21209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461" name="Shape 459"/>
          <p:cNvSpPr/>
          <p:nvPr/>
        </p:nvSpPr>
        <p:spPr>
          <a:xfrm>
            <a:off x="5210810" y="3632200"/>
            <a:ext cx="158750" cy="21209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462" name="Shape 460"/>
          <p:cNvSpPr/>
          <p:nvPr/>
        </p:nvSpPr>
        <p:spPr>
          <a:xfrm>
            <a:off x="5369560" y="3632200"/>
            <a:ext cx="158750" cy="21209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463" name="Shape 461"/>
          <p:cNvSpPr/>
          <p:nvPr/>
        </p:nvSpPr>
        <p:spPr>
          <a:xfrm>
            <a:off x="5528310" y="3632200"/>
            <a:ext cx="158750" cy="21209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464" name="Text 462"/>
          <p:cNvSpPr/>
          <p:nvPr/>
        </p:nvSpPr>
        <p:spPr>
          <a:xfrm>
            <a:off x="5204460" y="3613150"/>
            <a:ext cx="330200" cy="250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465" name="Shape 463"/>
          <p:cNvSpPr/>
          <p:nvPr/>
        </p:nvSpPr>
        <p:spPr>
          <a:xfrm>
            <a:off x="6029960" y="3632200"/>
            <a:ext cx="158750" cy="21209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466" name="Shape 464"/>
          <p:cNvSpPr/>
          <p:nvPr/>
        </p:nvSpPr>
        <p:spPr>
          <a:xfrm>
            <a:off x="6188710" y="3632200"/>
            <a:ext cx="158750" cy="21209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467" name="Shape 465"/>
          <p:cNvSpPr/>
          <p:nvPr/>
        </p:nvSpPr>
        <p:spPr>
          <a:xfrm>
            <a:off x="6347460" y="3632200"/>
            <a:ext cx="158750" cy="21209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468" name="Shape 466"/>
          <p:cNvSpPr/>
          <p:nvPr/>
        </p:nvSpPr>
        <p:spPr>
          <a:xfrm>
            <a:off x="6506210" y="3632200"/>
            <a:ext cx="158750" cy="21209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469" name="Text 467"/>
          <p:cNvSpPr/>
          <p:nvPr/>
        </p:nvSpPr>
        <p:spPr>
          <a:xfrm>
            <a:off x="6182360" y="3613150"/>
            <a:ext cx="330200" cy="250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470" name="Shape 468"/>
          <p:cNvSpPr/>
          <p:nvPr/>
        </p:nvSpPr>
        <p:spPr>
          <a:xfrm>
            <a:off x="6973570" y="3632200"/>
            <a:ext cx="158750" cy="21209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471" name="Shape 469"/>
          <p:cNvSpPr/>
          <p:nvPr/>
        </p:nvSpPr>
        <p:spPr>
          <a:xfrm>
            <a:off x="7132320" y="3632200"/>
            <a:ext cx="158750" cy="21209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472" name="Shape 470"/>
          <p:cNvSpPr/>
          <p:nvPr/>
        </p:nvSpPr>
        <p:spPr>
          <a:xfrm>
            <a:off x="7291070" y="3632200"/>
            <a:ext cx="158750" cy="21209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473" name="Shape 471"/>
          <p:cNvSpPr/>
          <p:nvPr/>
        </p:nvSpPr>
        <p:spPr>
          <a:xfrm>
            <a:off x="7449820" y="3632200"/>
            <a:ext cx="158750" cy="21209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474" name="Text 472"/>
          <p:cNvSpPr/>
          <p:nvPr/>
        </p:nvSpPr>
        <p:spPr>
          <a:xfrm>
            <a:off x="7125970" y="3613150"/>
            <a:ext cx="330200" cy="250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475" name="Shape 473"/>
          <p:cNvSpPr/>
          <p:nvPr/>
        </p:nvSpPr>
        <p:spPr>
          <a:xfrm>
            <a:off x="9484360" y="3632200"/>
            <a:ext cx="158750" cy="21209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476" name="Shape 474"/>
          <p:cNvSpPr/>
          <p:nvPr/>
        </p:nvSpPr>
        <p:spPr>
          <a:xfrm>
            <a:off x="9643110" y="3632200"/>
            <a:ext cx="158750" cy="21209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477" name="Shape 475"/>
          <p:cNvSpPr/>
          <p:nvPr/>
        </p:nvSpPr>
        <p:spPr>
          <a:xfrm>
            <a:off x="9801860" y="3632200"/>
            <a:ext cx="158750" cy="21209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478" name="Shape 476"/>
          <p:cNvSpPr/>
          <p:nvPr/>
        </p:nvSpPr>
        <p:spPr>
          <a:xfrm>
            <a:off x="9960610" y="3632200"/>
            <a:ext cx="158750" cy="21209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479" name="Text 477"/>
          <p:cNvSpPr/>
          <p:nvPr/>
        </p:nvSpPr>
        <p:spPr>
          <a:xfrm>
            <a:off x="9636760" y="3613150"/>
            <a:ext cx="330200" cy="250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N-1</a:t>
            </a:r>
            <a:endParaRPr lang="en-US" sz="1400" dirty="0"/>
          </a:p>
        </p:txBody>
      </p:sp>
      <p:sp>
        <p:nvSpPr>
          <p:cNvPr id="480" name="Shape 478"/>
          <p:cNvSpPr/>
          <p:nvPr/>
        </p:nvSpPr>
        <p:spPr>
          <a:xfrm>
            <a:off x="10462260" y="3632200"/>
            <a:ext cx="158750" cy="21209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481" name="Shape 479"/>
          <p:cNvSpPr/>
          <p:nvPr/>
        </p:nvSpPr>
        <p:spPr>
          <a:xfrm>
            <a:off x="10621010" y="3632200"/>
            <a:ext cx="158750" cy="21209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482" name="Shape 480"/>
          <p:cNvSpPr/>
          <p:nvPr/>
        </p:nvSpPr>
        <p:spPr>
          <a:xfrm>
            <a:off x="10779760" y="3632200"/>
            <a:ext cx="158750" cy="21209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483" name="Shape 481"/>
          <p:cNvSpPr/>
          <p:nvPr/>
        </p:nvSpPr>
        <p:spPr>
          <a:xfrm>
            <a:off x="10938510" y="3632200"/>
            <a:ext cx="158750" cy="21209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484" name="Text 482"/>
          <p:cNvSpPr/>
          <p:nvPr/>
        </p:nvSpPr>
        <p:spPr>
          <a:xfrm>
            <a:off x="10614660" y="3613150"/>
            <a:ext cx="330200" cy="250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endParaRPr lang="en-US" sz="1400" dirty="0"/>
          </a:p>
        </p:txBody>
      </p:sp>
      <p:sp>
        <p:nvSpPr>
          <p:cNvPr id="485" name="Shape 483"/>
          <p:cNvSpPr/>
          <p:nvPr/>
        </p:nvSpPr>
        <p:spPr>
          <a:xfrm>
            <a:off x="8009890" y="3688715"/>
            <a:ext cx="99060" cy="99060"/>
          </a:xfrm>
          <a:prstGeom prst="ellipse">
            <a:avLst/>
          </a:prstGeom>
          <a:solidFill>
            <a:srgbClr val="0000CC"/>
          </a:solidFill>
          <a:ln/>
        </p:spPr>
      </p:sp>
      <p:sp>
        <p:nvSpPr>
          <p:cNvPr id="486" name="Shape 484"/>
          <p:cNvSpPr/>
          <p:nvPr/>
        </p:nvSpPr>
        <p:spPr>
          <a:xfrm>
            <a:off x="8256270" y="3688715"/>
            <a:ext cx="99060" cy="99060"/>
          </a:xfrm>
          <a:prstGeom prst="ellipse">
            <a:avLst/>
          </a:prstGeom>
          <a:solidFill>
            <a:srgbClr val="0000CC"/>
          </a:solidFill>
          <a:ln/>
        </p:spPr>
      </p:sp>
      <p:sp>
        <p:nvSpPr>
          <p:cNvPr id="487" name="Shape 485"/>
          <p:cNvSpPr/>
          <p:nvPr/>
        </p:nvSpPr>
        <p:spPr>
          <a:xfrm>
            <a:off x="8492490" y="3688715"/>
            <a:ext cx="99060" cy="99060"/>
          </a:xfrm>
          <a:prstGeom prst="ellipse">
            <a:avLst/>
          </a:prstGeom>
          <a:solidFill>
            <a:srgbClr val="0000CC"/>
          </a:solidFill>
          <a:ln/>
        </p:spPr>
      </p:sp>
      <p:sp>
        <p:nvSpPr>
          <p:cNvPr id="488" name="Shape 486"/>
          <p:cNvSpPr/>
          <p:nvPr/>
        </p:nvSpPr>
        <p:spPr>
          <a:xfrm>
            <a:off x="8729980" y="3688715"/>
            <a:ext cx="99060" cy="99060"/>
          </a:xfrm>
          <a:prstGeom prst="ellipse">
            <a:avLst/>
          </a:prstGeom>
          <a:solidFill>
            <a:srgbClr val="0000CC"/>
          </a:solidFill>
          <a:ln/>
        </p:spPr>
      </p:sp>
      <p:sp>
        <p:nvSpPr>
          <p:cNvPr id="489" name="Shape 487"/>
          <p:cNvSpPr/>
          <p:nvPr/>
        </p:nvSpPr>
        <p:spPr>
          <a:xfrm>
            <a:off x="8936990" y="3688715"/>
            <a:ext cx="99060" cy="99060"/>
          </a:xfrm>
          <a:prstGeom prst="ellipse">
            <a:avLst/>
          </a:prstGeom>
          <a:solidFill>
            <a:srgbClr val="0000CC"/>
          </a:solidFill>
          <a:ln/>
        </p:spPr>
      </p:sp>
      <p:sp>
        <p:nvSpPr>
          <p:cNvPr id="490" name="Shape 488"/>
          <p:cNvSpPr/>
          <p:nvPr/>
        </p:nvSpPr>
        <p:spPr>
          <a:xfrm>
            <a:off x="1628140" y="3948430"/>
            <a:ext cx="9832340" cy="996950"/>
          </a:xfrm>
          <a:prstGeom prst="roundRect">
            <a:avLst>
              <a:gd name="adj" fmla="val 7338"/>
            </a:avLst>
          </a:prstGeom>
          <a:solidFill>
            <a:srgbClr val="E2EFDA"/>
          </a:solidFill>
          <a:ln w="15875">
            <a:solidFill>
              <a:srgbClr val="00B050"/>
            </a:solidFill>
            <a:prstDash val="dashDot"/>
          </a:ln>
        </p:spPr>
      </p:sp>
      <p:sp>
        <p:nvSpPr>
          <p:cNvPr id="491" name="Shape 489"/>
          <p:cNvSpPr/>
          <p:nvPr/>
        </p:nvSpPr>
        <p:spPr>
          <a:xfrm>
            <a:off x="2077720" y="4093210"/>
            <a:ext cx="9080500" cy="359410"/>
          </a:xfrm>
          <a:prstGeom prst="rect">
            <a:avLst/>
          </a:prstGeom>
          <a:solidFill>
            <a:srgbClr val="D9D9D9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492" name="Text 490"/>
          <p:cNvSpPr/>
          <p:nvPr/>
        </p:nvSpPr>
        <p:spPr>
          <a:xfrm>
            <a:off x="2077720" y="4093210"/>
            <a:ext cx="9080500" cy="359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6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</a:t>
            </a:r>
            <a:pPr algn="ctr" indent="0" marL="0">
              <a:lnSpc>
                <a:spcPts val="2000"/>
              </a:lnSpc>
              <a:buNone/>
            </a:pPr>
            <a:r>
              <a:rPr lang="en-US" sz="16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Normalization</a:t>
            </a:r>
            <a:endParaRPr lang="en-US" sz="1600" dirty="0"/>
          </a:p>
        </p:txBody>
      </p:sp>
      <p:pic>
        <p:nvPicPr>
          <p:cNvPr id="493" name="Image 0" descr="/home/ahmed/Projects/ai_llm_slides/videos/deep-learning/002_transformers_part2/recreated_pptx/build/assets/s038_orangearr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14830" y="4617720"/>
            <a:ext cx="685800" cy="1892300"/>
          </a:xfrm>
          <a:prstGeom prst="rect">
            <a:avLst/>
          </a:prstGeom>
        </p:spPr>
      </p:pic>
      <p:pic>
        <p:nvPicPr>
          <p:cNvPr id="494" name="Image 1" descr="/home/ahmed/Projects/ai_llm_slides/videos/deep-learning/002_transformers_part2/recreated_pptx/build/assets/s038_orangearr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2410" y="4617720"/>
            <a:ext cx="685800" cy="1892300"/>
          </a:xfrm>
          <a:prstGeom prst="rect">
            <a:avLst/>
          </a:prstGeom>
        </p:spPr>
      </p:pic>
      <p:pic>
        <p:nvPicPr>
          <p:cNvPr id="495" name="Image 2" descr="/home/ahmed/Projects/ai_llm_slides/videos/deep-learning/002_transformers_part2/recreated_pptx/build/assets/s038_orangearr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7610" y="4617720"/>
            <a:ext cx="685800" cy="1892300"/>
          </a:xfrm>
          <a:prstGeom prst="rect">
            <a:avLst/>
          </a:prstGeom>
        </p:spPr>
      </p:pic>
      <p:pic>
        <p:nvPicPr>
          <p:cNvPr id="496" name="Image 3" descr="/home/ahmed/Projects/ai_llm_slides/videos/deep-learning/002_transformers_part2/recreated_pptx/build/assets/s038_orangearr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4617720"/>
            <a:ext cx="685800" cy="1892300"/>
          </a:xfrm>
          <a:prstGeom prst="rect">
            <a:avLst/>
          </a:prstGeom>
        </p:spPr>
      </p:pic>
      <p:pic>
        <p:nvPicPr>
          <p:cNvPr id="497" name="Image 4" descr="/home/ahmed/Projects/ai_llm_slides/videos/deep-learning/002_transformers_part2/recreated_pptx/build/assets/s038_orangearro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87060" y="4617720"/>
            <a:ext cx="685800" cy="1892300"/>
          </a:xfrm>
          <a:prstGeom prst="rect">
            <a:avLst/>
          </a:prstGeom>
        </p:spPr>
      </p:pic>
      <p:pic>
        <p:nvPicPr>
          <p:cNvPr id="498" name="Image 5" descr="/home/ahmed/Projects/ai_llm_slides/videos/deep-learning/002_transformers_part2/recreated_pptx/build/assets/s038_orangearro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30670" y="4617720"/>
            <a:ext cx="685800" cy="1892300"/>
          </a:xfrm>
          <a:prstGeom prst="rect">
            <a:avLst/>
          </a:prstGeom>
        </p:spPr>
      </p:pic>
      <p:pic>
        <p:nvPicPr>
          <p:cNvPr id="499" name="Image 6" descr="/home/ahmed/Projects/ai_llm_slides/videos/deep-learning/002_transformers_part2/recreated_pptx/build/assets/s038_orangearrow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1460" y="4617720"/>
            <a:ext cx="685800" cy="1892300"/>
          </a:xfrm>
          <a:prstGeom prst="rect">
            <a:avLst/>
          </a:prstGeom>
        </p:spPr>
      </p:pic>
      <p:pic>
        <p:nvPicPr>
          <p:cNvPr id="500" name="Image 7" descr="/home/ahmed/Projects/ai_llm_slides/videos/deep-learning/002_transformers_part2/recreated_pptx/build/assets/s038_orangearrow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19360" y="4617720"/>
            <a:ext cx="685800" cy="1892300"/>
          </a:xfrm>
          <a:prstGeom prst="rect">
            <a:avLst/>
          </a:prstGeom>
        </p:spPr>
      </p:pic>
      <p:sp>
        <p:nvSpPr>
          <p:cNvPr id="501" name="Shape 491"/>
          <p:cNvSpPr/>
          <p:nvPr/>
        </p:nvSpPr>
        <p:spPr>
          <a:xfrm>
            <a:off x="2157730" y="5013960"/>
            <a:ext cx="158750" cy="22860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02" name="Shape 492"/>
          <p:cNvSpPr/>
          <p:nvPr/>
        </p:nvSpPr>
        <p:spPr>
          <a:xfrm>
            <a:off x="2316480" y="5013960"/>
            <a:ext cx="158750" cy="22860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03" name="Shape 493"/>
          <p:cNvSpPr/>
          <p:nvPr/>
        </p:nvSpPr>
        <p:spPr>
          <a:xfrm>
            <a:off x="2475230" y="5013960"/>
            <a:ext cx="158750" cy="22860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04" name="Shape 494"/>
          <p:cNvSpPr/>
          <p:nvPr/>
        </p:nvSpPr>
        <p:spPr>
          <a:xfrm>
            <a:off x="2633980" y="5013960"/>
            <a:ext cx="158750" cy="22860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05" name="Text 495"/>
          <p:cNvSpPr/>
          <p:nvPr/>
        </p:nvSpPr>
        <p:spPr>
          <a:xfrm>
            <a:off x="2310130" y="4994910"/>
            <a:ext cx="330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506" name="Shape 496"/>
          <p:cNvSpPr/>
          <p:nvPr/>
        </p:nvSpPr>
        <p:spPr>
          <a:xfrm>
            <a:off x="3115310" y="5013960"/>
            <a:ext cx="158750" cy="22860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07" name="Shape 497"/>
          <p:cNvSpPr/>
          <p:nvPr/>
        </p:nvSpPr>
        <p:spPr>
          <a:xfrm>
            <a:off x="3274060" y="5013960"/>
            <a:ext cx="158750" cy="22860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08" name="Shape 498"/>
          <p:cNvSpPr/>
          <p:nvPr/>
        </p:nvSpPr>
        <p:spPr>
          <a:xfrm>
            <a:off x="3432810" y="5013960"/>
            <a:ext cx="158750" cy="22860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09" name="Shape 499"/>
          <p:cNvSpPr/>
          <p:nvPr/>
        </p:nvSpPr>
        <p:spPr>
          <a:xfrm>
            <a:off x="3591560" y="5013960"/>
            <a:ext cx="158750" cy="22860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10" name="Text 500"/>
          <p:cNvSpPr/>
          <p:nvPr/>
        </p:nvSpPr>
        <p:spPr>
          <a:xfrm>
            <a:off x="3267710" y="4994910"/>
            <a:ext cx="330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511" name="Shape 501"/>
          <p:cNvSpPr/>
          <p:nvPr/>
        </p:nvSpPr>
        <p:spPr>
          <a:xfrm>
            <a:off x="4080510" y="5013960"/>
            <a:ext cx="158750" cy="22860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12" name="Shape 502"/>
          <p:cNvSpPr/>
          <p:nvPr/>
        </p:nvSpPr>
        <p:spPr>
          <a:xfrm>
            <a:off x="4239260" y="5013960"/>
            <a:ext cx="158750" cy="22860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13" name="Shape 503"/>
          <p:cNvSpPr/>
          <p:nvPr/>
        </p:nvSpPr>
        <p:spPr>
          <a:xfrm>
            <a:off x="4398010" y="5013960"/>
            <a:ext cx="158750" cy="22860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14" name="Shape 504"/>
          <p:cNvSpPr/>
          <p:nvPr/>
        </p:nvSpPr>
        <p:spPr>
          <a:xfrm>
            <a:off x="4556760" y="5013960"/>
            <a:ext cx="158750" cy="22860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15" name="Text 505"/>
          <p:cNvSpPr/>
          <p:nvPr/>
        </p:nvSpPr>
        <p:spPr>
          <a:xfrm>
            <a:off x="4232910" y="4994910"/>
            <a:ext cx="330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516" name="Shape 506"/>
          <p:cNvSpPr/>
          <p:nvPr/>
        </p:nvSpPr>
        <p:spPr>
          <a:xfrm>
            <a:off x="5052060" y="5013960"/>
            <a:ext cx="158750" cy="22860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17" name="Shape 507"/>
          <p:cNvSpPr/>
          <p:nvPr/>
        </p:nvSpPr>
        <p:spPr>
          <a:xfrm>
            <a:off x="5210810" y="5013960"/>
            <a:ext cx="158750" cy="22860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18" name="Shape 508"/>
          <p:cNvSpPr/>
          <p:nvPr/>
        </p:nvSpPr>
        <p:spPr>
          <a:xfrm>
            <a:off x="5369560" y="5013960"/>
            <a:ext cx="158750" cy="22860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19" name="Shape 509"/>
          <p:cNvSpPr/>
          <p:nvPr/>
        </p:nvSpPr>
        <p:spPr>
          <a:xfrm>
            <a:off x="5528310" y="5013960"/>
            <a:ext cx="158750" cy="22860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20" name="Text 510"/>
          <p:cNvSpPr/>
          <p:nvPr/>
        </p:nvSpPr>
        <p:spPr>
          <a:xfrm>
            <a:off x="5204460" y="4994910"/>
            <a:ext cx="330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521" name="Shape 511"/>
          <p:cNvSpPr/>
          <p:nvPr/>
        </p:nvSpPr>
        <p:spPr>
          <a:xfrm>
            <a:off x="6029960" y="5013960"/>
            <a:ext cx="158750" cy="22860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22" name="Shape 512"/>
          <p:cNvSpPr/>
          <p:nvPr/>
        </p:nvSpPr>
        <p:spPr>
          <a:xfrm>
            <a:off x="6188710" y="5013960"/>
            <a:ext cx="158750" cy="22860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23" name="Shape 513"/>
          <p:cNvSpPr/>
          <p:nvPr/>
        </p:nvSpPr>
        <p:spPr>
          <a:xfrm>
            <a:off x="6347460" y="5013960"/>
            <a:ext cx="158750" cy="22860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24" name="Shape 514"/>
          <p:cNvSpPr/>
          <p:nvPr/>
        </p:nvSpPr>
        <p:spPr>
          <a:xfrm>
            <a:off x="6506210" y="5013960"/>
            <a:ext cx="158750" cy="22860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25" name="Text 515"/>
          <p:cNvSpPr/>
          <p:nvPr/>
        </p:nvSpPr>
        <p:spPr>
          <a:xfrm>
            <a:off x="6182360" y="4994910"/>
            <a:ext cx="330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526" name="Shape 516"/>
          <p:cNvSpPr/>
          <p:nvPr/>
        </p:nvSpPr>
        <p:spPr>
          <a:xfrm>
            <a:off x="6973570" y="5013960"/>
            <a:ext cx="158750" cy="22860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27" name="Shape 517"/>
          <p:cNvSpPr/>
          <p:nvPr/>
        </p:nvSpPr>
        <p:spPr>
          <a:xfrm>
            <a:off x="7132320" y="5013960"/>
            <a:ext cx="158750" cy="22860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28" name="Shape 518"/>
          <p:cNvSpPr/>
          <p:nvPr/>
        </p:nvSpPr>
        <p:spPr>
          <a:xfrm>
            <a:off x="7291070" y="5013960"/>
            <a:ext cx="158750" cy="22860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29" name="Shape 519"/>
          <p:cNvSpPr/>
          <p:nvPr/>
        </p:nvSpPr>
        <p:spPr>
          <a:xfrm>
            <a:off x="7449820" y="5013960"/>
            <a:ext cx="158750" cy="22860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30" name="Text 520"/>
          <p:cNvSpPr/>
          <p:nvPr/>
        </p:nvSpPr>
        <p:spPr>
          <a:xfrm>
            <a:off x="7125970" y="4994910"/>
            <a:ext cx="330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531" name="Shape 521"/>
          <p:cNvSpPr/>
          <p:nvPr/>
        </p:nvSpPr>
        <p:spPr>
          <a:xfrm>
            <a:off x="9484360" y="5013960"/>
            <a:ext cx="158750" cy="22860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32" name="Shape 522"/>
          <p:cNvSpPr/>
          <p:nvPr/>
        </p:nvSpPr>
        <p:spPr>
          <a:xfrm>
            <a:off x="9643110" y="5013960"/>
            <a:ext cx="158750" cy="22860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33" name="Shape 523"/>
          <p:cNvSpPr/>
          <p:nvPr/>
        </p:nvSpPr>
        <p:spPr>
          <a:xfrm>
            <a:off x="9801860" y="5013960"/>
            <a:ext cx="158750" cy="22860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34" name="Shape 524"/>
          <p:cNvSpPr/>
          <p:nvPr/>
        </p:nvSpPr>
        <p:spPr>
          <a:xfrm>
            <a:off x="9960610" y="5013960"/>
            <a:ext cx="158750" cy="22860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35" name="Text 525"/>
          <p:cNvSpPr/>
          <p:nvPr/>
        </p:nvSpPr>
        <p:spPr>
          <a:xfrm>
            <a:off x="9636760" y="4994910"/>
            <a:ext cx="330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N-1</a:t>
            </a:r>
            <a:endParaRPr lang="en-US" sz="1400" dirty="0"/>
          </a:p>
        </p:txBody>
      </p:sp>
      <p:sp>
        <p:nvSpPr>
          <p:cNvPr id="536" name="Shape 526"/>
          <p:cNvSpPr/>
          <p:nvPr/>
        </p:nvSpPr>
        <p:spPr>
          <a:xfrm>
            <a:off x="10462260" y="5013960"/>
            <a:ext cx="158750" cy="22860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37" name="Shape 527"/>
          <p:cNvSpPr/>
          <p:nvPr/>
        </p:nvSpPr>
        <p:spPr>
          <a:xfrm>
            <a:off x="10621010" y="5013960"/>
            <a:ext cx="158750" cy="22860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38" name="Shape 528"/>
          <p:cNvSpPr/>
          <p:nvPr/>
        </p:nvSpPr>
        <p:spPr>
          <a:xfrm>
            <a:off x="10779760" y="5013960"/>
            <a:ext cx="158750" cy="22860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39" name="Shape 529"/>
          <p:cNvSpPr/>
          <p:nvPr/>
        </p:nvSpPr>
        <p:spPr>
          <a:xfrm>
            <a:off x="10938510" y="5013960"/>
            <a:ext cx="158750" cy="22860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40" name="Text 530"/>
          <p:cNvSpPr/>
          <p:nvPr/>
        </p:nvSpPr>
        <p:spPr>
          <a:xfrm>
            <a:off x="10614660" y="4994910"/>
            <a:ext cx="330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endParaRPr lang="en-US" sz="1400" dirty="0"/>
          </a:p>
        </p:txBody>
      </p:sp>
      <p:sp>
        <p:nvSpPr>
          <p:cNvPr id="541" name="Shape 531"/>
          <p:cNvSpPr/>
          <p:nvPr/>
        </p:nvSpPr>
        <p:spPr>
          <a:xfrm>
            <a:off x="8009890" y="5078730"/>
            <a:ext cx="99060" cy="99060"/>
          </a:xfrm>
          <a:prstGeom prst="ellipse">
            <a:avLst/>
          </a:prstGeom>
          <a:solidFill>
            <a:srgbClr val="0000CC"/>
          </a:solidFill>
          <a:ln/>
        </p:spPr>
      </p:sp>
      <p:sp>
        <p:nvSpPr>
          <p:cNvPr id="542" name="Shape 532"/>
          <p:cNvSpPr/>
          <p:nvPr/>
        </p:nvSpPr>
        <p:spPr>
          <a:xfrm>
            <a:off x="8256270" y="5078730"/>
            <a:ext cx="99060" cy="99060"/>
          </a:xfrm>
          <a:prstGeom prst="ellipse">
            <a:avLst/>
          </a:prstGeom>
          <a:solidFill>
            <a:srgbClr val="0000CC"/>
          </a:solidFill>
          <a:ln/>
        </p:spPr>
      </p:sp>
      <p:sp>
        <p:nvSpPr>
          <p:cNvPr id="543" name="Shape 533"/>
          <p:cNvSpPr/>
          <p:nvPr/>
        </p:nvSpPr>
        <p:spPr>
          <a:xfrm>
            <a:off x="8492490" y="5078730"/>
            <a:ext cx="99060" cy="99060"/>
          </a:xfrm>
          <a:prstGeom prst="ellipse">
            <a:avLst/>
          </a:prstGeom>
          <a:solidFill>
            <a:srgbClr val="0000CC"/>
          </a:solidFill>
          <a:ln/>
        </p:spPr>
      </p:sp>
      <p:sp>
        <p:nvSpPr>
          <p:cNvPr id="544" name="Shape 534"/>
          <p:cNvSpPr/>
          <p:nvPr/>
        </p:nvSpPr>
        <p:spPr>
          <a:xfrm>
            <a:off x="8729980" y="5078730"/>
            <a:ext cx="99060" cy="99060"/>
          </a:xfrm>
          <a:prstGeom prst="ellipse">
            <a:avLst/>
          </a:prstGeom>
          <a:solidFill>
            <a:srgbClr val="0000CC"/>
          </a:solidFill>
          <a:ln/>
        </p:spPr>
      </p:sp>
      <p:sp>
        <p:nvSpPr>
          <p:cNvPr id="545" name="Shape 535"/>
          <p:cNvSpPr/>
          <p:nvPr/>
        </p:nvSpPr>
        <p:spPr>
          <a:xfrm>
            <a:off x="8936990" y="5078730"/>
            <a:ext cx="99060" cy="99060"/>
          </a:xfrm>
          <a:prstGeom prst="ellipse">
            <a:avLst/>
          </a:prstGeom>
          <a:solidFill>
            <a:srgbClr val="0000CC"/>
          </a:solidFill>
          <a:ln/>
        </p:spPr>
      </p:sp>
      <p:sp>
        <p:nvSpPr>
          <p:cNvPr id="546" name="Shape 536"/>
          <p:cNvSpPr/>
          <p:nvPr/>
        </p:nvSpPr>
        <p:spPr>
          <a:xfrm>
            <a:off x="2376170" y="4598670"/>
            <a:ext cx="198120" cy="198120"/>
          </a:xfrm>
          <a:prstGeom prst="ellipse">
            <a:avLst/>
          </a:prstGeom>
          <a:solidFill>
            <a:srgbClr val="990000"/>
          </a:solidFill>
          <a:ln w="19050">
            <a:solidFill>
              <a:srgbClr val="7F0000"/>
            </a:solidFill>
            <a:prstDash val="solid"/>
          </a:ln>
        </p:spPr>
      </p:sp>
      <p:sp>
        <p:nvSpPr>
          <p:cNvPr id="547" name="Text 537"/>
          <p:cNvSpPr/>
          <p:nvPr/>
        </p:nvSpPr>
        <p:spPr>
          <a:xfrm>
            <a:off x="2376170" y="4598670"/>
            <a:ext cx="1981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548" name="Shape 538"/>
          <p:cNvSpPr/>
          <p:nvPr/>
        </p:nvSpPr>
        <p:spPr>
          <a:xfrm>
            <a:off x="3333750" y="4598670"/>
            <a:ext cx="198120" cy="198120"/>
          </a:xfrm>
          <a:prstGeom prst="ellipse">
            <a:avLst/>
          </a:prstGeom>
          <a:solidFill>
            <a:srgbClr val="990000"/>
          </a:solidFill>
          <a:ln w="19050">
            <a:solidFill>
              <a:srgbClr val="7F0000"/>
            </a:solidFill>
            <a:prstDash val="solid"/>
          </a:ln>
        </p:spPr>
      </p:sp>
      <p:sp>
        <p:nvSpPr>
          <p:cNvPr id="549" name="Text 539"/>
          <p:cNvSpPr/>
          <p:nvPr/>
        </p:nvSpPr>
        <p:spPr>
          <a:xfrm>
            <a:off x="3333750" y="4598670"/>
            <a:ext cx="1981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550" name="Shape 540"/>
          <p:cNvSpPr/>
          <p:nvPr/>
        </p:nvSpPr>
        <p:spPr>
          <a:xfrm>
            <a:off x="4298950" y="4598670"/>
            <a:ext cx="198120" cy="198120"/>
          </a:xfrm>
          <a:prstGeom prst="ellipse">
            <a:avLst/>
          </a:prstGeom>
          <a:solidFill>
            <a:srgbClr val="990000"/>
          </a:solidFill>
          <a:ln w="19050">
            <a:solidFill>
              <a:srgbClr val="7F0000"/>
            </a:solidFill>
            <a:prstDash val="solid"/>
          </a:ln>
        </p:spPr>
      </p:sp>
      <p:sp>
        <p:nvSpPr>
          <p:cNvPr id="551" name="Text 541"/>
          <p:cNvSpPr/>
          <p:nvPr/>
        </p:nvSpPr>
        <p:spPr>
          <a:xfrm>
            <a:off x="4298950" y="4598670"/>
            <a:ext cx="1981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552" name="Shape 542"/>
          <p:cNvSpPr/>
          <p:nvPr/>
        </p:nvSpPr>
        <p:spPr>
          <a:xfrm>
            <a:off x="5270500" y="4598670"/>
            <a:ext cx="198120" cy="198120"/>
          </a:xfrm>
          <a:prstGeom prst="ellipse">
            <a:avLst/>
          </a:prstGeom>
          <a:solidFill>
            <a:srgbClr val="990000"/>
          </a:solidFill>
          <a:ln w="19050">
            <a:solidFill>
              <a:srgbClr val="7F0000"/>
            </a:solidFill>
            <a:prstDash val="solid"/>
          </a:ln>
        </p:spPr>
      </p:sp>
      <p:sp>
        <p:nvSpPr>
          <p:cNvPr id="553" name="Text 543"/>
          <p:cNvSpPr/>
          <p:nvPr/>
        </p:nvSpPr>
        <p:spPr>
          <a:xfrm>
            <a:off x="5270500" y="4598670"/>
            <a:ext cx="1981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554" name="Shape 544"/>
          <p:cNvSpPr/>
          <p:nvPr/>
        </p:nvSpPr>
        <p:spPr>
          <a:xfrm>
            <a:off x="6248400" y="4598670"/>
            <a:ext cx="198120" cy="198120"/>
          </a:xfrm>
          <a:prstGeom prst="ellipse">
            <a:avLst/>
          </a:prstGeom>
          <a:solidFill>
            <a:srgbClr val="990000"/>
          </a:solidFill>
          <a:ln w="19050">
            <a:solidFill>
              <a:srgbClr val="7F0000"/>
            </a:solidFill>
            <a:prstDash val="solid"/>
          </a:ln>
        </p:spPr>
      </p:sp>
      <p:sp>
        <p:nvSpPr>
          <p:cNvPr id="555" name="Text 545"/>
          <p:cNvSpPr/>
          <p:nvPr/>
        </p:nvSpPr>
        <p:spPr>
          <a:xfrm>
            <a:off x="6248400" y="4598670"/>
            <a:ext cx="1981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556" name="Shape 546"/>
          <p:cNvSpPr/>
          <p:nvPr/>
        </p:nvSpPr>
        <p:spPr>
          <a:xfrm>
            <a:off x="7192010" y="4598670"/>
            <a:ext cx="198120" cy="198120"/>
          </a:xfrm>
          <a:prstGeom prst="ellipse">
            <a:avLst/>
          </a:prstGeom>
          <a:solidFill>
            <a:srgbClr val="990000"/>
          </a:solidFill>
          <a:ln w="19050">
            <a:solidFill>
              <a:srgbClr val="7F0000"/>
            </a:solidFill>
            <a:prstDash val="solid"/>
          </a:ln>
        </p:spPr>
      </p:sp>
      <p:sp>
        <p:nvSpPr>
          <p:cNvPr id="557" name="Text 547"/>
          <p:cNvSpPr/>
          <p:nvPr/>
        </p:nvSpPr>
        <p:spPr>
          <a:xfrm>
            <a:off x="7192010" y="4598670"/>
            <a:ext cx="1981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558" name="Shape 548"/>
          <p:cNvSpPr/>
          <p:nvPr/>
        </p:nvSpPr>
        <p:spPr>
          <a:xfrm>
            <a:off x="9702800" y="4598670"/>
            <a:ext cx="198120" cy="198120"/>
          </a:xfrm>
          <a:prstGeom prst="ellipse">
            <a:avLst/>
          </a:prstGeom>
          <a:solidFill>
            <a:srgbClr val="990000"/>
          </a:solidFill>
          <a:ln w="19050">
            <a:solidFill>
              <a:srgbClr val="7F0000"/>
            </a:solidFill>
            <a:prstDash val="solid"/>
          </a:ln>
        </p:spPr>
      </p:sp>
      <p:sp>
        <p:nvSpPr>
          <p:cNvPr id="559" name="Text 549"/>
          <p:cNvSpPr/>
          <p:nvPr/>
        </p:nvSpPr>
        <p:spPr>
          <a:xfrm>
            <a:off x="9702800" y="4598670"/>
            <a:ext cx="1981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560" name="Shape 550"/>
          <p:cNvSpPr/>
          <p:nvPr/>
        </p:nvSpPr>
        <p:spPr>
          <a:xfrm>
            <a:off x="10680700" y="4598670"/>
            <a:ext cx="198120" cy="198120"/>
          </a:xfrm>
          <a:prstGeom prst="ellipse">
            <a:avLst/>
          </a:prstGeom>
          <a:solidFill>
            <a:srgbClr val="990000"/>
          </a:solidFill>
          <a:ln w="19050">
            <a:solidFill>
              <a:srgbClr val="7F0000"/>
            </a:solidFill>
            <a:prstDash val="solid"/>
          </a:ln>
        </p:spPr>
      </p:sp>
      <p:sp>
        <p:nvSpPr>
          <p:cNvPr id="561" name="Text 551"/>
          <p:cNvSpPr/>
          <p:nvPr/>
        </p:nvSpPr>
        <p:spPr>
          <a:xfrm>
            <a:off x="10680700" y="4598670"/>
            <a:ext cx="1981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562" name="Shape 552"/>
          <p:cNvSpPr/>
          <p:nvPr/>
        </p:nvSpPr>
        <p:spPr>
          <a:xfrm>
            <a:off x="2475230" y="4457700"/>
            <a:ext cx="0" cy="140970"/>
          </a:xfrm>
          <a:prstGeom prst="line">
            <a:avLst/>
          </a:prstGeom>
          <a:noFill/>
          <a:ln w="22225">
            <a:solidFill>
              <a:srgbClr val="00B050"/>
            </a:solidFill>
            <a:prstDash val="solid"/>
            <a:headEnd type="triangle"/>
          </a:ln>
        </p:spPr>
      </p:sp>
      <p:sp>
        <p:nvSpPr>
          <p:cNvPr id="563" name="Shape 553"/>
          <p:cNvSpPr/>
          <p:nvPr/>
        </p:nvSpPr>
        <p:spPr>
          <a:xfrm>
            <a:off x="2475230" y="4796790"/>
            <a:ext cx="0" cy="217170"/>
          </a:xfrm>
          <a:prstGeom prst="line">
            <a:avLst/>
          </a:prstGeom>
          <a:noFill/>
          <a:ln w="19050">
            <a:solidFill>
              <a:srgbClr val="00008B"/>
            </a:solidFill>
            <a:prstDash val="solid"/>
            <a:headEnd type="triangle"/>
          </a:ln>
        </p:spPr>
      </p:sp>
      <p:sp>
        <p:nvSpPr>
          <p:cNvPr id="564" name="Shape 554"/>
          <p:cNvSpPr/>
          <p:nvPr/>
        </p:nvSpPr>
        <p:spPr>
          <a:xfrm>
            <a:off x="2475230" y="3841750"/>
            <a:ext cx="0" cy="251460"/>
          </a:xfrm>
          <a:prstGeom prst="line">
            <a:avLst/>
          </a:prstGeom>
          <a:noFill/>
          <a:ln w="22225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565" name="Shape 555"/>
          <p:cNvSpPr/>
          <p:nvPr/>
        </p:nvSpPr>
        <p:spPr>
          <a:xfrm>
            <a:off x="3432810" y="4457700"/>
            <a:ext cx="0" cy="140970"/>
          </a:xfrm>
          <a:prstGeom prst="line">
            <a:avLst/>
          </a:prstGeom>
          <a:noFill/>
          <a:ln w="22225">
            <a:solidFill>
              <a:srgbClr val="00B050"/>
            </a:solidFill>
            <a:prstDash val="solid"/>
            <a:headEnd type="triangle"/>
          </a:ln>
        </p:spPr>
      </p:sp>
      <p:sp>
        <p:nvSpPr>
          <p:cNvPr id="566" name="Shape 556"/>
          <p:cNvSpPr/>
          <p:nvPr/>
        </p:nvSpPr>
        <p:spPr>
          <a:xfrm>
            <a:off x="3432810" y="4796790"/>
            <a:ext cx="0" cy="217170"/>
          </a:xfrm>
          <a:prstGeom prst="line">
            <a:avLst/>
          </a:prstGeom>
          <a:noFill/>
          <a:ln w="19050">
            <a:solidFill>
              <a:srgbClr val="00008B"/>
            </a:solidFill>
            <a:prstDash val="solid"/>
            <a:headEnd type="triangle"/>
          </a:ln>
        </p:spPr>
      </p:sp>
      <p:sp>
        <p:nvSpPr>
          <p:cNvPr id="567" name="Shape 557"/>
          <p:cNvSpPr/>
          <p:nvPr/>
        </p:nvSpPr>
        <p:spPr>
          <a:xfrm>
            <a:off x="3432810" y="3841750"/>
            <a:ext cx="0" cy="251460"/>
          </a:xfrm>
          <a:prstGeom prst="line">
            <a:avLst/>
          </a:prstGeom>
          <a:noFill/>
          <a:ln w="22225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568" name="Shape 558"/>
          <p:cNvSpPr/>
          <p:nvPr/>
        </p:nvSpPr>
        <p:spPr>
          <a:xfrm>
            <a:off x="4398010" y="4457700"/>
            <a:ext cx="0" cy="140970"/>
          </a:xfrm>
          <a:prstGeom prst="line">
            <a:avLst/>
          </a:prstGeom>
          <a:noFill/>
          <a:ln w="22225">
            <a:solidFill>
              <a:srgbClr val="00B050"/>
            </a:solidFill>
            <a:prstDash val="solid"/>
            <a:headEnd type="triangle"/>
          </a:ln>
        </p:spPr>
      </p:sp>
      <p:sp>
        <p:nvSpPr>
          <p:cNvPr id="569" name="Shape 559"/>
          <p:cNvSpPr/>
          <p:nvPr/>
        </p:nvSpPr>
        <p:spPr>
          <a:xfrm>
            <a:off x="4398010" y="4796790"/>
            <a:ext cx="0" cy="217170"/>
          </a:xfrm>
          <a:prstGeom prst="line">
            <a:avLst/>
          </a:prstGeom>
          <a:noFill/>
          <a:ln w="19050">
            <a:solidFill>
              <a:srgbClr val="00008B"/>
            </a:solidFill>
            <a:prstDash val="solid"/>
            <a:headEnd type="triangle"/>
          </a:ln>
        </p:spPr>
      </p:sp>
      <p:sp>
        <p:nvSpPr>
          <p:cNvPr id="570" name="Shape 560"/>
          <p:cNvSpPr/>
          <p:nvPr/>
        </p:nvSpPr>
        <p:spPr>
          <a:xfrm>
            <a:off x="4398010" y="3841750"/>
            <a:ext cx="0" cy="251460"/>
          </a:xfrm>
          <a:prstGeom prst="line">
            <a:avLst/>
          </a:prstGeom>
          <a:noFill/>
          <a:ln w="22225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571" name="Shape 561"/>
          <p:cNvSpPr/>
          <p:nvPr/>
        </p:nvSpPr>
        <p:spPr>
          <a:xfrm>
            <a:off x="5369560" y="4457700"/>
            <a:ext cx="0" cy="140970"/>
          </a:xfrm>
          <a:prstGeom prst="line">
            <a:avLst/>
          </a:prstGeom>
          <a:noFill/>
          <a:ln w="22225">
            <a:solidFill>
              <a:srgbClr val="00B050"/>
            </a:solidFill>
            <a:prstDash val="solid"/>
            <a:headEnd type="triangle"/>
          </a:ln>
        </p:spPr>
      </p:sp>
      <p:sp>
        <p:nvSpPr>
          <p:cNvPr id="572" name="Shape 562"/>
          <p:cNvSpPr/>
          <p:nvPr/>
        </p:nvSpPr>
        <p:spPr>
          <a:xfrm>
            <a:off x="5369560" y="4796790"/>
            <a:ext cx="0" cy="217170"/>
          </a:xfrm>
          <a:prstGeom prst="line">
            <a:avLst/>
          </a:prstGeom>
          <a:noFill/>
          <a:ln w="19050">
            <a:solidFill>
              <a:srgbClr val="00008B"/>
            </a:solidFill>
            <a:prstDash val="solid"/>
            <a:headEnd type="triangle"/>
          </a:ln>
        </p:spPr>
      </p:sp>
      <p:sp>
        <p:nvSpPr>
          <p:cNvPr id="573" name="Shape 563"/>
          <p:cNvSpPr/>
          <p:nvPr/>
        </p:nvSpPr>
        <p:spPr>
          <a:xfrm>
            <a:off x="5369560" y="3841750"/>
            <a:ext cx="0" cy="251460"/>
          </a:xfrm>
          <a:prstGeom prst="line">
            <a:avLst/>
          </a:prstGeom>
          <a:noFill/>
          <a:ln w="22225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574" name="Shape 564"/>
          <p:cNvSpPr/>
          <p:nvPr/>
        </p:nvSpPr>
        <p:spPr>
          <a:xfrm>
            <a:off x="6347460" y="4457700"/>
            <a:ext cx="0" cy="140970"/>
          </a:xfrm>
          <a:prstGeom prst="line">
            <a:avLst/>
          </a:prstGeom>
          <a:noFill/>
          <a:ln w="22225">
            <a:solidFill>
              <a:srgbClr val="00B050"/>
            </a:solidFill>
            <a:prstDash val="solid"/>
            <a:headEnd type="triangle"/>
          </a:ln>
        </p:spPr>
      </p:sp>
      <p:sp>
        <p:nvSpPr>
          <p:cNvPr id="575" name="Shape 565"/>
          <p:cNvSpPr/>
          <p:nvPr/>
        </p:nvSpPr>
        <p:spPr>
          <a:xfrm>
            <a:off x="6347460" y="4796790"/>
            <a:ext cx="0" cy="217170"/>
          </a:xfrm>
          <a:prstGeom prst="line">
            <a:avLst/>
          </a:prstGeom>
          <a:noFill/>
          <a:ln w="19050">
            <a:solidFill>
              <a:srgbClr val="00008B"/>
            </a:solidFill>
            <a:prstDash val="solid"/>
            <a:headEnd type="triangle"/>
          </a:ln>
        </p:spPr>
      </p:sp>
      <p:sp>
        <p:nvSpPr>
          <p:cNvPr id="576" name="Shape 566"/>
          <p:cNvSpPr/>
          <p:nvPr/>
        </p:nvSpPr>
        <p:spPr>
          <a:xfrm>
            <a:off x="6347460" y="3841750"/>
            <a:ext cx="0" cy="251460"/>
          </a:xfrm>
          <a:prstGeom prst="line">
            <a:avLst/>
          </a:prstGeom>
          <a:noFill/>
          <a:ln w="22225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577" name="Shape 567"/>
          <p:cNvSpPr/>
          <p:nvPr/>
        </p:nvSpPr>
        <p:spPr>
          <a:xfrm>
            <a:off x="7291070" y="4457700"/>
            <a:ext cx="0" cy="140970"/>
          </a:xfrm>
          <a:prstGeom prst="line">
            <a:avLst/>
          </a:prstGeom>
          <a:noFill/>
          <a:ln w="22225">
            <a:solidFill>
              <a:srgbClr val="00B050"/>
            </a:solidFill>
            <a:prstDash val="solid"/>
            <a:headEnd type="triangle"/>
          </a:ln>
        </p:spPr>
      </p:sp>
      <p:sp>
        <p:nvSpPr>
          <p:cNvPr id="578" name="Shape 568"/>
          <p:cNvSpPr/>
          <p:nvPr/>
        </p:nvSpPr>
        <p:spPr>
          <a:xfrm>
            <a:off x="7291070" y="4796790"/>
            <a:ext cx="0" cy="217170"/>
          </a:xfrm>
          <a:prstGeom prst="line">
            <a:avLst/>
          </a:prstGeom>
          <a:noFill/>
          <a:ln w="19050">
            <a:solidFill>
              <a:srgbClr val="00008B"/>
            </a:solidFill>
            <a:prstDash val="solid"/>
            <a:headEnd type="triangle"/>
          </a:ln>
        </p:spPr>
      </p:sp>
      <p:sp>
        <p:nvSpPr>
          <p:cNvPr id="579" name="Shape 569"/>
          <p:cNvSpPr/>
          <p:nvPr/>
        </p:nvSpPr>
        <p:spPr>
          <a:xfrm>
            <a:off x="7291070" y="3841750"/>
            <a:ext cx="0" cy="251460"/>
          </a:xfrm>
          <a:prstGeom prst="line">
            <a:avLst/>
          </a:prstGeom>
          <a:noFill/>
          <a:ln w="22225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580" name="Shape 570"/>
          <p:cNvSpPr/>
          <p:nvPr/>
        </p:nvSpPr>
        <p:spPr>
          <a:xfrm>
            <a:off x="9801860" y="4457700"/>
            <a:ext cx="0" cy="140970"/>
          </a:xfrm>
          <a:prstGeom prst="line">
            <a:avLst/>
          </a:prstGeom>
          <a:noFill/>
          <a:ln w="22225">
            <a:solidFill>
              <a:srgbClr val="00B050"/>
            </a:solidFill>
            <a:prstDash val="solid"/>
            <a:headEnd type="triangle"/>
          </a:ln>
        </p:spPr>
      </p:sp>
      <p:sp>
        <p:nvSpPr>
          <p:cNvPr id="581" name="Shape 571"/>
          <p:cNvSpPr/>
          <p:nvPr/>
        </p:nvSpPr>
        <p:spPr>
          <a:xfrm>
            <a:off x="9801860" y="4796790"/>
            <a:ext cx="0" cy="217170"/>
          </a:xfrm>
          <a:prstGeom prst="line">
            <a:avLst/>
          </a:prstGeom>
          <a:noFill/>
          <a:ln w="19050">
            <a:solidFill>
              <a:srgbClr val="00008B"/>
            </a:solidFill>
            <a:prstDash val="solid"/>
            <a:headEnd type="triangle"/>
          </a:ln>
        </p:spPr>
      </p:sp>
      <p:sp>
        <p:nvSpPr>
          <p:cNvPr id="582" name="Shape 572"/>
          <p:cNvSpPr/>
          <p:nvPr/>
        </p:nvSpPr>
        <p:spPr>
          <a:xfrm>
            <a:off x="9801860" y="3841750"/>
            <a:ext cx="0" cy="251460"/>
          </a:xfrm>
          <a:prstGeom prst="line">
            <a:avLst/>
          </a:prstGeom>
          <a:noFill/>
          <a:ln w="22225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583" name="Shape 573"/>
          <p:cNvSpPr/>
          <p:nvPr/>
        </p:nvSpPr>
        <p:spPr>
          <a:xfrm>
            <a:off x="10779760" y="4457700"/>
            <a:ext cx="0" cy="140970"/>
          </a:xfrm>
          <a:prstGeom prst="line">
            <a:avLst/>
          </a:prstGeom>
          <a:noFill/>
          <a:ln w="22225">
            <a:solidFill>
              <a:srgbClr val="00B050"/>
            </a:solidFill>
            <a:prstDash val="solid"/>
            <a:headEnd type="triangle"/>
          </a:ln>
        </p:spPr>
      </p:sp>
      <p:sp>
        <p:nvSpPr>
          <p:cNvPr id="584" name="Shape 574"/>
          <p:cNvSpPr/>
          <p:nvPr/>
        </p:nvSpPr>
        <p:spPr>
          <a:xfrm>
            <a:off x="10779760" y="4796790"/>
            <a:ext cx="0" cy="217170"/>
          </a:xfrm>
          <a:prstGeom prst="line">
            <a:avLst/>
          </a:prstGeom>
          <a:noFill/>
          <a:ln w="19050">
            <a:solidFill>
              <a:srgbClr val="00008B"/>
            </a:solidFill>
            <a:prstDash val="solid"/>
            <a:headEnd type="triangle"/>
          </a:ln>
        </p:spPr>
      </p:sp>
      <p:sp>
        <p:nvSpPr>
          <p:cNvPr id="585" name="Shape 575"/>
          <p:cNvSpPr/>
          <p:nvPr/>
        </p:nvSpPr>
        <p:spPr>
          <a:xfrm>
            <a:off x="10779760" y="3841750"/>
            <a:ext cx="0" cy="251460"/>
          </a:xfrm>
          <a:prstGeom prst="line">
            <a:avLst/>
          </a:prstGeom>
          <a:noFill/>
          <a:ln w="22225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586" name="Shape 576"/>
          <p:cNvSpPr/>
          <p:nvPr/>
        </p:nvSpPr>
        <p:spPr>
          <a:xfrm>
            <a:off x="1944370" y="5488940"/>
            <a:ext cx="9488170" cy="651510"/>
          </a:xfrm>
          <a:prstGeom prst="rect">
            <a:avLst/>
          </a:prstGeom>
          <a:solidFill>
            <a:srgbClr val="00008B"/>
          </a:solidFill>
          <a:ln/>
        </p:spPr>
      </p:sp>
      <p:sp>
        <p:nvSpPr>
          <p:cNvPr id="587" name="Text 577"/>
          <p:cNvSpPr/>
          <p:nvPr/>
        </p:nvSpPr>
        <p:spPr>
          <a:xfrm>
            <a:off x="1944370" y="5488940"/>
            <a:ext cx="9488170" cy="651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 Head Self Attention Block</a:t>
            </a:r>
            <a:endParaRPr lang="en-US" sz="1800" dirty="0"/>
          </a:p>
        </p:txBody>
      </p:sp>
      <p:pic>
        <p:nvPicPr>
          <p:cNvPr id="588" name="Image 8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08555" y="5237480"/>
            <a:ext cx="133350" cy="254000"/>
          </a:xfrm>
          <a:prstGeom prst="rect">
            <a:avLst/>
          </a:prstGeom>
        </p:spPr>
      </p:pic>
      <p:pic>
        <p:nvPicPr>
          <p:cNvPr id="589" name="Image 9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08555" y="6134100"/>
            <a:ext cx="133350" cy="254000"/>
          </a:xfrm>
          <a:prstGeom prst="rect">
            <a:avLst/>
          </a:prstGeom>
        </p:spPr>
      </p:pic>
      <p:pic>
        <p:nvPicPr>
          <p:cNvPr id="590" name="Image 10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366135" y="5237480"/>
            <a:ext cx="133350" cy="254000"/>
          </a:xfrm>
          <a:prstGeom prst="rect">
            <a:avLst/>
          </a:prstGeom>
        </p:spPr>
      </p:pic>
      <p:pic>
        <p:nvPicPr>
          <p:cNvPr id="591" name="Image 11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366135" y="6134100"/>
            <a:ext cx="133350" cy="254000"/>
          </a:xfrm>
          <a:prstGeom prst="rect">
            <a:avLst/>
          </a:prstGeom>
        </p:spPr>
      </p:pic>
      <p:pic>
        <p:nvPicPr>
          <p:cNvPr id="592" name="Image 12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331335" y="5237480"/>
            <a:ext cx="133350" cy="254000"/>
          </a:xfrm>
          <a:prstGeom prst="rect">
            <a:avLst/>
          </a:prstGeom>
        </p:spPr>
      </p:pic>
      <p:pic>
        <p:nvPicPr>
          <p:cNvPr id="593" name="Image 13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331335" y="6134100"/>
            <a:ext cx="133350" cy="254000"/>
          </a:xfrm>
          <a:prstGeom prst="rect">
            <a:avLst/>
          </a:prstGeom>
        </p:spPr>
      </p:pic>
      <p:pic>
        <p:nvPicPr>
          <p:cNvPr id="594" name="Image 14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302885" y="5237480"/>
            <a:ext cx="133350" cy="254000"/>
          </a:xfrm>
          <a:prstGeom prst="rect">
            <a:avLst/>
          </a:prstGeom>
        </p:spPr>
      </p:pic>
      <p:pic>
        <p:nvPicPr>
          <p:cNvPr id="595" name="Image 15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302885" y="6134100"/>
            <a:ext cx="133350" cy="254000"/>
          </a:xfrm>
          <a:prstGeom prst="rect">
            <a:avLst/>
          </a:prstGeom>
        </p:spPr>
      </p:pic>
      <p:pic>
        <p:nvPicPr>
          <p:cNvPr id="596" name="Image 16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280785" y="5237480"/>
            <a:ext cx="133350" cy="254000"/>
          </a:xfrm>
          <a:prstGeom prst="rect">
            <a:avLst/>
          </a:prstGeom>
        </p:spPr>
      </p:pic>
      <p:pic>
        <p:nvPicPr>
          <p:cNvPr id="597" name="Image 17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280785" y="6134100"/>
            <a:ext cx="133350" cy="254000"/>
          </a:xfrm>
          <a:prstGeom prst="rect">
            <a:avLst/>
          </a:prstGeom>
        </p:spPr>
      </p:pic>
      <p:pic>
        <p:nvPicPr>
          <p:cNvPr id="598" name="Image 18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224395" y="5237480"/>
            <a:ext cx="133350" cy="254000"/>
          </a:xfrm>
          <a:prstGeom prst="rect">
            <a:avLst/>
          </a:prstGeom>
        </p:spPr>
      </p:pic>
      <p:pic>
        <p:nvPicPr>
          <p:cNvPr id="599" name="Image 19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224395" y="6134100"/>
            <a:ext cx="133350" cy="254000"/>
          </a:xfrm>
          <a:prstGeom prst="rect">
            <a:avLst/>
          </a:prstGeom>
        </p:spPr>
      </p:pic>
      <p:pic>
        <p:nvPicPr>
          <p:cNvPr id="600" name="Image 20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735185" y="5237480"/>
            <a:ext cx="133350" cy="254000"/>
          </a:xfrm>
          <a:prstGeom prst="rect">
            <a:avLst/>
          </a:prstGeom>
        </p:spPr>
      </p:pic>
      <p:pic>
        <p:nvPicPr>
          <p:cNvPr id="601" name="Image 21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735185" y="6134100"/>
            <a:ext cx="133350" cy="254000"/>
          </a:xfrm>
          <a:prstGeom prst="rect">
            <a:avLst/>
          </a:prstGeom>
        </p:spPr>
      </p:pic>
      <p:pic>
        <p:nvPicPr>
          <p:cNvPr id="602" name="Image 22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0713085" y="5237480"/>
            <a:ext cx="133350" cy="254000"/>
          </a:xfrm>
          <a:prstGeom prst="rect">
            <a:avLst/>
          </a:prstGeom>
        </p:spPr>
      </p:pic>
      <p:pic>
        <p:nvPicPr>
          <p:cNvPr id="603" name="Image 23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713085" y="6134100"/>
            <a:ext cx="133350" cy="254000"/>
          </a:xfrm>
          <a:prstGeom prst="rect">
            <a:avLst/>
          </a:prstGeom>
        </p:spPr>
      </p:pic>
      <p:sp>
        <p:nvSpPr>
          <p:cNvPr id="604" name="Shape 578"/>
          <p:cNvSpPr/>
          <p:nvPr/>
        </p:nvSpPr>
        <p:spPr>
          <a:xfrm>
            <a:off x="2157730" y="6383020"/>
            <a:ext cx="158750" cy="21844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05" name="Shape 579"/>
          <p:cNvSpPr/>
          <p:nvPr/>
        </p:nvSpPr>
        <p:spPr>
          <a:xfrm>
            <a:off x="2316480" y="6383020"/>
            <a:ext cx="158750" cy="21844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06" name="Shape 580"/>
          <p:cNvSpPr/>
          <p:nvPr/>
        </p:nvSpPr>
        <p:spPr>
          <a:xfrm>
            <a:off x="2475230" y="6383020"/>
            <a:ext cx="158750" cy="21844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07" name="Shape 581"/>
          <p:cNvSpPr/>
          <p:nvPr/>
        </p:nvSpPr>
        <p:spPr>
          <a:xfrm>
            <a:off x="2633980" y="6383020"/>
            <a:ext cx="158750" cy="21844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08" name="Text 582"/>
          <p:cNvSpPr/>
          <p:nvPr/>
        </p:nvSpPr>
        <p:spPr>
          <a:xfrm>
            <a:off x="2310130" y="6363970"/>
            <a:ext cx="330200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609" name="Shape 583"/>
          <p:cNvSpPr/>
          <p:nvPr/>
        </p:nvSpPr>
        <p:spPr>
          <a:xfrm>
            <a:off x="3115310" y="6383020"/>
            <a:ext cx="158750" cy="21844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10" name="Shape 584"/>
          <p:cNvSpPr/>
          <p:nvPr/>
        </p:nvSpPr>
        <p:spPr>
          <a:xfrm>
            <a:off x="3274060" y="6383020"/>
            <a:ext cx="158750" cy="21844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11" name="Shape 585"/>
          <p:cNvSpPr/>
          <p:nvPr/>
        </p:nvSpPr>
        <p:spPr>
          <a:xfrm>
            <a:off x="3432810" y="6383020"/>
            <a:ext cx="158750" cy="21844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12" name="Shape 586"/>
          <p:cNvSpPr/>
          <p:nvPr/>
        </p:nvSpPr>
        <p:spPr>
          <a:xfrm>
            <a:off x="3591560" y="6383020"/>
            <a:ext cx="158750" cy="21844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13" name="Text 587"/>
          <p:cNvSpPr/>
          <p:nvPr/>
        </p:nvSpPr>
        <p:spPr>
          <a:xfrm>
            <a:off x="3267710" y="6363970"/>
            <a:ext cx="330200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614" name="Shape 588"/>
          <p:cNvSpPr/>
          <p:nvPr/>
        </p:nvSpPr>
        <p:spPr>
          <a:xfrm>
            <a:off x="4080510" y="6383020"/>
            <a:ext cx="158750" cy="21844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15" name="Shape 589"/>
          <p:cNvSpPr/>
          <p:nvPr/>
        </p:nvSpPr>
        <p:spPr>
          <a:xfrm>
            <a:off x="4239260" y="6383020"/>
            <a:ext cx="158750" cy="21844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16" name="Shape 590"/>
          <p:cNvSpPr/>
          <p:nvPr/>
        </p:nvSpPr>
        <p:spPr>
          <a:xfrm>
            <a:off x="4398010" y="6383020"/>
            <a:ext cx="158750" cy="21844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17" name="Shape 591"/>
          <p:cNvSpPr/>
          <p:nvPr/>
        </p:nvSpPr>
        <p:spPr>
          <a:xfrm>
            <a:off x="4556760" y="6383020"/>
            <a:ext cx="158750" cy="21844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18" name="Text 592"/>
          <p:cNvSpPr/>
          <p:nvPr/>
        </p:nvSpPr>
        <p:spPr>
          <a:xfrm>
            <a:off x="4232910" y="6363970"/>
            <a:ext cx="330200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619" name="Shape 593"/>
          <p:cNvSpPr/>
          <p:nvPr/>
        </p:nvSpPr>
        <p:spPr>
          <a:xfrm>
            <a:off x="5052060" y="6383020"/>
            <a:ext cx="158750" cy="21844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20" name="Shape 594"/>
          <p:cNvSpPr/>
          <p:nvPr/>
        </p:nvSpPr>
        <p:spPr>
          <a:xfrm>
            <a:off x="5210810" y="6383020"/>
            <a:ext cx="158750" cy="21844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21" name="Shape 595"/>
          <p:cNvSpPr/>
          <p:nvPr/>
        </p:nvSpPr>
        <p:spPr>
          <a:xfrm>
            <a:off x="5369560" y="6383020"/>
            <a:ext cx="158750" cy="21844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22" name="Shape 596"/>
          <p:cNvSpPr/>
          <p:nvPr/>
        </p:nvSpPr>
        <p:spPr>
          <a:xfrm>
            <a:off x="5528310" y="6383020"/>
            <a:ext cx="158750" cy="21844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23" name="Text 597"/>
          <p:cNvSpPr/>
          <p:nvPr/>
        </p:nvSpPr>
        <p:spPr>
          <a:xfrm>
            <a:off x="5204460" y="6363970"/>
            <a:ext cx="330200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624" name="Shape 598"/>
          <p:cNvSpPr/>
          <p:nvPr/>
        </p:nvSpPr>
        <p:spPr>
          <a:xfrm>
            <a:off x="6029960" y="6383020"/>
            <a:ext cx="158750" cy="21844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25" name="Shape 599"/>
          <p:cNvSpPr/>
          <p:nvPr/>
        </p:nvSpPr>
        <p:spPr>
          <a:xfrm>
            <a:off x="6188710" y="6383020"/>
            <a:ext cx="158750" cy="21844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26" name="Shape 600"/>
          <p:cNvSpPr/>
          <p:nvPr/>
        </p:nvSpPr>
        <p:spPr>
          <a:xfrm>
            <a:off x="6347460" y="6383020"/>
            <a:ext cx="158750" cy="21844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27" name="Shape 601"/>
          <p:cNvSpPr/>
          <p:nvPr/>
        </p:nvSpPr>
        <p:spPr>
          <a:xfrm>
            <a:off x="6506210" y="6383020"/>
            <a:ext cx="158750" cy="21844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28" name="Text 602"/>
          <p:cNvSpPr/>
          <p:nvPr/>
        </p:nvSpPr>
        <p:spPr>
          <a:xfrm>
            <a:off x="6182360" y="6363970"/>
            <a:ext cx="330200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629" name="Shape 603"/>
          <p:cNvSpPr/>
          <p:nvPr/>
        </p:nvSpPr>
        <p:spPr>
          <a:xfrm>
            <a:off x="6973570" y="6383020"/>
            <a:ext cx="158750" cy="21844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30" name="Shape 604"/>
          <p:cNvSpPr/>
          <p:nvPr/>
        </p:nvSpPr>
        <p:spPr>
          <a:xfrm>
            <a:off x="7132320" y="6383020"/>
            <a:ext cx="158750" cy="21844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31" name="Shape 605"/>
          <p:cNvSpPr/>
          <p:nvPr/>
        </p:nvSpPr>
        <p:spPr>
          <a:xfrm>
            <a:off x="7291070" y="6383020"/>
            <a:ext cx="158750" cy="21844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32" name="Shape 606"/>
          <p:cNvSpPr/>
          <p:nvPr/>
        </p:nvSpPr>
        <p:spPr>
          <a:xfrm>
            <a:off x="7449820" y="6383020"/>
            <a:ext cx="158750" cy="21844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33" name="Text 607"/>
          <p:cNvSpPr/>
          <p:nvPr/>
        </p:nvSpPr>
        <p:spPr>
          <a:xfrm>
            <a:off x="7125970" y="6363970"/>
            <a:ext cx="330200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634" name="Shape 608"/>
          <p:cNvSpPr/>
          <p:nvPr/>
        </p:nvSpPr>
        <p:spPr>
          <a:xfrm>
            <a:off x="9484360" y="6383020"/>
            <a:ext cx="158750" cy="21844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35" name="Shape 609"/>
          <p:cNvSpPr/>
          <p:nvPr/>
        </p:nvSpPr>
        <p:spPr>
          <a:xfrm>
            <a:off x="9643110" y="6383020"/>
            <a:ext cx="158750" cy="21844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36" name="Shape 610"/>
          <p:cNvSpPr/>
          <p:nvPr/>
        </p:nvSpPr>
        <p:spPr>
          <a:xfrm>
            <a:off x="9801860" y="6383020"/>
            <a:ext cx="158750" cy="21844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37" name="Shape 611"/>
          <p:cNvSpPr/>
          <p:nvPr/>
        </p:nvSpPr>
        <p:spPr>
          <a:xfrm>
            <a:off x="9960610" y="6383020"/>
            <a:ext cx="158750" cy="21844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38" name="Text 612"/>
          <p:cNvSpPr/>
          <p:nvPr/>
        </p:nvSpPr>
        <p:spPr>
          <a:xfrm>
            <a:off x="9636760" y="6363970"/>
            <a:ext cx="330200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N-1</a:t>
            </a:r>
            <a:endParaRPr lang="en-US" sz="1400" dirty="0"/>
          </a:p>
        </p:txBody>
      </p:sp>
      <p:sp>
        <p:nvSpPr>
          <p:cNvPr id="639" name="Shape 613"/>
          <p:cNvSpPr/>
          <p:nvPr/>
        </p:nvSpPr>
        <p:spPr>
          <a:xfrm>
            <a:off x="10462260" y="6383020"/>
            <a:ext cx="158750" cy="21844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40" name="Shape 614"/>
          <p:cNvSpPr/>
          <p:nvPr/>
        </p:nvSpPr>
        <p:spPr>
          <a:xfrm>
            <a:off x="10621010" y="6383020"/>
            <a:ext cx="158750" cy="21844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41" name="Shape 615"/>
          <p:cNvSpPr/>
          <p:nvPr/>
        </p:nvSpPr>
        <p:spPr>
          <a:xfrm>
            <a:off x="10779760" y="6383020"/>
            <a:ext cx="158750" cy="21844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42" name="Shape 616"/>
          <p:cNvSpPr/>
          <p:nvPr/>
        </p:nvSpPr>
        <p:spPr>
          <a:xfrm>
            <a:off x="10938510" y="6383020"/>
            <a:ext cx="158750" cy="21844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43" name="Text 617"/>
          <p:cNvSpPr/>
          <p:nvPr/>
        </p:nvSpPr>
        <p:spPr>
          <a:xfrm>
            <a:off x="10614660" y="6363970"/>
            <a:ext cx="330200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endParaRPr lang="en-US" sz="1400" dirty="0"/>
          </a:p>
        </p:txBody>
      </p:sp>
      <p:sp>
        <p:nvSpPr>
          <p:cNvPr id="644" name="Shape 618"/>
          <p:cNvSpPr/>
          <p:nvPr/>
        </p:nvSpPr>
        <p:spPr>
          <a:xfrm>
            <a:off x="8009890" y="6442710"/>
            <a:ext cx="99060" cy="9906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645" name="Shape 619"/>
          <p:cNvSpPr/>
          <p:nvPr/>
        </p:nvSpPr>
        <p:spPr>
          <a:xfrm>
            <a:off x="8256270" y="6442710"/>
            <a:ext cx="99060" cy="9906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646" name="Shape 620"/>
          <p:cNvSpPr/>
          <p:nvPr/>
        </p:nvSpPr>
        <p:spPr>
          <a:xfrm>
            <a:off x="8492490" y="6442710"/>
            <a:ext cx="99060" cy="9906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647" name="Shape 621"/>
          <p:cNvSpPr/>
          <p:nvPr/>
        </p:nvSpPr>
        <p:spPr>
          <a:xfrm>
            <a:off x="8729980" y="6442710"/>
            <a:ext cx="99060" cy="9906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648" name="Shape 622"/>
          <p:cNvSpPr/>
          <p:nvPr/>
        </p:nvSpPr>
        <p:spPr>
          <a:xfrm>
            <a:off x="8936990" y="6442710"/>
            <a:ext cx="99060" cy="9906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649" name="Text 623"/>
          <p:cNvSpPr/>
          <p:nvPr/>
        </p:nvSpPr>
        <p:spPr>
          <a:xfrm>
            <a:off x="431800" y="5021885"/>
            <a:ext cx="152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of Self</a:t>
            </a:r>
            <a:endParaRPr lang="en-US" sz="1200" dirty="0"/>
          </a:p>
        </p:txBody>
      </p:sp>
      <p:sp>
        <p:nvSpPr>
          <p:cNvPr id="650" name="Text 624"/>
          <p:cNvSpPr/>
          <p:nvPr/>
        </p:nvSpPr>
        <p:spPr>
          <a:xfrm>
            <a:off x="431800" y="5233975"/>
            <a:ext cx="152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</a:t>
            </a:r>
            <a:endParaRPr lang="en-US" sz="1200" dirty="0"/>
          </a:p>
        </p:txBody>
      </p:sp>
      <p:sp>
        <p:nvSpPr>
          <p:cNvPr id="651" name="Text 625"/>
          <p:cNvSpPr/>
          <p:nvPr/>
        </p:nvSpPr>
        <p:spPr>
          <a:xfrm>
            <a:off x="431800" y="5646725"/>
            <a:ext cx="152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E8A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Residual</a:t>
            </a:r>
            <a:endParaRPr lang="en-US" sz="1200" dirty="0"/>
          </a:p>
        </p:txBody>
      </p:sp>
      <p:sp>
        <p:nvSpPr>
          <p:cNvPr id="652" name="Text 626"/>
          <p:cNvSpPr/>
          <p:nvPr/>
        </p:nvSpPr>
        <p:spPr>
          <a:xfrm>
            <a:off x="431800" y="5860085"/>
            <a:ext cx="152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E8A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Connections</a:t>
            </a:r>
            <a:endParaRPr lang="en-US" sz="1200" dirty="0"/>
          </a:p>
        </p:txBody>
      </p:sp>
      <p:sp>
        <p:nvSpPr>
          <p:cNvPr id="653" name="Text 627"/>
          <p:cNvSpPr/>
          <p:nvPr/>
        </p:nvSpPr>
        <p:spPr>
          <a:xfrm>
            <a:off x="431800" y="6178855"/>
            <a:ext cx="152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to Self</a:t>
            </a:r>
            <a:endParaRPr lang="en-US" sz="1200" dirty="0"/>
          </a:p>
        </p:txBody>
      </p:sp>
      <p:sp>
        <p:nvSpPr>
          <p:cNvPr id="654" name="Text 628"/>
          <p:cNvSpPr/>
          <p:nvPr/>
        </p:nvSpPr>
        <p:spPr>
          <a:xfrm>
            <a:off x="431800" y="6378245"/>
            <a:ext cx="152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</a:t>
            </a:r>
            <a:endParaRPr lang="en-US" sz="1200" dirty="0"/>
          </a:p>
        </p:txBody>
      </p:sp>
      <p:sp>
        <p:nvSpPr>
          <p:cNvPr id="655" name="Shape 629"/>
          <p:cNvSpPr/>
          <p:nvPr/>
        </p:nvSpPr>
        <p:spPr>
          <a:xfrm>
            <a:off x="3383280" y="6605270"/>
            <a:ext cx="3702050" cy="173990"/>
          </a:xfrm>
          <a:prstGeom prst="rect">
            <a:avLst/>
          </a:prstGeom>
          <a:solidFill>
            <a:srgbClr val="FFFF00"/>
          </a:solidFill>
          <a:ln/>
        </p:spPr>
      </p:sp>
      <p:sp>
        <p:nvSpPr>
          <p:cNvPr id="656" name="Text 630"/>
          <p:cNvSpPr/>
          <p:nvPr/>
        </p:nvSpPr>
        <p:spPr>
          <a:xfrm>
            <a:off x="1424940" y="6610071"/>
            <a:ext cx="762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Word_Embedding + Positional_Information</a:t>
            </a:r>
            <a:endParaRPr lang="en-US" sz="14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71500"/>
            <a:ext cx="11137900" cy="6286500"/>
          </a:xfrm>
          <a:prstGeom prst="rect">
            <a:avLst/>
          </a:prstGeom>
          <a:solidFill>
            <a:srgbClr val="E9E9E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24840" y="664210"/>
            <a:ext cx="10914380" cy="61163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57730" y="854710"/>
            <a:ext cx="158750" cy="22225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16480" y="854710"/>
            <a:ext cx="158750" cy="22225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475230" y="854710"/>
            <a:ext cx="158750" cy="22225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633980" y="854710"/>
            <a:ext cx="158750" cy="22225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310130" y="835660"/>
            <a:ext cx="33020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115310" y="854710"/>
            <a:ext cx="158750" cy="22225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74060" y="854710"/>
            <a:ext cx="158750" cy="22225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32810" y="854710"/>
            <a:ext cx="158750" cy="22225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91560" y="854710"/>
            <a:ext cx="158750" cy="22225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67710" y="835660"/>
            <a:ext cx="33020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080510" y="854710"/>
            <a:ext cx="158750" cy="22225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39260" y="854710"/>
            <a:ext cx="158750" cy="22225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98010" y="854710"/>
            <a:ext cx="158750" cy="22225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56760" y="854710"/>
            <a:ext cx="158750" cy="22225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32910" y="835660"/>
            <a:ext cx="33020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052060" y="854710"/>
            <a:ext cx="158750" cy="22225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10810" y="854710"/>
            <a:ext cx="158750" cy="22225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69560" y="854710"/>
            <a:ext cx="158750" cy="22225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528310" y="854710"/>
            <a:ext cx="158750" cy="22225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204460" y="835660"/>
            <a:ext cx="33020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029960" y="854710"/>
            <a:ext cx="158750" cy="22225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188710" y="854710"/>
            <a:ext cx="158750" cy="22225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47460" y="854710"/>
            <a:ext cx="158750" cy="22225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506210" y="854710"/>
            <a:ext cx="158750" cy="22225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182360" y="835660"/>
            <a:ext cx="33020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6973570" y="854710"/>
            <a:ext cx="158750" cy="22225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132320" y="854710"/>
            <a:ext cx="158750" cy="22225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91070" y="854710"/>
            <a:ext cx="158750" cy="22225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449820" y="854710"/>
            <a:ext cx="158750" cy="22225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25970" y="835660"/>
            <a:ext cx="33020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484360" y="854710"/>
            <a:ext cx="158750" cy="22225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643110" y="854710"/>
            <a:ext cx="158750" cy="22225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801860" y="854710"/>
            <a:ext cx="158750" cy="22225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960610" y="854710"/>
            <a:ext cx="158750" cy="22225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636760" y="835660"/>
            <a:ext cx="33020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N-2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10462260" y="854710"/>
            <a:ext cx="158750" cy="22225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0621010" y="854710"/>
            <a:ext cx="158750" cy="22225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0779760" y="854710"/>
            <a:ext cx="158750" cy="22225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0938510" y="854710"/>
            <a:ext cx="158750" cy="22225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614660" y="835660"/>
            <a:ext cx="33020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N-1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8009890" y="916305"/>
            <a:ext cx="99060" cy="99060"/>
          </a:xfrm>
          <a:prstGeom prst="ellipse">
            <a:avLst/>
          </a:prstGeom>
          <a:solidFill>
            <a:srgbClr val="0000CC"/>
          </a:solidFill>
          <a:ln/>
        </p:spPr>
      </p:sp>
      <p:sp>
        <p:nvSpPr>
          <p:cNvPr id="47" name="Shape 45"/>
          <p:cNvSpPr/>
          <p:nvPr/>
        </p:nvSpPr>
        <p:spPr>
          <a:xfrm>
            <a:off x="8256270" y="916305"/>
            <a:ext cx="99060" cy="99060"/>
          </a:xfrm>
          <a:prstGeom prst="ellipse">
            <a:avLst/>
          </a:prstGeom>
          <a:solidFill>
            <a:srgbClr val="0000CC"/>
          </a:solidFill>
          <a:ln/>
        </p:spPr>
      </p:sp>
      <p:sp>
        <p:nvSpPr>
          <p:cNvPr id="48" name="Shape 46"/>
          <p:cNvSpPr/>
          <p:nvPr/>
        </p:nvSpPr>
        <p:spPr>
          <a:xfrm>
            <a:off x="8492490" y="916305"/>
            <a:ext cx="99060" cy="99060"/>
          </a:xfrm>
          <a:prstGeom prst="ellipse">
            <a:avLst/>
          </a:prstGeom>
          <a:solidFill>
            <a:srgbClr val="0000CC"/>
          </a:solidFill>
          <a:ln/>
        </p:spPr>
      </p:sp>
      <p:sp>
        <p:nvSpPr>
          <p:cNvPr id="49" name="Shape 47"/>
          <p:cNvSpPr/>
          <p:nvPr/>
        </p:nvSpPr>
        <p:spPr>
          <a:xfrm>
            <a:off x="8729980" y="916305"/>
            <a:ext cx="99060" cy="99060"/>
          </a:xfrm>
          <a:prstGeom prst="ellipse">
            <a:avLst/>
          </a:prstGeom>
          <a:solidFill>
            <a:srgbClr val="0000CC"/>
          </a:solidFill>
          <a:ln/>
        </p:spPr>
      </p:sp>
      <p:sp>
        <p:nvSpPr>
          <p:cNvPr id="50" name="Shape 48"/>
          <p:cNvSpPr/>
          <p:nvPr/>
        </p:nvSpPr>
        <p:spPr>
          <a:xfrm>
            <a:off x="8936990" y="916305"/>
            <a:ext cx="99060" cy="99060"/>
          </a:xfrm>
          <a:prstGeom prst="ellipse">
            <a:avLst/>
          </a:prstGeom>
          <a:solidFill>
            <a:srgbClr val="0000CC"/>
          </a:solidFill>
          <a:ln/>
        </p:spPr>
      </p:sp>
      <p:sp>
        <p:nvSpPr>
          <p:cNvPr id="51" name="Shape 49"/>
          <p:cNvSpPr/>
          <p:nvPr/>
        </p:nvSpPr>
        <p:spPr>
          <a:xfrm>
            <a:off x="1628140" y="1276350"/>
            <a:ext cx="9832340" cy="916940"/>
          </a:xfrm>
          <a:prstGeom prst="roundRect">
            <a:avLst>
              <a:gd name="adj" fmla="val 7978"/>
            </a:avLst>
          </a:prstGeom>
          <a:solidFill>
            <a:srgbClr val="E2EFDA"/>
          </a:solidFill>
          <a:ln w="15875">
            <a:solidFill>
              <a:srgbClr val="00B050"/>
            </a:solidFill>
            <a:prstDash val="dashDot"/>
          </a:ln>
        </p:spPr>
      </p:sp>
      <p:sp>
        <p:nvSpPr>
          <p:cNvPr id="52" name="Shape 50"/>
          <p:cNvSpPr/>
          <p:nvPr/>
        </p:nvSpPr>
        <p:spPr>
          <a:xfrm>
            <a:off x="2077720" y="1355090"/>
            <a:ext cx="9080500" cy="355600"/>
          </a:xfrm>
          <a:prstGeom prst="rect">
            <a:avLst/>
          </a:prstGeom>
          <a:solidFill>
            <a:srgbClr val="D9D9D9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077720" y="1355090"/>
            <a:ext cx="90805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6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</a:t>
            </a:r>
            <a:pPr algn="ctr" indent="0" marL="0">
              <a:lnSpc>
                <a:spcPts val="2000"/>
              </a:lnSpc>
              <a:buNone/>
            </a:pPr>
            <a:r>
              <a:rPr lang="en-US" sz="16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Normalization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1814830" y="1893570"/>
            <a:ext cx="685800" cy="1921510"/>
          </a:xfrm>
          <a:custGeom>
            <a:avLst/>
            <a:gdLst/>
            <a:ahLst/>
            <a:cxnLst/>
            <a:rect l="l" t="t" r="r" b="b"/>
            <a:pathLst>
              <a:path w="685800" h="1921510">
                <a:moveTo>
                  <a:pt x="220980" y="1897008"/>
                </a:moveTo>
                <a:cubicBezTo>
                  <a:pt x="201930" y="1870141"/>
                  <a:pt x="141393" y="1815548"/>
                  <a:pt x="106680" y="1735807"/>
                </a:cubicBezTo>
                <a:cubicBezTo>
                  <a:pt x="71967" y="1656067"/>
                  <a:pt x="28363" y="1538068"/>
                  <a:pt x="12700" y="1418564"/>
                </a:cubicBezTo>
                <a:cubicBezTo>
                  <a:pt x="-2963" y="1299061"/>
                  <a:pt x="12700" y="1137001"/>
                  <a:pt x="12700" y="1018787"/>
                </a:cubicBezTo>
                <a:cubicBezTo>
                  <a:pt x="12700" y="900573"/>
                  <a:pt x="-847" y="796760"/>
                  <a:pt x="12700" y="709282"/>
                </a:cubicBezTo>
                <a:cubicBezTo>
                  <a:pt x="26247" y="621804"/>
                  <a:pt x="64982" y="565706"/>
                  <a:pt x="93980" y="493918"/>
                </a:cubicBezTo>
                <a:cubicBezTo>
                  <a:pt x="122978" y="422130"/>
                  <a:pt x="155787" y="332503"/>
                  <a:pt x="186690" y="278554"/>
                </a:cubicBezTo>
                <a:cubicBezTo>
                  <a:pt x="217593" y="224606"/>
                  <a:pt x="247438" y="197309"/>
                  <a:pt x="279400" y="170228"/>
                </a:cubicBezTo>
                <a:cubicBezTo>
                  <a:pt x="311362" y="143146"/>
                  <a:pt x="349673" y="134119"/>
                  <a:pt x="378460" y="116064"/>
                </a:cubicBezTo>
                <a:cubicBezTo>
                  <a:pt x="407247" y="98010"/>
                  <a:pt x="417830" y="76517"/>
                  <a:pt x="452120" y="61901"/>
                </a:cubicBezTo>
                <a:cubicBezTo>
                  <a:pt x="486410" y="47285"/>
                  <a:pt x="562187" y="33960"/>
                  <a:pt x="584200" y="28371"/>
                </a:cubicBezTo>
              </a:path>
            </a:pathLst>
          </a:custGeom>
          <a:ln w="16891">
            <a:solidFill>
              <a:srgbClr val="E36C0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814830" y="1893570"/>
            <a:ext cx="685800" cy="1921510"/>
          </a:xfrm>
          <a:custGeom>
            <a:avLst/>
            <a:gdLst/>
            <a:ahLst/>
            <a:cxnLst/>
            <a:rect l="l" t="t" r="r" b="b"/>
            <a:pathLst>
              <a:path w="685800" h="1921510">
                <a:moveTo>
                  <a:pt x="594360" y="28371"/>
                </a:moveTo>
                <a:lnTo>
                  <a:pt x="543241" y="70828"/>
                </a:lnTo>
                <a:lnTo>
                  <a:pt x="529832" y="14102"/>
                </a:lnTo>
                <a:close/>
              </a:path>
            </a:pathLst>
          </a:custGeom>
          <a:solidFill>
            <a:srgbClr val="E36C09"/>
          </a:solidFill>
          <a:ln/>
        </p:spPr>
      </p:sp>
      <p:sp>
        <p:nvSpPr>
          <p:cNvPr id="56" name="Shape 54"/>
          <p:cNvSpPr/>
          <p:nvPr/>
        </p:nvSpPr>
        <p:spPr>
          <a:xfrm>
            <a:off x="2772410" y="1893570"/>
            <a:ext cx="685800" cy="1921510"/>
          </a:xfrm>
          <a:custGeom>
            <a:avLst/>
            <a:gdLst/>
            <a:ahLst/>
            <a:cxnLst/>
            <a:rect l="l" t="t" r="r" b="b"/>
            <a:pathLst>
              <a:path w="685800" h="1921510">
                <a:moveTo>
                  <a:pt x="220980" y="1897008"/>
                </a:moveTo>
                <a:cubicBezTo>
                  <a:pt x="201930" y="1870141"/>
                  <a:pt x="141393" y="1815548"/>
                  <a:pt x="106680" y="1735807"/>
                </a:cubicBezTo>
                <a:cubicBezTo>
                  <a:pt x="71967" y="1656067"/>
                  <a:pt x="28363" y="1538068"/>
                  <a:pt x="12700" y="1418564"/>
                </a:cubicBezTo>
                <a:cubicBezTo>
                  <a:pt x="-2963" y="1299061"/>
                  <a:pt x="12700" y="1137001"/>
                  <a:pt x="12700" y="1018787"/>
                </a:cubicBezTo>
                <a:cubicBezTo>
                  <a:pt x="12700" y="900573"/>
                  <a:pt x="-847" y="796760"/>
                  <a:pt x="12700" y="709282"/>
                </a:cubicBezTo>
                <a:cubicBezTo>
                  <a:pt x="26247" y="621804"/>
                  <a:pt x="64982" y="565706"/>
                  <a:pt x="93980" y="493918"/>
                </a:cubicBezTo>
                <a:cubicBezTo>
                  <a:pt x="122978" y="422130"/>
                  <a:pt x="155787" y="332503"/>
                  <a:pt x="186690" y="278554"/>
                </a:cubicBezTo>
                <a:cubicBezTo>
                  <a:pt x="217593" y="224606"/>
                  <a:pt x="247438" y="197309"/>
                  <a:pt x="279400" y="170228"/>
                </a:cubicBezTo>
                <a:cubicBezTo>
                  <a:pt x="311362" y="143146"/>
                  <a:pt x="349673" y="134119"/>
                  <a:pt x="378460" y="116064"/>
                </a:cubicBezTo>
                <a:cubicBezTo>
                  <a:pt x="407247" y="98010"/>
                  <a:pt x="417830" y="76517"/>
                  <a:pt x="452120" y="61901"/>
                </a:cubicBezTo>
                <a:cubicBezTo>
                  <a:pt x="486410" y="47285"/>
                  <a:pt x="562187" y="33960"/>
                  <a:pt x="584200" y="28371"/>
                </a:cubicBezTo>
              </a:path>
            </a:pathLst>
          </a:custGeom>
          <a:ln w="16891">
            <a:solidFill>
              <a:srgbClr val="E36C0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2772410" y="1893570"/>
            <a:ext cx="685800" cy="1921510"/>
          </a:xfrm>
          <a:custGeom>
            <a:avLst/>
            <a:gdLst/>
            <a:ahLst/>
            <a:cxnLst/>
            <a:rect l="l" t="t" r="r" b="b"/>
            <a:pathLst>
              <a:path w="685800" h="1921510">
                <a:moveTo>
                  <a:pt x="594360" y="28371"/>
                </a:moveTo>
                <a:lnTo>
                  <a:pt x="543241" y="70828"/>
                </a:lnTo>
                <a:lnTo>
                  <a:pt x="529832" y="14102"/>
                </a:lnTo>
                <a:close/>
              </a:path>
            </a:pathLst>
          </a:custGeom>
          <a:solidFill>
            <a:srgbClr val="E36C09"/>
          </a:solidFill>
          <a:ln/>
        </p:spPr>
      </p:sp>
      <p:sp>
        <p:nvSpPr>
          <p:cNvPr id="58" name="Shape 56"/>
          <p:cNvSpPr/>
          <p:nvPr/>
        </p:nvSpPr>
        <p:spPr>
          <a:xfrm>
            <a:off x="3737610" y="1893570"/>
            <a:ext cx="685800" cy="1921510"/>
          </a:xfrm>
          <a:custGeom>
            <a:avLst/>
            <a:gdLst/>
            <a:ahLst/>
            <a:cxnLst/>
            <a:rect l="l" t="t" r="r" b="b"/>
            <a:pathLst>
              <a:path w="685800" h="1921510">
                <a:moveTo>
                  <a:pt x="220980" y="1897008"/>
                </a:moveTo>
                <a:cubicBezTo>
                  <a:pt x="201930" y="1870141"/>
                  <a:pt x="141393" y="1815548"/>
                  <a:pt x="106680" y="1735807"/>
                </a:cubicBezTo>
                <a:cubicBezTo>
                  <a:pt x="71967" y="1656067"/>
                  <a:pt x="28363" y="1538068"/>
                  <a:pt x="12700" y="1418564"/>
                </a:cubicBezTo>
                <a:cubicBezTo>
                  <a:pt x="-2963" y="1299061"/>
                  <a:pt x="12700" y="1137001"/>
                  <a:pt x="12700" y="1018787"/>
                </a:cubicBezTo>
                <a:cubicBezTo>
                  <a:pt x="12700" y="900573"/>
                  <a:pt x="-847" y="796760"/>
                  <a:pt x="12700" y="709282"/>
                </a:cubicBezTo>
                <a:cubicBezTo>
                  <a:pt x="26247" y="621804"/>
                  <a:pt x="64982" y="565706"/>
                  <a:pt x="93980" y="493918"/>
                </a:cubicBezTo>
                <a:cubicBezTo>
                  <a:pt x="122978" y="422130"/>
                  <a:pt x="155787" y="332503"/>
                  <a:pt x="186690" y="278554"/>
                </a:cubicBezTo>
                <a:cubicBezTo>
                  <a:pt x="217593" y="224606"/>
                  <a:pt x="247438" y="197309"/>
                  <a:pt x="279400" y="170228"/>
                </a:cubicBezTo>
                <a:cubicBezTo>
                  <a:pt x="311362" y="143146"/>
                  <a:pt x="349673" y="134119"/>
                  <a:pt x="378460" y="116064"/>
                </a:cubicBezTo>
                <a:cubicBezTo>
                  <a:pt x="407247" y="98010"/>
                  <a:pt x="417830" y="76517"/>
                  <a:pt x="452120" y="61901"/>
                </a:cubicBezTo>
                <a:cubicBezTo>
                  <a:pt x="486410" y="47285"/>
                  <a:pt x="562187" y="33960"/>
                  <a:pt x="584200" y="28371"/>
                </a:cubicBezTo>
              </a:path>
            </a:pathLst>
          </a:custGeom>
          <a:ln w="16891">
            <a:solidFill>
              <a:srgbClr val="E36C0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737610" y="1893570"/>
            <a:ext cx="685800" cy="1921510"/>
          </a:xfrm>
          <a:custGeom>
            <a:avLst/>
            <a:gdLst/>
            <a:ahLst/>
            <a:cxnLst/>
            <a:rect l="l" t="t" r="r" b="b"/>
            <a:pathLst>
              <a:path w="685800" h="1921510">
                <a:moveTo>
                  <a:pt x="594360" y="28371"/>
                </a:moveTo>
                <a:lnTo>
                  <a:pt x="543241" y="70828"/>
                </a:lnTo>
                <a:lnTo>
                  <a:pt x="529832" y="14102"/>
                </a:lnTo>
                <a:close/>
              </a:path>
            </a:pathLst>
          </a:custGeom>
          <a:solidFill>
            <a:srgbClr val="E36C09"/>
          </a:solidFill>
          <a:ln/>
        </p:spPr>
      </p:sp>
      <p:sp>
        <p:nvSpPr>
          <p:cNvPr id="60" name="Shape 58"/>
          <p:cNvSpPr/>
          <p:nvPr/>
        </p:nvSpPr>
        <p:spPr>
          <a:xfrm>
            <a:off x="4709160" y="1893570"/>
            <a:ext cx="685800" cy="1921510"/>
          </a:xfrm>
          <a:custGeom>
            <a:avLst/>
            <a:gdLst/>
            <a:ahLst/>
            <a:cxnLst/>
            <a:rect l="l" t="t" r="r" b="b"/>
            <a:pathLst>
              <a:path w="685800" h="1921510">
                <a:moveTo>
                  <a:pt x="220980" y="1897008"/>
                </a:moveTo>
                <a:cubicBezTo>
                  <a:pt x="201930" y="1870141"/>
                  <a:pt x="141393" y="1815548"/>
                  <a:pt x="106680" y="1735807"/>
                </a:cubicBezTo>
                <a:cubicBezTo>
                  <a:pt x="71967" y="1656067"/>
                  <a:pt x="28363" y="1538068"/>
                  <a:pt x="12700" y="1418564"/>
                </a:cubicBezTo>
                <a:cubicBezTo>
                  <a:pt x="-2963" y="1299061"/>
                  <a:pt x="12700" y="1137001"/>
                  <a:pt x="12700" y="1018787"/>
                </a:cubicBezTo>
                <a:cubicBezTo>
                  <a:pt x="12700" y="900573"/>
                  <a:pt x="-847" y="796760"/>
                  <a:pt x="12700" y="709282"/>
                </a:cubicBezTo>
                <a:cubicBezTo>
                  <a:pt x="26247" y="621804"/>
                  <a:pt x="64982" y="565706"/>
                  <a:pt x="93980" y="493918"/>
                </a:cubicBezTo>
                <a:cubicBezTo>
                  <a:pt x="122978" y="422130"/>
                  <a:pt x="155787" y="332503"/>
                  <a:pt x="186690" y="278554"/>
                </a:cubicBezTo>
                <a:cubicBezTo>
                  <a:pt x="217593" y="224606"/>
                  <a:pt x="247438" y="197309"/>
                  <a:pt x="279400" y="170228"/>
                </a:cubicBezTo>
                <a:cubicBezTo>
                  <a:pt x="311362" y="143146"/>
                  <a:pt x="349673" y="134119"/>
                  <a:pt x="378460" y="116064"/>
                </a:cubicBezTo>
                <a:cubicBezTo>
                  <a:pt x="407247" y="98010"/>
                  <a:pt x="417830" y="76517"/>
                  <a:pt x="452120" y="61901"/>
                </a:cubicBezTo>
                <a:cubicBezTo>
                  <a:pt x="486410" y="47285"/>
                  <a:pt x="562187" y="33960"/>
                  <a:pt x="584200" y="28371"/>
                </a:cubicBezTo>
              </a:path>
            </a:pathLst>
          </a:custGeom>
          <a:ln w="16891">
            <a:solidFill>
              <a:srgbClr val="E36C09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709160" y="1893570"/>
            <a:ext cx="685800" cy="1921510"/>
          </a:xfrm>
          <a:custGeom>
            <a:avLst/>
            <a:gdLst/>
            <a:ahLst/>
            <a:cxnLst/>
            <a:rect l="l" t="t" r="r" b="b"/>
            <a:pathLst>
              <a:path w="685800" h="1921510">
                <a:moveTo>
                  <a:pt x="594360" y="28371"/>
                </a:moveTo>
                <a:lnTo>
                  <a:pt x="543241" y="70828"/>
                </a:lnTo>
                <a:lnTo>
                  <a:pt x="529832" y="14102"/>
                </a:lnTo>
                <a:close/>
              </a:path>
            </a:pathLst>
          </a:custGeom>
          <a:solidFill>
            <a:srgbClr val="E36C09"/>
          </a:solidFill>
          <a:ln/>
        </p:spPr>
      </p:sp>
      <p:sp>
        <p:nvSpPr>
          <p:cNvPr id="62" name="Shape 60"/>
          <p:cNvSpPr/>
          <p:nvPr/>
        </p:nvSpPr>
        <p:spPr>
          <a:xfrm>
            <a:off x="5687060" y="1893570"/>
            <a:ext cx="685800" cy="1921510"/>
          </a:xfrm>
          <a:custGeom>
            <a:avLst/>
            <a:gdLst/>
            <a:ahLst/>
            <a:cxnLst/>
            <a:rect l="l" t="t" r="r" b="b"/>
            <a:pathLst>
              <a:path w="685800" h="1921510">
                <a:moveTo>
                  <a:pt x="220980" y="1897008"/>
                </a:moveTo>
                <a:cubicBezTo>
                  <a:pt x="201930" y="1870141"/>
                  <a:pt x="141393" y="1815548"/>
                  <a:pt x="106680" y="1735807"/>
                </a:cubicBezTo>
                <a:cubicBezTo>
                  <a:pt x="71967" y="1656067"/>
                  <a:pt x="28363" y="1538068"/>
                  <a:pt x="12700" y="1418564"/>
                </a:cubicBezTo>
                <a:cubicBezTo>
                  <a:pt x="-2963" y="1299061"/>
                  <a:pt x="12700" y="1137001"/>
                  <a:pt x="12700" y="1018787"/>
                </a:cubicBezTo>
                <a:cubicBezTo>
                  <a:pt x="12700" y="900573"/>
                  <a:pt x="-847" y="796760"/>
                  <a:pt x="12700" y="709282"/>
                </a:cubicBezTo>
                <a:cubicBezTo>
                  <a:pt x="26247" y="621804"/>
                  <a:pt x="64982" y="565706"/>
                  <a:pt x="93980" y="493918"/>
                </a:cubicBezTo>
                <a:cubicBezTo>
                  <a:pt x="122978" y="422130"/>
                  <a:pt x="155787" y="332503"/>
                  <a:pt x="186690" y="278554"/>
                </a:cubicBezTo>
                <a:cubicBezTo>
                  <a:pt x="217593" y="224606"/>
                  <a:pt x="247438" y="197309"/>
                  <a:pt x="279400" y="170228"/>
                </a:cubicBezTo>
                <a:cubicBezTo>
                  <a:pt x="311362" y="143146"/>
                  <a:pt x="349673" y="134119"/>
                  <a:pt x="378460" y="116064"/>
                </a:cubicBezTo>
                <a:cubicBezTo>
                  <a:pt x="407247" y="98010"/>
                  <a:pt x="417830" y="76517"/>
                  <a:pt x="452120" y="61901"/>
                </a:cubicBezTo>
                <a:cubicBezTo>
                  <a:pt x="486410" y="47285"/>
                  <a:pt x="562187" y="33960"/>
                  <a:pt x="584200" y="28371"/>
                </a:cubicBezTo>
              </a:path>
            </a:pathLst>
          </a:custGeom>
          <a:ln w="16891">
            <a:solidFill>
              <a:srgbClr val="E36C0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687060" y="1893570"/>
            <a:ext cx="685800" cy="1921510"/>
          </a:xfrm>
          <a:custGeom>
            <a:avLst/>
            <a:gdLst/>
            <a:ahLst/>
            <a:cxnLst/>
            <a:rect l="l" t="t" r="r" b="b"/>
            <a:pathLst>
              <a:path w="685800" h="1921510">
                <a:moveTo>
                  <a:pt x="594360" y="28371"/>
                </a:moveTo>
                <a:lnTo>
                  <a:pt x="543241" y="70828"/>
                </a:lnTo>
                <a:lnTo>
                  <a:pt x="529832" y="14102"/>
                </a:lnTo>
                <a:close/>
              </a:path>
            </a:pathLst>
          </a:custGeom>
          <a:solidFill>
            <a:srgbClr val="E36C09"/>
          </a:solidFill>
          <a:ln/>
        </p:spPr>
      </p:sp>
      <p:sp>
        <p:nvSpPr>
          <p:cNvPr id="64" name="Shape 62"/>
          <p:cNvSpPr/>
          <p:nvPr/>
        </p:nvSpPr>
        <p:spPr>
          <a:xfrm>
            <a:off x="6630670" y="1893570"/>
            <a:ext cx="685800" cy="1921510"/>
          </a:xfrm>
          <a:custGeom>
            <a:avLst/>
            <a:gdLst/>
            <a:ahLst/>
            <a:cxnLst/>
            <a:rect l="l" t="t" r="r" b="b"/>
            <a:pathLst>
              <a:path w="685800" h="1921510">
                <a:moveTo>
                  <a:pt x="220980" y="1897008"/>
                </a:moveTo>
                <a:cubicBezTo>
                  <a:pt x="201930" y="1870141"/>
                  <a:pt x="141393" y="1815548"/>
                  <a:pt x="106680" y="1735807"/>
                </a:cubicBezTo>
                <a:cubicBezTo>
                  <a:pt x="71967" y="1656067"/>
                  <a:pt x="28363" y="1538068"/>
                  <a:pt x="12700" y="1418564"/>
                </a:cubicBezTo>
                <a:cubicBezTo>
                  <a:pt x="-2963" y="1299061"/>
                  <a:pt x="12700" y="1137001"/>
                  <a:pt x="12700" y="1018787"/>
                </a:cubicBezTo>
                <a:cubicBezTo>
                  <a:pt x="12700" y="900573"/>
                  <a:pt x="-847" y="796760"/>
                  <a:pt x="12700" y="709282"/>
                </a:cubicBezTo>
                <a:cubicBezTo>
                  <a:pt x="26247" y="621804"/>
                  <a:pt x="64982" y="565706"/>
                  <a:pt x="93980" y="493918"/>
                </a:cubicBezTo>
                <a:cubicBezTo>
                  <a:pt x="122978" y="422130"/>
                  <a:pt x="155787" y="332503"/>
                  <a:pt x="186690" y="278554"/>
                </a:cubicBezTo>
                <a:cubicBezTo>
                  <a:pt x="217593" y="224606"/>
                  <a:pt x="247438" y="197309"/>
                  <a:pt x="279400" y="170228"/>
                </a:cubicBezTo>
                <a:cubicBezTo>
                  <a:pt x="311362" y="143146"/>
                  <a:pt x="349673" y="134119"/>
                  <a:pt x="378460" y="116064"/>
                </a:cubicBezTo>
                <a:cubicBezTo>
                  <a:pt x="407247" y="98010"/>
                  <a:pt x="417830" y="76517"/>
                  <a:pt x="452120" y="61901"/>
                </a:cubicBezTo>
                <a:cubicBezTo>
                  <a:pt x="486410" y="47285"/>
                  <a:pt x="562187" y="33960"/>
                  <a:pt x="584200" y="28371"/>
                </a:cubicBezTo>
              </a:path>
            </a:pathLst>
          </a:custGeom>
          <a:ln w="16891">
            <a:solidFill>
              <a:srgbClr val="E36C09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630670" y="1893570"/>
            <a:ext cx="685800" cy="1921510"/>
          </a:xfrm>
          <a:custGeom>
            <a:avLst/>
            <a:gdLst/>
            <a:ahLst/>
            <a:cxnLst/>
            <a:rect l="l" t="t" r="r" b="b"/>
            <a:pathLst>
              <a:path w="685800" h="1921510">
                <a:moveTo>
                  <a:pt x="594360" y="28371"/>
                </a:moveTo>
                <a:lnTo>
                  <a:pt x="543241" y="70828"/>
                </a:lnTo>
                <a:lnTo>
                  <a:pt x="529832" y="14102"/>
                </a:lnTo>
                <a:close/>
              </a:path>
            </a:pathLst>
          </a:custGeom>
          <a:solidFill>
            <a:srgbClr val="E36C09"/>
          </a:solidFill>
          <a:ln/>
        </p:spPr>
      </p:sp>
      <p:sp>
        <p:nvSpPr>
          <p:cNvPr id="66" name="Shape 64"/>
          <p:cNvSpPr/>
          <p:nvPr/>
        </p:nvSpPr>
        <p:spPr>
          <a:xfrm>
            <a:off x="9141460" y="1893570"/>
            <a:ext cx="685800" cy="1921510"/>
          </a:xfrm>
          <a:custGeom>
            <a:avLst/>
            <a:gdLst/>
            <a:ahLst/>
            <a:cxnLst/>
            <a:rect l="l" t="t" r="r" b="b"/>
            <a:pathLst>
              <a:path w="685800" h="1921510">
                <a:moveTo>
                  <a:pt x="220980" y="1897008"/>
                </a:moveTo>
                <a:cubicBezTo>
                  <a:pt x="201930" y="1870141"/>
                  <a:pt x="141393" y="1815548"/>
                  <a:pt x="106680" y="1735807"/>
                </a:cubicBezTo>
                <a:cubicBezTo>
                  <a:pt x="71967" y="1656067"/>
                  <a:pt x="28363" y="1538068"/>
                  <a:pt x="12700" y="1418564"/>
                </a:cubicBezTo>
                <a:cubicBezTo>
                  <a:pt x="-2963" y="1299061"/>
                  <a:pt x="12700" y="1137001"/>
                  <a:pt x="12700" y="1018787"/>
                </a:cubicBezTo>
                <a:cubicBezTo>
                  <a:pt x="12700" y="900573"/>
                  <a:pt x="-847" y="796760"/>
                  <a:pt x="12700" y="709282"/>
                </a:cubicBezTo>
                <a:cubicBezTo>
                  <a:pt x="26247" y="621804"/>
                  <a:pt x="64982" y="565706"/>
                  <a:pt x="93980" y="493918"/>
                </a:cubicBezTo>
                <a:cubicBezTo>
                  <a:pt x="122978" y="422130"/>
                  <a:pt x="155787" y="332503"/>
                  <a:pt x="186690" y="278554"/>
                </a:cubicBezTo>
                <a:cubicBezTo>
                  <a:pt x="217593" y="224606"/>
                  <a:pt x="247438" y="197309"/>
                  <a:pt x="279400" y="170228"/>
                </a:cubicBezTo>
                <a:cubicBezTo>
                  <a:pt x="311362" y="143146"/>
                  <a:pt x="349673" y="134119"/>
                  <a:pt x="378460" y="116064"/>
                </a:cubicBezTo>
                <a:cubicBezTo>
                  <a:pt x="407247" y="98010"/>
                  <a:pt x="417830" y="76517"/>
                  <a:pt x="452120" y="61901"/>
                </a:cubicBezTo>
                <a:cubicBezTo>
                  <a:pt x="486410" y="47285"/>
                  <a:pt x="562187" y="33960"/>
                  <a:pt x="584200" y="28371"/>
                </a:cubicBezTo>
              </a:path>
            </a:pathLst>
          </a:custGeom>
          <a:ln w="16891">
            <a:solidFill>
              <a:srgbClr val="E36C09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9141460" y="1893570"/>
            <a:ext cx="685800" cy="1921510"/>
          </a:xfrm>
          <a:custGeom>
            <a:avLst/>
            <a:gdLst/>
            <a:ahLst/>
            <a:cxnLst/>
            <a:rect l="l" t="t" r="r" b="b"/>
            <a:pathLst>
              <a:path w="685800" h="1921510">
                <a:moveTo>
                  <a:pt x="594360" y="28371"/>
                </a:moveTo>
                <a:lnTo>
                  <a:pt x="543241" y="70828"/>
                </a:lnTo>
                <a:lnTo>
                  <a:pt x="529832" y="14102"/>
                </a:lnTo>
                <a:close/>
              </a:path>
            </a:pathLst>
          </a:custGeom>
          <a:solidFill>
            <a:srgbClr val="E36C09"/>
          </a:solidFill>
          <a:ln/>
        </p:spPr>
      </p:sp>
      <p:sp>
        <p:nvSpPr>
          <p:cNvPr id="68" name="Shape 66"/>
          <p:cNvSpPr/>
          <p:nvPr/>
        </p:nvSpPr>
        <p:spPr>
          <a:xfrm>
            <a:off x="10119360" y="1893570"/>
            <a:ext cx="685800" cy="1921510"/>
          </a:xfrm>
          <a:custGeom>
            <a:avLst/>
            <a:gdLst/>
            <a:ahLst/>
            <a:cxnLst/>
            <a:rect l="l" t="t" r="r" b="b"/>
            <a:pathLst>
              <a:path w="685800" h="1921510">
                <a:moveTo>
                  <a:pt x="220980" y="1897008"/>
                </a:moveTo>
                <a:cubicBezTo>
                  <a:pt x="201930" y="1870141"/>
                  <a:pt x="141393" y="1815548"/>
                  <a:pt x="106680" y="1735807"/>
                </a:cubicBezTo>
                <a:cubicBezTo>
                  <a:pt x="71967" y="1656067"/>
                  <a:pt x="28363" y="1538068"/>
                  <a:pt x="12700" y="1418564"/>
                </a:cubicBezTo>
                <a:cubicBezTo>
                  <a:pt x="-2963" y="1299061"/>
                  <a:pt x="12700" y="1137001"/>
                  <a:pt x="12700" y="1018787"/>
                </a:cubicBezTo>
                <a:cubicBezTo>
                  <a:pt x="12700" y="900573"/>
                  <a:pt x="-847" y="796760"/>
                  <a:pt x="12700" y="709282"/>
                </a:cubicBezTo>
                <a:cubicBezTo>
                  <a:pt x="26247" y="621804"/>
                  <a:pt x="64982" y="565706"/>
                  <a:pt x="93980" y="493918"/>
                </a:cubicBezTo>
                <a:cubicBezTo>
                  <a:pt x="122978" y="422130"/>
                  <a:pt x="155787" y="332503"/>
                  <a:pt x="186690" y="278554"/>
                </a:cubicBezTo>
                <a:cubicBezTo>
                  <a:pt x="217593" y="224606"/>
                  <a:pt x="247438" y="197309"/>
                  <a:pt x="279400" y="170228"/>
                </a:cubicBezTo>
                <a:cubicBezTo>
                  <a:pt x="311362" y="143146"/>
                  <a:pt x="349673" y="134119"/>
                  <a:pt x="378460" y="116064"/>
                </a:cubicBezTo>
                <a:cubicBezTo>
                  <a:pt x="407247" y="98010"/>
                  <a:pt x="417830" y="76517"/>
                  <a:pt x="452120" y="61901"/>
                </a:cubicBezTo>
                <a:cubicBezTo>
                  <a:pt x="486410" y="47285"/>
                  <a:pt x="562187" y="33960"/>
                  <a:pt x="584200" y="28371"/>
                </a:cubicBezTo>
              </a:path>
            </a:pathLst>
          </a:custGeom>
          <a:ln w="16891">
            <a:solidFill>
              <a:srgbClr val="E36C09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10119360" y="1893570"/>
            <a:ext cx="685800" cy="1921510"/>
          </a:xfrm>
          <a:custGeom>
            <a:avLst/>
            <a:gdLst/>
            <a:ahLst/>
            <a:cxnLst/>
            <a:rect l="l" t="t" r="r" b="b"/>
            <a:pathLst>
              <a:path w="685800" h="1921510">
                <a:moveTo>
                  <a:pt x="594360" y="28371"/>
                </a:moveTo>
                <a:lnTo>
                  <a:pt x="543241" y="70828"/>
                </a:lnTo>
                <a:lnTo>
                  <a:pt x="529832" y="14102"/>
                </a:lnTo>
                <a:close/>
              </a:path>
            </a:pathLst>
          </a:custGeom>
          <a:solidFill>
            <a:srgbClr val="E36C09"/>
          </a:solidFill>
          <a:ln/>
        </p:spPr>
      </p:sp>
      <p:sp>
        <p:nvSpPr>
          <p:cNvPr id="70" name="Shape 68"/>
          <p:cNvSpPr/>
          <p:nvPr/>
        </p:nvSpPr>
        <p:spPr>
          <a:xfrm>
            <a:off x="2157730" y="2291080"/>
            <a:ext cx="158750" cy="21590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2316480" y="2291080"/>
            <a:ext cx="158750" cy="21590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2475230" y="2291080"/>
            <a:ext cx="158750" cy="21590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2633980" y="2291080"/>
            <a:ext cx="158750" cy="21590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2310130" y="2272030"/>
            <a:ext cx="330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400" dirty="0"/>
          </a:p>
        </p:txBody>
      </p:sp>
      <p:sp>
        <p:nvSpPr>
          <p:cNvPr id="75" name="Shape 73"/>
          <p:cNvSpPr/>
          <p:nvPr/>
        </p:nvSpPr>
        <p:spPr>
          <a:xfrm>
            <a:off x="3115310" y="2291080"/>
            <a:ext cx="158750" cy="21590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3274060" y="2291080"/>
            <a:ext cx="158750" cy="21590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3432810" y="2291080"/>
            <a:ext cx="158750" cy="21590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3591560" y="2291080"/>
            <a:ext cx="158750" cy="21590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267710" y="2272030"/>
            <a:ext cx="330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80" name="Shape 78"/>
          <p:cNvSpPr/>
          <p:nvPr/>
        </p:nvSpPr>
        <p:spPr>
          <a:xfrm>
            <a:off x="4080510" y="2291080"/>
            <a:ext cx="158750" cy="21590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4239260" y="2291080"/>
            <a:ext cx="158750" cy="21590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4398010" y="2291080"/>
            <a:ext cx="158750" cy="21590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4556760" y="2291080"/>
            <a:ext cx="158750" cy="21590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232910" y="2272030"/>
            <a:ext cx="330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85" name="Shape 83"/>
          <p:cNvSpPr/>
          <p:nvPr/>
        </p:nvSpPr>
        <p:spPr>
          <a:xfrm>
            <a:off x="5052060" y="2291080"/>
            <a:ext cx="158750" cy="21590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210810" y="2291080"/>
            <a:ext cx="158750" cy="21590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369560" y="2291080"/>
            <a:ext cx="158750" cy="21590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528310" y="2291080"/>
            <a:ext cx="158750" cy="21590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5204460" y="2272030"/>
            <a:ext cx="330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90" name="Shape 88"/>
          <p:cNvSpPr/>
          <p:nvPr/>
        </p:nvSpPr>
        <p:spPr>
          <a:xfrm>
            <a:off x="6029960" y="2291080"/>
            <a:ext cx="158750" cy="21590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188710" y="2291080"/>
            <a:ext cx="158750" cy="21590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347460" y="2291080"/>
            <a:ext cx="158750" cy="21590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506210" y="2291080"/>
            <a:ext cx="158750" cy="21590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6182360" y="2272030"/>
            <a:ext cx="330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95" name="Shape 93"/>
          <p:cNvSpPr/>
          <p:nvPr/>
        </p:nvSpPr>
        <p:spPr>
          <a:xfrm>
            <a:off x="6973570" y="2291080"/>
            <a:ext cx="158750" cy="21590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7132320" y="2291080"/>
            <a:ext cx="158750" cy="21590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7291070" y="2291080"/>
            <a:ext cx="158750" cy="21590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7449820" y="2291080"/>
            <a:ext cx="158750" cy="21590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7125970" y="2272030"/>
            <a:ext cx="330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100" name="Shape 98"/>
          <p:cNvSpPr/>
          <p:nvPr/>
        </p:nvSpPr>
        <p:spPr>
          <a:xfrm>
            <a:off x="9484360" y="2291080"/>
            <a:ext cx="158750" cy="21590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9643110" y="2291080"/>
            <a:ext cx="158750" cy="21590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9801860" y="2291080"/>
            <a:ext cx="158750" cy="21590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9960610" y="2291080"/>
            <a:ext cx="158750" cy="21590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9636760" y="2272030"/>
            <a:ext cx="330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N-2</a:t>
            </a:r>
            <a:endParaRPr lang="en-US" sz="1400" dirty="0"/>
          </a:p>
        </p:txBody>
      </p:sp>
      <p:sp>
        <p:nvSpPr>
          <p:cNvPr id="105" name="Shape 103"/>
          <p:cNvSpPr/>
          <p:nvPr/>
        </p:nvSpPr>
        <p:spPr>
          <a:xfrm>
            <a:off x="10462260" y="2291080"/>
            <a:ext cx="158750" cy="21590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10621010" y="2291080"/>
            <a:ext cx="158750" cy="21590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10779760" y="2291080"/>
            <a:ext cx="158750" cy="21590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10938510" y="2291080"/>
            <a:ext cx="158750" cy="21590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10614660" y="2272030"/>
            <a:ext cx="330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N-1</a:t>
            </a:r>
            <a:endParaRPr lang="en-US" sz="1400" dirty="0"/>
          </a:p>
        </p:txBody>
      </p:sp>
      <p:sp>
        <p:nvSpPr>
          <p:cNvPr id="110" name="Shape 108"/>
          <p:cNvSpPr/>
          <p:nvPr/>
        </p:nvSpPr>
        <p:spPr>
          <a:xfrm>
            <a:off x="8009890" y="2349500"/>
            <a:ext cx="99060" cy="99060"/>
          </a:xfrm>
          <a:prstGeom prst="ellipse">
            <a:avLst/>
          </a:prstGeom>
          <a:solidFill>
            <a:srgbClr val="0000CC"/>
          </a:solidFill>
          <a:ln/>
        </p:spPr>
      </p:sp>
      <p:sp>
        <p:nvSpPr>
          <p:cNvPr id="111" name="Shape 109"/>
          <p:cNvSpPr/>
          <p:nvPr/>
        </p:nvSpPr>
        <p:spPr>
          <a:xfrm>
            <a:off x="8256270" y="2349500"/>
            <a:ext cx="99060" cy="99060"/>
          </a:xfrm>
          <a:prstGeom prst="ellipse">
            <a:avLst/>
          </a:prstGeom>
          <a:solidFill>
            <a:srgbClr val="0000CC"/>
          </a:solidFill>
          <a:ln/>
        </p:spPr>
      </p:sp>
      <p:sp>
        <p:nvSpPr>
          <p:cNvPr id="112" name="Shape 110"/>
          <p:cNvSpPr/>
          <p:nvPr/>
        </p:nvSpPr>
        <p:spPr>
          <a:xfrm>
            <a:off x="8492490" y="2349500"/>
            <a:ext cx="99060" cy="99060"/>
          </a:xfrm>
          <a:prstGeom prst="ellipse">
            <a:avLst/>
          </a:prstGeom>
          <a:solidFill>
            <a:srgbClr val="0000CC"/>
          </a:solidFill>
          <a:ln/>
        </p:spPr>
      </p:sp>
      <p:sp>
        <p:nvSpPr>
          <p:cNvPr id="113" name="Shape 111"/>
          <p:cNvSpPr/>
          <p:nvPr/>
        </p:nvSpPr>
        <p:spPr>
          <a:xfrm>
            <a:off x="8729980" y="2349500"/>
            <a:ext cx="99060" cy="99060"/>
          </a:xfrm>
          <a:prstGeom prst="ellipse">
            <a:avLst/>
          </a:prstGeom>
          <a:solidFill>
            <a:srgbClr val="0000CC"/>
          </a:solidFill>
          <a:ln/>
        </p:spPr>
      </p:sp>
      <p:sp>
        <p:nvSpPr>
          <p:cNvPr id="114" name="Shape 112"/>
          <p:cNvSpPr/>
          <p:nvPr/>
        </p:nvSpPr>
        <p:spPr>
          <a:xfrm>
            <a:off x="8936990" y="2349500"/>
            <a:ext cx="99060" cy="99060"/>
          </a:xfrm>
          <a:prstGeom prst="ellipse">
            <a:avLst/>
          </a:prstGeom>
          <a:solidFill>
            <a:srgbClr val="0000CC"/>
          </a:solidFill>
          <a:ln/>
        </p:spPr>
      </p:sp>
      <p:sp>
        <p:nvSpPr>
          <p:cNvPr id="115" name="Shape 113"/>
          <p:cNvSpPr/>
          <p:nvPr/>
        </p:nvSpPr>
        <p:spPr>
          <a:xfrm>
            <a:off x="2376170" y="1874520"/>
            <a:ext cx="198120" cy="198120"/>
          </a:xfrm>
          <a:prstGeom prst="ellipse">
            <a:avLst/>
          </a:prstGeom>
          <a:solidFill>
            <a:srgbClr val="990000"/>
          </a:solidFill>
          <a:ln w="19050">
            <a:solidFill>
              <a:srgbClr val="7F0000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2376170" y="1874520"/>
            <a:ext cx="1981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117" name="Shape 115"/>
          <p:cNvSpPr/>
          <p:nvPr/>
        </p:nvSpPr>
        <p:spPr>
          <a:xfrm>
            <a:off x="3333750" y="1874520"/>
            <a:ext cx="198120" cy="198120"/>
          </a:xfrm>
          <a:prstGeom prst="ellipse">
            <a:avLst/>
          </a:prstGeom>
          <a:solidFill>
            <a:srgbClr val="990000"/>
          </a:solidFill>
          <a:ln w="19050">
            <a:solidFill>
              <a:srgbClr val="7F0000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3333750" y="1874520"/>
            <a:ext cx="1981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119" name="Shape 117"/>
          <p:cNvSpPr/>
          <p:nvPr/>
        </p:nvSpPr>
        <p:spPr>
          <a:xfrm>
            <a:off x="4298950" y="1874520"/>
            <a:ext cx="198120" cy="198120"/>
          </a:xfrm>
          <a:prstGeom prst="ellipse">
            <a:avLst/>
          </a:prstGeom>
          <a:solidFill>
            <a:srgbClr val="990000"/>
          </a:solidFill>
          <a:ln w="19050">
            <a:solidFill>
              <a:srgbClr val="7F0000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4298950" y="1874520"/>
            <a:ext cx="1981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121" name="Shape 119"/>
          <p:cNvSpPr/>
          <p:nvPr/>
        </p:nvSpPr>
        <p:spPr>
          <a:xfrm>
            <a:off x="5270500" y="1874520"/>
            <a:ext cx="198120" cy="198120"/>
          </a:xfrm>
          <a:prstGeom prst="ellipse">
            <a:avLst/>
          </a:prstGeom>
          <a:solidFill>
            <a:srgbClr val="990000"/>
          </a:solidFill>
          <a:ln w="19050">
            <a:solidFill>
              <a:srgbClr val="7F0000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5270500" y="1874520"/>
            <a:ext cx="1981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123" name="Shape 121"/>
          <p:cNvSpPr/>
          <p:nvPr/>
        </p:nvSpPr>
        <p:spPr>
          <a:xfrm>
            <a:off x="6248400" y="1874520"/>
            <a:ext cx="198120" cy="198120"/>
          </a:xfrm>
          <a:prstGeom prst="ellipse">
            <a:avLst/>
          </a:prstGeom>
          <a:solidFill>
            <a:srgbClr val="990000"/>
          </a:solidFill>
          <a:ln w="19050">
            <a:solidFill>
              <a:srgbClr val="7F0000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6248400" y="1874520"/>
            <a:ext cx="1981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125" name="Shape 123"/>
          <p:cNvSpPr/>
          <p:nvPr/>
        </p:nvSpPr>
        <p:spPr>
          <a:xfrm>
            <a:off x="7192010" y="1874520"/>
            <a:ext cx="198120" cy="198120"/>
          </a:xfrm>
          <a:prstGeom prst="ellipse">
            <a:avLst/>
          </a:prstGeom>
          <a:solidFill>
            <a:srgbClr val="990000"/>
          </a:solidFill>
          <a:ln w="19050">
            <a:solidFill>
              <a:srgbClr val="7F0000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7192010" y="1874520"/>
            <a:ext cx="1981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127" name="Shape 125"/>
          <p:cNvSpPr/>
          <p:nvPr/>
        </p:nvSpPr>
        <p:spPr>
          <a:xfrm>
            <a:off x="9702800" y="1874520"/>
            <a:ext cx="198120" cy="198120"/>
          </a:xfrm>
          <a:prstGeom prst="ellipse">
            <a:avLst/>
          </a:prstGeom>
          <a:solidFill>
            <a:srgbClr val="990000"/>
          </a:solidFill>
          <a:ln w="19050">
            <a:solidFill>
              <a:srgbClr val="7F0000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9702800" y="1874520"/>
            <a:ext cx="1981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129" name="Shape 127"/>
          <p:cNvSpPr/>
          <p:nvPr/>
        </p:nvSpPr>
        <p:spPr>
          <a:xfrm>
            <a:off x="10680700" y="1874520"/>
            <a:ext cx="198120" cy="198120"/>
          </a:xfrm>
          <a:prstGeom prst="ellipse">
            <a:avLst/>
          </a:prstGeom>
          <a:solidFill>
            <a:srgbClr val="990000"/>
          </a:solidFill>
          <a:ln w="19050">
            <a:solidFill>
              <a:srgbClr val="7F0000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10680700" y="1874520"/>
            <a:ext cx="1981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131" name="Shape 129"/>
          <p:cNvSpPr/>
          <p:nvPr/>
        </p:nvSpPr>
        <p:spPr>
          <a:xfrm>
            <a:off x="2475230" y="1715770"/>
            <a:ext cx="0" cy="158750"/>
          </a:xfrm>
          <a:prstGeom prst="line">
            <a:avLst/>
          </a:prstGeom>
          <a:noFill/>
          <a:ln w="22225">
            <a:solidFill>
              <a:srgbClr val="00B050"/>
            </a:solidFill>
            <a:prstDash val="solid"/>
            <a:headEnd type="triangle"/>
          </a:ln>
        </p:spPr>
      </p:sp>
      <p:sp>
        <p:nvSpPr>
          <p:cNvPr id="132" name="Shape 130"/>
          <p:cNvSpPr/>
          <p:nvPr/>
        </p:nvSpPr>
        <p:spPr>
          <a:xfrm>
            <a:off x="2475230" y="2072640"/>
            <a:ext cx="0" cy="218440"/>
          </a:xfrm>
          <a:prstGeom prst="line">
            <a:avLst/>
          </a:prstGeom>
          <a:noFill/>
          <a:ln w="19050">
            <a:solidFill>
              <a:srgbClr val="00008B"/>
            </a:solidFill>
            <a:prstDash val="solid"/>
            <a:headEnd type="triangle"/>
          </a:ln>
        </p:spPr>
      </p:sp>
      <p:sp>
        <p:nvSpPr>
          <p:cNvPr id="133" name="Shape 131"/>
          <p:cNvSpPr/>
          <p:nvPr/>
        </p:nvSpPr>
        <p:spPr>
          <a:xfrm>
            <a:off x="2475230" y="1074420"/>
            <a:ext cx="0" cy="280670"/>
          </a:xfrm>
          <a:prstGeom prst="line">
            <a:avLst/>
          </a:prstGeom>
          <a:noFill/>
          <a:ln w="22225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134" name="Shape 132"/>
          <p:cNvSpPr/>
          <p:nvPr/>
        </p:nvSpPr>
        <p:spPr>
          <a:xfrm>
            <a:off x="3432810" y="1715770"/>
            <a:ext cx="0" cy="158750"/>
          </a:xfrm>
          <a:prstGeom prst="line">
            <a:avLst/>
          </a:prstGeom>
          <a:noFill/>
          <a:ln w="22225">
            <a:solidFill>
              <a:srgbClr val="00B050"/>
            </a:solidFill>
            <a:prstDash val="solid"/>
            <a:headEnd type="triangle"/>
          </a:ln>
        </p:spPr>
      </p:sp>
      <p:sp>
        <p:nvSpPr>
          <p:cNvPr id="135" name="Shape 133"/>
          <p:cNvSpPr/>
          <p:nvPr/>
        </p:nvSpPr>
        <p:spPr>
          <a:xfrm>
            <a:off x="3432810" y="2072640"/>
            <a:ext cx="0" cy="218440"/>
          </a:xfrm>
          <a:prstGeom prst="line">
            <a:avLst/>
          </a:prstGeom>
          <a:noFill/>
          <a:ln w="19050">
            <a:solidFill>
              <a:srgbClr val="00008B"/>
            </a:solidFill>
            <a:prstDash val="solid"/>
            <a:headEnd type="triangle"/>
          </a:ln>
        </p:spPr>
      </p:sp>
      <p:sp>
        <p:nvSpPr>
          <p:cNvPr id="136" name="Shape 134"/>
          <p:cNvSpPr/>
          <p:nvPr/>
        </p:nvSpPr>
        <p:spPr>
          <a:xfrm>
            <a:off x="3432810" y="1074420"/>
            <a:ext cx="0" cy="280670"/>
          </a:xfrm>
          <a:prstGeom prst="line">
            <a:avLst/>
          </a:prstGeom>
          <a:noFill/>
          <a:ln w="22225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137" name="Shape 135"/>
          <p:cNvSpPr/>
          <p:nvPr/>
        </p:nvSpPr>
        <p:spPr>
          <a:xfrm>
            <a:off x="4398010" y="1715770"/>
            <a:ext cx="0" cy="158750"/>
          </a:xfrm>
          <a:prstGeom prst="line">
            <a:avLst/>
          </a:prstGeom>
          <a:noFill/>
          <a:ln w="22225">
            <a:solidFill>
              <a:srgbClr val="00B050"/>
            </a:solidFill>
            <a:prstDash val="solid"/>
            <a:headEnd type="triangle"/>
          </a:ln>
        </p:spPr>
      </p:sp>
      <p:sp>
        <p:nvSpPr>
          <p:cNvPr id="138" name="Shape 136"/>
          <p:cNvSpPr/>
          <p:nvPr/>
        </p:nvSpPr>
        <p:spPr>
          <a:xfrm>
            <a:off x="4398010" y="2072640"/>
            <a:ext cx="0" cy="218440"/>
          </a:xfrm>
          <a:prstGeom prst="line">
            <a:avLst/>
          </a:prstGeom>
          <a:noFill/>
          <a:ln w="19050">
            <a:solidFill>
              <a:srgbClr val="00008B"/>
            </a:solidFill>
            <a:prstDash val="solid"/>
            <a:headEnd type="triangle"/>
          </a:ln>
        </p:spPr>
      </p:sp>
      <p:sp>
        <p:nvSpPr>
          <p:cNvPr id="139" name="Shape 137"/>
          <p:cNvSpPr/>
          <p:nvPr/>
        </p:nvSpPr>
        <p:spPr>
          <a:xfrm>
            <a:off x="4398010" y="1074420"/>
            <a:ext cx="0" cy="280670"/>
          </a:xfrm>
          <a:prstGeom prst="line">
            <a:avLst/>
          </a:prstGeom>
          <a:noFill/>
          <a:ln w="22225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140" name="Shape 138"/>
          <p:cNvSpPr/>
          <p:nvPr/>
        </p:nvSpPr>
        <p:spPr>
          <a:xfrm>
            <a:off x="5369560" y="1715770"/>
            <a:ext cx="0" cy="158750"/>
          </a:xfrm>
          <a:prstGeom prst="line">
            <a:avLst/>
          </a:prstGeom>
          <a:noFill/>
          <a:ln w="22225">
            <a:solidFill>
              <a:srgbClr val="00B050"/>
            </a:solidFill>
            <a:prstDash val="solid"/>
            <a:headEnd type="triangle"/>
          </a:ln>
        </p:spPr>
      </p:sp>
      <p:sp>
        <p:nvSpPr>
          <p:cNvPr id="141" name="Shape 139"/>
          <p:cNvSpPr/>
          <p:nvPr/>
        </p:nvSpPr>
        <p:spPr>
          <a:xfrm>
            <a:off x="5369560" y="2072640"/>
            <a:ext cx="0" cy="218440"/>
          </a:xfrm>
          <a:prstGeom prst="line">
            <a:avLst/>
          </a:prstGeom>
          <a:noFill/>
          <a:ln w="19050">
            <a:solidFill>
              <a:srgbClr val="00008B"/>
            </a:solidFill>
            <a:prstDash val="solid"/>
            <a:headEnd type="triangle"/>
          </a:ln>
        </p:spPr>
      </p:sp>
      <p:sp>
        <p:nvSpPr>
          <p:cNvPr id="142" name="Shape 140"/>
          <p:cNvSpPr/>
          <p:nvPr/>
        </p:nvSpPr>
        <p:spPr>
          <a:xfrm>
            <a:off x="5369560" y="1074420"/>
            <a:ext cx="0" cy="280670"/>
          </a:xfrm>
          <a:prstGeom prst="line">
            <a:avLst/>
          </a:prstGeom>
          <a:noFill/>
          <a:ln w="22225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143" name="Shape 141"/>
          <p:cNvSpPr/>
          <p:nvPr/>
        </p:nvSpPr>
        <p:spPr>
          <a:xfrm>
            <a:off x="6347460" y="1715770"/>
            <a:ext cx="0" cy="158750"/>
          </a:xfrm>
          <a:prstGeom prst="line">
            <a:avLst/>
          </a:prstGeom>
          <a:noFill/>
          <a:ln w="22225">
            <a:solidFill>
              <a:srgbClr val="00B050"/>
            </a:solidFill>
            <a:prstDash val="solid"/>
            <a:headEnd type="triangle"/>
          </a:ln>
        </p:spPr>
      </p:sp>
      <p:sp>
        <p:nvSpPr>
          <p:cNvPr id="144" name="Shape 142"/>
          <p:cNvSpPr/>
          <p:nvPr/>
        </p:nvSpPr>
        <p:spPr>
          <a:xfrm>
            <a:off x="6347460" y="2072640"/>
            <a:ext cx="0" cy="218440"/>
          </a:xfrm>
          <a:prstGeom prst="line">
            <a:avLst/>
          </a:prstGeom>
          <a:noFill/>
          <a:ln w="19050">
            <a:solidFill>
              <a:srgbClr val="00008B"/>
            </a:solidFill>
            <a:prstDash val="solid"/>
            <a:headEnd type="triangle"/>
          </a:ln>
        </p:spPr>
      </p:sp>
      <p:sp>
        <p:nvSpPr>
          <p:cNvPr id="145" name="Shape 143"/>
          <p:cNvSpPr/>
          <p:nvPr/>
        </p:nvSpPr>
        <p:spPr>
          <a:xfrm>
            <a:off x="6347460" y="1074420"/>
            <a:ext cx="0" cy="280670"/>
          </a:xfrm>
          <a:prstGeom prst="line">
            <a:avLst/>
          </a:prstGeom>
          <a:noFill/>
          <a:ln w="22225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146" name="Shape 144"/>
          <p:cNvSpPr/>
          <p:nvPr/>
        </p:nvSpPr>
        <p:spPr>
          <a:xfrm>
            <a:off x="7291070" y="1715770"/>
            <a:ext cx="0" cy="158750"/>
          </a:xfrm>
          <a:prstGeom prst="line">
            <a:avLst/>
          </a:prstGeom>
          <a:noFill/>
          <a:ln w="22225">
            <a:solidFill>
              <a:srgbClr val="00B050"/>
            </a:solidFill>
            <a:prstDash val="solid"/>
            <a:headEnd type="triangle"/>
          </a:ln>
        </p:spPr>
      </p:sp>
      <p:sp>
        <p:nvSpPr>
          <p:cNvPr id="147" name="Shape 145"/>
          <p:cNvSpPr/>
          <p:nvPr/>
        </p:nvSpPr>
        <p:spPr>
          <a:xfrm>
            <a:off x="7291070" y="2072640"/>
            <a:ext cx="0" cy="218440"/>
          </a:xfrm>
          <a:prstGeom prst="line">
            <a:avLst/>
          </a:prstGeom>
          <a:noFill/>
          <a:ln w="19050">
            <a:solidFill>
              <a:srgbClr val="00008B"/>
            </a:solidFill>
            <a:prstDash val="solid"/>
            <a:headEnd type="triangle"/>
          </a:ln>
        </p:spPr>
      </p:sp>
      <p:sp>
        <p:nvSpPr>
          <p:cNvPr id="148" name="Shape 146"/>
          <p:cNvSpPr/>
          <p:nvPr/>
        </p:nvSpPr>
        <p:spPr>
          <a:xfrm>
            <a:off x="7291070" y="1074420"/>
            <a:ext cx="0" cy="280670"/>
          </a:xfrm>
          <a:prstGeom prst="line">
            <a:avLst/>
          </a:prstGeom>
          <a:noFill/>
          <a:ln w="22225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149" name="Shape 147"/>
          <p:cNvSpPr/>
          <p:nvPr/>
        </p:nvSpPr>
        <p:spPr>
          <a:xfrm>
            <a:off x="9801860" y="1715770"/>
            <a:ext cx="0" cy="158750"/>
          </a:xfrm>
          <a:prstGeom prst="line">
            <a:avLst/>
          </a:prstGeom>
          <a:noFill/>
          <a:ln w="22225">
            <a:solidFill>
              <a:srgbClr val="00B050"/>
            </a:solidFill>
            <a:prstDash val="solid"/>
            <a:headEnd type="triangle"/>
          </a:ln>
        </p:spPr>
      </p:sp>
      <p:sp>
        <p:nvSpPr>
          <p:cNvPr id="150" name="Shape 148"/>
          <p:cNvSpPr/>
          <p:nvPr/>
        </p:nvSpPr>
        <p:spPr>
          <a:xfrm>
            <a:off x="9801860" y="2072640"/>
            <a:ext cx="0" cy="218440"/>
          </a:xfrm>
          <a:prstGeom prst="line">
            <a:avLst/>
          </a:prstGeom>
          <a:noFill/>
          <a:ln w="19050">
            <a:solidFill>
              <a:srgbClr val="00008B"/>
            </a:solidFill>
            <a:prstDash val="solid"/>
            <a:headEnd type="triangle"/>
          </a:ln>
        </p:spPr>
      </p:sp>
      <p:sp>
        <p:nvSpPr>
          <p:cNvPr id="151" name="Shape 149"/>
          <p:cNvSpPr/>
          <p:nvPr/>
        </p:nvSpPr>
        <p:spPr>
          <a:xfrm>
            <a:off x="9801860" y="1074420"/>
            <a:ext cx="0" cy="280670"/>
          </a:xfrm>
          <a:prstGeom prst="line">
            <a:avLst/>
          </a:prstGeom>
          <a:noFill/>
          <a:ln w="22225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152" name="Shape 150"/>
          <p:cNvSpPr/>
          <p:nvPr/>
        </p:nvSpPr>
        <p:spPr>
          <a:xfrm>
            <a:off x="10779760" y="1715770"/>
            <a:ext cx="0" cy="158750"/>
          </a:xfrm>
          <a:prstGeom prst="line">
            <a:avLst/>
          </a:prstGeom>
          <a:noFill/>
          <a:ln w="22225">
            <a:solidFill>
              <a:srgbClr val="00B050"/>
            </a:solidFill>
            <a:prstDash val="solid"/>
            <a:headEnd type="triangle"/>
          </a:ln>
        </p:spPr>
      </p:sp>
      <p:sp>
        <p:nvSpPr>
          <p:cNvPr id="153" name="Shape 151"/>
          <p:cNvSpPr/>
          <p:nvPr/>
        </p:nvSpPr>
        <p:spPr>
          <a:xfrm>
            <a:off x="10779760" y="2072640"/>
            <a:ext cx="0" cy="218440"/>
          </a:xfrm>
          <a:prstGeom prst="line">
            <a:avLst/>
          </a:prstGeom>
          <a:noFill/>
          <a:ln w="19050">
            <a:solidFill>
              <a:srgbClr val="00008B"/>
            </a:solidFill>
            <a:prstDash val="solid"/>
            <a:headEnd type="triangle"/>
          </a:ln>
        </p:spPr>
      </p:sp>
      <p:sp>
        <p:nvSpPr>
          <p:cNvPr id="154" name="Shape 152"/>
          <p:cNvSpPr/>
          <p:nvPr/>
        </p:nvSpPr>
        <p:spPr>
          <a:xfrm>
            <a:off x="10779760" y="1074420"/>
            <a:ext cx="0" cy="280670"/>
          </a:xfrm>
          <a:prstGeom prst="line">
            <a:avLst/>
          </a:prstGeom>
          <a:noFill/>
          <a:ln w="22225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155" name="Shape 153"/>
          <p:cNvSpPr/>
          <p:nvPr/>
        </p:nvSpPr>
        <p:spPr>
          <a:xfrm>
            <a:off x="1917700" y="2738120"/>
            <a:ext cx="9516110" cy="770890"/>
          </a:xfrm>
          <a:prstGeom prst="rect">
            <a:avLst/>
          </a:prstGeom>
          <a:solidFill>
            <a:srgbClr val="DDEBF7"/>
          </a:solidFill>
          <a:ln w="22225">
            <a:solidFill>
              <a:srgbClr val="0000CC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2512060" y="2748686"/>
            <a:ext cx="8382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 Forward Networks [ One Hidden with  RELU Activation]</a:t>
            </a:r>
            <a:endParaRPr lang="en-US" sz="1600" dirty="0"/>
          </a:p>
        </p:txBody>
      </p:sp>
      <p:sp>
        <p:nvSpPr>
          <p:cNvPr id="157" name="Shape 155"/>
          <p:cNvSpPr/>
          <p:nvPr/>
        </p:nvSpPr>
        <p:spPr>
          <a:xfrm>
            <a:off x="1995805" y="3056890"/>
            <a:ext cx="923290" cy="373380"/>
          </a:xfrm>
          <a:prstGeom prst="roundRect">
            <a:avLst>
              <a:gd name="adj" fmla="val 9796"/>
            </a:avLst>
          </a:prstGeom>
          <a:solidFill>
            <a:srgbClr val="FFE699"/>
          </a:solidFill>
          <a:ln w="9525">
            <a:solidFill>
              <a:srgbClr val="C0000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2326640" y="3077210"/>
            <a:ext cx="-22987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2326640" y="3077210"/>
            <a:ext cx="-12446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232664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2326640" y="3077210"/>
            <a:ext cx="876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2326640" y="3077210"/>
            <a:ext cx="19304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2326640" y="3077210"/>
            <a:ext cx="29845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2326640" y="3077210"/>
            <a:ext cx="4051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2326640" y="3077210"/>
            <a:ext cx="51054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2432050" y="3077210"/>
            <a:ext cx="-3352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2432050" y="3077210"/>
            <a:ext cx="-22987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2432050" y="3077210"/>
            <a:ext cx="-1231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243205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2432050" y="3077210"/>
            <a:ext cx="876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2432050" y="3077210"/>
            <a:ext cx="19304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2432050" y="3077210"/>
            <a:ext cx="29972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2432050" y="3077210"/>
            <a:ext cx="4051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537460" y="3077210"/>
            <a:ext cx="-4406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2537460" y="3077210"/>
            <a:ext cx="-3352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2537460" y="3077210"/>
            <a:ext cx="-2286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2537460" y="3077210"/>
            <a:ext cx="-1231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253746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2537460" y="3077210"/>
            <a:ext cx="876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2537460" y="3077210"/>
            <a:ext cx="19431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2537460" y="3077210"/>
            <a:ext cx="29972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2642870" y="3077210"/>
            <a:ext cx="-5461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2642870" y="3077210"/>
            <a:ext cx="-4406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2642870" y="3077210"/>
            <a:ext cx="-33401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2642870" y="3077210"/>
            <a:ext cx="-2286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2642870" y="3077210"/>
            <a:ext cx="-1231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264287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2642870" y="3077210"/>
            <a:ext cx="889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2642870" y="3077210"/>
            <a:ext cx="19431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2293620" y="312420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91" name="Shape 189"/>
          <p:cNvSpPr/>
          <p:nvPr/>
        </p:nvSpPr>
        <p:spPr>
          <a:xfrm>
            <a:off x="2399030" y="312420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92" name="Shape 190"/>
          <p:cNvSpPr/>
          <p:nvPr/>
        </p:nvSpPr>
        <p:spPr>
          <a:xfrm>
            <a:off x="2504440" y="312420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93" name="Shape 191"/>
          <p:cNvSpPr/>
          <p:nvPr/>
        </p:nvSpPr>
        <p:spPr>
          <a:xfrm>
            <a:off x="2609850" y="312420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94" name="Shape 192"/>
          <p:cNvSpPr/>
          <p:nvPr/>
        </p:nvSpPr>
        <p:spPr>
          <a:xfrm>
            <a:off x="206057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195" name="Shape 193"/>
          <p:cNvSpPr/>
          <p:nvPr/>
        </p:nvSpPr>
        <p:spPr>
          <a:xfrm>
            <a:off x="216598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196" name="Shape 194"/>
          <p:cNvSpPr/>
          <p:nvPr/>
        </p:nvSpPr>
        <p:spPr>
          <a:xfrm>
            <a:off x="227266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197" name="Shape 195"/>
          <p:cNvSpPr/>
          <p:nvPr/>
        </p:nvSpPr>
        <p:spPr>
          <a:xfrm>
            <a:off x="237807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198" name="Shape 196"/>
          <p:cNvSpPr/>
          <p:nvPr/>
        </p:nvSpPr>
        <p:spPr>
          <a:xfrm>
            <a:off x="248348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199" name="Shape 197"/>
          <p:cNvSpPr/>
          <p:nvPr/>
        </p:nvSpPr>
        <p:spPr>
          <a:xfrm>
            <a:off x="258889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200" name="Shape 198"/>
          <p:cNvSpPr/>
          <p:nvPr/>
        </p:nvSpPr>
        <p:spPr>
          <a:xfrm>
            <a:off x="269557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201" name="Shape 199"/>
          <p:cNvSpPr/>
          <p:nvPr/>
        </p:nvSpPr>
        <p:spPr>
          <a:xfrm>
            <a:off x="280098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202" name="Text 200"/>
          <p:cNvSpPr/>
          <p:nvPr/>
        </p:nvSpPr>
        <p:spPr>
          <a:xfrm>
            <a:off x="2538095" y="3086595"/>
            <a:ext cx="279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RELU</a:t>
            </a:r>
            <a:endParaRPr lang="en-US" sz="700" dirty="0"/>
          </a:p>
        </p:txBody>
      </p:sp>
      <p:sp>
        <p:nvSpPr>
          <p:cNvPr id="203" name="Shape 201"/>
          <p:cNvSpPr/>
          <p:nvPr/>
        </p:nvSpPr>
        <p:spPr>
          <a:xfrm>
            <a:off x="3034665" y="3056890"/>
            <a:ext cx="923290" cy="373380"/>
          </a:xfrm>
          <a:prstGeom prst="roundRect">
            <a:avLst>
              <a:gd name="adj" fmla="val 9796"/>
            </a:avLst>
          </a:prstGeom>
          <a:solidFill>
            <a:srgbClr val="FFE699"/>
          </a:solidFill>
          <a:ln w="9525">
            <a:solidFill>
              <a:srgbClr val="C00000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3365500" y="3077210"/>
            <a:ext cx="-22987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3365500" y="3077210"/>
            <a:ext cx="-12446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336550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3365500" y="3077210"/>
            <a:ext cx="876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3365500" y="3077210"/>
            <a:ext cx="19304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3365500" y="3077210"/>
            <a:ext cx="29845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3365500" y="3077210"/>
            <a:ext cx="4051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3365500" y="3077210"/>
            <a:ext cx="51054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3470910" y="3077210"/>
            <a:ext cx="-3352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3470910" y="3077210"/>
            <a:ext cx="-22987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3470910" y="3077210"/>
            <a:ext cx="-1231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347091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3470910" y="3077210"/>
            <a:ext cx="876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3470910" y="3077210"/>
            <a:ext cx="19304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3470910" y="3077210"/>
            <a:ext cx="29972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3470910" y="3077210"/>
            <a:ext cx="4051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3576320" y="3077210"/>
            <a:ext cx="-4406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3576320" y="3077210"/>
            <a:ext cx="-3352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3576320" y="3077210"/>
            <a:ext cx="-2286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3576320" y="3077210"/>
            <a:ext cx="-1231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357632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3576320" y="3077210"/>
            <a:ext cx="876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3576320" y="3077210"/>
            <a:ext cx="19431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3576320" y="3077210"/>
            <a:ext cx="29972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3681730" y="3077210"/>
            <a:ext cx="-5461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3681730" y="3077210"/>
            <a:ext cx="-4406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3681730" y="3077210"/>
            <a:ext cx="-33401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3681730" y="3077210"/>
            <a:ext cx="-2286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3681730" y="3077210"/>
            <a:ext cx="-1231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368173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3681730" y="3077210"/>
            <a:ext cx="889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3681730" y="3077210"/>
            <a:ext cx="19431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3332480" y="312420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37" name="Shape 235"/>
          <p:cNvSpPr/>
          <p:nvPr/>
        </p:nvSpPr>
        <p:spPr>
          <a:xfrm>
            <a:off x="3437890" y="312420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38" name="Shape 236"/>
          <p:cNvSpPr/>
          <p:nvPr/>
        </p:nvSpPr>
        <p:spPr>
          <a:xfrm>
            <a:off x="3543300" y="312420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39" name="Shape 237"/>
          <p:cNvSpPr/>
          <p:nvPr/>
        </p:nvSpPr>
        <p:spPr>
          <a:xfrm>
            <a:off x="3648710" y="312420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40" name="Shape 238"/>
          <p:cNvSpPr/>
          <p:nvPr/>
        </p:nvSpPr>
        <p:spPr>
          <a:xfrm>
            <a:off x="309943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241" name="Shape 239"/>
          <p:cNvSpPr/>
          <p:nvPr/>
        </p:nvSpPr>
        <p:spPr>
          <a:xfrm>
            <a:off x="320484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242" name="Shape 240"/>
          <p:cNvSpPr/>
          <p:nvPr/>
        </p:nvSpPr>
        <p:spPr>
          <a:xfrm>
            <a:off x="331152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243" name="Shape 241"/>
          <p:cNvSpPr/>
          <p:nvPr/>
        </p:nvSpPr>
        <p:spPr>
          <a:xfrm>
            <a:off x="341693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244" name="Shape 242"/>
          <p:cNvSpPr/>
          <p:nvPr/>
        </p:nvSpPr>
        <p:spPr>
          <a:xfrm>
            <a:off x="352234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245" name="Shape 243"/>
          <p:cNvSpPr/>
          <p:nvPr/>
        </p:nvSpPr>
        <p:spPr>
          <a:xfrm>
            <a:off x="362775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246" name="Shape 244"/>
          <p:cNvSpPr/>
          <p:nvPr/>
        </p:nvSpPr>
        <p:spPr>
          <a:xfrm>
            <a:off x="373443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247" name="Shape 245"/>
          <p:cNvSpPr/>
          <p:nvPr/>
        </p:nvSpPr>
        <p:spPr>
          <a:xfrm>
            <a:off x="383984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248" name="Text 246"/>
          <p:cNvSpPr/>
          <p:nvPr/>
        </p:nvSpPr>
        <p:spPr>
          <a:xfrm>
            <a:off x="3576955" y="3086595"/>
            <a:ext cx="279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RELU</a:t>
            </a:r>
            <a:endParaRPr lang="en-US" sz="700" dirty="0"/>
          </a:p>
        </p:txBody>
      </p:sp>
      <p:sp>
        <p:nvSpPr>
          <p:cNvPr id="249" name="Shape 247"/>
          <p:cNvSpPr/>
          <p:nvPr/>
        </p:nvSpPr>
        <p:spPr>
          <a:xfrm>
            <a:off x="4067175" y="3056890"/>
            <a:ext cx="923290" cy="373380"/>
          </a:xfrm>
          <a:prstGeom prst="roundRect">
            <a:avLst>
              <a:gd name="adj" fmla="val 9796"/>
            </a:avLst>
          </a:prstGeom>
          <a:solidFill>
            <a:srgbClr val="FFE699"/>
          </a:solidFill>
          <a:ln w="9525">
            <a:solidFill>
              <a:srgbClr val="C00000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4398010" y="3077210"/>
            <a:ext cx="-22987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4398010" y="3077210"/>
            <a:ext cx="-12446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439801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4398010" y="3077210"/>
            <a:ext cx="876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4398010" y="3077210"/>
            <a:ext cx="19304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4398010" y="3077210"/>
            <a:ext cx="29845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4398010" y="3077210"/>
            <a:ext cx="4051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4398010" y="3077210"/>
            <a:ext cx="51054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4503420" y="3077210"/>
            <a:ext cx="-3352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4503420" y="3077210"/>
            <a:ext cx="-22987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4503420" y="3077210"/>
            <a:ext cx="-1231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450342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4503420" y="3077210"/>
            <a:ext cx="876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4503420" y="3077210"/>
            <a:ext cx="19304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4503420" y="3077210"/>
            <a:ext cx="29972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4503420" y="3077210"/>
            <a:ext cx="4051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4608830" y="3077210"/>
            <a:ext cx="-4406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4608830" y="3077210"/>
            <a:ext cx="-3352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4608830" y="3077210"/>
            <a:ext cx="-2286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4608830" y="3077210"/>
            <a:ext cx="-1231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460883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4608830" y="3077210"/>
            <a:ext cx="876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4608830" y="3077210"/>
            <a:ext cx="19431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4608830" y="3077210"/>
            <a:ext cx="29972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4714240" y="3077210"/>
            <a:ext cx="-5461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4714240" y="3077210"/>
            <a:ext cx="-4406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4714240" y="3077210"/>
            <a:ext cx="-33401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4714240" y="3077210"/>
            <a:ext cx="-2286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4714240" y="3077210"/>
            <a:ext cx="-1231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471424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4714240" y="3077210"/>
            <a:ext cx="889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4714240" y="3077210"/>
            <a:ext cx="19431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4364990" y="312420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83" name="Shape 281"/>
          <p:cNvSpPr/>
          <p:nvPr/>
        </p:nvSpPr>
        <p:spPr>
          <a:xfrm>
            <a:off x="4470400" y="312420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84" name="Shape 282"/>
          <p:cNvSpPr/>
          <p:nvPr/>
        </p:nvSpPr>
        <p:spPr>
          <a:xfrm>
            <a:off x="4575810" y="312420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85" name="Shape 283"/>
          <p:cNvSpPr/>
          <p:nvPr/>
        </p:nvSpPr>
        <p:spPr>
          <a:xfrm>
            <a:off x="4681220" y="312420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86" name="Shape 284"/>
          <p:cNvSpPr/>
          <p:nvPr/>
        </p:nvSpPr>
        <p:spPr>
          <a:xfrm>
            <a:off x="413194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287" name="Shape 285"/>
          <p:cNvSpPr/>
          <p:nvPr/>
        </p:nvSpPr>
        <p:spPr>
          <a:xfrm>
            <a:off x="423735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288" name="Shape 286"/>
          <p:cNvSpPr/>
          <p:nvPr/>
        </p:nvSpPr>
        <p:spPr>
          <a:xfrm>
            <a:off x="434403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289" name="Shape 287"/>
          <p:cNvSpPr/>
          <p:nvPr/>
        </p:nvSpPr>
        <p:spPr>
          <a:xfrm>
            <a:off x="444944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290" name="Shape 288"/>
          <p:cNvSpPr/>
          <p:nvPr/>
        </p:nvSpPr>
        <p:spPr>
          <a:xfrm>
            <a:off x="455485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291" name="Shape 289"/>
          <p:cNvSpPr/>
          <p:nvPr/>
        </p:nvSpPr>
        <p:spPr>
          <a:xfrm>
            <a:off x="466026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292" name="Shape 290"/>
          <p:cNvSpPr/>
          <p:nvPr/>
        </p:nvSpPr>
        <p:spPr>
          <a:xfrm>
            <a:off x="476694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293" name="Shape 291"/>
          <p:cNvSpPr/>
          <p:nvPr/>
        </p:nvSpPr>
        <p:spPr>
          <a:xfrm>
            <a:off x="487235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294" name="Text 292"/>
          <p:cNvSpPr/>
          <p:nvPr/>
        </p:nvSpPr>
        <p:spPr>
          <a:xfrm>
            <a:off x="4609465" y="3086595"/>
            <a:ext cx="279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RELU</a:t>
            </a:r>
            <a:endParaRPr lang="en-US" sz="700" dirty="0"/>
          </a:p>
        </p:txBody>
      </p:sp>
      <p:sp>
        <p:nvSpPr>
          <p:cNvPr id="295" name="Shape 293"/>
          <p:cNvSpPr/>
          <p:nvPr/>
        </p:nvSpPr>
        <p:spPr>
          <a:xfrm>
            <a:off x="5122545" y="3056890"/>
            <a:ext cx="923290" cy="373380"/>
          </a:xfrm>
          <a:prstGeom prst="roundRect">
            <a:avLst>
              <a:gd name="adj" fmla="val 9796"/>
            </a:avLst>
          </a:prstGeom>
          <a:solidFill>
            <a:srgbClr val="FFE699"/>
          </a:solidFill>
          <a:ln w="9525">
            <a:solidFill>
              <a:srgbClr val="C00000"/>
            </a:solidFill>
            <a:prstDash val="solid"/>
          </a:ln>
        </p:spPr>
      </p:sp>
      <p:sp>
        <p:nvSpPr>
          <p:cNvPr id="296" name="Shape 294"/>
          <p:cNvSpPr/>
          <p:nvPr/>
        </p:nvSpPr>
        <p:spPr>
          <a:xfrm>
            <a:off x="5453380" y="3077210"/>
            <a:ext cx="-22987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97" name="Shape 295"/>
          <p:cNvSpPr/>
          <p:nvPr/>
        </p:nvSpPr>
        <p:spPr>
          <a:xfrm>
            <a:off x="5453380" y="3077210"/>
            <a:ext cx="-12446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98" name="Shape 296"/>
          <p:cNvSpPr/>
          <p:nvPr/>
        </p:nvSpPr>
        <p:spPr>
          <a:xfrm>
            <a:off x="545338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299" name="Shape 297"/>
          <p:cNvSpPr/>
          <p:nvPr/>
        </p:nvSpPr>
        <p:spPr>
          <a:xfrm>
            <a:off x="5453380" y="3077210"/>
            <a:ext cx="876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00" name="Shape 298"/>
          <p:cNvSpPr/>
          <p:nvPr/>
        </p:nvSpPr>
        <p:spPr>
          <a:xfrm>
            <a:off x="5453380" y="3077210"/>
            <a:ext cx="19304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01" name="Shape 299"/>
          <p:cNvSpPr/>
          <p:nvPr/>
        </p:nvSpPr>
        <p:spPr>
          <a:xfrm>
            <a:off x="5453380" y="3077210"/>
            <a:ext cx="29845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02" name="Shape 300"/>
          <p:cNvSpPr/>
          <p:nvPr/>
        </p:nvSpPr>
        <p:spPr>
          <a:xfrm>
            <a:off x="5453380" y="3077210"/>
            <a:ext cx="4051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03" name="Shape 301"/>
          <p:cNvSpPr/>
          <p:nvPr/>
        </p:nvSpPr>
        <p:spPr>
          <a:xfrm>
            <a:off x="5453380" y="3077210"/>
            <a:ext cx="51054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04" name="Shape 302"/>
          <p:cNvSpPr/>
          <p:nvPr/>
        </p:nvSpPr>
        <p:spPr>
          <a:xfrm>
            <a:off x="5558790" y="3077210"/>
            <a:ext cx="-3352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05" name="Shape 303"/>
          <p:cNvSpPr/>
          <p:nvPr/>
        </p:nvSpPr>
        <p:spPr>
          <a:xfrm>
            <a:off x="5558790" y="3077210"/>
            <a:ext cx="-22987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06" name="Shape 304"/>
          <p:cNvSpPr/>
          <p:nvPr/>
        </p:nvSpPr>
        <p:spPr>
          <a:xfrm>
            <a:off x="5558790" y="3077210"/>
            <a:ext cx="-1231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07" name="Shape 305"/>
          <p:cNvSpPr/>
          <p:nvPr/>
        </p:nvSpPr>
        <p:spPr>
          <a:xfrm>
            <a:off x="555879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08" name="Shape 306"/>
          <p:cNvSpPr/>
          <p:nvPr/>
        </p:nvSpPr>
        <p:spPr>
          <a:xfrm>
            <a:off x="5558790" y="3077210"/>
            <a:ext cx="876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09" name="Shape 307"/>
          <p:cNvSpPr/>
          <p:nvPr/>
        </p:nvSpPr>
        <p:spPr>
          <a:xfrm>
            <a:off x="5558790" y="3077210"/>
            <a:ext cx="19304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10" name="Shape 308"/>
          <p:cNvSpPr/>
          <p:nvPr/>
        </p:nvSpPr>
        <p:spPr>
          <a:xfrm>
            <a:off x="5558790" y="3077210"/>
            <a:ext cx="29972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11" name="Shape 309"/>
          <p:cNvSpPr/>
          <p:nvPr/>
        </p:nvSpPr>
        <p:spPr>
          <a:xfrm>
            <a:off x="5558790" y="3077210"/>
            <a:ext cx="4051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12" name="Shape 310"/>
          <p:cNvSpPr/>
          <p:nvPr/>
        </p:nvSpPr>
        <p:spPr>
          <a:xfrm>
            <a:off x="5664200" y="3077210"/>
            <a:ext cx="-4406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13" name="Shape 311"/>
          <p:cNvSpPr/>
          <p:nvPr/>
        </p:nvSpPr>
        <p:spPr>
          <a:xfrm>
            <a:off x="5664200" y="3077210"/>
            <a:ext cx="-3352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14" name="Shape 312"/>
          <p:cNvSpPr/>
          <p:nvPr/>
        </p:nvSpPr>
        <p:spPr>
          <a:xfrm>
            <a:off x="5664200" y="3077210"/>
            <a:ext cx="-2286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15" name="Shape 313"/>
          <p:cNvSpPr/>
          <p:nvPr/>
        </p:nvSpPr>
        <p:spPr>
          <a:xfrm>
            <a:off x="5664200" y="3077210"/>
            <a:ext cx="-1231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16" name="Shape 314"/>
          <p:cNvSpPr/>
          <p:nvPr/>
        </p:nvSpPr>
        <p:spPr>
          <a:xfrm>
            <a:off x="566420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17" name="Shape 315"/>
          <p:cNvSpPr/>
          <p:nvPr/>
        </p:nvSpPr>
        <p:spPr>
          <a:xfrm>
            <a:off x="5664200" y="3077210"/>
            <a:ext cx="876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18" name="Shape 316"/>
          <p:cNvSpPr/>
          <p:nvPr/>
        </p:nvSpPr>
        <p:spPr>
          <a:xfrm>
            <a:off x="5664200" y="3077210"/>
            <a:ext cx="19431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19" name="Shape 317"/>
          <p:cNvSpPr/>
          <p:nvPr/>
        </p:nvSpPr>
        <p:spPr>
          <a:xfrm>
            <a:off x="5664200" y="3077210"/>
            <a:ext cx="29972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20" name="Shape 318"/>
          <p:cNvSpPr/>
          <p:nvPr/>
        </p:nvSpPr>
        <p:spPr>
          <a:xfrm>
            <a:off x="5769610" y="3077210"/>
            <a:ext cx="-5461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21" name="Shape 319"/>
          <p:cNvSpPr/>
          <p:nvPr/>
        </p:nvSpPr>
        <p:spPr>
          <a:xfrm>
            <a:off x="5769610" y="3077210"/>
            <a:ext cx="-4406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22" name="Shape 320"/>
          <p:cNvSpPr/>
          <p:nvPr/>
        </p:nvSpPr>
        <p:spPr>
          <a:xfrm>
            <a:off x="5769610" y="3077210"/>
            <a:ext cx="-33401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23" name="Shape 321"/>
          <p:cNvSpPr/>
          <p:nvPr/>
        </p:nvSpPr>
        <p:spPr>
          <a:xfrm>
            <a:off x="5769610" y="3077210"/>
            <a:ext cx="-2286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24" name="Shape 322"/>
          <p:cNvSpPr/>
          <p:nvPr/>
        </p:nvSpPr>
        <p:spPr>
          <a:xfrm>
            <a:off x="5769610" y="3077210"/>
            <a:ext cx="-1231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25" name="Shape 323"/>
          <p:cNvSpPr/>
          <p:nvPr/>
        </p:nvSpPr>
        <p:spPr>
          <a:xfrm>
            <a:off x="576961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26" name="Shape 324"/>
          <p:cNvSpPr/>
          <p:nvPr/>
        </p:nvSpPr>
        <p:spPr>
          <a:xfrm>
            <a:off x="5769610" y="3077210"/>
            <a:ext cx="889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27" name="Shape 325"/>
          <p:cNvSpPr/>
          <p:nvPr/>
        </p:nvSpPr>
        <p:spPr>
          <a:xfrm>
            <a:off x="5769610" y="3077210"/>
            <a:ext cx="19431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28" name="Shape 326"/>
          <p:cNvSpPr/>
          <p:nvPr/>
        </p:nvSpPr>
        <p:spPr>
          <a:xfrm>
            <a:off x="5420360" y="312420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29" name="Shape 327"/>
          <p:cNvSpPr/>
          <p:nvPr/>
        </p:nvSpPr>
        <p:spPr>
          <a:xfrm>
            <a:off x="5525770" y="312420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30" name="Shape 328"/>
          <p:cNvSpPr/>
          <p:nvPr/>
        </p:nvSpPr>
        <p:spPr>
          <a:xfrm>
            <a:off x="5631180" y="312420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31" name="Shape 329"/>
          <p:cNvSpPr/>
          <p:nvPr/>
        </p:nvSpPr>
        <p:spPr>
          <a:xfrm>
            <a:off x="5736590" y="312420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32" name="Shape 330"/>
          <p:cNvSpPr/>
          <p:nvPr/>
        </p:nvSpPr>
        <p:spPr>
          <a:xfrm>
            <a:off x="518731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333" name="Shape 331"/>
          <p:cNvSpPr/>
          <p:nvPr/>
        </p:nvSpPr>
        <p:spPr>
          <a:xfrm>
            <a:off x="529272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334" name="Shape 332"/>
          <p:cNvSpPr/>
          <p:nvPr/>
        </p:nvSpPr>
        <p:spPr>
          <a:xfrm>
            <a:off x="539940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335" name="Shape 333"/>
          <p:cNvSpPr/>
          <p:nvPr/>
        </p:nvSpPr>
        <p:spPr>
          <a:xfrm>
            <a:off x="550481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336" name="Shape 334"/>
          <p:cNvSpPr/>
          <p:nvPr/>
        </p:nvSpPr>
        <p:spPr>
          <a:xfrm>
            <a:off x="561022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337" name="Shape 335"/>
          <p:cNvSpPr/>
          <p:nvPr/>
        </p:nvSpPr>
        <p:spPr>
          <a:xfrm>
            <a:off x="571563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338" name="Shape 336"/>
          <p:cNvSpPr/>
          <p:nvPr/>
        </p:nvSpPr>
        <p:spPr>
          <a:xfrm>
            <a:off x="582231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339" name="Shape 337"/>
          <p:cNvSpPr/>
          <p:nvPr/>
        </p:nvSpPr>
        <p:spPr>
          <a:xfrm>
            <a:off x="592772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340" name="Text 338"/>
          <p:cNvSpPr/>
          <p:nvPr/>
        </p:nvSpPr>
        <p:spPr>
          <a:xfrm>
            <a:off x="5664835" y="3086595"/>
            <a:ext cx="279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RELU</a:t>
            </a:r>
            <a:endParaRPr lang="en-US" sz="700" dirty="0"/>
          </a:p>
        </p:txBody>
      </p:sp>
      <p:sp>
        <p:nvSpPr>
          <p:cNvPr id="341" name="Shape 339"/>
          <p:cNvSpPr/>
          <p:nvPr/>
        </p:nvSpPr>
        <p:spPr>
          <a:xfrm>
            <a:off x="6146165" y="3056890"/>
            <a:ext cx="923290" cy="373380"/>
          </a:xfrm>
          <a:prstGeom prst="roundRect">
            <a:avLst>
              <a:gd name="adj" fmla="val 9796"/>
            </a:avLst>
          </a:prstGeom>
          <a:solidFill>
            <a:srgbClr val="FFE699"/>
          </a:solidFill>
          <a:ln w="9525">
            <a:solidFill>
              <a:srgbClr val="C00000"/>
            </a:solidFill>
            <a:prstDash val="solid"/>
          </a:ln>
        </p:spPr>
      </p:sp>
      <p:sp>
        <p:nvSpPr>
          <p:cNvPr id="342" name="Shape 340"/>
          <p:cNvSpPr/>
          <p:nvPr/>
        </p:nvSpPr>
        <p:spPr>
          <a:xfrm>
            <a:off x="6477000" y="3077210"/>
            <a:ext cx="-22987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43" name="Shape 341"/>
          <p:cNvSpPr/>
          <p:nvPr/>
        </p:nvSpPr>
        <p:spPr>
          <a:xfrm>
            <a:off x="6477000" y="3077210"/>
            <a:ext cx="-12446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44" name="Shape 342"/>
          <p:cNvSpPr/>
          <p:nvPr/>
        </p:nvSpPr>
        <p:spPr>
          <a:xfrm>
            <a:off x="647700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45" name="Shape 343"/>
          <p:cNvSpPr/>
          <p:nvPr/>
        </p:nvSpPr>
        <p:spPr>
          <a:xfrm>
            <a:off x="6477000" y="3077210"/>
            <a:ext cx="876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46" name="Shape 344"/>
          <p:cNvSpPr/>
          <p:nvPr/>
        </p:nvSpPr>
        <p:spPr>
          <a:xfrm>
            <a:off x="6477000" y="3077210"/>
            <a:ext cx="19304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47" name="Shape 345"/>
          <p:cNvSpPr/>
          <p:nvPr/>
        </p:nvSpPr>
        <p:spPr>
          <a:xfrm>
            <a:off x="6477000" y="3077210"/>
            <a:ext cx="29845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48" name="Shape 346"/>
          <p:cNvSpPr/>
          <p:nvPr/>
        </p:nvSpPr>
        <p:spPr>
          <a:xfrm>
            <a:off x="6477000" y="3077210"/>
            <a:ext cx="4051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49" name="Shape 347"/>
          <p:cNvSpPr/>
          <p:nvPr/>
        </p:nvSpPr>
        <p:spPr>
          <a:xfrm>
            <a:off x="6477000" y="3077210"/>
            <a:ext cx="51054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50" name="Shape 348"/>
          <p:cNvSpPr/>
          <p:nvPr/>
        </p:nvSpPr>
        <p:spPr>
          <a:xfrm>
            <a:off x="6582410" y="3077210"/>
            <a:ext cx="-3352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51" name="Shape 349"/>
          <p:cNvSpPr/>
          <p:nvPr/>
        </p:nvSpPr>
        <p:spPr>
          <a:xfrm>
            <a:off x="6582410" y="3077210"/>
            <a:ext cx="-22987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52" name="Shape 350"/>
          <p:cNvSpPr/>
          <p:nvPr/>
        </p:nvSpPr>
        <p:spPr>
          <a:xfrm>
            <a:off x="6582410" y="3077210"/>
            <a:ext cx="-1231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53" name="Shape 351"/>
          <p:cNvSpPr/>
          <p:nvPr/>
        </p:nvSpPr>
        <p:spPr>
          <a:xfrm>
            <a:off x="658241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54" name="Shape 352"/>
          <p:cNvSpPr/>
          <p:nvPr/>
        </p:nvSpPr>
        <p:spPr>
          <a:xfrm>
            <a:off x="6582410" y="3077210"/>
            <a:ext cx="876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55" name="Shape 353"/>
          <p:cNvSpPr/>
          <p:nvPr/>
        </p:nvSpPr>
        <p:spPr>
          <a:xfrm>
            <a:off x="6582410" y="3077210"/>
            <a:ext cx="19304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56" name="Shape 354"/>
          <p:cNvSpPr/>
          <p:nvPr/>
        </p:nvSpPr>
        <p:spPr>
          <a:xfrm>
            <a:off x="6582410" y="3077210"/>
            <a:ext cx="29972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57" name="Shape 355"/>
          <p:cNvSpPr/>
          <p:nvPr/>
        </p:nvSpPr>
        <p:spPr>
          <a:xfrm>
            <a:off x="6582410" y="3077210"/>
            <a:ext cx="4051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58" name="Shape 356"/>
          <p:cNvSpPr/>
          <p:nvPr/>
        </p:nvSpPr>
        <p:spPr>
          <a:xfrm>
            <a:off x="6687820" y="3077210"/>
            <a:ext cx="-4406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59" name="Shape 357"/>
          <p:cNvSpPr/>
          <p:nvPr/>
        </p:nvSpPr>
        <p:spPr>
          <a:xfrm>
            <a:off x="6687820" y="3077210"/>
            <a:ext cx="-3352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60" name="Shape 358"/>
          <p:cNvSpPr/>
          <p:nvPr/>
        </p:nvSpPr>
        <p:spPr>
          <a:xfrm>
            <a:off x="6687820" y="3077210"/>
            <a:ext cx="-2286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61" name="Shape 359"/>
          <p:cNvSpPr/>
          <p:nvPr/>
        </p:nvSpPr>
        <p:spPr>
          <a:xfrm>
            <a:off x="6687820" y="3077210"/>
            <a:ext cx="-1231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62" name="Shape 360"/>
          <p:cNvSpPr/>
          <p:nvPr/>
        </p:nvSpPr>
        <p:spPr>
          <a:xfrm>
            <a:off x="668782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63" name="Shape 361"/>
          <p:cNvSpPr/>
          <p:nvPr/>
        </p:nvSpPr>
        <p:spPr>
          <a:xfrm>
            <a:off x="6687820" y="3077210"/>
            <a:ext cx="876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64" name="Shape 362"/>
          <p:cNvSpPr/>
          <p:nvPr/>
        </p:nvSpPr>
        <p:spPr>
          <a:xfrm>
            <a:off x="6687820" y="3077210"/>
            <a:ext cx="19431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65" name="Shape 363"/>
          <p:cNvSpPr/>
          <p:nvPr/>
        </p:nvSpPr>
        <p:spPr>
          <a:xfrm>
            <a:off x="6687820" y="3077210"/>
            <a:ext cx="29972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66" name="Shape 364"/>
          <p:cNvSpPr/>
          <p:nvPr/>
        </p:nvSpPr>
        <p:spPr>
          <a:xfrm>
            <a:off x="6793230" y="3077210"/>
            <a:ext cx="-5461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67" name="Shape 365"/>
          <p:cNvSpPr/>
          <p:nvPr/>
        </p:nvSpPr>
        <p:spPr>
          <a:xfrm>
            <a:off x="6793230" y="3077210"/>
            <a:ext cx="-4406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68" name="Shape 366"/>
          <p:cNvSpPr/>
          <p:nvPr/>
        </p:nvSpPr>
        <p:spPr>
          <a:xfrm>
            <a:off x="6793230" y="3077210"/>
            <a:ext cx="-33401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69" name="Shape 367"/>
          <p:cNvSpPr/>
          <p:nvPr/>
        </p:nvSpPr>
        <p:spPr>
          <a:xfrm>
            <a:off x="6793230" y="3077210"/>
            <a:ext cx="-2286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70" name="Shape 368"/>
          <p:cNvSpPr/>
          <p:nvPr/>
        </p:nvSpPr>
        <p:spPr>
          <a:xfrm>
            <a:off x="6793230" y="3077210"/>
            <a:ext cx="-1231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71" name="Shape 369"/>
          <p:cNvSpPr/>
          <p:nvPr/>
        </p:nvSpPr>
        <p:spPr>
          <a:xfrm>
            <a:off x="679323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72" name="Shape 370"/>
          <p:cNvSpPr/>
          <p:nvPr/>
        </p:nvSpPr>
        <p:spPr>
          <a:xfrm>
            <a:off x="6793230" y="3077210"/>
            <a:ext cx="889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73" name="Shape 371"/>
          <p:cNvSpPr/>
          <p:nvPr/>
        </p:nvSpPr>
        <p:spPr>
          <a:xfrm>
            <a:off x="6793230" y="3077210"/>
            <a:ext cx="19431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74" name="Shape 372"/>
          <p:cNvSpPr/>
          <p:nvPr/>
        </p:nvSpPr>
        <p:spPr>
          <a:xfrm>
            <a:off x="6443980" y="312420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75" name="Shape 373"/>
          <p:cNvSpPr/>
          <p:nvPr/>
        </p:nvSpPr>
        <p:spPr>
          <a:xfrm>
            <a:off x="6549390" y="312420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76" name="Shape 374"/>
          <p:cNvSpPr/>
          <p:nvPr/>
        </p:nvSpPr>
        <p:spPr>
          <a:xfrm>
            <a:off x="6654800" y="312420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77" name="Shape 375"/>
          <p:cNvSpPr/>
          <p:nvPr/>
        </p:nvSpPr>
        <p:spPr>
          <a:xfrm>
            <a:off x="6760210" y="312420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78" name="Shape 376"/>
          <p:cNvSpPr/>
          <p:nvPr/>
        </p:nvSpPr>
        <p:spPr>
          <a:xfrm>
            <a:off x="621093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379" name="Shape 377"/>
          <p:cNvSpPr/>
          <p:nvPr/>
        </p:nvSpPr>
        <p:spPr>
          <a:xfrm>
            <a:off x="631634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380" name="Shape 378"/>
          <p:cNvSpPr/>
          <p:nvPr/>
        </p:nvSpPr>
        <p:spPr>
          <a:xfrm>
            <a:off x="642302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381" name="Shape 379"/>
          <p:cNvSpPr/>
          <p:nvPr/>
        </p:nvSpPr>
        <p:spPr>
          <a:xfrm>
            <a:off x="652843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382" name="Shape 380"/>
          <p:cNvSpPr/>
          <p:nvPr/>
        </p:nvSpPr>
        <p:spPr>
          <a:xfrm>
            <a:off x="663384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383" name="Shape 381"/>
          <p:cNvSpPr/>
          <p:nvPr/>
        </p:nvSpPr>
        <p:spPr>
          <a:xfrm>
            <a:off x="673925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384" name="Shape 382"/>
          <p:cNvSpPr/>
          <p:nvPr/>
        </p:nvSpPr>
        <p:spPr>
          <a:xfrm>
            <a:off x="684593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385" name="Shape 383"/>
          <p:cNvSpPr/>
          <p:nvPr/>
        </p:nvSpPr>
        <p:spPr>
          <a:xfrm>
            <a:off x="695134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386" name="Text 384"/>
          <p:cNvSpPr/>
          <p:nvPr/>
        </p:nvSpPr>
        <p:spPr>
          <a:xfrm>
            <a:off x="6688455" y="3086595"/>
            <a:ext cx="279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RELU</a:t>
            </a:r>
            <a:endParaRPr lang="en-US" sz="700" dirty="0"/>
          </a:p>
        </p:txBody>
      </p:sp>
      <p:sp>
        <p:nvSpPr>
          <p:cNvPr id="387" name="Shape 385"/>
          <p:cNvSpPr/>
          <p:nvPr/>
        </p:nvSpPr>
        <p:spPr>
          <a:xfrm>
            <a:off x="7182485" y="3056890"/>
            <a:ext cx="923290" cy="373380"/>
          </a:xfrm>
          <a:prstGeom prst="roundRect">
            <a:avLst>
              <a:gd name="adj" fmla="val 9796"/>
            </a:avLst>
          </a:prstGeom>
          <a:solidFill>
            <a:srgbClr val="FFE699"/>
          </a:solidFill>
          <a:ln w="9525">
            <a:solidFill>
              <a:srgbClr val="C00000"/>
            </a:solidFill>
            <a:prstDash val="solid"/>
          </a:ln>
        </p:spPr>
      </p:sp>
      <p:sp>
        <p:nvSpPr>
          <p:cNvPr id="388" name="Shape 386"/>
          <p:cNvSpPr/>
          <p:nvPr/>
        </p:nvSpPr>
        <p:spPr>
          <a:xfrm>
            <a:off x="7513320" y="3077210"/>
            <a:ext cx="-22987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89" name="Shape 387"/>
          <p:cNvSpPr/>
          <p:nvPr/>
        </p:nvSpPr>
        <p:spPr>
          <a:xfrm>
            <a:off x="7513320" y="3077210"/>
            <a:ext cx="-12446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90" name="Shape 388"/>
          <p:cNvSpPr/>
          <p:nvPr/>
        </p:nvSpPr>
        <p:spPr>
          <a:xfrm>
            <a:off x="751332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91" name="Shape 389"/>
          <p:cNvSpPr/>
          <p:nvPr/>
        </p:nvSpPr>
        <p:spPr>
          <a:xfrm>
            <a:off x="7513320" y="3077210"/>
            <a:ext cx="876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92" name="Shape 390"/>
          <p:cNvSpPr/>
          <p:nvPr/>
        </p:nvSpPr>
        <p:spPr>
          <a:xfrm>
            <a:off x="7513320" y="3077210"/>
            <a:ext cx="19304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93" name="Shape 391"/>
          <p:cNvSpPr/>
          <p:nvPr/>
        </p:nvSpPr>
        <p:spPr>
          <a:xfrm>
            <a:off x="7513320" y="3077210"/>
            <a:ext cx="29845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94" name="Shape 392"/>
          <p:cNvSpPr/>
          <p:nvPr/>
        </p:nvSpPr>
        <p:spPr>
          <a:xfrm>
            <a:off x="7513320" y="3077210"/>
            <a:ext cx="4051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95" name="Shape 393"/>
          <p:cNvSpPr/>
          <p:nvPr/>
        </p:nvSpPr>
        <p:spPr>
          <a:xfrm>
            <a:off x="7513320" y="3077210"/>
            <a:ext cx="51054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96" name="Shape 394"/>
          <p:cNvSpPr/>
          <p:nvPr/>
        </p:nvSpPr>
        <p:spPr>
          <a:xfrm>
            <a:off x="7618730" y="3077210"/>
            <a:ext cx="-3352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97" name="Shape 395"/>
          <p:cNvSpPr/>
          <p:nvPr/>
        </p:nvSpPr>
        <p:spPr>
          <a:xfrm>
            <a:off x="7618730" y="3077210"/>
            <a:ext cx="-22987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98" name="Shape 396"/>
          <p:cNvSpPr/>
          <p:nvPr/>
        </p:nvSpPr>
        <p:spPr>
          <a:xfrm>
            <a:off x="7618730" y="3077210"/>
            <a:ext cx="-1231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399" name="Shape 397"/>
          <p:cNvSpPr/>
          <p:nvPr/>
        </p:nvSpPr>
        <p:spPr>
          <a:xfrm>
            <a:off x="761873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00" name="Shape 398"/>
          <p:cNvSpPr/>
          <p:nvPr/>
        </p:nvSpPr>
        <p:spPr>
          <a:xfrm>
            <a:off x="7618730" y="3077210"/>
            <a:ext cx="876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01" name="Shape 399"/>
          <p:cNvSpPr/>
          <p:nvPr/>
        </p:nvSpPr>
        <p:spPr>
          <a:xfrm>
            <a:off x="7618730" y="3077210"/>
            <a:ext cx="19304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02" name="Shape 400"/>
          <p:cNvSpPr/>
          <p:nvPr/>
        </p:nvSpPr>
        <p:spPr>
          <a:xfrm>
            <a:off x="7618730" y="3077210"/>
            <a:ext cx="29972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03" name="Shape 401"/>
          <p:cNvSpPr/>
          <p:nvPr/>
        </p:nvSpPr>
        <p:spPr>
          <a:xfrm>
            <a:off x="7618730" y="3077210"/>
            <a:ext cx="4051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04" name="Shape 402"/>
          <p:cNvSpPr/>
          <p:nvPr/>
        </p:nvSpPr>
        <p:spPr>
          <a:xfrm>
            <a:off x="7724140" y="3077210"/>
            <a:ext cx="-4406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05" name="Shape 403"/>
          <p:cNvSpPr/>
          <p:nvPr/>
        </p:nvSpPr>
        <p:spPr>
          <a:xfrm>
            <a:off x="7724140" y="3077210"/>
            <a:ext cx="-3352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06" name="Shape 404"/>
          <p:cNvSpPr/>
          <p:nvPr/>
        </p:nvSpPr>
        <p:spPr>
          <a:xfrm>
            <a:off x="7724140" y="3077210"/>
            <a:ext cx="-2286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07" name="Shape 405"/>
          <p:cNvSpPr/>
          <p:nvPr/>
        </p:nvSpPr>
        <p:spPr>
          <a:xfrm>
            <a:off x="7724140" y="3077210"/>
            <a:ext cx="-1231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08" name="Shape 406"/>
          <p:cNvSpPr/>
          <p:nvPr/>
        </p:nvSpPr>
        <p:spPr>
          <a:xfrm>
            <a:off x="772414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09" name="Shape 407"/>
          <p:cNvSpPr/>
          <p:nvPr/>
        </p:nvSpPr>
        <p:spPr>
          <a:xfrm>
            <a:off x="7724140" y="3077210"/>
            <a:ext cx="876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10" name="Shape 408"/>
          <p:cNvSpPr/>
          <p:nvPr/>
        </p:nvSpPr>
        <p:spPr>
          <a:xfrm>
            <a:off x="7724140" y="3077210"/>
            <a:ext cx="19431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11" name="Shape 409"/>
          <p:cNvSpPr/>
          <p:nvPr/>
        </p:nvSpPr>
        <p:spPr>
          <a:xfrm>
            <a:off x="7724140" y="3077210"/>
            <a:ext cx="29972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12" name="Shape 410"/>
          <p:cNvSpPr/>
          <p:nvPr/>
        </p:nvSpPr>
        <p:spPr>
          <a:xfrm>
            <a:off x="7829550" y="3077210"/>
            <a:ext cx="-5461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13" name="Shape 411"/>
          <p:cNvSpPr/>
          <p:nvPr/>
        </p:nvSpPr>
        <p:spPr>
          <a:xfrm>
            <a:off x="7829550" y="3077210"/>
            <a:ext cx="-4406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14" name="Shape 412"/>
          <p:cNvSpPr/>
          <p:nvPr/>
        </p:nvSpPr>
        <p:spPr>
          <a:xfrm>
            <a:off x="7829550" y="3077210"/>
            <a:ext cx="-33401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15" name="Shape 413"/>
          <p:cNvSpPr/>
          <p:nvPr/>
        </p:nvSpPr>
        <p:spPr>
          <a:xfrm>
            <a:off x="7829550" y="3077210"/>
            <a:ext cx="-2286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16" name="Shape 414"/>
          <p:cNvSpPr/>
          <p:nvPr/>
        </p:nvSpPr>
        <p:spPr>
          <a:xfrm>
            <a:off x="7829550" y="3077210"/>
            <a:ext cx="-1231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17" name="Shape 415"/>
          <p:cNvSpPr/>
          <p:nvPr/>
        </p:nvSpPr>
        <p:spPr>
          <a:xfrm>
            <a:off x="782955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18" name="Shape 416"/>
          <p:cNvSpPr/>
          <p:nvPr/>
        </p:nvSpPr>
        <p:spPr>
          <a:xfrm>
            <a:off x="7829550" y="3077210"/>
            <a:ext cx="889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19" name="Shape 417"/>
          <p:cNvSpPr/>
          <p:nvPr/>
        </p:nvSpPr>
        <p:spPr>
          <a:xfrm>
            <a:off x="7829550" y="3077210"/>
            <a:ext cx="19431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20" name="Shape 418"/>
          <p:cNvSpPr/>
          <p:nvPr/>
        </p:nvSpPr>
        <p:spPr>
          <a:xfrm>
            <a:off x="7480300" y="312420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421" name="Shape 419"/>
          <p:cNvSpPr/>
          <p:nvPr/>
        </p:nvSpPr>
        <p:spPr>
          <a:xfrm>
            <a:off x="7585710" y="312420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422" name="Shape 420"/>
          <p:cNvSpPr/>
          <p:nvPr/>
        </p:nvSpPr>
        <p:spPr>
          <a:xfrm>
            <a:off x="7691120" y="312420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423" name="Shape 421"/>
          <p:cNvSpPr/>
          <p:nvPr/>
        </p:nvSpPr>
        <p:spPr>
          <a:xfrm>
            <a:off x="7796530" y="312420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424" name="Shape 422"/>
          <p:cNvSpPr/>
          <p:nvPr/>
        </p:nvSpPr>
        <p:spPr>
          <a:xfrm>
            <a:off x="724725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425" name="Shape 423"/>
          <p:cNvSpPr/>
          <p:nvPr/>
        </p:nvSpPr>
        <p:spPr>
          <a:xfrm>
            <a:off x="735266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426" name="Shape 424"/>
          <p:cNvSpPr/>
          <p:nvPr/>
        </p:nvSpPr>
        <p:spPr>
          <a:xfrm>
            <a:off x="745934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427" name="Shape 425"/>
          <p:cNvSpPr/>
          <p:nvPr/>
        </p:nvSpPr>
        <p:spPr>
          <a:xfrm>
            <a:off x="756475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428" name="Shape 426"/>
          <p:cNvSpPr/>
          <p:nvPr/>
        </p:nvSpPr>
        <p:spPr>
          <a:xfrm>
            <a:off x="767016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429" name="Shape 427"/>
          <p:cNvSpPr/>
          <p:nvPr/>
        </p:nvSpPr>
        <p:spPr>
          <a:xfrm>
            <a:off x="777557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430" name="Shape 428"/>
          <p:cNvSpPr/>
          <p:nvPr/>
        </p:nvSpPr>
        <p:spPr>
          <a:xfrm>
            <a:off x="788225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431" name="Shape 429"/>
          <p:cNvSpPr/>
          <p:nvPr/>
        </p:nvSpPr>
        <p:spPr>
          <a:xfrm>
            <a:off x="798766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432" name="Text 430"/>
          <p:cNvSpPr/>
          <p:nvPr/>
        </p:nvSpPr>
        <p:spPr>
          <a:xfrm>
            <a:off x="7724775" y="3086595"/>
            <a:ext cx="279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RELU</a:t>
            </a:r>
            <a:endParaRPr lang="en-US" sz="700" dirty="0"/>
          </a:p>
        </p:txBody>
      </p:sp>
      <p:sp>
        <p:nvSpPr>
          <p:cNvPr id="433" name="Shape 431"/>
          <p:cNvSpPr/>
          <p:nvPr/>
        </p:nvSpPr>
        <p:spPr>
          <a:xfrm>
            <a:off x="9311005" y="3056890"/>
            <a:ext cx="923290" cy="373380"/>
          </a:xfrm>
          <a:prstGeom prst="roundRect">
            <a:avLst>
              <a:gd name="adj" fmla="val 9796"/>
            </a:avLst>
          </a:prstGeom>
          <a:solidFill>
            <a:srgbClr val="FFE699"/>
          </a:solidFill>
          <a:ln w="9525">
            <a:solidFill>
              <a:srgbClr val="C00000"/>
            </a:solidFill>
            <a:prstDash val="solid"/>
          </a:ln>
        </p:spPr>
      </p:sp>
      <p:sp>
        <p:nvSpPr>
          <p:cNvPr id="434" name="Shape 432"/>
          <p:cNvSpPr/>
          <p:nvPr/>
        </p:nvSpPr>
        <p:spPr>
          <a:xfrm>
            <a:off x="9641840" y="3077210"/>
            <a:ext cx="-22987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35" name="Shape 433"/>
          <p:cNvSpPr/>
          <p:nvPr/>
        </p:nvSpPr>
        <p:spPr>
          <a:xfrm>
            <a:off x="9641840" y="3077210"/>
            <a:ext cx="-12446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36" name="Shape 434"/>
          <p:cNvSpPr/>
          <p:nvPr/>
        </p:nvSpPr>
        <p:spPr>
          <a:xfrm>
            <a:off x="964184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37" name="Shape 435"/>
          <p:cNvSpPr/>
          <p:nvPr/>
        </p:nvSpPr>
        <p:spPr>
          <a:xfrm>
            <a:off x="9641840" y="3077210"/>
            <a:ext cx="876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38" name="Shape 436"/>
          <p:cNvSpPr/>
          <p:nvPr/>
        </p:nvSpPr>
        <p:spPr>
          <a:xfrm>
            <a:off x="9641840" y="3077210"/>
            <a:ext cx="19304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39" name="Shape 437"/>
          <p:cNvSpPr/>
          <p:nvPr/>
        </p:nvSpPr>
        <p:spPr>
          <a:xfrm>
            <a:off x="9641840" y="3077210"/>
            <a:ext cx="29845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40" name="Shape 438"/>
          <p:cNvSpPr/>
          <p:nvPr/>
        </p:nvSpPr>
        <p:spPr>
          <a:xfrm>
            <a:off x="9641840" y="3077210"/>
            <a:ext cx="4051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41" name="Shape 439"/>
          <p:cNvSpPr/>
          <p:nvPr/>
        </p:nvSpPr>
        <p:spPr>
          <a:xfrm>
            <a:off x="9641840" y="3077210"/>
            <a:ext cx="51054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42" name="Shape 440"/>
          <p:cNvSpPr/>
          <p:nvPr/>
        </p:nvSpPr>
        <p:spPr>
          <a:xfrm>
            <a:off x="9747250" y="3077210"/>
            <a:ext cx="-3352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43" name="Shape 441"/>
          <p:cNvSpPr/>
          <p:nvPr/>
        </p:nvSpPr>
        <p:spPr>
          <a:xfrm>
            <a:off x="9747250" y="3077210"/>
            <a:ext cx="-22987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44" name="Shape 442"/>
          <p:cNvSpPr/>
          <p:nvPr/>
        </p:nvSpPr>
        <p:spPr>
          <a:xfrm>
            <a:off x="9747250" y="3077210"/>
            <a:ext cx="-1231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45" name="Shape 443"/>
          <p:cNvSpPr/>
          <p:nvPr/>
        </p:nvSpPr>
        <p:spPr>
          <a:xfrm>
            <a:off x="974725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46" name="Shape 444"/>
          <p:cNvSpPr/>
          <p:nvPr/>
        </p:nvSpPr>
        <p:spPr>
          <a:xfrm>
            <a:off x="9747250" y="3077210"/>
            <a:ext cx="876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47" name="Shape 445"/>
          <p:cNvSpPr/>
          <p:nvPr/>
        </p:nvSpPr>
        <p:spPr>
          <a:xfrm>
            <a:off x="9747250" y="3077210"/>
            <a:ext cx="19304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48" name="Shape 446"/>
          <p:cNvSpPr/>
          <p:nvPr/>
        </p:nvSpPr>
        <p:spPr>
          <a:xfrm>
            <a:off x="9747250" y="3077210"/>
            <a:ext cx="29972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49" name="Shape 447"/>
          <p:cNvSpPr/>
          <p:nvPr/>
        </p:nvSpPr>
        <p:spPr>
          <a:xfrm>
            <a:off x="9747250" y="3077210"/>
            <a:ext cx="4051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50" name="Shape 448"/>
          <p:cNvSpPr/>
          <p:nvPr/>
        </p:nvSpPr>
        <p:spPr>
          <a:xfrm>
            <a:off x="9852660" y="3077210"/>
            <a:ext cx="-4406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51" name="Shape 449"/>
          <p:cNvSpPr/>
          <p:nvPr/>
        </p:nvSpPr>
        <p:spPr>
          <a:xfrm>
            <a:off x="9852660" y="3077210"/>
            <a:ext cx="-3352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52" name="Shape 450"/>
          <p:cNvSpPr/>
          <p:nvPr/>
        </p:nvSpPr>
        <p:spPr>
          <a:xfrm>
            <a:off x="9852660" y="3077210"/>
            <a:ext cx="-2286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53" name="Shape 451"/>
          <p:cNvSpPr/>
          <p:nvPr/>
        </p:nvSpPr>
        <p:spPr>
          <a:xfrm>
            <a:off x="9852660" y="3077210"/>
            <a:ext cx="-1231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54" name="Shape 452"/>
          <p:cNvSpPr/>
          <p:nvPr/>
        </p:nvSpPr>
        <p:spPr>
          <a:xfrm>
            <a:off x="985266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55" name="Shape 453"/>
          <p:cNvSpPr/>
          <p:nvPr/>
        </p:nvSpPr>
        <p:spPr>
          <a:xfrm>
            <a:off x="9852660" y="3077210"/>
            <a:ext cx="876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56" name="Shape 454"/>
          <p:cNvSpPr/>
          <p:nvPr/>
        </p:nvSpPr>
        <p:spPr>
          <a:xfrm>
            <a:off x="9852660" y="3077210"/>
            <a:ext cx="19431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57" name="Shape 455"/>
          <p:cNvSpPr/>
          <p:nvPr/>
        </p:nvSpPr>
        <p:spPr>
          <a:xfrm>
            <a:off x="9852660" y="3077210"/>
            <a:ext cx="29972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58" name="Shape 456"/>
          <p:cNvSpPr/>
          <p:nvPr/>
        </p:nvSpPr>
        <p:spPr>
          <a:xfrm>
            <a:off x="9958070" y="3077210"/>
            <a:ext cx="-5461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59" name="Shape 457"/>
          <p:cNvSpPr/>
          <p:nvPr/>
        </p:nvSpPr>
        <p:spPr>
          <a:xfrm>
            <a:off x="9958070" y="3077210"/>
            <a:ext cx="-4406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60" name="Shape 458"/>
          <p:cNvSpPr/>
          <p:nvPr/>
        </p:nvSpPr>
        <p:spPr>
          <a:xfrm>
            <a:off x="9958070" y="3077210"/>
            <a:ext cx="-33401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61" name="Shape 459"/>
          <p:cNvSpPr/>
          <p:nvPr/>
        </p:nvSpPr>
        <p:spPr>
          <a:xfrm>
            <a:off x="9958070" y="3077210"/>
            <a:ext cx="-2286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62" name="Shape 460"/>
          <p:cNvSpPr/>
          <p:nvPr/>
        </p:nvSpPr>
        <p:spPr>
          <a:xfrm>
            <a:off x="9958070" y="3077210"/>
            <a:ext cx="-1231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63" name="Shape 461"/>
          <p:cNvSpPr/>
          <p:nvPr/>
        </p:nvSpPr>
        <p:spPr>
          <a:xfrm>
            <a:off x="995807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64" name="Shape 462"/>
          <p:cNvSpPr/>
          <p:nvPr/>
        </p:nvSpPr>
        <p:spPr>
          <a:xfrm>
            <a:off x="9958070" y="3077210"/>
            <a:ext cx="889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65" name="Shape 463"/>
          <p:cNvSpPr/>
          <p:nvPr/>
        </p:nvSpPr>
        <p:spPr>
          <a:xfrm>
            <a:off x="9958070" y="3077210"/>
            <a:ext cx="19431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66" name="Shape 464"/>
          <p:cNvSpPr/>
          <p:nvPr/>
        </p:nvSpPr>
        <p:spPr>
          <a:xfrm>
            <a:off x="9608820" y="312420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467" name="Shape 465"/>
          <p:cNvSpPr/>
          <p:nvPr/>
        </p:nvSpPr>
        <p:spPr>
          <a:xfrm>
            <a:off x="9714230" y="312420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468" name="Shape 466"/>
          <p:cNvSpPr/>
          <p:nvPr/>
        </p:nvSpPr>
        <p:spPr>
          <a:xfrm>
            <a:off x="9819640" y="312420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469" name="Shape 467"/>
          <p:cNvSpPr/>
          <p:nvPr/>
        </p:nvSpPr>
        <p:spPr>
          <a:xfrm>
            <a:off x="9925050" y="312420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470" name="Shape 468"/>
          <p:cNvSpPr/>
          <p:nvPr/>
        </p:nvSpPr>
        <p:spPr>
          <a:xfrm>
            <a:off x="937577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471" name="Shape 469"/>
          <p:cNvSpPr/>
          <p:nvPr/>
        </p:nvSpPr>
        <p:spPr>
          <a:xfrm>
            <a:off x="948118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472" name="Shape 470"/>
          <p:cNvSpPr/>
          <p:nvPr/>
        </p:nvSpPr>
        <p:spPr>
          <a:xfrm>
            <a:off x="958786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473" name="Shape 471"/>
          <p:cNvSpPr/>
          <p:nvPr/>
        </p:nvSpPr>
        <p:spPr>
          <a:xfrm>
            <a:off x="969327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474" name="Shape 472"/>
          <p:cNvSpPr/>
          <p:nvPr/>
        </p:nvSpPr>
        <p:spPr>
          <a:xfrm>
            <a:off x="979868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475" name="Shape 473"/>
          <p:cNvSpPr/>
          <p:nvPr/>
        </p:nvSpPr>
        <p:spPr>
          <a:xfrm>
            <a:off x="990409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476" name="Shape 474"/>
          <p:cNvSpPr/>
          <p:nvPr/>
        </p:nvSpPr>
        <p:spPr>
          <a:xfrm>
            <a:off x="1001077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477" name="Shape 475"/>
          <p:cNvSpPr/>
          <p:nvPr/>
        </p:nvSpPr>
        <p:spPr>
          <a:xfrm>
            <a:off x="1011618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478" name="Text 476"/>
          <p:cNvSpPr/>
          <p:nvPr/>
        </p:nvSpPr>
        <p:spPr>
          <a:xfrm>
            <a:off x="9853295" y="3086595"/>
            <a:ext cx="279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RELU</a:t>
            </a:r>
            <a:endParaRPr lang="en-US" sz="700" dirty="0"/>
          </a:p>
        </p:txBody>
      </p:sp>
      <p:sp>
        <p:nvSpPr>
          <p:cNvPr id="479" name="Shape 477"/>
          <p:cNvSpPr/>
          <p:nvPr/>
        </p:nvSpPr>
        <p:spPr>
          <a:xfrm>
            <a:off x="10339705" y="3056890"/>
            <a:ext cx="923290" cy="373380"/>
          </a:xfrm>
          <a:prstGeom prst="roundRect">
            <a:avLst>
              <a:gd name="adj" fmla="val 9796"/>
            </a:avLst>
          </a:prstGeom>
          <a:solidFill>
            <a:srgbClr val="FFE699"/>
          </a:solidFill>
          <a:ln w="9525">
            <a:solidFill>
              <a:srgbClr val="C00000"/>
            </a:solidFill>
            <a:prstDash val="solid"/>
          </a:ln>
        </p:spPr>
      </p:sp>
      <p:sp>
        <p:nvSpPr>
          <p:cNvPr id="480" name="Shape 478"/>
          <p:cNvSpPr/>
          <p:nvPr/>
        </p:nvSpPr>
        <p:spPr>
          <a:xfrm>
            <a:off x="10670540" y="3077210"/>
            <a:ext cx="-22987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81" name="Shape 479"/>
          <p:cNvSpPr/>
          <p:nvPr/>
        </p:nvSpPr>
        <p:spPr>
          <a:xfrm>
            <a:off x="10670540" y="3077210"/>
            <a:ext cx="-12446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82" name="Shape 480"/>
          <p:cNvSpPr/>
          <p:nvPr/>
        </p:nvSpPr>
        <p:spPr>
          <a:xfrm>
            <a:off x="1067054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83" name="Shape 481"/>
          <p:cNvSpPr/>
          <p:nvPr/>
        </p:nvSpPr>
        <p:spPr>
          <a:xfrm>
            <a:off x="10670540" y="3077210"/>
            <a:ext cx="876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84" name="Shape 482"/>
          <p:cNvSpPr/>
          <p:nvPr/>
        </p:nvSpPr>
        <p:spPr>
          <a:xfrm>
            <a:off x="10670540" y="3077210"/>
            <a:ext cx="19304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85" name="Shape 483"/>
          <p:cNvSpPr/>
          <p:nvPr/>
        </p:nvSpPr>
        <p:spPr>
          <a:xfrm>
            <a:off x="10670540" y="3077210"/>
            <a:ext cx="29845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86" name="Shape 484"/>
          <p:cNvSpPr/>
          <p:nvPr/>
        </p:nvSpPr>
        <p:spPr>
          <a:xfrm>
            <a:off x="10670540" y="3077210"/>
            <a:ext cx="4051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87" name="Shape 485"/>
          <p:cNvSpPr/>
          <p:nvPr/>
        </p:nvSpPr>
        <p:spPr>
          <a:xfrm>
            <a:off x="10670540" y="3077210"/>
            <a:ext cx="51054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88" name="Shape 486"/>
          <p:cNvSpPr/>
          <p:nvPr/>
        </p:nvSpPr>
        <p:spPr>
          <a:xfrm>
            <a:off x="10775950" y="3077210"/>
            <a:ext cx="-3352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89" name="Shape 487"/>
          <p:cNvSpPr/>
          <p:nvPr/>
        </p:nvSpPr>
        <p:spPr>
          <a:xfrm>
            <a:off x="10775950" y="3077210"/>
            <a:ext cx="-22987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90" name="Shape 488"/>
          <p:cNvSpPr/>
          <p:nvPr/>
        </p:nvSpPr>
        <p:spPr>
          <a:xfrm>
            <a:off x="10775950" y="3077210"/>
            <a:ext cx="-1231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91" name="Shape 489"/>
          <p:cNvSpPr/>
          <p:nvPr/>
        </p:nvSpPr>
        <p:spPr>
          <a:xfrm>
            <a:off x="1077595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92" name="Shape 490"/>
          <p:cNvSpPr/>
          <p:nvPr/>
        </p:nvSpPr>
        <p:spPr>
          <a:xfrm>
            <a:off x="10775950" y="3077210"/>
            <a:ext cx="876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93" name="Shape 491"/>
          <p:cNvSpPr/>
          <p:nvPr/>
        </p:nvSpPr>
        <p:spPr>
          <a:xfrm>
            <a:off x="10775950" y="3077210"/>
            <a:ext cx="19304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94" name="Shape 492"/>
          <p:cNvSpPr/>
          <p:nvPr/>
        </p:nvSpPr>
        <p:spPr>
          <a:xfrm>
            <a:off x="10775950" y="3077210"/>
            <a:ext cx="29972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95" name="Shape 493"/>
          <p:cNvSpPr/>
          <p:nvPr/>
        </p:nvSpPr>
        <p:spPr>
          <a:xfrm>
            <a:off x="10775950" y="3077210"/>
            <a:ext cx="4051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96" name="Shape 494"/>
          <p:cNvSpPr/>
          <p:nvPr/>
        </p:nvSpPr>
        <p:spPr>
          <a:xfrm>
            <a:off x="10881360" y="3077210"/>
            <a:ext cx="-4406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97" name="Shape 495"/>
          <p:cNvSpPr/>
          <p:nvPr/>
        </p:nvSpPr>
        <p:spPr>
          <a:xfrm>
            <a:off x="10881360" y="3077210"/>
            <a:ext cx="-3352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98" name="Shape 496"/>
          <p:cNvSpPr/>
          <p:nvPr/>
        </p:nvSpPr>
        <p:spPr>
          <a:xfrm>
            <a:off x="10881360" y="3077210"/>
            <a:ext cx="-2286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499" name="Shape 497"/>
          <p:cNvSpPr/>
          <p:nvPr/>
        </p:nvSpPr>
        <p:spPr>
          <a:xfrm>
            <a:off x="10881360" y="3077210"/>
            <a:ext cx="-1231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500" name="Shape 498"/>
          <p:cNvSpPr/>
          <p:nvPr/>
        </p:nvSpPr>
        <p:spPr>
          <a:xfrm>
            <a:off x="1088136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501" name="Shape 499"/>
          <p:cNvSpPr/>
          <p:nvPr/>
        </p:nvSpPr>
        <p:spPr>
          <a:xfrm>
            <a:off x="10881360" y="3077210"/>
            <a:ext cx="8763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502" name="Shape 500"/>
          <p:cNvSpPr/>
          <p:nvPr/>
        </p:nvSpPr>
        <p:spPr>
          <a:xfrm>
            <a:off x="10881360" y="3077210"/>
            <a:ext cx="19431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503" name="Shape 501"/>
          <p:cNvSpPr/>
          <p:nvPr/>
        </p:nvSpPr>
        <p:spPr>
          <a:xfrm>
            <a:off x="10881360" y="3077210"/>
            <a:ext cx="29972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504" name="Shape 502"/>
          <p:cNvSpPr/>
          <p:nvPr/>
        </p:nvSpPr>
        <p:spPr>
          <a:xfrm>
            <a:off x="10986770" y="3077210"/>
            <a:ext cx="-5461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505" name="Shape 503"/>
          <p:cNvSpPr/>
          <p:nvPr/>
        </p:nvSpPr>
        <p:spPr>
          <a:xfrm>
            <a:off x="10986770" y="3077210"/>
            <a:ext cx="-4406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506" name="Shape 504"/>
          <p:cNvSpPr/>
          <p:nvPr/>
        </p:nvSpPr>
        <p:spPr>
          <a:xfrm>
            <a:off x="10986770" y="3077210"/>
            <a:ext cx="-33401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507" name="Shape 505"/>
          <p:cNvSpPr/>
          <p:nvPr/>
        </p:nvSpPr>
        <p:spPr>
          <a:xfrm>
            <a:off x="10986770" y="3077210"/>
            <a:ext cx="-2286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508" name="Shape 506"/>
          <p:cNvSpPr/>
          <p:nvPr/>
        </p:nvSpPr>
        <p:spPr>
          <a:xfrm>
            <a:off x="10986770" y="3077210"/>
            <a:ext cx="-12319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509" name="Shape 507"/>
          <p:cNvSpPr/>
          <p:nvPr/>
        </p:nvSpPr>
        <p:spPr>
          <a:xfrm>
            <a:off x="10986770" y="3077210"/>
            <a:ext cx="-1778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510" name="Shape 508"/>
          <p:cNvSpPr/>
          <p:nvPr/>
        </p:nvSpPr>
        <p:spPr>
          <a:xfrm>
            <a:off x="10986770" y="3077210"/>
            <a:ext cx="8890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511" name="Shape 509"/>
          <p:cNvSpPr/>
          <p:nvPr/>
        </p:nvSpPr>
        <p:spPr>
          <a:xfrm>
            <a:off x="10986770" y="3077210"/>
            <a:ext cx="194310" cy="158750"/>
          </a:xfrm>
          <a:prstGeom prst="line">
            <a:avLst/>
          </a:prstGeom>
          <a:noFill/>
          <a:ln w="6350">
            <a:solidFill>
              <a:srgbClr val="5E8C6A"/>
            </a:solidFill>
            <a:prstDash val="solid"/>
          </a:ln>
        </p:spPr>
      </p:sp>
      <p:sp>
        <p:nvSpPr>
          <p:cNvPr id="512" name="Shape 510"/>
          <p:cNvSpPr/>
          <p:nvPr/>
        </p:nvSpPr>
        <p:spPr>
          <a:xfrm>
            <a:off x="10637520" y="312420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513" name="Shape 511"/>
          <p:cNvSpPr/>
          <p:nvPr/>
        </p:nvSpPr>
        <p:spPr>
          <a:xfrm>
            <a:off x="10742930" y="312420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514" name="Shape 512"/>
          <p:cNvSpPr/>
          <p:nvPr/>
        </p:nvSpPr>
        <p:spPr>
          <a:xfrm>
            <a:off x="10848340" y="312420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515" name="Shape 513"/>
          <p:cNvSpPr/>
          <p:nvPr/>
        </p:nvSpPr>
        <p:spPr>
          <a:xfrm>
            <a:off x="10953750" y="3124200"/>
            <a:ext cx="66040" cy="660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516" name="Shape 514"/>
          <p:cNvSpPr/>
          <p:nvPr/>
        </p:nvSpPr>
        <p:spPr>
          <a:xfrm>
            <a:off x="1040447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517" name="Shape 515"/>
          <p:cNvSpPr/>
          <p:nvPr/>
        </p:nvSpPr>
        <p:spPr>
          <a:xfrm>
            <a:off x="1050988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518" name="Shape 516"/>
          <p:cNvSpPr/>
          <p:nvPr/>
        </p:nvSpPr>
        <p:spPr>
          <a:xfrm>
            <a:off x="1061656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519" name="Shape 517"/>
          <p:cNvSpPr/>
          <p:nvPr/>
        </p:nvSpPr>
        <p:spPr>
          <a:xfrm>
            <a:off x="1072197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520" name="Shape 518"/>
          <p:cNvSpPr/>
          <p:nvPr/>
        </p:nvSpPr>
        <p:spPr>
          <a:xfrm>
            <a:off x="1082738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521" name="Shape 519"/>
          <p:cNvSpPr/>
          <p:nvPr/>
        </p:nvSpPr>
        <p:spPr>
          <a:xfrm>
            <a:off x="1093279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522" name="Shape 520"/>
          <p:cNvSpPr/>
          <p:nvPr/>
        </p:nvSpPr>
        <p:spPr>
          <a:xfrm>
            <a:off x="1103947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523" name="Shape 521"/>
          <p:cNvSpPr/>
          <p:nvPr/>
        </p:nvSpPr>
        <p:spPr>
          <a:xfrm>
            <a:off x="11144885" y="3279775"/>
            <a:ext cx="72390" cy="72390"/>
          </a:xfrm>
          <a:prstGeom prst="ellipse">
            <a:avLst/>
          </a:prstGeom>
          <a:solidFill>
            <a:srgbClr val="B871B8"/>
          </a:solidFill>
          <a:ln/>
        </p:spPr>
      </p:sp>
      <p:sp>
        <p:nvSpPr>
          <p:cNvPr id="524" name="Text 522"/>
          <p:cNvSpPr/>
          <p:nvPr/>
        </p:nvSpPr>
        <p:spPr>
          <a:xfrm>
            <a:off x="10881995" y="3086595"/>
            <a:ext cx="2794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RELU</a:t>
            </a:r>
            <a:endParaRPr lang="en-US" sz="700" dirty="0"/>
          </a:p>
        </p:txBody>
      </p:sp>
      <p:pic>
        <p:nvPicPr>
          <p:cNvPr id="525" name="Image 0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08555" y="2524760"/>
            <a:ext cx="133350" cy="213360"/>
          </a:xfrm>
          <a:prstGeom prst="rect">
            <a:avLst/>
          </a:prstGeom>
        </p:spPr>
      </p:pic>
      <p:pic>
        <p:nvPicPr>
          <p:cNvPr id="526" name="Image 1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555" y="3509010"/>
            <a:ext cx="133350" cy="171450"/>
          </a:xfrm>
          <a:prstGeom prst="rect">
            <a:avLst/>
          </a:prstGeom>
        </p:spPr>
      </p:pic>
      <p:pic>
        <p:nvPicPr>
          <p:cNvPr id="527" name="Image 2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6135" y="2524760"/>
            <a:ext cx="133350" cy="213360"/>
          </a:xfrm>
          <a:prstGeom prst="rect">
            <a:avLst/>
          </a:prstGeom>
        </p:spPr>
      </p:pic>
      <p:pic>
        <p:nvPicPr>
          <p:cNvPr id="528" name="Image 3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6135" y="3509010"/>
            <a:ext cx="133350" cy="171450"/>
          </a:xfrm>
          <a:prstGeom prst="rect">
            <a:avLst/>
          </a:prstGeom>
        </p:spPr>
      </p:pic>
      <p:pic>
        <p:nvPicPr>
          <p:cNvPr id="529" name="Image 4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1335" y="2524760"/>
            <a:ext cx="133350" cy="213360"/>
          </a:xfrm>
          <a:prstGeom prst="rect">
            <a:avLst/>
          </a:prstGeom>
        </p:spPr>
      </p:pic>
      <p:pic>
        <p:nvPicPr>
          <p:cNvPr id="530" name="Image 5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31335" y="3509010"/>
            <a:ext cx="133350" cy="171450"/>
          </a:xfrm>
          <a:prstGeom prst="rect">
            <a:avLst/>
          </a:prstGeom>
        </p:spPr>
      </p:pic>
      <p:pic>
        <p:nvPicPr>
          <p:cNvPr id="531" name="Image 6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02885" y="2524760"/>
            <a:ext cx="133350" cy="213360"/>
          </a:xfrm>
          <a:prstGeom prst="rect">
            <a:avLst/>
          </a:prstGeom>
        </p:spPr>
      </p:pic>
      <p:pic>
        <p:nvPicPr>
          <p:cNvPr id="532" name="Image 7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02885" y="3509010"/>
            <a:ext cx="133350" cy="171450"/>
          </a:xfrm>
          <a:prstGeom prst="rect">
            <a:avLst/>
          </a:prstGeom>
        </p:spPr>
      </p:pic>
      <p:pic>
        <p:nvPicPr>
          <p:cNvPr id="533" name="Image 8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80785" y="2524760"/>
            <a:ext cx="133350" cy="213360"/>
          </a:xfrm>
          <a:prstGeom prst="rect">
            <a:avLst/>
          </a:prstGeom>
        </p:spPr>
      </p:pic>
      <p:pic>
        <p:nvPicPr>
          <p:cNvPr id="534" name="Image 9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80785" y="3509010"/>
            <a:ext cx="133350" cy="171450"/>
          </a:xfrm>
          <a:prstGeom prst="rect">
            <a:avLst/>
          </a:prstGeom>
        </p:spPr>
      </p:pic>
      <p:pic>
        <p:nvPicPr>
          <p:cNvPr id="535" name="Image 10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224395" y="2524760"/>
            <a:ext cx="133350" cy="213360"/>
          </a:xfrm>
          <a:prstGeom prst="rect">
            <a:avLst/>
          </a:prstGeom>
        </p:spPr>
      </p:pic>
      <p:pic>
        <p:nvPicPr>
          <p:cNvPr id="536" name="Image 11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224395" y="3509010"/>
            <a:ext cx="133350" cy="171450"/>
          </a:xfrm>
          <a:prstGeom prst="rect">
            <a:avLst/>
          </a:prstGeom>
        </p:spPr>
      </p:pic>
      <p:pic>
        <p:nvPicPr>
          <p:cNvPr id="537" name="Image 12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735185" y="2524760"/>
            <a:ext cx="133350" cy="213360"/>
          </a:xfrm>
          <a:prstGeom prst="rect">
            <a:avLst/>
          </a:prstGeom>
        </p:spPr>
      </p:pic>
      <p:pic>
        <p:nvPicPr>
          <p:cNvPr id="538" name="Image 13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735185" y="3509010"/>
            <a:ext cx="133350" cy="171450"/>
          </a:xfrm>
          <a:prstGeom prst="rect">
            <a:avLst/>
          </a:prstGeom>
        </p:spPr>
      </p:pic>
      <p:pic>
        <p:nvPicPr>
          <p:cNvPr id="539" name="Image 14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713085" y="2524760"/>
            <a:ext cx="133350" cy="213360"/>
          </a:xfrm>
          <a:prstGeom prst="rect">
            <a:avLst/>
          </a:prstGeom>
        </p:spPr>
      </p:pic>
      <p:pic>
        <p:nvPicPr>
          <p:cNvPr id="540" name="Image 15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713085" y="3509010"/>
            <a:ext cx="133350" cy="171450"/>
          </a:xfrm>
          <a:prstGeom prst="rect">
            <a:avLst/>
          </a:prstGeom>
        </p:spPr>
      </p:pic>
      <p:sp>
        <p:nvSpPr>
          <p:cNvPr id="541" name="Shape 523"/>
          <p:cNvSpPr/>
          <p:nvPr/>
        </p:nvSpPr>
        <p:spPr>
          <a:xfrm>
            <a:off x="2157730" y="3686810"/>
            <a:ext cx="158750" cy="22225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42" name="Shape 524"/>
          <p:cNvSpPr/>
          <p:nvPr/>
        </p:nvSpPr>
        <p:spPr>
          <a:xfrm>
            <a:off x="2316480" y="3686810"/>
            <a:ext cx="158750" cy="22225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43" name="Shape 525"/>
          <p:cNvSpPr/>
          <p:nvPr/>
        </p:nvSpPr>
        <p:spPr>
          <a:xfrm>
            <a:off x="2475230" y="3686810"/>
            <a:ext cx="158750" cy="22225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44" name="Shape 526"/>
          <p:cNvSpPr/>
          <p:nvPr/>
        </p:nvSpPr>
        <p:spPr>
          <a:xfrm>
            <a:off x="2633980" y="3686810"/>
            <a:ext cx="158750" cy="22225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45" name="Text 527"/>
          <p:cNvSpPr/>
          <p:nvPr/>
        </p:nvSpPr>
        <p:spPr>
          <a:xfrm>
            <a:off x="2310130" y="3667760"/>
            <a:ext cx="33020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400" dirty="0"/>
          </a:p>
        </p:txBody>
      </p:sp>
      <p:sp>
        <p:nvSpPr>
          <p:cNvPr id="546" name="Shape 528"/>
          <p:cNvSpPr/>
          <p:nvPr/>
        </p:nvSpPr>
        <p:spPr>
          <a:xfrm>
            <a:off x="3115310" y="3686810"/>
            <a:ext cx="158750" cy="22225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47" name="Shape 529"/>
          <p:cNvSpPr/>
          <p:nvPr/>
        </p:nvSpPr>
        <p:spPr>
          <a:xfrm>
            <a:off x="3274060" y="3686810"/>
            <a:ext cx="158750" cy="22225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48" name="Shape 530"/>
          <p:cNvSpPr/>
          <p:nvPr/>
        </p:nvSpPr>
        <p:spPr>
          <a:xfrm>
            <a:off x="3432810" y="3686810"/>
            <a:ext cx="158750" cy="22225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49" name="Shape 531"/>
          <p:cNvSpPr/>
          <p:nvPr/>
        </p:nvSpPr>
        <p:spPr>
          <a:xfrm>
            <a:off x="3591560" y="3686810"/>
            <a:ext cx="158750" cy="22225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50" name="Text 532"/>
          <p:cNvSpPr/>
          <p:nvPr/>
        </p:nvSpPr>
        <p:spPr>
          <a:xfrm>
            <a:off x="3267710" y="3667760"/>
            <a:ext cx="33020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551" name="Shape 533"/>
          <p:cNvSpPr/>
          <p:nvPr/>
        </p:nvSpPr>
        <p:spPr>
          <a:xfrm>
            <a:off x="4080510" y="3686810"/>
            <a:ext cx="158750" cy="22225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52" name="Shape 534"/>
          <p:cNvSpPr/>
          <p:nvPr/>
        </p:nvSpPr>
        <p:spPr>
          <a:xfrm>
            <a:off x="4239260" y="3686810"/>
            <a:ext cx="158750" cy="22225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53" name="Shape 535"/>
          <p:cNvSpPr/>
          <p:nvPr/>
        </p:nvSpPr>
        <p:spPr>
          <a:xfrm>
            <a:off x="4398010" y="3686810"/>
            <a:ext cx="158750" cy="22225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54" name="Shape 536"/>
          <p:cNvSpPr/>
          <p:nvPr/>
        </p:nvSpPr>
        <p:spPr>
          <a:xfrm>
            <a:off x="4556760" y="3686810"/>
            <a:ext cx="158750" cy="22225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55" name="Text 537"/>
          <p:cNvSpPr/>
          <p:nvPr/>
        </p:nvSpPr>
        <p:spPr>
          <a:xfrm>
            <a:off x="4232910" y="3667760"/>
            <a:ext cx="33020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556" name="Shape 538"/>
          <p:cNvSpPr/>
          <p:nvPr/>
        </p:nvSpPr>
        <p:spPr>
          <a:xfrm>
            <a:off x="5052060" y="3686810"/>
            <a:ext cx="158750" cy="22225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57" name="Shape 539"/>
          <p:cNvSpPr/>
          <p:nvPr/>
        </p:nvSpPr>
        <p:spPr>
          <a:xfrm>
            <a:off x="5210810" y="3686810"/>
            <a:ext cx="158750" cy="22225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58" name="Shape 540"/>
          <p:cNvSpPr/>
          <p:nvPr/>
        </p:nvSpPr>
        <p:spPr>
          <a:xfrm>
            <a:off x="5369560" y="3686810"/>
            <a:ext cx="158750" cy="22225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59" name="Shape 541"/>
          <p:cNvSpPr/>
          <p:nvPr/>
        </p:nvSpPr>
        <p:spPr>
          <a:xfrm>
            <a:off x="5528310" y="3686810"/>
            <a:ext cx="158750" cy="22225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60" name="Text 542"/>
          <p:cNvSpPr/>
          <p:nvPr/>
        </p:nvSpPr>
        <p:spPr>
          <a:xfrm>
            <a:off x="5204460" y="3667760"/>
            <a:ext cx="33020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561" name="Shape 543"/>
          <p:cNvSpPr/>
          <p:nvPr/>
        </p:nvSpPr>
        <p:spPr>
          <a:xfrm>
            <a:off x="6029960" y="3686810"/>
            <a:ext cx="158750" cy="22225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62" name="Shape 544"/>
          <p:cNvSpPr/>
          <p:nvPr/>
        </p:nvSpPr>
        <p:spPr>
          <a:xfrm>
            <a:off x="6188710" y="3686810"/>
            <a:ext cx="158750" cy="22225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63" name="Shape 545"/>
          <p:cNvSpPr/>
          <p:nvPr/>
        </p:nvSpPr>
        <p:spPr>
          <a:xfrm>
            <a:off x="6347460" y="3686810"/>
            <a:ext cx="158750" cy="22225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64" name="Shape 546"/>
          <p:cNvSpPr/>
          <p:nvPr/>
        </p:nvSpPr>
        <p:spPr>
          <a:xfrm>
            <a:off x="6506210" y="3686810"/>
            <a:ext cx="158750" cy="22225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65" name="Text 547"/>
          <p:cNvSpPr/>
          <p:nvPr/>
        </p:nvSpPr>
        <p:spPr>
          <a:xfrm>
            <a:off x="6182360" y="3667760"/>
            <a:ext cx="33020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566" name="Shape 548"/>
          <p:cNvSpPr/>
          <p:nvPr/>
        </p:nvSpPr>
        <p:spPr>
          <a:xfrm>
            <a:off x="6973570" y="3686810"/>
            <a:ext cx="158750" cy="22225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67" name="Shape 549"/>
          <p:cNvSpPr/>
          <p:nvPr/>
        </p:nvSpPr>
        <p:spPr>
          <a:xfrm>
            <a:off x="7132320" y="3686810"/>
            <a:ext cx="158750" cy="22225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68" name="Shape 550"/>
          <p:cNvSpPr/>
          <p:nvPr/>
        </p:nvSpPr>
        <p:spPr>
          <a:xfrm>
            <a:off x="7291070" y="3686810"/>
            <a:ext cx="158750" cy="22225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69" name="Shape 551"/>
          <p:cNvSpPr/>
          <p:nvPr/>
        </p:nvSpPr>
        <p:spPr>
          <a:xfrm>
            <a:off x="7449820" y="3686810"/>
            <a:ext cx="158750" cy="22225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70" name="Text 552"/>
          <p:cNvSpPr/>
          <p:nvPr/>
        </p:nvSpPr>
        <p:spPr>
          <a:xfrm>
            <a:off x="7125970" y="3667760"/>
            <a:ext cx="33020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571" name="Shape 553"/>
          <p:cNvSpPr/>
          <p:nvPr/>
        </p:nvSpPr>
        <p:spPr>
          <a:xfrm>
            <a:off x="9484360" y="3686810"/>
            <a:ext cx="158750" cy="22225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72" name="Shape 554"/>
          <p:cNvSpPr/>
          <p:nvPr/>
        </p:nvSpPr>
        <p:spPr>
          <a:xfrm>
            <a:off x="9643110" y="3686810"/>
            <a:ext cx="158750" cy="22225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73" name="Shape 555"/>
          <p:cNvSpPr/>
          <p:nvPr/>
        </p:nvSpPr>
        <p:spPr>
          <a:xfrm>
            <a:off x="9801860" y="3686810"/>
            <a:ext cx="158750" cy="22225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74" name="Shape 556"/>
          <p:cNvSpPr/>
          <p:nvPr/>
        </p:nvSpPr>
        <p:spPr>
          <a:xfrm>
            <a:off x="9960610" y="3686810"/>
            <a:ext cx="158750" cy="22225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75" name="Text 557"/>
          <p:cNvSpPr/>
          <p:nvPr/>
        </p:nvSpPr>
        <p:spPr>
          <a:xfrm>
            <a:off x="9636760" y="3667760"/>
            <a:ext cx="33020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N-2</a:t>
            </a:r>
            <a:endParaRPr lang="en-US" sz="1400" dirty="0"/>
          </a:p>
        </p:txBody>
      </p:sp>
      <p:sp>
        <p:nvSpPr>
          <p:cNvPr id="576" name="Shape 558"/>
          <p:cNvSpPr/>
          <p:nvPr/>
        </p:nvSpPr>
        <p:spPr>
          <a:xfrm>
            <a:off x="10462260" y="3686810"/>
            <a:ext cx="158750" cy="22225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77" name="Shape 559"/>
          <p:cNvSpPr/>
          <p:nvPr/>
        </p:nvSpPr>
        <p:spPr>
          <a:xfrm>
            <a:off x="10621010" y="3686810"/>
            <a:ext cx="158750" cy="22225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78" name="Shape 560"/>
          <p:cNvSpPr/>
          <p:nvPr/>
        </p:nvSpPr>
        <p:spPr>
          <a:xfrm>
            <a:off x="10779760" y="3686810"/>
            <a:ext cx="158750" cy="22225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79" name="Shape 561"/>
          <p:cNvSpPr/>
          <p:nvPr/>
        </p:nvSpPr>
        <p:spPr>
          <a:xfrm>
            <a:off x="10938510" y="3686810"/>
            <a:ext cx="158750" cy="22225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580" name="Text 562"/>
          <p:cNvSpPr/>
          <p:nvPr/>
        </p:nvSpPr>
        <p:spPr>
          <a:xfrm>
            <a:off x="10614660" y="3667760"/>
            <a:ext cx="33020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N-1</a:t>
            </a:r>
            <a:endParaRPr lang="en-US" sz="1400" dirty="0"/>
          </a:p>
        </p:txBody>
      </p:sp>
      <p:sp>
        <p:nvSpPr>
          <p:cNvPr id="581" name="Shape 563"/>
          <p:cNvSpPr/>
          <p:nvPr/>
        </p:nvSpPr>
        <p:spPr>
          <a:xfrm>
            <a:off x="8009890" y="3748405"/>
            <a:ext cx="99060" cy="99060"/>
          </a:xfrm>
          <a:prstGeom prst="ellipse">
            <a:avLst/>
          </a:prstGeom>
          <a:solidFill>
            <a:srgbClr val="0000CC"/>
          </a:solidFill>
          <a:ln/>
        </p:spPr>
      </p:sp>
      <p:sp>
        <p:nvSpPr>
          <p:cNvPr id="582" name="Shape 564"/>
          <p:cNvSpPr/>
          <p:nvPr/>
        </p:nvSpPr>
        <p:spPr>
          <a:xfrm>
            <a:off x="8256270" y="3748405"/>
            <a:ext cx="99060" cy="99060"/>
          </a:xfrm>
          <a:prstGeom prst="ellipse">
            <a:avLst/>
          </a:prstGeom>
          <a:solidFill>
            <a:srgbClr val="0000CC"/>
          </a:solidFill>
          <a:ln/>
        </p:spPr>
      </p:sp>
      <p:sp>
        <p:nvSpPr>
          <p:cNvPr id="583" name="Shape 565"/>
          <p:cNvSpPr/>
          <p:nvPr/>
        </p:nvSpPr>
        <p:spPr>
          <a:xfrm>
            <a:off x="8492490" y="3748405"/>
            <a:ext cx="99060" cy="99060"/>
          </a:xfrm>
          <a:prstGeom prst="ellipse">
            <a:avLst/>
          </a:prstGeom>
          <a:solidFill>
            <a:srgbClr val="0000CC"/>
          </a:solidFill>
          <a:ln/>
        </p:spPr>
      </p:sp>
      <p:sp>
        <p:nvSpPr>
          <p:cNvPr id="584" name="Shape 566"/>
          <p:cNvSpPr/>
          <p:nvPr/>
        </p:nvSpPr>
        <p:spPr>
          <a:xfrm>
            <a:off x="8729980" y="3748405"/>
            <a:ext cx="99060" cy="99060"/>
          </a:xfrm>
          <a:prstGeom prst="ellipse">
            <a:avLst/>
          </a:prstGeom>
          <a:solidFill>
            <a:srgbClr val="0000CC"/>
          </a:solidFill>
          <a:ln/>
        </p:spPr>
      </p:sp>
      <p:sp>
        <p:nvSpPr>
          <p:cNvPr id="585" name="Shape 567"/>
          <p:cNvSpPr/>
          <p:nvPr/>
        </p:nvSpPr>
        <p:spPr>
          <a:xfrm>
            <a:off x="8936990" y="3748405"/>
            <a:ext cx="99060" cy="99060"/>
          </a:xfrm>
          <a:prstGeom prst="ellipse">
            <a:avLst/>
          </a:prstGeom>
          <a:solidFill>
            <a:srgbClr val="0000CC"/>
          </a:solidFill>
          <a:ln/>
        </p:spPr>
      </p:sp>
      <p:sp>
        <p:nvSpPr>
          <p:cNvPr id="586" name="Shape 568"/>
          <p:cNvSpPr/>
          <p:nvPr/>
        </p:nvSpPr>
        <p:spPr>
          <a:xfrm>
            <a:off x="1628140" y="4029075"/>
            <a:ext cx="9832340" cy="996950"/>
          </a:xfrm>
          <a:prstGeom prst="roundRect">
            <a:avLst>
              <a:gd name="adj" fmla="val 7338"/>
            </a:avLst>
          </a:prstGeom>
          <a:solidFill>
            <a:srgbClr val="E2EFDA"/>
          </a:solidFill>
          <a:ln w="15875">
            <a:solidFill>
              <a:srgbClr val="00B050"/>
            </a:solidFill>
            <a:prstDash val="dashDot"/>
          </a:ln>
        </p:spPr>
      </p:sp>
      <p:sp>
        <p:nvSpPr>
          <p:cNvPr id="587" name="Shape 569"/>
          <p:cNvSpPr/>
          <p:nvPr/>
        </p:nvSpPr>
        <p:spPr>
          <a:xfrm>
            <a:off x="2077720" y="4173855"/>
            <a:ext cx="9080500" cy="359410"/>
          </a:xfrm>
          <a:prstGeom prst="rect">
            <a:avLst/>
          </a:prstGeom>
          <a:solidFill>
            <a:srgbClr val="D9D9D9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588" name="Text 570"/>
          <p:cNvSpPr/>
          <p:nvPr/>
        </p:nvSpPr>
        <p:spPr>
          <a:xfrm>
            <a:off x="2077720" y="4173855"/>
            <a:ext cx="9080500" cy="359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6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</a:t>
            </a:r>
            <a:pPr algn="ctr" indent="0" marL="0">
              <a:lnSpc>
                <a:spcPts val="2000"/>
              </a:lnSpc>
              <a:buNone/>
            </a:pPr>
            <a:r>
              <a:rPr lang="en-US" sz="1600" b="1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Normalization</a:t>
            </a:r>
            <a:endParaRPr lang="en-US" sz="1600" dirty="0"/>
          </a:p>
        </p:txBody>
      </p:sp>
      <p:sp>
        <p:nvSpPr>
          <p:cNvPr id="589" name="Shape 571"/>
          <p:cNvSpPr/>
          <p:nvPr/>
        </p:nvSpPr>
        <p:spPr>
          <a:xfrm>
            <a:off x="1814830" y="4698365"/>
            <a:ext cx="685800" cy="1892300"/>
          </a:xfrm>
          <a:custGeom>
            <a:avLst/>
            <a:gdLst/>
            <a:ahLst/>
            <a:cxnLst/>
            <a:rect l="l" t="t" r="r" b="b"/>
            <a:pathLst>
              <a:path w="685800" h="1892300">
                <a:moveTo>
                  <a:pt x="220980" y="1868170"/>
                </a:moveTo>
                <a:cubicBezTo>
                  <a:pt x="201930" y="1841712"/>
                  <a:pt x="141393" y="1787948"/>
                  <a:pt x="106680" y="1709420"/>
                </a:cubicBezTo>
                <a:cubicBezTo>
                  <a:pt x="71967" y="1630892"/>
                  <a:pt x="28363" y="1514687"/>
                  <a:pt x="12700" y="1397000"/>
                </a:cubicBezTo>
                <a:cubicBezTo>
                  <a:pt x="-2963" y="1279313"/>
                  <a:pt x="12700" y="1119717"/>
                  <a:pt x="12700" y="1003300"/>
                </a:cubicBezTo>
                <a:cubicBezTo>
                  <a:pt x="12700" y="886883"/>
                  <a:pt x="-847" y="784648"/>
                  <a:pt x="12700" y="698500"/>
                </a:cubicBezTo>
                <a:cubicBezTo>
                  <a:pt x="26247" y="612352"/>
                  <a:pt x="64982" y="557107"/>
                  <a:pt x="93980" y="486410"/>
                </a:cubicBezTo>
                <a:cubicBezTo>
                  <a:pt x="122978" y="415713"/>
                  <a:pt x="155787" y="327448"/>
                  <a:pt x="186690" y="274320"/>
                </a:cubicBezTo>
                <a:cubicBezTo>
                  <a:pt x="217593" y="221192"/>
                  <a:pt x="247438" y="194310"/>
                  <a:pt x="279400" y="167640"/>
                </a:cubicBezTo>
                <a:cubicBezTo>
                  <a:pt x="311362" y="140970"/>
                  <a:pt x="349673" y="132080"/>
                  <a:pt x="378460" y="114300"/>
                </a:cubicBezTo>
                <a:cubicBezTo>
                  <a:pt x="407247" y="96520"/>
                  <a:pt x="417830" y="75353"/>
                  <a:pt x="452120" y="60960"/>
                </a:cubicBezTo>
                <a:cubicBezTo>
                  <a:pt x="486410" y="46567"/>
                  <a:pt x="562187" y="33443"/>
                  <a:pt x="584200" y="27940"/>
                </a:cubicBezTo>
              </a:path>
            </a:pathLst>
          </a:custGeom>
          <a:ln w="16891">
            <a:solidFill>
              <a:srgbClr val="E36C09"/>
            </a:solidFill>
            <a:prstDash val="solid"/>
          </a:ln>
        </p:spPr>
      </p:sp>
      <p:sp>
        <p:nvSpPr>
          <p:cNvPr id="590" name="Shape 572"/>
          <p:cNvSpPr/>
          <p:nvPr/>
        </p:nvSpPr>
        <p:spPr>
          <a:xfrm>
            <a:off x="1814830" y="4698365"/>
            <a:ext cx="685800" cy="1892300"/>
          </a:xfrm>
          <a:custGeom>
            <a:avLst/>
            <a:gdLst/>
            <a:ahLst/>
            <a:cxnLst/>
            <a:rect l="l" t="t" r="r" b="b"/>
            <a:pathLst>
              <a:path w="685800" h="1892300">
                <a:moveTo>
                  <a:pt x="594360" y="27940"/>
                </a:moveTo>
                <a:lnTo>
                  <a:pt x="543241" y="69751"/>
                </a:lnTo>
                <a:lnTo>
                  <a:pt x="529832" y="13888"/>
                </a:lnTo>
                <a:close/>
              </a:path>
            </a:pathLst>
          </a:custGeom>
          <a:solidFill>
            <a:srgbClr val="E36C09"/>
          </a:solidFill>
          <a:ln/>
        </p:spPr>
      </p:sp>
      <p:sp>
        <p:nvSpPr>
          <p:cNvPr id="591" name="Shape 573"/>
          <p:cNvSpPr/>
          <p:nvPr/>
        </p:nvSpPr>
        <p:spPr>
          <a:xfrm>
            <a:off x="2772410" y="4698365"/>
            <a:ext cx="685800" cy="1892300"/>
          </a:xfrm>
          <a:custGeom>
            <a:avLst/>
            <a:gdLst/>
            <a:ahLst/>
            <a:cxnLst/>
            <a:rect l="l" t="t" r="r" b="b"/>
            <a:pathLst>
              <a:path w="685800" h="1892300">
                <a:moveTo>
                  <a:pt x="220980" y="1868170"/>
                </a:moveTo>
                <a:cubicBezTo>
                  <a:pt x="201930" y="1841712"/>
                  <a:pt x="141393" y="1787948"/>
                  <a:pt x="106680" y="1709420"/>
                </a:cubicBezTo>
                <a:cubicBezTo>
                  <a:pt x="71967" y="1630892"/>
                  <a:pt x="28363" y="1514687"/>
                  <a:pt x="12700" y="1397000"/>
                </a:cubicBezTo>
                <a:cubicBezTo>
                  <a:pt x="-2963" y="1279313"/>
                  <a:pt x="12700" y="1119717"/>
                  <a:pt x="12700" y="1003300"/>
                </a:cubicBezTo>
                <a:cubicBezTo>
                  <a:pt x="12700" y="886883"/>
                  <a:pt x="-847" y="784648"/>
                  <a:pt x="12700" y="698500"/>
                </a:cubicBezTo>
                <a:cubicBezTo>
                  <a:pt x="26247" y="612352"/>
                  <a:pt x="64982" y="557107"/>
                  <a:pt x="93980" y="486410"/>
                </a:cubicBezTo>
                <a:cubicBezTo>
                  <a:pt x="122978" y="415713"/>
                  <a:pt x="155787" y="327448"/>
                  <a:pt x="186690" y="274320"/>
                </a:cubicBezTo>
                <a:cubicBezTo>
                  <a:pt x="217593" y="221192"/>
                  <a:pt x="247438" y="194310"/>
                  <a:pt x="279400" y="167640"/>
                </a:cubicBezTo>
                <a:cubicBezTo>
                  <a:pt x="311362" y="140970"/>
                  <a:pt x="349673" y="132080"/>
                  <a:pt x="378460" y="114300"/>
                </a:cubicBezTo>
                <a:cubicBezTo>
                  <a:pt x="407247" y="96520"/>
                  <a:pt x="417830" y="75353"/>
                  <a:pt x="452120" y="60960"/>
                </a:cubicBezTo>
                <a:cubicBezTo>
                  <a:pt x="486410" y="46567"/>
                  <a:pt x="562187" y="33443"/>
                  <a:pt x="584200" y="27940"/>
                </a:cubicBezTo>
              </a:path>
            </a:pathLst>
          </a:custGeom>
          <a:ln w="16891">
            <a:solidFill>
              <a:srgbClr val="E36C09"/>
            </a:solidFill>
            <a:prstDash val="solid"/>
          </a:ln>
        </p:spPr>
      </p:sp>
      <p:sp>
        <p:nvSpPr>
          <p:cNvPr id="592" name="Shape 574"/>
          <p:cNvSpPr/>
          <p:nvPr/>
        </p:nvSpPr>
        <p:spPr>
          <a:xfrm>
            <a:off x="2772410" y="4698365"/>
            <a:ext cx="685800" cy="1892300"/>
          </a:xfrm>
          <a:custGeom>
            <a:avLst/>
            <a:gdLst/>
            <a:ahLst/>
            <a:cxnLst/>
            <a:rect l="l" t="t" r="r" b="b"/>
            <a:pathLst>
              <a:path w="685800" h="1892300">
                <a:moveTo>
                  <a:pt x="594360" y="27940"/>
                </a:moveTo>
                <a:lnTo>
                  <a:pt x="543241" y="69751"/>
                </a:lnTo>
                <a:lnTo>
                  <a:pt x="529832" y="13888"/>
                </a:lnTo>
                <a:close/>
              </a:path>
            </a:pathLst>
          </a:custGeom>
          <a:solidFill>
            <a:srgbClr val="E36C09"/>
          </a:solidFill>
          <a:ln/>
        </p:spPr>
      </p:sp>
      <p:sp>
        <p:nvSpPr>
          <p:cNvPr id="593" name="Shape 575"/>
          <p:cNvSpPr/>
          <p:nvPr/>
        </p:nvSpPr>
        <p:spPr>
          <a:xfrm>
            <a:off x="3737610" y="4698365"/>
            <a:ext cx="685800" cy="1892300"/>
          </a:xfrm>
          <a:custGeom>
            <a:avLst/>
            <a:gdLst/>
            <a:ahLst/>
            <a:cxnLst/>
            <a:rect l="l" t="t" r="r" b="b"/>
            <a:pathLst>
              <a:path w="685800" h="1892300">
                <a:moveTo>
                  <a:pt x="220980" y="1868170"/>
                </a:moveTo>
                <a:cubicBezTo>
                  <a:pt x="201930" y="1841712"/>
                  <a:pt x="141393" y="1787948"/>
                  <a:pt x="106680" y="1709420"/>
                </a:cubicBezTo>
                <a:cubicBezTo>
                  <a:pt x="71967" y="1630892"/>
                  <a:pt x="28363" y="1514687"/>
                  <a:pt x="12700" y="1397000"/>
                </a:cubicBezTo>
                <a:cubicBezTo>
                  <a:pt x="-2963" y="1279313"/>
                  <a:pt x="12700" y="1119717"/>
                  <a:pt x="12700" y="1003300"/>
                </a:cubicBezTo>
                <a:cubicBezTo>
                  <a:pt x="12700" y="886883"/>
                  <a:pt x="-847" y="784648"/>
                  <a:pt x="12700" y="698500"/>
                </a:cubicBezTo>
                <a:cubicBezTo>
                  <a:pt x="26247" y="612352"/>
                  <a:pt x="64982" y="557107"/>
                  <a:pt x="93980" y="486410"/>
                </a:cubicBezTo>
                <a:cubicBezTo>
                  <a:pt x="122978" y="415713"/>
                  <a:pt x="155787" y="327448"/>
                  <a:pt x="186690" y="274320"/>
                </a:cubicBezTo>
                <a:cubicBezTo>
                  <a:pt x="217593" y="221192"/>
                  <a:pt x="247438" y="194310"/>
                  <a:pt x="279400" y="167640"/>
                </a:cubicBezTo>
                <a:cubicBezTo>
                  <a:pt x="311362" y="140970"/>
                  <a:pt x="349673" y="132080"/>
                  <a:pt x="378460" y="114300"/>
                </a:cubicBezTo>
                <a:cubicBezTo>
                  <a:pt x="407247" y="96520"/>
                  <a:pt x="417830" y="75353"/>
                  <a:pt x="452120" y="60960"/>
                </a:cubicBezTo>
                <a:cubicBezTo>
                  <a:pt x="486410" y="46567"/>
                  <a:pt x="562187" y="33443"/>
                  <a:pt x="584200" y="27940"/>
                </a:cubicBezTo>
              </a:path>
            </a:pathLst>
          </a:custGeom>
          <a:ln w="16891">
            <a:solidFill>
              <a:srgbClr val="E36C09"/>
            </a:solidFill>
            <a:prstDash val="solid"/>
          </a:ln>
        </p:spPr>
      </p:sp>
      <p:sp>
        <p:nvSpPr>
          <p:cNvPr id="594" name="Shape 576"/>
          <p:cNvSpPr/>
          <p:nvPr/>
        </p:nvSpPr>
        <p:spPr>
          <a:xfrm>
            <a:off x="3737610" y="4698365"/>
            <a:ext cx="685800" cy="1892300"/>
          </a:xfrm>
          <a:custGeom>
            <a:avLst/>
            <a:gdLst/>
            <a:ahLst/>
            <a:cxnLst/>
            <a:rect l="l" t="t" r="r" b="b"/>
            <a:pathLst>
              <a:path w="685800" h="1892300">
                <a:moveTo>
                  <a:pt x="594360" y="27940"/>
                </a:moveTo>
                <a:lnTo>
                  <a:pt x="543241" y="69751"/>
                </a:lnTo>
                <a:lnTo>
                  <a:pt x="529832" y="13888"/>
                </a:lnTo>
                <a:close/>
              </a:path>
            </a:pathLst>
          </a:custGeom>
          <a:solidFill>
            <a:srgbClr val="E36C09"/>
          </a:solidFill>
          <a:ln/>
        </p:spPr>
      </p:sp>
      <p:sp>
        <p:nvSpPr>
          <p:cNvPr id="595" name="Shape 577"/>
          <p:cNvSpPr/>
          <p:nvPr/>
        </p:nvSpPr>
        <p:spPr>
          <a:xfrm>
            <a:off x="4709160" y="4698365"/>
            <a:ext cx="685800" cy="1892300"/>
          </a:xfrm>
          <a:custGeom>
            <a:avLst/>
            <a:gdLst/>
            <a:ahLst/>
            <a:cxnLst/>
            <a:rect l="l" t="t" r="r" b="b"/>
            <a:pathLst>
              <a:path w="685800" h="1892300">
                <a:moveTo>
                  <a:pt x="220980" y="1868170"/>
                </a:moveTo>
                <a:cubicBezTo>
                  <a:pt x="201930" y="1841712"/>
                  <a:pt x="141393" y="1787948"/>
                  <a:pt x="106680" y="1709420"/>
                </a:cubicBezTo>
                <a:cubicBezTo>
                  <a:pt x="71967" y="1630892"/>
                  <a:pt x="28363" y="1514687"/>
                  <a:pt x="12700" y="1397000"/>
                </a:cubicBezTo>
                <a:cubicBezTo>
                  <a:pt x="-2963" y="1279313"/>
                  <a:pt x="12700" y="1119717"/>
                  <a:pt x="12700" y="1003300"/>
                </a:cubicBezTo>
                <a:cubicBezTo>
                  <a:pt x="12700" y="886883"/>
                  <a:pt x="-847" y="784648"/>
                  <a:pt x="12700" y="698500"/>
                </a:cubicBezTo>
                <a:cubicBezTo>
                  <a:pt x="26247" y="612352"/>
                  <a:pt x="64982" y="557107"/>
                  <a:pt x="93980" y="486410"/>
                </a:cubicBezTo>
                <a:cubicBezTo>
                  <a:pt x="122978" y="415713"/>
                  <a:pt x="155787" y="327448"/>
                  <a:pt x="186690" y="274320"/>
                </a:cubicBezTo>
                <a:cubicBezTo>
                  <a:pt x="217593" y="221192"/>
                  <a:pt x="247438" y="194310"/>
                  <a:pt x="279400" y="167640"/>
                </a:cubicBezTo>
                <a:cubicBezTo>
                  <a:pt x="311362" y="140970"/>
                  <a:pt x="349673" y="132080"/>
                  <a:pt x="378460" y="114300"/>
                </a:cubicBezTo>
                <a:cubicBezTo>
                  <a:pt x="407247" y="96520"/>
                  <a:pt x="417830" y="75353"/>
                  <a:pt x="452120" y="60960"/>
                </a:cubicBezTo>
                <a:cubicBezTo>
                  <a:pt x="486410" y="46567"/>
                  <a:pt x="562187" y="33443"/>
                  <a:pt x="584200" y="27940"/>
                </a:cubicBezTo>
              </a:path>
            </a:pathLst>
          </a:custGeom>
          <a:ln w="16891">
            <a:solidFill>
              <a:srgbClr val="E36C09"/>
            </a:solidFill>
            <a:prstDash val="solid"/>
          </a:ln>
        </p:spPr>
      </p:sp>
      <p:sp>
        <p:nvSpPr>
          <p:cNvPr id="596" name="Shape 578"/>
          <p:cNvSpPr/>
          <p:nvPr/>
        </p:nvSpPr>
        <p:spPr>
          <a:xfrm>
            <a:off x="4709160" y="4698365"/>
            <a:ext cx="685800" cy="1892300"/>
          </a:xfrm>
          <a:custGeom>
            <a:avLst/>
            <a:gdLst/>
            <a:ahLst/>
            <a:cxnLst/>
            <a:rect l="l" t="t" r="r" b="b"/>
            <a:pathLst>
              <a:path w="685800" h="1892300">
                <a:moveTo>
                  <a:pt x="594360" y="27940"/>
                </a:moveTo>
                <a:lnTo>
                  <a:pt x="543241" y="69751"/>
                </a:lnTo>
                <a:lnTo>
                  <a:pt x="529832" y="13888"/>
                </a:lnTo>
                <a:close/>
              </a:path>
            </a:pathLst>
          </a:custGeom>
          <a:solidFill>
            <a:srgbClr val="E36C09"/>
          </a:solidFill>
          <a:ln/>
        </p:spPr>
      </p:sp>
      <p:sp>
        <p:nvSpPr>
          <p:cNvPr id="597" name="Shape 579"/>
          <p:cNvSpPr/>
          <p:nvPr/>
        </p:nvSpPr>
        <p:spPr>
          <a:xfrm>
            <a:off x="5687060" y="4698365"/>
            <a:ext cx="685800" cy="1892300"/>
          </a:xfrm>
          <a:custGeom>
            <a:avLst/>
            <a:gdLst/>
            <a:ahLst/>
            <a:cxnLst/>
            <a:rect l="l" t="t" r="r" b="b"/>
            <a:pathLst>
              <a:path w="685800" h="1892300">
                <a:moveTo>
                  <a:pt x="220980" y="1868170"/>
                </a:moveTo>
                <a:cubicBezTo>
                  <a:pt x="201930" y="1841712"/>
                  <a:pt x="141393" y="1787948"/>
                  <a:pt x="106680" y="1709420"/>
                </a:cubicBezTo>
                <a:cubicBezTo>
                  <a:pt x="71967" y="1630892"/>
                  <a:pt x="28363" y="1514687"/>
                  <a:pt x="12700" y="1397000"/>
                </a:cubicBezTo>
                <a:cubicBezTo>
                  <a:pt x="-2963" y="1279313"/>
                  <a:pt x="12700" y="1119717"/>
                  <a:pt x="12700" y="1003300"/>
                </a:cubicBezTo>
                <a:cubicBezTo>
                  <a:pt x="12700" y="886883"/>
                  <a:pt x="-847" y="784648"/>
                  <a:pt x="12700" y="698500"/>
                </a:cubicBezTo>
                <a:cubicBezTo>
                  <a:pt x="26247" y="612352"/>
                  <a:pt x="64982" y="557107"/>
                  <a:pt x="93980" y="486410"/>
                </a:cubicBezTo>
                <a:cubicBezTo>
                  <a:pt x="122978" y="415713"/>
                  <a:pt x="155787" y="327448"/>
                  <a:pt x="186690" y="274320"/>
                </a:cubicBezTo>
                <a:cubicBezTo>
                  <a:pt x="217593" y="221192"/>
                  <a:pt x="247438" y="194310"/>
                  <a:pt x="279400" y="167640"/>
                </a:cubicBezTo>
                <a:cubicBezTo>
                  <a:pt x="311362" y="140970"/>
                  <a:pt x="349673" y="132080"/>
                  <a:pt x="378460" y="114300"/>
                </a:cubicBezTo>
                <a:cubicBezTo>
                  <a:pt x="407247" y="96520"/>
                  <a:pt x="417830" y="75353"/>
                  <a:pt x="452120" y="60960"/>
                </a:cubicBezTo>
                <a:cubicBezTo>
                  <a:pt x="486410" y="46567"/>
                  <a:pt x="562187" y="33443"/>
                  <a:pt x="584200" y="27940"/>
                </a:cubicBezTo>
              </a:path>
            </a:pathLst>
          </a:custGeom>
          <a:ln w="16891">
            <a:solidFill>
              <a:srgbClr val="E36C09"/>
            </a:solidFill>
            <a:prstDash val="solid"/>
          </a:ln>
        </p:spPr>
      </p:sp>
      <p:sp>
        <p:nvSpPr>
          <p:cNvPr id="598" name="Shape 580"/>
          <p:cNvSpPr/>
          <p:nvPr/>
        </p:nvSpPr>
        <p:spPr>
          <a:xfrm>
            <a:off x="5687060" y="4698365"/>
            <a:ext cx="685800" cy="1892300"/>
          </a:xfrm>
          <a:custGeom>
            <a:avLst/>
            <a:gdLst/>
            <a:ahLst/>
            <a:cxnLst/>
            <a:rect l="l" t="t" r="r" b="b"/>
            <a:pathLst>
              <a:path w="685800" h="1892300">
                <a:moveTo>
                  <a:pt x="594360" y="27940"/>
                </a:moveTo>
                <a:lnTo>
                  <a:pt x="543241" y="69751"/>
                </a:lnTo>
                <a:lnTo>
                  <a:pt x="529832" y="13888"/>
                </a:lnTo>
                <a:close/>
              </a:path>
            </a:pathLst>
          </a:custGeom>
          <a:solidFill>
            <a:srgbClr val="E36C09"/>
          </a:solidFill>
          <a:ln/>
        </p:spPr>
      </p:sp>
      <p:sp>
        <p:nvSpPr>
          <p:cNvPr id="599" name="Shape 581"/>
          <p:cNvSpPr/>
          <p:nvPr/>
        </p:nvSpPr>
        <p:spPr>
          <a:xfrm>
            <a:off x="6630670" y="4698365"/>
            <a:ext cx="685800" cy="1892300"/>
          </a:xfrm>
          <a:custGeom>
            <a:avLst/>
            <a:gdLst/>
            <a:ahLst/>
            <a:cxnLst/>
            <a:rect l="l" t="t" r="r" b="b"/>
            <a:pathLst>
              <a:path w="685800" h="1892300">
                <a:moveTo>
                  <a:pt x="220980" y="1868170"/>
                </a:moveTo>
                <a:cubicBezTo>
                  <a:pt x="201930" y="1841712"/>
                  <a:pt x="141393" y="1787948"/>
                  <a:pt x="106680" y="1709420"/>
                </a:cubicBezTo>
                <a:cubicBezTo>
                  <a:pt x="71967" y="1630892"/>
                  <a:pt x="28363" y="1514687"/>
                  <a:pt x="12700" y="1397000"/>
                </a:cubicBezTo>
                <a:cubicBezTo>
                  <a:pt x="-2963" y="1279313"/>
                  <a:pt x="12700" y="1119717"/>
                  <a:pt x="12700" y="1003300"/>
                </a:cubicBezTo>
                <a:cubicBezTo>
                  <a:pt x="12700" y="886883"/>
                  <a:pt x="-847" y="784648"/>
                  <a:pt x="12700" y="698500"/>
                </a:cubicBezTo>
                <a:cubicBezTo>
                  <a:pt x="26247" y="612352"/>
                  <a:pt x="64982" y="557107"/>
                  <a:pt x="93980" y="486410"/>
                </a:cubicBezTo>
                <a:cubicBezTo>
                  <a:pt x="122978" y="415713"/>
                  <a:pt x="155787" y="327448"/>
                  <a:pt x="186690" y="274320"/>
                </a:cubicBezTo>
                <a:cubicBezTo>
                  <a:pt x="217593" y="221192"/>
                  <a:pt x="247438" y="194310"/>
                  <a:pt x="279400" y="167640"/>
                </a:cubicBezTo>
                <a:cubicBezTo>
                  <a:pt x="311362" y="140970"/>
                  <a:pt x="349673" y="132080"/>
                  <a:pt x="378460" y="114300"/>
                </a:cubicBezTo>
                <a:cubicBezTo>
                  <a:pt x="407247" y="96520"/>
                  <a:pt x="417830" y="75353"/>
                  <a:pt x="452120" y="60960"/>
                </a:cubicBezTo>
                <a:cubicBezTo>
                  <a:pt x="486410" y="46567"/>
                  <a:pt x="562187" y="33443"/>
                  <a:pt x="584200" y="27940"/>
                </a:cubicBezTo>
              </a:path>
            </a:pathLst>
          </a:custGeom>
          <a:ln w="16891">
            <a:solidFill>
              <a:srgbClr val="E36C09"/>
            </a:solidFill>
            <a:prstDash val="solid"/>
          </a:ln>
        </p:spPr>
      </p:sp>
      <p:sp>
        <p:nvSpPr>
          <p:cNvPr id="600" name="Shape 582"/>
          <p:cNvSpPr/>
          <p:nvPr/>
        </p:nvSpPr>
        <p:spPr>
          <a:xfrm>
            <a:off x="6630670" y="4698365"/>
            <a:ext cx="685800" cy="1892300"/>
          </a:xfrm>
          <a:custGeom>
            <a:avLst/>
            <a:gdLst/>
            <a:ahLst/>
            <a:cxnLst/>
            <a:rect l="l" t="t" r="r" b="b"/>
            <a:pathLst>
              <a:path w="685800" h="1892300">
                <a:moveTo>
                  <a:pt x="594360" y="27940"/>
                </a:moveTo>
                <a:lnTo>
                  <a:pt x="543241" y="69751"/>
                </a:lnTo>
                <a:lnTo>
                  <a:pt x="529832" y="13888"/>
                </a:lnTo>
                <a:close/>
              </a:path>
            </a:pathLst>
          </a:custGeom>
          <a:solidFill>
            <a:srgbClr val="E36C09"/>
          </a:solidFill>
          <a:ln/>
        </p:spPr>
      </p:sp>
      <p:sp>
        <p:nvSpPr>
          <p:cNvPr id="601" name="Shape 583"/>
          <p:cNvSpPr/>
          <p:nvPr/>
        </p:nvSpPr>
        <p:spPr>
          <a:xfrm>
            <a:off x="9141460" y="4698365"/>
            <a:ext cx="685800" cy="1892300"/>
          </a:xfrm>
          <a:custGeom>
            <a:avLst/>
            <a:gdLst/>
            <a:ahLst/>
            <a:cxnLst/>
            <a:rect l="l" t="t" r="r" b="b"/>
            <a:pathLst>
              <a:path w="685800" h="1892300">
                <a:moveTo>
                  <a:pt x="220980" y="1868170"/>
                </a:moveTo>
                <a:cubicBezTo>
                  <a:pt x="201930" y="1841712"/>
                  <a:pt x="141393" y="1787948"/>
                  <a:pt x="106680" y="1709420"/>
                </a:cubicBezTo>
                <a:cubicBezTo>
                  <a:pt x="71967" y="1630892"/>
                  <a:pt x="28363" y="1514687"/>
                  <a:pt x="12700" y="1397000"/>
                </a:cubicBezTo>
                <a:cubicBezTo>
                  <a:pt x="-2963" y="1279313"/>
                  <a:pt x="12700" y="1119717"/>
                  <a:pt x="12700" y="1003300"/>
                </a:cubicBezTo>
                <a:cubicBezTo>
                  <a:pt x="12700" y="886883"/>
                  <a:pt x="-847" y="784648"/>
                  <a:pt x="12700" y="698500"/>
                </a:cubicBezTo>
                <a:cubicBezTo>
                  <a:pt x="26247" y="612352"/>
                  <a:pt x="64982" y="557107"/>
                  <a:pt x="93980" y="486410"/>
                </a:cubicBezTo>
                <a:cubicBezTo>
                  <a:pt x="122978" y="415713"/>
                  <a:pt x="155787" y="327448"/>
                  <a:pt x="186690" y="274320"/>
                </a:cubicBezTo>
                <a:cubicBezTo>
                  <a:pt x="217593" y="221192"/>
                  <a:pt x="247438" y="194310"/>
                  <a:pt x="279400" y="167640"/>
                </a:cubicBezTo>
                <a:cubicBezTo>
                  <a:pt x="311362" y="140970"/>
                  <a:pt x="349673" y="132080"/>
                  <a:pt x="378460" y="114300"/>
                </a:cubicBezTo>
                <a:cubicBezTo>
                  <a:pt x="407247" y="96520"/>
                  <a:pt x="417830" y="75353"/>
                  <a:pt x="452120" y="60960"/>
                </a:cubicBezTo>
                <a:cubicBezTo>
                  <a:pt x="486410" y="46567"/>
                  <a:pt x="562187" y="33443"/>
                  <a:pt x="584200" y="27940"/>
                </a:cubicBezTo>
              </a:path>
            </a:pathLst>
          </a:custGeom>
          <a:ln w="16891">
            <a:solidFill>
              <a:srgbClr val="E36C09"/>
            </a:solidFill>
            <a:prstDash val="solid"/>
          </a:ln>
        </p:spPr>
      </p:sp>
      <p:sp>
        <p:nvSpPr>
          <p:cNvPr id="602" name="Shape 584"/>
          <p:cNvSpPr/>
          <p:nvPr/>
        </p:nvSpPr>
        <p:spPr>
          <a:xfrm>
            <a:off x="9141460" y="4698365"/>
            <a:ext cx="685800" cy="1892300"/>
          </a:xfrm>
          <a:custGeom>
            <a:avLst/>
            <a:gdLst/>
            <a:ahLst/>
            <a:cxnLst/>
            <a:rect l="l" t="t" r="r" b="b"/>
            <a:pathLst>
              <a:path w="685800" h="1892300">
                <a:moveTo>
                  <a:pt x="594360" y="27940"/>
                </a:moveTo>
                <a:lnTo>
                  <a:pt x="543241" y="69751"/>
                </a:lnTo>
                <a:lnTo>
                  <a:pt x="529832" y="13888"/>
                </a:lnTo>
                <a:close/>
              </a:path>
            </a:pathLst>
          </a:custGeom>
          <a:solidFill>
            <a:srgbClr val="E36C09"/>
          </a:solidFill>
          <a:ln/>
        </p:spPr>
      </p:sp>
      <p:sp>
        <p:nvSpPr>
          <p:cNvPr id="603" name="Shape 585"/>
          <p:cNvSpPr/>
          <p:nvPr/>
        </p:nvSpPr>
        <p:spPr>
          <a:xfrm>
            <a:off x="10119360" y="4698365"/>
            <a:ext cx="685800" cy="1892300"/>
          </a:xfrm>
          <a:custGeom>
            <a:avLst/>
            <a:gdLst/>
            <a:ahLst/>
            <a:cxnLst/>
            <a:rect l="l" t="t" r="r" b="b"/>
            <a:pathLst>
              <a:path w="685800" h="1892300">
                <a:moveTo>
                  <a:pt x="220980" y="1868170"/>
                </a:moveTo>
                <a:cubicBezTo>
                  <a:pt x="201930" y="1841712"/>
                  <a:pt x="141393" y="1787948"/>
                  <a:pt x="106680" y="1709420"/>
                </a:cubicBezTo>
                <a:cubicBezTo>
                  <a:pt x="71967" y="1630892"/>
                  <a:pt x="28363" y="1514687"/>
                  <a:pt x="12700" y="1397000"/>
                </a:cubicBezTo>
                <a:cubicBezTo>
                  <a:pt x="-2963" y="1279313"/>
                  <a:pt x="12700" y="1119717"/>
                  <a:pt x="12700" y="1003300"/>
                </a:cubicBezTo>
                <a:cubicBezTo>
                  <a:pt x="12700" y="886883"/>
                  <a:pt x="-847" y="784648"/>
                  <a:pt x="12700" y="698500"/>
                </a:cubicBezTo>
                <a:cubicBezTo>
                  <a:pt x="26247" y="612352"/>
                  <a:pt x="64982" y="557107"/>
                  <a:pt x="93980" y="486410"/>
                </a:cubicBezTo>
                <a:cubicBezTo>
                  <a:pt x="122978" y="415713"/>
                  <a:pt x="155787" y="327448"/>
                  <a:pt x="186690" y="274320"/>
                </a:cubicBezTo>
                <a:cubicBezTo>
                  <a:pt x="217593" y="221192"/>
                  <a:pt x="247438" y="194310"/>
                  <a:pt x="279400" y="167640"/>
                </a:cubicBezTo>
                <a:cubicBezTo>
                  <a:pt x="311362" y="140970"/>
                  <a:pt x="349673" y="132080"/>
                  <a:pt x="378460" y="114300"/>
                </a:cubicBezTo>
                <a:cubicBezTo>
                  <a:pt x="407247" y="96520"/>
                  <a:pt x="417830" y="75353"/>
                  <a:pt x="452120" y="60960"/>
                </a:cubicBezTo>
                <a:cubicBezTo>
                  <a:pt x="486410" y="46567"/>
                  <a:pt x="562187" y="33443"/>
                  <a:pt x="584200" y="27940"/>
                </a:cubicBezTo>
              </a:path>
            </a:pathLst>
          </a:custGeom>
          <a:ln w="16891">
            <a:solidFill>
              <a:srgbClr val="E36C09"/>
            </a:solidFill>
            <a:prstDash val="solid"/>
          </a:ln>
        </p:spPr>
      </p:sp>
      <p:sp>
        <p:nvSpPr>
          <p:cNvPr id="604" name="Shape 586"/>
          <p:cNvSpPr/>
          <p:nvPr/>
        </p:nvSpPr>
        <p:spPr>
          <a:xfrm>
            <a:off x="10119360" y="4698365"/>
            <a:ext cx="685800" cy="1892300"/>
          </a:xfrm>
          <a:custGeom>
            <a:avLst/>
            <a:gdLst/>
            <a:ahLst/>
            <a:cxnLst/>
            <a:rect l="l" t="t" r="r" b="b"/>
            <a:pathLst>
              <a:path w="685800" h="1892300">
                <a:moveTo>
                  <a:pt x="594360" y="27940"/>
                </a:moveTo>
                <a:lnTo>
                  <a:pt x="543241" y="69751"/>
                </a:lnTo>
                <a:lnTo>
                  <a:pt x="529832" y="13888"/>
                </a:lnTo>
                <a:close/>
              </a:path>
            </a:pathLst>
          </a:custGeom>
          <a:solidFill>
            <a:srgbClr val="E36C09"/>
          </a:solidFill>
          <a:ln/>
        </p:spPr>
      </p:sp>
      <p:sp>
        <p:nvSpPr>
          <p:cNvPr id="605" name="Shape 587"/>
          <p:cNvSpPr/>
          <p:nvPr/>
        </p:nvSpPr>
        <p:spPr>
          <a:xfrm>
            <a:off x="2157730" y="5095240"/>
            <a:ext cx="158750" cy="21590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06" name="Shape 588"/>
          <p:cNvSpPr/>
          <p:nvPr/>
        </p:nvSpPr>
        <p:spPr>
          <a:xfrm>
            <a:off x="2316480" y="5095240"/>
            <a:ext cx="158750" cy="21590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07" name="Shape 589"/>
          <p:cNvSpPr/>
          <p:nvPr/>
        </p:nvSpPr>
        <p:spPr>
          <a:xfrm>
            <a:off x="2475230" y="5095240"/>
            <a:ext cx="158750" cy="21590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08" name="Shape 590"/>
          <p:cNvSpPr/>
          <p:nvPr/>
        </p:nvSpPr>
        <p:spPr>
          <a:xfrm>
            <a:off x="2633980" y="5095240"/>
            <a:ext cx="158750" cy="21590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09" name="Text 591"/>
          <p:cNvSpPr/>
          <p:nvPr/>
        </p:nvSpPr>
        <p:spPr>
          <a:xfrm>
            <a:off x="2310130" y="5076190"/>
            <a:ext cx="330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400" dirty="0"/>
          </a:p>
        </p:txBody>
      </p:sp>
      <p:sp>
        <p:nvSpPr>
          <p:cNvPr id="610" name="Shape 592"/>
          <p:cNvSpPr/>
          <p:nvPr/>
        </p:nvSpPr>
        <p:spPr>
          <a:xfrm>
            <a:off x="3115310" y="5095240"/>
            <a:ext cx="158750" cy="21590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11" name="Shape 593"/>
          <p:cNvSpPr/>
          <p:nvPr/>
        </p:nvSpPr>
        <p:spPr>
          <a:xfrm>
            <a:off x="3274060" y="5095240"/>
            <a:ext cx="158750" cy="21590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12" name="Shape 594"/>
          <p:cNvSpPr/>
          <p:nvPr/>
        </p:nvSpPr>
        <p:spPr>
          <a:xfrm>
            <a:off x="3432810" y="5095240"/>
            <a:ext cx="158750" cy="21590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13" name="Shape 595"/>
          <p:cNvSpPr/>
          <p:nvPr/>
        </p:nvSpPr>
        <p:spPr>
          <a:xfrm>
            <a:off x="3591560" y="5095240"/>
            <a:ext cx="158750" cy="21590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14" name="Text 596"/>
          <p:cNvSpPr/>
          <p:nvPr/>
        </p:nvSpPr>
        <p:spPr>
          <a:xfrm>
            <a:off x="3267710" y="5076190"/>
            <a:ext cx="330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615" name="Shape 597"/>
          <p:cNvSpPr/>
          <p:nvPr/>
        </p:nvSpPr>
        <p:spPr>
          <a:xfrm>
            <a:off x="4080510" y="5095240"/>
            <a:ext cx="158750" cy="21590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16" name="Shape 598"/>
          <p:cNvSpPr/>
          <p:nvPr/>
        </p:nvSpPr>
        <p:spPr>
          <a:xfrm>
            <a:off x="4239260" y="5095240"/>
            <a:ext cx="158750" cy="21590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17" name="Shape 599"/>
          <p:cNvSpPr/>
          <p:nvPr/>
        </p:nvSpPr>
        <p:spPr>
          <a:xfrm>
            <a:off x="4398010" y="5095240"/>
            <a:ext cx="158750" cy="21590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18" name="Shape 600"/>
          <p:cNvSpPr/>
          <p:nvPr/>
        </p:nvSpPr>
        <p:spPr>
          <a:xfrm>
            <a:off x="4556760" y="5095240"/>
            <a:ext cx="158750" cy="21590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19" name="Text 601"/>
          <p:cNvSpPr/>
          <p:nvPr/>
        </p:nvSpPr>
        <p:spPr>
          <a:xfrm>
            <a:off x="4232910" y="5076190"/>
            <a:ext cx="330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620" name="Shape 602"/>
          <p:cNvSpPr/>
          <p:nvPr/>
        </p:nvSpPr>
        <p:spPr>
          <a:xfrm>
            <a:off x="5052060" y="5095240"/>
            <a:ext cx="158750" cy="21590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21" name="Shape 603"/>
          <p:cNvSpPr/>
          <p:nvPr/>
        </p:nvSpPr>
        <p:spPr>
          <a:xfrm>
            <a:off x="5210810" y="5095240"/>
            <a:ext cx="158750" cy="21590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22" name="Shape 604"/>
          <p:cNvSpPr/>
          <p:nvPr/>
        </p:nvSpPr>
        <p:spPr>
          <a:xfrm>
            <a:off x="5369560" y="5095240"/>
            <a:ext cx="158750" cy="21590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23" name="Shape 605"/>
          <p:cNvSpPr/>
          <p:nvPr/>
        </p:nvSpPr>
        <p:spPr>
          <a:xfrm>
            <a:off x="5528310" y="5095240"/>
            <a:ext cx="158750" cy="21590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24" name="Text 606"/>
          <p:cNvSpPr/>
          <p:nvPr/>
        </p:nvSpPr>
        <p:spPr>
          <a:xfrm>
            <a:off x="5204460" y="5076190"/>
            <a:ext cx="330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625" name="Shape 607"/>
          <p:cNvSpPr/>
          <p:nvPr/>
        </p:nvSpPr>
        <p:spPr>
          <a:xfrm>
            <a:off x="6029960" y="5095240"/>
            <a:ext cx="158750" cy="21590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26" name="Shape 608"/>
          <p:cNvSpPr/>
          <p:nvPr/>
        </p:nvSpPr>
        <p:spPr>
          <a:xfrm>
            <a:off x="6188710" y="5095240"/>
            <a:ext cx="158750" cy="21590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27" name="Shape 609"/>
          <p:cNvSpPr/>
          <p:nvPr/>
        </p:nvSpPr>
        <p:spPr>
          <a:xfrm>
            <a:off x="6347460" y="5095240"/>
            <a:ext cx="158750" cy="21590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28" name="Shape 610"/>
          <p:cNvSpPr/>
          <p:nvPr/>
        </p:nvSpPr>
        <p:spPr>
          <a:xfrm>
            <a:off x="6506210" y="5095240"/>
            <a:ext cx="158750" cy="21590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29" name="Text 611"/>
          <p:cNvSpPr/>
          <p:nvPr/>
        </p:nvSpPr>
        <p:spPr>
          <a:xfrm>
            <a:off x="6182360" y="5076190"/>
            <a:ext cx="330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630" name="Shape 612"/>
          <p:cNvSpPr/>
          <p:nvPr/>
        </p:nvSpPr>
        <p:spPr>
          <a:xfrm>
            <a:off x="6973570" y="5095240"/>
            <a:ext cx="158750" cy="21590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31" name="Shape 613"/>
          <p:cNvSpPr/>
          <p:nvPr/>
        </p:nvSpPr>
        <p:spPr>
          <a:xfrm>
            <a:off x="7132320" y="5095240"/>
            <a:ext cx="158750" cy="21590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32" name="Shape 614"/>
          <p:cNvSpPr/>
          <p:nvPr/>
        </p:nvSpPr>
        <p:spPr>
          <a:xfrm>
            <a:off x="7291070" y="5095240"/>
            <a:ext cx="158750" cy="21590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33" name="Shape 615"/>
          <p:cNvSpPr/>
          <p:nvPr/>
        </p:nvSpPr>
        <p:spPr>
          <a:xfrm>
            <a:off x="7449820" y="5095240"/>
            <a:ext cx="158750" cy="21590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34" name="Text 616"/>
          <p:cNvSpPr/>
          <p:nvPr/>
        </p:nvSpPr>
        <p:spPr>
          <a:xfrm>
            <a:off x="7125970" y="5076190"/>
            <a:ext cx="330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635" name="Shape 617"/>
          <p:cNvSpPr/>
          <p:nvPr/>
        </p:nvSpPr>
        <p:spPr>
          <a:xfrm>
            <a:off x="9484360" y="5095240"/>
            <a:ext cx="158750" cy="21590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36" name="Shape 618"/>
          <p:cNvSpPr/>
          <p:nvPr/>
        </p:nvSpPr>
        <p:spPr>
          <a:xfrm>
            <a:off x="9643110" y="5095240"/>
            <a:ext cx="158750" cy="21590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37" name="Shape 619"/>
          <p:cNvSpPr/>
          <p:nvPr/>
        </p:nvSpPr>
        <p:spPr>
          <a:xfrm>
            <a:off x="9801860" y="5095240"/>
            <a:ext cx="158750" cy="21590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38" name="Shape 620"/>
          <p:cNvSpPr/>
          <p:nvPr/>
        </p:nvSpPr>
        <p:spPr>
          <a:xfrm>
            <a:off x="9960610" y="5095240"/>
            <a:ext cx="158750" cy="21590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39" name="Text 621"/>
          <p:cNvSpPr/>
          <p:nvPr/>
        </p:nvSpPr>
        <p:spPr>
          <a:xfrm>
            <a:off x="9636760" y="5076190"/>
            <a:ext cx="330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N-2</a:t>
            </a:r>
            <a:endParaRPr lang="en-US" sz="1400" dirty="0"/>
          </a:p>
        </p:txBody>
      </p:sp>
      <p:sp>
        <p:nvSpPr>
          <p:cNvPr id="640" name="Shape 622"/>
          <p:cNvSpPr/>
          <p:nvPr/>
        </p:nvSpPr>
        <p:spPr>
          <a:xfrm>
            <a:off x="10462260" y="5095240"/>
            <a:ext cx="158750" cy="21590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41" name="Shape 623"/>
          <p:cNvSpPr/>
          <p:nvPr/>
        </p:nvSpPr>
        <p:spPr>
          <a:xfrm>
            <a:off x="10621010" y="5095240"/>
            <a:ext cx="158750" cy="21590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42" name="Shape 624"/>
          <p:cNvSpPr/>
          <p:nvPr/>
        </p:nvSpPr>
        <p:spPr>
          <a:xfrm>
            <a:off x="10779760" y="5095240"/>
            <a:ext cx="158750" cy="21590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43" name="Shape 625"/>
          <p:cNvSpPr/>
          <p:nvPr/>
        </p:nvSpPr>
        <p:spPr>
          <a:xfrm>
            <a:off x="10938510" y="5095240"/>
            <a:ext cx="158750" cy="21590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644" name="Text 626"/>
          <p:cNvSpPr/>
          <p:nvPr/>
        </p:nvSpPr>
        <p:spPr>
          <a:xfrm>
            <a:off x="10614660" y="5076190"/>
            <a:ext cx="330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N-1</a:t>
            </a:r>
            <a:endParaRPr lang="en-US" sz="1400" dirty="0"/>
          </a:p>
        </p:txBody>
      </p:sp>
      <p:sp>
        <p:nvSpPr>
          <p:cNvPr id="645" name="Shape 627"/>
          <p:cNvSpPr/>
          <p:nvPr/>
        </p:nvSpPr>
        <p:spPr>
          <a:xfrm>
            <a:off x="8009890" y="5153660"/>
            <a:ext cx="99060" cy="99060"/>
          </a:xfrm>
          <a:prstGeom prst="ellipse">
            <a:avLst/>
          </a:prstGeom>
          <a:solidFill>
            <a:srgbClr val="0000CC"/>
          </a:solidFill>
          <a:ln/>
        </p:spPr>
      </p:sp>
      <p:sp>
        <p:nvSpPr>
          <p:cNvPr id="646" name="Shape 628"/>
          <p:cNvSpPr/>
          <p:nvPr/>
        </p:nvSpPr>
        <p:spPr>
          <a:xfrm>
            <a:off x="8256270" y="5153660"/>
            <a:ext cx="99060" cy="99060"/>
          </a:xfrm>
          <a:prstGeom prst="ellipse">
            <a:avLst/>
          </a:prstGeom>
          <a:solidFill>
            <a:srgbClr val="0000CC"/>
          </a:solidFill>
          <a:ln/>
        </p:spPr>
      </p:sp>
      <p:sp>
        <p:nvSpPr>
          <p:cNvPr id="647" name="Shape 629"/>
          <p:cNvSpPr/>
          <p:nvPr/>
        </p:nvSpPr>
        <p:spPr>
          <a:xfrm>
            <a:off x="8492490" y="5153660"/>
            <a:ext cx="99060" cy="99060"/>
          </a:xfrm>
          <a:prstGeom prst="ellipse">
            <a:avLst/>
          </a:prstGeom>
          <a:solidFill>
            <a:srgbClr val="0000CC"/>
          </a:solidFill>
          <a:ln/>
        </p:spPr>
      </p:sp>
      <p:sp>
        <p:nvSpPr>
          <p:cNvPr id="648" name="Shape 630"/>
          <p:cNvSpPr/>
          <p:nvPr/>
        </p:nvSpPr>
        <p:spPr>
          <a:xfrm>
            <a:off x="8729980" y="5153660"/>
            <a:ext cx="99060" cy="99060"/>
          </a:xfrm>
          <a:prstGeom prst="ellipse">
            <a:avLst/>
          </a:prstGeom>
          <a:solidFill>
            <a:srgbClr val="0000CC"/>
          </a:solidFill>
          <a:ln/>
        </p:spPr>
      </p:sp>
      <p:sp>
        <p:nvSpPr>
          <p:cNvPr id="649" name="Shape 631"/>
          <p:cNvSpPr/>
          <p:nvPr/>
        </p:nvSpPr>
        <p:spPr>
          <a:xfrm>
            <a:off x="8936990" y="5153660"/>
            <a:ext cx="99060" cy="99060"/>
          </a:xfrm>
          <a:prstGeom prst="ellipse">
            <a:avLst/>
          </a:prstGeom>
          <a:solidFill>
            <a:srgbClr val="0000CC"/>
          </a:solidFill>
          <a:ln/>
        </p:spPr>
      </p:sp>
      <p:sp>
        <p:nvSpPr>
          <p:cNvPr id="650" name="Shape 632"/>
          <p:cNvSpPr/>
          <p:nvPr/>
        </p:nvSpPr>
        <p:spPr>
          <a:xfrm>
            <a:off x="2376170" y="4679315"/>
            <a:ext cx="198120" cy="198120"/>
          </a:xfrm>
          <a:prstGeom prst="ellipse">
            <a:avLst/>
          </a:prstGeom>
          <a:solidFill>
            <a:srgbClr val="990000"/>
          </a:solidFill>
          <a:ln w="19050">
            <a:solidFill>
              <a:srgbClr val="7F0000"/>
            </a:solidFill>
            <a:prstDash val="solid"/>
          </a:ln>
        </p:spPr>
      </p:sp>
      <p:sp>
        <p:nvSpPr>
          <p:cNvPr id="651" name="Text 633"/>
          <p:cNvSpPr/>
          <p:nvPr/>
        </p:nvSpPr>
        <p:spPr>
          <a:xfrm>
            <a:off x="2376170" y="4679315"/>
            <a:ext cx="1981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652" name="Shape 634"/>
          <p:cNvSpPr/>
          <p:nvPr/>
        </p:nvSpPr>
        <p:spPr>
          <a:xfrm>
            <a:off x="3333750" y="4679315"/>
            <a:ext cx="198120" cy="198120"/>
          </a:xfrm>
          <a:prstGeom prst="ellipse">
            <a:avLst/>
          </a:prstGeom>
          <a:solidFill>
            <a:srgbClr val="990000"/>
          </a:solidFill>
          <a:ln w="19050">
            <a:solidFill>
              <a:srgbClr val="7F0000"/>
            </a:solidFill>
            <a:prstDash val="solid"/>
          </a:ln>
        </p:spPr>
      </p:sp>
      <p:sp>
        <p:nvSpPr>
          <p:cNvPr id="653" name="Text 635"/>
          <p:cNvSpPr/>
          <p:nvPr/>
        </p:nvSpPr>
        <p:spPr>
          <a:xfrm>
            <a:off x="3333750" y="4679315"/>
            <a:ext cx="1981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654" name="Shape 636"/>
          <p:cNvSpPr/>
          <p:nvPr/>
        </p:nvSpPr>
        <p:spPr>
          <a:xfrm>
            <a:off x="4298950" y="4679315"/>
            <a:ext cx="198120" cy="198120"/>
          </a:xfrm>
          <a:prstGeom prst="ellipse">
            <a:avLst/>
          </a:prstGeom>
          <a:solidFill>
            <a:srgbClr val="990000"/>
          </a:solidFill>
          <a:ln w="19050">
            <a:solidFill>
              <a:srgbClr val="7F0000"/>
            </a:solidFill>
            <a:prstDash val="solid"/>
          </a:ln>
        </p:spPr>
      </p:sp>
      <p:sp>
        <p:nvSpPr>
          <p:cNvPr id="655" name="Text 637"/>
          <p:cNvSpPr/>
          <p:nvPr/>
        </p:nvSpPr>
        <p:spPr>
          <a:xfrm>
            <a:off x="4298950" y="4679315"/>
            <a:ext cx="1981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656" name="Shape 638"/>
          <p:cNvSpPr/>
          <p:nvPr/>
        </p:nvSpPr>
        <p:spPr>
          <a:xfrm>
            <a:off x="5270500" y="4679315"/>
            <a:ext cx="198120" cy="198120"/>
          </a:xfrm>
          <a:prstGeom prst="ellipse">
            <a:avLst/>
          </a:prstGeom>
          <a:solidFill>
            <a:srgbClr val="990000"/>
          </a:solidFill>
          <a:ln w="19050">
            <a:solidFill>
              <a:srgbClr val="7F0000"/>
            </a:solidFill>
            <a:prstDash val="solid"/>
          </a:ln>
        </p:spPr>
      </p:sp>
      <p:sp>
        <p:nvSpPr>
          <p:cNvPr id="657" name="Text 639"/>
          <p:cNvSpPr/>
          <p:nvPr/>
        </p:nvSpPr>
        <p:spPr>
          <a:xfrm>
            <a:off x="5270500" y="4679315"/>
            <a:ext cx="1981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658" name="Shape 640"/>
          <p:cNvSpPr/>
          <p:nvPr/>
        </p:nvSpPr>
        <p:spPr>
          <a:xfrm>
            <a:off x="6248400" y="4679315"/>
            <a:ext cx="198120" cy="198120"/>
          </a:xfrm>
          <a:prstGeom prst="ellipse">
            <a:avLst/>
          </a:prstGeom>
          <a:solidFill>
            <a:srgbClr val="990000"/>
          </a:solidFill>
          <a:ln w="19050">
            <a:solidFill>
              <a:srgbClr val="7F0000"/>
            </a:solidFill>
            <a:prstDash val="solid"/>
          </a:ln>
        </p:spPr>
      </p:sp>
      <p:sp>
        <p:nvSpPr>
          <p:cNvPr id="659" name="Text 641"/>
          <p:cNvSpPr/>
          <p:nvPr/>
        </p:nvSpPr>
        <p:spPr>
          <a:xfrm>
            <a:off x="6248400" y="4679315"/>
            <a:ext cx="1981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660" name="Shape 642"/>
          <p:cNvSpPr/>
          <p:nvPr/>
        </p:nvSpPr>
        <p:spPr>
          <a:xfrm>
            <a:off x="7192010" y="4679315"/>
            <a:ext cx="198120" cy="198120"/>
          </a:xfrm>
          <a:prstGeom prst="ellipse">
            <a:avLst/>
          </a:prstGeom>
          <a:solidFill>
            <a:srgbClr val="990000"/>
          </a:solidFill>
          <a:ln w="19050">
            <a:solidFill>
              <a:srgbClr val="7F0000"/>
            </a:solidFill>
            <a:prstDash val="solid"/>
          </a:ln>
        </p:spPr>
      </p:sp>
      <p:sp>
        <p:nvSpPr>
          <p:cNvPr id="661" name="Text 643"/>
          <p:cNvSpPr/>
          <p:nvPr/>
        </p:nvSpPr>
        <p:spPr>
          <a:xfrm>
            <a:off x="7192010" y="4679315"/>
            <a:ext cx="1981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662" name="Shape 644"/>
          <p:cNvSpPr/>
          <p:nvPr/>
        </p:nvSpPr>
        <p:spPr>
          <a:xfrm>
            <a:off x="9702800" y="4679315"/>
            <a:ext cx="198120" cy="198120"/>
          </a:xfrm>
          <a:prstGeom prst="ellipse">
            <a:avLst/>
          </a:prstGeom>
          <a:solidFill>
            <a:srgbClr val="990000"/>
          </a:solidFill>
          <a:ln w="19050">
            <a:solidFill>
              <a:srgbClr val="7F0000"/>
            </a:solidFill>
            <a:prstDash val="solid"/>
          </a:ln>
        </p:spPr>
      </p:sp>
      <p:sp>
        <p:nvSpPr>
          <p:cNvPr id="663" name="Text 645"/>
          <p:cNvSpPr/>
          <p:nvPr/>
        </p:nvSpPr>
        <p:spPr>
          <a:xfrm>
            <a:off x="9702800" y="4679315"/>
            <a:ext cx="1981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664" name="Shape 646"/>
          <p:cNvSpPr/>
          <p:nvPr/>
        </p:nvSpPr>
        <p:spPr>
          <a:xfrm>
            <a:off x="10680700" y="4679315"/>
            <a:ext cx="198120" cy="198120"/>
          </a:xfrm>
          <a:prstGeom prst="ellipse">
            <a:avLst/>
          </a:prstGeom>
          <a:solidFill>
            <a:srgbClr val="990000"/>
          </a:solidFill>
          <a:ln w="19050">
            <a:solidFill>
              <a:srgbClr val="7F0000"/>
            </a:solidFill>
            <a:prstDash val="solid"/>
          </a:ln>
        </p:spPr>
      </p:sp>
      <p:sp>
        <p:nvSpPr>
          <p:cNvPr id="665" name="Text 647"/>
          <p:cNvSpPr/>
          <p:nvPr/>
        </p:nvSpPr>
        <p:spPr>
          <a:xfrm>
            <a:off x="10680700" y="4679315"/>
            <a:ext cx="1981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666" name="Shape 648"/>
          <p:cNvSpPr/>
          <p:nvPr/>
        </p:nvSpPr>
        <p:spPr>
          <a:xfrm>
            <a:off x="2475230" y="4538345"/>
            <a:ext cx="0" cy="140970"/>
          </a:xfrm>
          <a:prstGeom prst="line">
            <a:avLst/>
          </a:prstGeom>
          <a:noFill/>
          <a:ln w="22225">
            <a:solidFill>
              <a:srgbClr val="00B050"/>
            </a:solidFill>
            <a:prstDash val="solid"/>
            <a:headEnd type="triangle"/>
          </a:ln>
        </p:spPr>
      </p:sp>
      <p:sp>
        <p:nvSpPr>
          <p:cNvPr id="667" name="Shape 649"/>
          <p:cNvSpPr/>
          <p:nvPr/>
        </p:nvSpPr>
        <p:spPr>
          <a:xfrm>
            <a:off x="2475230" y="4877435"/>
            <a:ext cx="0" cy="217805"/>
          </a:xfrm>
          <a:prstGeom prst="line">
            <a:avLst/>
          </a:prstGeom>
          <a:noFill/>
          <a:ln w="19050">
            <a:solidFill>
              <a:srgbClr val="00008B"/>
            </a:solidFill>
            <a:prstDash val="solid"/>
            <a:headEnd type="triangle"/>
          </a:ln>
        </p:spPr>
      </p:sp>
      <p:sp>
        <p:nvSpPr>
          <p:cNvPr id="668" name="Shape 650"/>
          <p:cNvSpPr/>
          <p:nvPr/>
        </p:nvSpPr>
        <p:spPr>
          <a:xfrm>
            <a:off x="2475230" y="3922395"/>
            <a:ext cx="0" cy="251460"/>
          </a:xfrm>
          <a:prstGeom prst="line">
            <a:avLst/>
          </a:prstGeom>
          <a:noFill/>
          <a:ln w="22225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669" name="Shape 651"/>
          <p:cNvSpPr/>
          <p:nvPr/>
        </p:nvSpPr>
        <p:spPr>
          <a:xfrm>
            <a:off x="3432810" y="4538345"/>
            <a:ext cx="0" cy="140970"/>
          </a:xfrm>
          <a:prstGeom prst="line">
            <a:avLst/>
          </a:prstGeom>
          <a:noFill/>
          <a:ln w="22225">
            <a:solidFill>
              <a:srgbClr val="00B050"/>
            </a:solidFill>
            <a:prstDash val="solid"/>
            <a:headEnd type="triangle"/>
          </a:ln>
        </p:spPr>
      </p:sp>
      <p:sp>
        <p:nvSpPr>
          <p:cNvPr id="670" name="Shape 652"/>
          <p:cNvSpPr/>
          <p:nvPr/>
        </p:nvSpPr>
        <p:spPr>
          <a:xfrm>
            <a:off x="3432810" y="4877435"/>
            <a:ext cx="0" cy="217805"/>
          </a:xfrm>
          <a:prstGeom prst="line">
            <a:avLst/>
          </a:prstGeom>
          <a:noFill/>
          <a:ln w="19050">
            <a:solidFill>
              <a:srgbClr val="00008B"/>
            </a:solidFill>
            <a:prstDash val="solid"/>
            <a:headEnd type="triangle"/>
          </a:ln>
        </p:spPr>
      </p:sp>
      <p:sp>
        <p:nvSpPr>
          <p:cNvPr id="671" name="Shape 653"/>
          <p:cNvSpPr/>
          <p:nvPr/>
        </p:nvSpPr>
        <p:spPr>
          <a:xfrm>
            <a:off x="3432810" y="3922395"/>
            <a:ext cx="0" cy="251460"/>
          </a:xfrm>
          <a:prstGeom prst="line">
            <a:avLst/>
          </a:prstGeom>
          <a:noFill/>
          <a:ln w="22225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672" name="Shape 654"/>
          <p:cNvSpPr/>
          <p:nvPr/>
        </p:nvSpPr>
        <p:spPr>
          <a:xfrm>
            <a:off x="4398010" y="4538345"/>
            <a:ext cx="0" cy="140970"/>
          </a:xfrm>
          <a:prstGeom prst="line">
            <a:avLst/>
          </a:prstGeom>
          <a:noFill/>
          <a:ln w="22225">
            <a:solidFill>
              <a:srgbClr val="00B050"/>
            </a:solidFill>
            <a:prstDash val="solid"/>
            <a:headEnd type="triangle"/>
          </a:ln>
        </p:spPr>
      </p:sp>
      <p:sp>
        <p:nvSpPr>
          <p:cNvPr id="673" name="Shape 655"/>
          <p:cNvSpPr/>
          <p:nvPr/>
        </p:nvSpPr>
        <p:spPr>
          <a:xfrm>
            <a:off x="4398010" y="4877435"/>
            <a:ext cx="0" cy="217805"/>
          </a:xfrm>
          <a:prstGeom prst="line">
            <a:avLst/>
          </a:prstGeom>
          <a:noFill/>
          <a:ln w="19050">
            <a:solidFill>
              <a:srgbClr val="00008B"/>
            </a:solidFill>
            <a:prstDash val="solid"/>
            <a:headEnd type="triangle"/>
          </a:ln>
        </p:spPr>
      </p:sp>
      <p:sp>
        <p:nvSpPr>
          <p:cNvPr id="674" name="Shape 656"/>
          <p:cNvSpPr/>
          <p:nvPr/>
        </p:nvSpPr>
        <p:spPr>
          <a:xfrm>
            <a:off x="4398010" y="3922395"/>
            <a:ext cx="0" cy="251460"/>
          </a:xfrm>
          <a:prstGeom prst="line">
            <a:avLst/>
          </a:prstGeom>
          <a:noFill/>
          <a:ln w="22225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675" name="Shape 657"/>
          <p:cNvSpPr/>
          <p:nvPr/>
        </p:nvSpPr>
        <p:spPr>
          <a:xfrm>
            <a:off x="5369560" y="4538345"/>
            <a:ext cx="0" cy="140970"/>
          </a:xfrm>
          <a:prstGeom prst="line">
            <a:avLst/>
          </a:prstGeom>
          <a:noFill/>
          <a:ln w="22225">
            <a:solidFill>
              <a:srgbClr val="00B050"/>
            </a:solidFill>
            <a:prstDash val="solid"/>
            <a:headEnd type="triangle"/>
          </a:ln>
        </p:spPr>
      </p:sp>
      <p:sp>
        <p:nvSpPr>
          <p:cNvPr id="676" name="Shape 658"/>
          <p:cNvSpPr/>
          <p:nvPr/>
        </p:nvSpPr>
        <p:spPr>
          <a:xfrm>
            <a:off x="5369560" y="4877435"/>
            <a:ext cx="0" cy="217805"/>
          </a:xfrm>
          <a:prstGeom prst="line">
            <a:avLst/>
          </a:prstGeom>
          <a:noFill/>
          <a:ln w="19050">
            <a:solidFill>
              <a:srgbClr val="00008B"/>
            </a:solidFill>
            <a:prstDash val="solid"/>
            <a:headEnd type="triangle"/>
          </a:ln>
        </p:spPr>
      </p:sp>
      <p:sp>
        <p:nvSpPr>
          <p:cNvPr id="677" name="Shape 659"/>
          <p:cNvSpPr/>
          <p:nvPr/>
        </p:nvSpPr>
        <p:spPr>
          <a:xfrm>
            <a:off x="5369560" y="3922395"/>
            <a:ext cx="0" cy="251460"/>
          </a:xfrm>
          <a:prstGeom prst="line">
            <a:avLst/>
          </a:prstGeom>
          <a:noFill/>
          <a:ln w="22225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678" name="Shape 660"/>
          <p:cNvSpPr/>
          <p:nvPr/>
        </p:nvSpPr>
        <p:spPr>
          <a:xfrm>
            <a:off x="6347460" y="4538345"/>
            <a:ext cx="0" cy="140970"/>
          </a:xfrm>
          <a:prstGeom prst="line">
            <a:avLst/>
          </a:prstGeom>
          <a:noFill/>
          <a:ln w="22225">
            <a:solidFill>
              <a:srgbClr val="00B050"/>
            </a:solidFill>
            <a:prstDash val="solid"/>
            <a:headEnd type="triangle"/>
          </a:ln>
        </p:spPr>
      </p:sp>
      <p:sp>
        <p:nvSpPr>
          <p:cNvPr id="679" name="Shape 661"/>
          <p:cNvSpPr/>
          <p:nvPr/>
        </p:nvSpPr>
        <p:spPr>
          <a:xfrm>
            <a:off x="6347460" y="4877435"/>
            <a:ext cx="0" cy="217805"/>
          </a:xfrm>
          <a:prstGeom prst="line">
            <a:avLst/>
          </a:prstGeom>
          <a:noFill/>
          <a:ln w="19050">
            <a:solidFill>
              <a:srgbClr val="00008B"/>
            </a:solidFill>
            <a:prstDash val="solid"/>
            <a:headEnd type="triangle"/>
          </a:ln>
        </p:spPr>
      </p:sp>
      <p:sp>
        <p:nvSpPr>
          <p:cNvPr id="680" name="Shape 662"/>
          <p:cNvSpPr/>
          <p:nvPr/>
        </p:nvSpPr>
        <p:spPr>
          <a:xfrm>
            <a:off x="6347460" y="3922395"/>
            <a:ext cx="0" cy="251460"/>
          </a:xfrm>
          <a:prstGeom prst="line">
            <a:avLst/>
          </a:prstGeom>
          <a:noFill/>
          <a:ln w="22225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681" name="Shape 663"/>
          <p:cNvSpPr/>
          <p:nvPr/>
        </p:nvSpPr>
        <p:spPr>
          <a:xfrm>
            <a:off x="7291070" y="4538345"/>
            <a:ext cx="0" cy="140970"/>
          </a:xfrm>
          <a:prstGeom prst="line">
            <a:avLst/>
          </a:prstGeom>
          <a:noFill/>
          <a:ln w="22225">
            <a:solidFill>
              <a:srgbClr val="00B050"/>
            </a:solidFill>
            <a:prstDash val="solid"/>
            <a:headEnd type="triangle"/>
          </a:ln>
        </p:spPr>
      </p:sp>
      <p:sp>
        <p:nvSpPr>
          <p:cNvPr id="682" name="Shape 664"/>
          <p:cNvSpPr/>
          <p:nvPr/>
        </p:nvSpPr>
        <p:spPr>
          <a:xfrm>
            <a:off x="7291070" y="4877435"/>
            <a:ext cx="0" cy="217805"/>
          </a:xfrm>
          <a:prstGeom prst="line">
            <a:avLst/>
          </a:prstGeom>
          <a:noFill/>
          <a:ln w="19050">
            <a:solidFill>
              <a:srgbClr val="00008B"/>
            </a:solidFill>
            <a:prstDash val="solid"/>
            <a:headEnd type="triangle"/>
          </a:ln>
        </p:spPr>
      </p:sp>
      <p:sp>
        <p:nvSpPr>
          <p:cNvPr id="683" name="Shape 665"/>
          <p:cNvSpPr/>
          <p:nvPr/>
        </p:nvSpPr>
        <p:spPr>
          <a:xfrm>
            <a:off x="7291070" y="3922395"/>
            <a:ext cx="0" cy="251460"/>
          </a:xfrm>
          <a:prstGeom prst="line">
            <a:avLst/>
          </a:prstGeom>
          <a:noFill/>
          <a:ln w="22225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684" name="Shape 666"/>
          <p:cNvSpPr/>
          <p:nvPr/>
        </p:nvSpPr>
        <p:spPr>
          <a:xfrm>
            <a:off x="9801860" y="4538345"/>
            <a:ext cx="0" cy="140970"/>
          </a:xfrm>
          <a:prstGeom prst="line">
            <a:avLst/>
          </a:prstGeom>
          <a:noFill/>
          <a:ln w="22225">
            <a:solidFill>
              <a:srgbClr val="00B050"/>
            </a:solidFill>
            <a:prstDash val="solid"/>
            <a:headEnd type="triangle"/>
          </a:ln>
        </p:spPr>
      </p:sp>
      <p:sp>
        <p:nvSpPr>
          <p:cNvPr id="685" name="Shape 667"/>
          <p:cNvSpPr/>
          <p:nvPr/>
        </p:nvSpPr>
        <p:spPr>
          <a:xfrm>
            <a:off x="9801860" y="4877435"/>
            <a:ext cx="0" cy="217805"/>
          </a:xfrm>
          <a:prstGeom prst="line">
            <a:avLst/>
          </a:prstGeom>
          <a:noFill/>
          <a:ln w="19050">
            <a:solidFill>
              <a:srgbClr val="00008B"/>
            </a:solidFill>
            <a:prstDash val="solid"/>
            <a:headEnd type="triangle"/>
          </a:ln>
        </p:spPr>
      </p:sp>
      <p:sp>
        <p:nvSpPr>
          <p:cNvPr id="686" name="Shape 668"/>
          <p:cNvSpPr/>
          <p:nvPr/>
        </p:nvSpPr>
        <p:spPr>
          <a:xfrm>
            <a:off x="9801860" y="3922395"/>
            <a:ext cx="0" cy="251460"/>
          </a:xfrm>
          <a:prstGeom prst="line">
            <a:avLst/>
          </a:prstGeom>
          <a:noFill/>
          <a:ln w="22225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687" name="Shape 669"/>
          <p:cNvSpPr/>
          <p:nvPr/>
        </p:nvSpPr>
        <p:spPr>
          <a:xfrm>
            <a:off x="10779760" y="4538345"/>
            <a:ext cx="0" cy="140970"/>
          </a:xfrm>
          <a:prstGeom prst="line">
            <a:avLst/>
          </a:prstGeom>
          <a:noFill/>
          <a:ln w="22225">
            <a:solidFill>
              <a:srgbClr val="00B050"/>
            </a:solidFill>
            <a:prstDash val="solid"/>
            <a:headEnd type="triangle"/>
          </a:ln>
        </p:spPr>
      </p:sp>
      <p:sp>
        <p:nvSpPr>
          <p:cNvPr id="688" name="Shape 670"/>
          <p:cNvSpPr/>
          <p:nvPr/>
        </p:nvSpPr>
        <p:spPr>
          <a:xfrm>
            <a:off x="10779760" y="4877435"/>
            <a:ext cx="0" cy="217805"/>
          </a:xfrm>
          <a:prstGeom prst="line">
            <a:avLst/>
          </a:prstGeom>
          <a:noFill/>
          <a:ln w="19050">
            <a:solidFill>
              <a:srgbClr val="00008B"/>
            </a:solidFill>
            <a:prstDash val="solid"/>
            <a:headEnd type="triangle"/>
          </a:ln>
        </p:spPr>
      </p:sp>
      <p:sp>
        <p:nvSpPr>
          <p:cNvPr id="689" name="Shape 671"/>
          <p:cNvSpPr/>
          <p:nvPr/>
        </p:nvSpPr>
        <p:spPr>
          <a:xfrm>
            <a:off x="10779760" y="3922395"/>
            <a:ext cx="0" cy="251460"/>
          </a:xfrm>
          <a:prstGeom prst="line">
            <a:avLst/>
          </a:prstGeom>
          <a:noFill/>
          <a:ln w="22225">
            <a:solidFill>
              <a:srgbClr val="C00000"/>
            </a:solidFill>
            <a:prstDash val="solid"/>
            <a:headEnd type="triangle"/>
          </a:ln>
        </p:spPr>
      </p:sp>
      <p:sp>
        <p:nvSpPr>
          <p:cNvPr id="690" name="Shape 672"/>
          <p:cNvSpPr/>
          <p:nvPr/>
        </p:nvSpPr>
        <p:spPr>
          <a:xfrm>
            <a:off x="1944370" y="5568950"/>
            <a:ext cx="9488170" cy="651510"/>
          </a:xfrm>
          <a:prstGeom prst="rect">
            <a:avLst/>
          </a:prstGeom>
          <a:solidFill>
            <a:srgbClr val="00008B"/>
          </a:solidFill>
          <a:ln/>
        </p:spPr>
      </p:sp>
      <p:sp>
        <p:nvSpPr>
          <p:cNvPr id="691" name="Text 673"/>
          <p:cNvSpPr/>
          <p:nvPr/>
        </p:nvSpPr>
        <p:spPr>
          <a:xfrm>
            <a:off x="1944370" y="5568950"/>
            <a:ext cx="9488170" cy="651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 Head Self Attention Block</a:t>
            </a:r>
            <a:endParaRPr lang="en-US" sz="1800" dirty="0"/>
          </a:p>
        </p:txBody>
      </p:sp>
      <p:pic>
        <p:nvPicPr>
          <p:cNvPr id="692" name="Image 16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408555" y="5318125"/>
            <a:ext cx="133350" cy="254000"/>
          </a:xfrm>
          <a:prstGeom prst="rect">
            <a:avLst/>
          </a:prstGeom>
        </p:spPr>
      </p:pic>
      <p:pic>
        <p:nvPicPr>
          <p:cNvPr id="693" name="Image 17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408555" y="6214745"/>
            <a:ext cx="133350" cy="254000"/>
          </a:xfrm>
          <a:prstGeom prst="rect">
            <a:avLst/>
          </a:prstGeom>
        </p:spPr>
      </p:pic>
      <p:pic>
        <p:nvPicPr>
          <p:cNvPr id="694" name="Image 18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366135" y="5318125"/>
            <a:ext cx="133350" cy="254000"/>
          </a:xfrm>
          <a:prstGeom prst="rect">
            <a:avLst/>
          </a:prstGeom>
        </p:spPr>
      </p:pic>
      <p:pic>
        <p:nvPicPr>
          <p:cNvPr id="695" name="Image 19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366135" y="6214745"/>
            <a:ext cx="133350" cy="254000"/>
          </a:xfrm>
          <a:prstGeom prst="rect">
            <a:avLst/>
          </a:prstGeom>
        </p:spPr>
      </p:pic>
      <p:pic>
        <p:nvPicPr>
          <p:cNvPr id="696" name="Image 20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331335" y="5318125"/>
            <a:ext cx="133350" cy="254000"/>
          </a:xfrm>
          <a:prstGeom prst="rect">
            <a:avLst/>
          </a:prstGeom>
        </p:spPr>
      </p:pic>
      <p:pic>
        <p:nvPicPr>
          <p:cNvPr id="697" name="Image 21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331335" y="6214745"/>
            <a:ext cx="133350" cy="254000"/>
          </a:xfrm>
          <a:prstGeom prst="rect">
            <a:avLst/>
          </a:prstGeom>
        </p:spPr>
      </p:pic>
      <p:pic>
        <p:nvPicPr>
          <p:cNvPr id="698" name="Image 22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5302885" y="5318125"/>
            <a:ext cx="133350" cy="254000"/>
          </a:xfrm>
          <a:prstGeom prst="rect">
            <a:avLst/>
          </a:prstGeom>
        </p:spPr>
      </p:pic>
      <p:pic>
        <p:nvPicPr>
          <p:cNvPr id="699" name="Image 23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302885" y="6214745"/>
            <a:ext cx="133350" cy="254000"/>
          </a:xfrm>
          <a:prstGeom prst="rect">
            <a:avLst/>
          </a:prstGeom>
        </p:spPr>
      </p:pic>
      <p:pic>
        <p:nvPicPr>
          <p:cNvPr id="700" name="Image 24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280785" y="5318125"/>
            <a:ext cx="133350" cy="254000"/>
          </a:xfrm>
          <a:prstGeom prst="rect">
            <a:avLst/>
          </a:prstGeom>
        </p:spPr>
      </p:pic>
      <p:pic>
        <p:nvPicPr>
          <p:cNvPr id="701" name="Image 25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280785" y="6214745"/>
            <a:ext cx="133350" cy="254000"/>
          </a:xfrm>
          <a:prstGeom prst="rect">
            <a:avLst/>
          </a:prstGeom>
        </p:spPr>
      </p:pic>
      <p:pic>
        <p:nvPicPr>
          <p:cNvPr id="702" name="Image 26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224395" y="5318125"/>
            <a:ext cx="133350" cy="254000"/>
          </a:xfrm>
          <a:prstGeom prst="rect">
            <a:avLst/>
          </a:prstGeom>
        </p:spPr>
      </p:pic>
      <p:pic>
        <p:nvPicPr>
          <p:cNvPr id="703" name="Image 27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7224395" y="6214745"/>
            <a:ext cx="133350" cy="254000"/>
          </a:xfrm>
          <a:prstGeom prst="rect">
            <a:avLst/>
          </a:prstGeom>
        </p:spPr>
      </p:pic>
      <p:pic>
        <p:nvPicPr>
          <p:cNvPr id="704" name="Image 28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9735185" y="5318125"/>
            <a:ext cx="133350" cy="254000"/>
          </a:xfrm>
          <a:prstGeom prst="rect">
            <a:avLst/>
          </a:prstGeom>
        </p:spPr>
      </p:pic>
      <p:pic>
        <p:nvPicPr>
          <p:cNvPr id="705" name="Image 29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9735185" y="6214745"/>
            <a:ext cx="133350" cy="254000"/>
          </a:xfrm>
          <a:prstGeom prst="rect">
            <a:avLst/>
          </a:prstGeom>
        </p:spPr>
      </p:pic>
      <p:pic>
        <p:nvPicPr>
          <p:cNvPr id="706" name="Image 30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0713085" y="5318125"/>
            <a:ext cx="133350" cy="254000"/>
          </a:xfrm>
          <a:prstGeom prst="rect">
            <a:avLst/>
          </a:prstGeom>
        </p:spPr>
      </p:pic>
      <p:pic>
        <p:nvPicPr>
          <p:cNvPr id="707" name="Image 31" descr="/home/ahmed/Projects/ai_llm_slides/videos/deep-learning/002_transformers_part2/recreated_pptx/build/assets/s038_blkarrow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10713085" y="6214745"/>
            <a:ext cx="133350" cy="254000"/>
          </a:xfrm>
          <a:prstGeom prst="rect">
            <a:avLst/>
          </a:prstGeom>
        </p:spPr>
      </p:pic>
      <p:sp>
        <p:nvSpPr>
          <p:cNvPr id="708" name="Shape 674"/>
          <p:cNvSpPr/>
          <p:nvPr/>
        </p:nvSpPr>
        <p:spPr>
          <a:xfrm>
            <a:off x="2157730" y="6464300"/>
            <a:ext cx="158750" cy="22225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09" name="Shape 675"/>
          <p:cNvSpPr/>
          <p:nvPr/>
        </p:nvSpPr>
        <p:spPr>
          <a:xfrm>
            <a:off x="2316480" y="6464300"/>
            <a:ext cx="158750" cy="22225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10" name="Shape 676"/>
          <p:cNvSpPr/>
          <p:nvPr/>
        </p:nvSpPr>
        <p:spPr>
          <a:xfrm>
            <a:off x="2475230" y="6464300"/>
            <a:ext cx="158750" cy="22225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11" name="Shape 677"/>
          <p:cNvSpPr/>
          <p:nvPr/>
        </p:nvSpPr>
        <p:spPr>
          <a:xfrm>
            <a:off x="2633980" y="6464300"/>
            <a:ext cx="158750" cy="22225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12" name="Text 678"/>
          <p:cNvSpPr/>
          <p:nvPr/>
        </p:nvSpPr>
        <p:spPr>
          <a:xfrm>
            <a:off x="2310130" y="6445250"/>
            <a:ext cx="33020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400" dirty="0"/>
          </a:p>
        </p:txBody>
      </p:sp>
      <p:sp>
        <p:nvSpPr>
          <p:cNvPr id="713" name="Shape 679"/>
          <p:cNvSpPr/>
          <p:nvPr/>
        </p:nvSpPr>
        <p:spPr>
          <a:xfrm>
            <a:off x="3115310" y="6464300"/>
            <a:ext cx="158750" cy="22225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14" name="Shape 680"/>
          <p:cNvSpPr/>
          <p:nvPr/>
        </p:nvSpPr>
        <p:spPr>
          <a:xfrm>
            <a:off x="3274060" y="6464300"/>
            <a:ext cx="158750" cy="22225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15" name="Shape 681"/>
          <p:cNvSpPr/>
          <p:nvPr/>
        </p:nvSpPr>
        <p:spPr>
          <a:xfrm>
            <a:off x="3432810" y="6464300"/>
            <a:ext cx="158750" cy="22225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16" name="Shape 682"/>
          <p:cNvSpPr/>
          <p:nvPr/>
        </p:nvSpPr>
        <p:spPr>
          <a:xfrm>
            <a:off x="3591560" y="6464300"/>
            <a:ext cx="158750" cy="22225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17" name="Text 683"/>
          <p:cNvSpPr/>
          <p:nvPr/>
        </p:nvSpPr>
        <p:spPr>
          <a:xfrm>
            <a:off x="3267710" y="6445250"/>
            <a:ext cx="33020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18" name="Shape 684"/>
          <p:cNvSpPr/>
          <p:nvPr/>
        </p:nvSpPr>
        <p:spPr>
          <a:xfrm>
            <a:off x="4080510" y="6464300"/>
            <a:ext cx="158750" cy="22225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19" name="Shape 685"/>
          <p:cNvSpPr/>
          <p:nvPr/>
        </p:nvSpPr>
        <p:spPr>
          <a:xfrm>
            <a:off x="4239260" y="6464300"/>
            <a:ext cx="158750" cy="22225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20" name="Shape 686"/>
          <p:cNvSpPr/>
          <p:nvPr/>
        </p:nvSpPr>
        <p:spPr>
          <a:xfrm>
            <a:off x="4398010" y="6464300"/>
            <a:ext cx="158750" cy="22225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21" name="Shape 687"/>
          <p:cNvSpPr/>
          <p:nvPr/>
        </p:nvSpPr>
        <p:spPr>
          <a:xfrm>
            <a:off x="4556760" y="6464300"/>
            <a:ext cx="158750" cy="22225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22" name="Text 688"/>
          <p:cNvSpPr/>
          <p:nvPr/>
        </p:nvSpPr>
        <p:spPr>
          <a:xfrm>
            <a:off x="4232910" y="6445250"/>
            <a:ext cx="33020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723" name="Shape 689"/>
          <p:cNvSpPr/>
          <p:nvPr/>
        </p:nvSpPr>
        <p:spPr>
          <a:xfrm>
            <a:off x="5052060" y="6464300"/>
            <a:ext cx="158750" cy="22225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24" name="Shape 690"/>
          <p:cNvSpPr/>
          <p:nvPr/>
        </p:nvSpPr>
        <p:spPr>
          <a:xfrm>
            <a:off x="5210810" y="6464300"/>
            <a:ext cx="158750" cy="22225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25" name="Shape 691"/>
          <p:cNvSpPr/>
          <p:nvPr/>
        </p:nvSpPr>
        <p:spPr>
          <a:xfrm>
            <a:off x="5369560" y="6464300"/>
            <a:ext cx="158750" cy="22225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26" name="Shape 692"/>
          <p:cNvSpPr/>
          <p:nvPr/>
        </p:nvSpPr>
        <p:spPr>
          <a:xfrm>
            <a:off x="5528310" y="6464300"/>
            <a:ext cx="158750" cy="22225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27" name="Text 693"/>
          <p:cNvSpPr/>
          <p:nvPr/>
        </p:nvSpPr>
        <p:spPr>
          <a:xfrm>
            <a:off x="5204460" y="6445250"/>
            <a:ext cx="33020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728" name="Shape 694"/>
          <p:cNvSpPr/>
          <p:nvPr/>
        </p:nvSpPr>
        <p:spPr>
          <a:xfrm>
            <a:off x="6029960" y="6464300"/>
            <a:ext cx="158750" cy="22225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29" name="Shape 695"/>
          <p:cNvSpPr/>
          <p:nvPr/>
        </p:nvSpPr>
        <p:spPr>
          <a:xfrm>
            <a:off x="6188710" y="6464300"/>
            <a:ext cx="158750" cy="22225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30" name="Shape 696"/>
          <p:cNvSpPr/>
          <p:nvPr/>
        </p:nvSpPr>
        <p:spPr>
          <a:xfrm>
            <a:off x="6347460" y="6464300"/>
            <a:ext cx="158750" cy="22225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31" name="Shape 697"/>
          <p:cNvSpPr/>
          <p:nvPr/>
        </p:nvSpPr>
        <p:spPr>
          <a:xfrm>
            <a:off x="6506210" y="6464300"/>
            <a:ext cx="158750" cy="22225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32" name="Text 698"/>
          <p:cNvSpPr/>
          <p:nvPr/>
        </p:nvSpPr>
        <p:spPr>
          <a:xfrm>
            <a:off x="6182360" y="6445250"/>
            <a:ext cx="33020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733" name="Shape 699"/>
          <p:cNvSpPr/>
          <p:nvPr/>
        </p:nvSpPr>
        <p:spPr>
          <a:xfrm>
            <a:off x="6973570" y="6464300"/>
            <a:ext cx="158750" cy="22225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34" name="Shape 700"/>
          <p:cNvSpPr/>
          <p:nvPr/>
        </p:nvSpPr>
        <p:spPr>
          <a:xfrm>
            <a:off x="7132320" y="6464300"/>
            <a:ext cx="158750" cy="22225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35" name="Shape 701"/>
          <p:cNvSpPr/>
          <p:nvPr/>
        </p:nvSpPr>
        <p:spPr>
          <a:xfrm>
            <a:off x="7291070" y="6464300"/>
            <a:ext cx="158750" cy="22225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36" name="Shape 702"/>
          <p:cNvSpPr/>
          <p:nvPr/>
        </p:nvSpPr>
        <p:spPr>
          <a:xfrm>
            <a:off x="7449820" y="6464300"/>
            <a:ext cx="158750" cy="22225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37" name="Text 703"/>
          <p:cNvSpPr/>
          <p:nvPr/>
        </p:nvSpPr>
        <p:spPr>
          <a:xfrm>
            <a:off x="7125970" y="6445250"/>
            <a:ext cx="33020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738" name="Shape 704"/>
          <p:cNvSpPr/>
          <p:nvPr/>
        </p:nvSpPr>
        <p:spPr>
          <a:xfrm>
            <a:off x="9484360" y="6464300"/>
            <a:ext cx="158750" cy="22225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39" name="Shape 705"/>
          <p:cNvSpPr/>
          <p:nvPr/>
        </p:nvSpPr>
        <p:spPr>
          <a:xfrm>
            <a:off x="9643110" y="6464300"/>
            <a:ext cx="158750" cy="22225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40" name="Shape 706"/>
          <p:cNvSpPr/>
          <p:nvPr/>
        </p:nvSpPr>
        <p:spPr>
          <a:xfrm>
            <a:off x="9801860" y="6464300"/>
            <a:ext cx="158750" cy="22225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41" name="Shape 707"/>
          <p:cNvSpPr/>
          <p:nvPr/>
        </p:nvSpPr>
        <p:spPr>
          <a:xfrm>
            <a:off x="9960610" y="6464300"/>
            <a:ext cx="158750" cy="22225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42" name="Text 708"/>
          <p:cNvSpPr/>
          <p:nvPr/>
        </p:nvSpPr>
        <p:spPr>
          <a:xfrm>
            <a:off x="9636760" y="6445250"/>
            <a:ext cx="33020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N-2</a:t>
            </a:r>
            <a:endParaRPr lang="en-US" sz="1400" dirty="0"/>
          </a:p>
        </p:txBody>
      </p:sp>
      <p:sp>
        <p:nvSpPr>
          <p:cNvPr id="743" name="Shape 709"/>
          <p:cNvSpPr/>
          <p:nvPr/>
        </p:nvSpPr>
        <p:spPr>
          <a:xfrm>
            <a:off x="10462260" y="6464300"/>
            <a:ext cx="158750" cy="222250"/>
          </a:xfrm>
          <a:prstGeom prst="rect">
            <a:avLst/>
          </a:prstGeom>
          <a:solidFill>
            <a:srgbClr val="FFFF0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44" name="Shape 710"/>
          <p:cNvSpPr/>
          <p:nvPr/>
        </p:nvSpPr>
        <p:spPr>
          <a:xfrm>
            <a:off x="10621010" y="6464300"/>
            <a:ext cx="158750" cy="222250"/>
          </a:xfrm>
          <a:prstGeom prst="rect">
            <a:avLst/>
          </a:prstGeom>
          <a:solidFill>
            <a:srgbClr val="92D050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45" name="Shape 711"/>
          <p:cNvSpPr/>
          <p:nvPr/>
        </p:nvSpPr>
        <p:spPr>
          <a:xfrm>
            <a:off x="10779760" y="6464300"/>
            <a:ext cx="158750" cy="222250"/>
          </a:xfrm>
          <a:prstGeom prst="rect">
            <a:avLst/>
          </a:prstGeom>
          <a:solidFill>
            <a:srgbClr val="FF999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46" name="Shape 712"/>
          <p:cNvSpPr/>
          <p:nvPr/>
        </p:nvSpPr>
        <p:spPr>
          <a:xfrm>
            <a:off x="10938510" y="6464300"/>
            <a:ext cx="158750" cy="222250"/>
          </a:xfrm>
          <a:prstGeom prst="rect">
            <a:avLst/>
          </a:prstGeom>
          <a:solidFill>
            <a:srgbClr val="D9D9D9"/>
          </a:solidFill>
          <a:ln w="9525">
            <a:solidFill>
              <a:srgbClr val="595959"/>
            </a:solidFill>
            <a:prstDash val="solid"/>
          </a:ln>
        </p:spPr>
      </p:sp>
      <p:sp>
        <p:nvSpPr>
          <p:cNvPr id="747" name="Text 713"/>
          <p:cNvSpPr/>
          <p:nvPr/>
        </p:nvSpPr>
        <p:spPr>
          <a:xfrm>
            <a:off x="10614660" y="6445250"/>
            <a:ext cx="33020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N-1</a:t>
            </a:r>
            <a:endParaRPr lang="en-US" sz="1400" dirty="0"/>
          </a:p>
        </p:txBody>
      </p:sp>
      <p:sp>
        <p:nvSpPr>
          <p:cNvPr id="748" name="Shape 714"/>
          <p:cNvSpPr/>
          <p:nvPr/>
        </p:nvSpPr>
        <p:spPr>
          <a:xfrm>
            <a:off x="8009890" y="6525895"/>
            <a:ext cx="99060" cy="9906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749" name="Shape 715"/>
          <p:cNvSpPr/>
          <p:nvPr/>
        </p:nvSpPr>
        <p:spPr>
          <a:xfrm>
            <a:off x="8256270" y="6525895"/>
            <a:ext cx="99060" cy="9906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750" name="Shape 716"/>
          <p:cNvSpPr/>
          <p:nvPr/>
        </p:nvSpPr>
        <p:spPr>
          <a:xfrm>
            <a:off x="8492490" y="6525895"/>
            <a:ext cx="99060" cy="9906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751" name="Shape 717"/>
          <p:cNvSpPr/>
          <p:nvPr/>
        </p:nvSpPr>
        <p:spPr>
          <a:xfrm>
            <a:off x="8729980" y="6525895"/>
            <a:ext cx="99060" cy="9906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752" name="Shape 718"/>
          <p:cNvSpPr/>
          <p:nvPr/>
        </p:nvSpPr>
        <p:spPr>
          <a:xfrm>
            <a:off x="8936990" y="6525895"/>
            <a:ext cx="99060" cy="9906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753" name="Text 719"/>
          <p:cNvSpPr/>
          <p:nvPr/>
        </p:nvSpPr>
        <p:spPr>
          <a:xfrm>
            <a:off x="431800" y="5102530"/>
            <a:ext cx="152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of Self</a:t>
            </a:r>
            <a:endParaRPr lang="en-US" sz="1200" dirty="0"/>
          </a:p>
        </p:txBody>
      </p:sp>
      <p:sp>
        <p:nvSpPr>
          <p:cNvPr id="754" name="Text 720"/>
          <p:cNvSpPr/>
          <p:nvPr/>
        </p:nvSpPr>
        <p:spPr>
          <a:xfrm>
            <a:off x="431800" y="5314620"/>
            <a:ext cx="152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</a:t>
            </a:r>
            <a:endParaRPr lang="en-US" sz="1200" dirty="0"/>
          </a:p>
        </p:txBody>
      </p:sp>
      <p:sp>
        <p:nvSpPr>
          <p:cNvPr id="755" name="Text 721"/>
          <p:cNvSpPr/>
          <p:nvPr/>
        </p:nvSpPr>
        <p:spPr>
          <a:xfrm>
            <a:off x="431800" y="5727370"/>
            <a:ext cx="152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E8A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Residual</a:t>
            </a:r>
            <a:endParaRPr lang="en-US" sz="1200" dirty="0"/>
          </a:p>
        </p:txBody>
      </p:sp>
      <p:sp>
        <p:nvSpPr>
          <p:cNvPr id="756" name="Text 722"/>
          <p:cNvSpPr/>
          <p:nvPr/>
        </p:nvSpPr>
        <p:spPr>
          <a:xfrm>
            <a:off x="431800" y="5940730"/>
            <a:ext cx="152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E8A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Connections</a:t>
            </a:r>
            <a:endParaRPr lang="en-US" sz="1200" dirty="0"/>
          </a:p>
        </p:txBody>
      </p:sp>
      <p:sp>
        <p:nvSpPr>
          <p:cNvPr id="757" name="Text 723"/>
          <p:cNvSpPr/>
          <p:nvPr/>
        </p:nvSpPr>
        <p:spPr>
          <a:xfrm>
            <a:off x="431800" y="6259500"/>
            <a:ext cx="152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to Self</a:t>
            </a:r>
            <a:endParaRPr lang="en-US" sz="1200" dirty="0"/>
          </a:p>
        </p:txBody>
      </p:sp>
      <p:sp>
        <p:nvSpPr>
          <p:cNvPr id="758" name="Text 724"/>
          <p:cNvSpPr/>
          <p:nvPr/>
        </p:nvSpPr>
        <p:spPr>
          <a:xfrm>
            <a:off x="431800" y="6458890"/>
            <a:ext cx="152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</a:t>
            </a:r>
            <a:endParaRPr lang="en-US" sz="1200" dirty="0"/>
          </a:p>
        </p:txBody>
      </p:sp>
      <p:sp>
        <p:nvSpPr>
          <p:cNvPr id="759" name="Text 725"/>
          <p:cNvSpPr/>
          <p:nvPr/>
        </p:nvSpPr>
        <p:spPr>
          <a:xfrm>
            <a:off x="431800" y="2922575"/>
            <a:ext cx="152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E8A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Residual</a:t>
            </a:r>
            <a:endParaRPr lang="en-US" sz="1200" dirty="0"/>
          </a:p>
        </p:txBody>
      </p:sp>
      <p:sp>
        <p:nvSpPr>
          <p:cNvPr id="760" name="Text 726"/>
          <p:cNvSpPr/>
          <p:nvPr/>
        </p:nvSpPr>
        <p:spPr>
          <a:xfrm>
            <a:off x="431800" y="3134665"/>
            <a:ext cx="152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E8A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Connections</a:t>
            </a:r>
            <a:endParaRPr lang="en-US" sz="1200" dirty="0"/>
          </a:p>
        </p:txBody>
      </p:sp>
      <p:sp>
        <p:nvSpPr>
          <p:cNvPr id="761" name="Shape 727"/>
          <p:cNvSpPr/>
          <p:nvPr/>
        </p:nvSpPr>
        <p:spPr>
          <a:xfrm>
            <a:off x="704850" y="690880"/>
            <a:ext cx="1320800" cy="651510"/>
          </a:xfrm>
          <a:prstGeom prst="rect">
            <a:avLst/>
          </a:prstGeom>
          <a:solidFill>
            <a:srgbClr val="FFCCCC"/>
          </a:solidFill>
          <a:ln w="19050">
            <a:solidFill>
              <a:srgbClr val="C00000"/>
            </a:solidFill>
            <a:prstDash val="solid"/>
          </a:ln>
        </p:spPr>
      </p:sp>
      <p:sp>
        <p:nvSpPr>
          <p:cNvPr id="762" name="Text 728"/>
          <p:cNvSpPr/>
          <p:nvPr/>
        </p:nvSpPr>
        <p:spPr>
          <a:xfrm>
            <a:off x="704850" y="768756"/>
            <a:ext cx="13208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6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</a:t>
            </a:r>
            <a:endParaRPr lang="en-US" sz="16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6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1600" dirty="0"/>
          </a:p>
        </p:txBody>
      </p:sp>
      <p:sp>
        <p:nvSpPr>
          <p:cNvPr id="763" name="Shape 729"/>
          <p:cNvSpPr/>
          <p:nvPr/>
        </p:nvSpPr>
        <p:spPr>
          <a:xfrm>
            <a:off x="3383280" y="6685915"/>
            <a:ext cx="3702050" cy="173990"/>
          </a:xfrm>
          <a:prstGeom prst="rect">
            <a:avLst/>
          </a:prstGeom>
          <a:solidFill>
            <a:srgbClr val="FFB6C1"/>
          </a:solidFill>
          <a:ln/>
        </p:spPr>
      </p:sp>
      <p:sp>
        <p:nvSpPr>
          <p:cNvPr id="764" name="Text 730"/>
          <p:cNvSpPr/>
          <p:nvPr/>
        </p:nvSpPr>
        <p:spPr>
          <a:xfrm>
            <a:off x="1424940" y="6690716"/>
            <a:ext cx="762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Word_Embedding + Positional_Information</a:t>
            </a:r>
            <a:endParaRPr lang="en-US" sz="1400" dirty="0"/>
          </a:p>
        </p:txBody>
      </p:sp>
      <p:sp>
        <p:nvSpPr>
          <p:cNvPr id="765" name="Shape 731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66" name="Text 732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18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71500"/>
            <a:ext cx="11137900" cy="6286500"/>
          </a:xfrm>
          <a:prstGeom prst="rect">
            <a:avLst/>
          </a:prstGeom>
          <a:solidFill>
            <a:srgbClr val="E9E9E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null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423670" y="1155700"/>
            <a:ext cx="10210800" cy="5181600"/>
          </a:xfrm>
          <a:prstGeom prst="roundRect">
            <a:avLst>
              <a:gd name="adj" fmla="val 1059"/>
            </a:avLst>
          </a:prstGeom>
          <a:solidFill>
            <a:srgbClr val="E9B172"/>
          </a:solidFill>
          <a:ln w="28575">
            <a:solidFill>
              <a:srgbClr val="9E5E1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79600" y="1276350"/>
            <a:ext cx="9550400" cy="923290"/>
          </a:xfrm>
          <a:prstGeom prst="roundRect">
            <a:avLst>
              <a:gd name="adj" fmla="val 7923"/>
            </a:avLst>
          </a:prstGeom>
          <a:solidFill>
            <a:srgbClr val="E9B172"/>
          </a:solidFill>
          <a:ln w="19050">
            <a:solidFill>
              <a:srgbClr val="9A8434"/>
            </a:solidFill>
            <a:prstDash val="dashDot"/>
          </a:ln>
        </p:spPr>
      </p:sp>
      <p:sp>
        <p:nvSpPr>
          <p:cNvPr id="7" name="Shape 5"/>
          <p:cNvSpPr/>
          <p:nvPr/>
        </p:nvSpPr>
        <p:spPr>
          <a:xfrm>
            <a:off x="1879600" y="4013200"/>
            <a:ext cx="9550400" cy="1017270"/>
          </a:xfrm>
          <a:prstGeom prst="roundRect">
            <a:avLst>
              <a:gd name="adj" fmla="val 7191"/>
            </a:avLst>
          </a:prstGeom>
          <a:solidFill>
            <a:srgbClr val="E9B172"/>
          </a:solidFill>
          <a:ln w="19050">
            <a:solidFill>
              <a:srgbClr val="9A8434"/>
            </a:solidFill>
            <a:prstDash val="dashDot"/>
          </a:ln>
        </p:spPr>
      </p:sp>
      <p:sp>
        <p:nvSpPr>
          <p:cNvPr id="8" name="Shape 6"/>
          <p:cNvSpPr/>
          <p:nvPr/>
        </p:nvSpPr>
        <p:spPr>
          <a:xfrm>
            <a:off x="2024380" y="1342390"/>
            <a:ext cx="9182100" cy="398780"/>
          </a:xfrm>
          <a:prstGeom prst="rect">
            <a:avLst/>
          </a:prstGeom>
          <a:solidFill>
            <a:srgbClr val="EDB671"/>
          </a:solidFill>
          <a:ln w="15875">
            <a:solidFill>
              <a:srgbClr val="B080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752850" y="1342390"/>
            <a:ext cx="5588000" cy="398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900" b="1" i="1" dirty="0">
                <a:solidFill>
                  <a:srgbClr val="DC7D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</a:t>
            </a:r>
            <a:pPr algn="ctr" indent="0" marL="0">
              <a:lnSpc>
                <a:spcPts val="2200"/>
              </a:lnSpc>
              <a:buNone/>
            </a:pPr>
            <a:r>
              <a:rPr lang="en-US" sz="1900" b="1" i="1" dirty="0">
                <a:solidFill>
                  <a:srgbClr val="8146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Normalization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2024380" y="4146550"/>
            <a:ext cx="9182100" cy="398780"/>
          </a:xfrm>
          <a:prstGeom prst="rect">
            <a:avLst/>
          </a:prstGeom>
          <a:solidFill>
            <a:srgbClr val="EDB671"/>
          </a:solidFill>
          <a:ln w="15875">
            <a:solidFill>
              <a:srgbClr val="B080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52850" y="4146550"/>
            <a:ext cx="5588000" cy="398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900" b="1" i="1" dirty="0">
                <a:solidFill>
                  <a:srgbClr val="DC7D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</a:t>
            </a:r>
            <a:pPr algn="ctr" indent="0" marL="0">
              <a:lnSpc>
                <a:spcPts val="2200"/>
              </a:lnSpc>
              <a:buNone/>
            </a:pPr>
            <a:r>
              <a:rPr lang="en-US" sz="1900" b="1" i="1" dirty="0">
                <a:solidFill>
                  <a:srgbClr val="8146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Normalization</a:t>
            </a:r>
            <a:endParaRPr lang="en-US" sz="1900" dirty="0"/>
          </a:p>
        </p:txBody>
      </p:sp>
      <p:pic>
        <p:nvPicPr>
          <p:cNvPr id="12" name="Image 0" descr="/home/ahmed/Projects/ai_llm_slides/videos/deep-learning/002_transformers_part2/recreated_pptx/build/assets/s047_cur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19910" y="1933575"/>
            <a:ext cx="685800" cy="1905000"/>
          </a:xfrm>
          <a:prstGeom prst="rect">
            <a:avLst/>
          </a:prstGeom>
        </p:spPr>
      </p:pic>
      <p:pic>
        <p:nvPicPr>
          <p:cNvPr id="13" name="Image 1" descr="/home/ahmed/Projects/ai_llm_slides/videos/deep-learning/002_transformers_part2/recreated_pptx/build/assets/s047_cur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8760" y="1933575"/>
            <a:ext cx="685800" cy="1905000"/>
          </a:xfrm>
          <a:prstGeom prst="rect">
            <a:avLst/>
          </a:prstGeom>
        </p:spPr>
      </p:pic>
      <p:pic>
        <p:nvPicPr>
          <p:cNvPr id="14" name="Image 2" descr="/home/ahmed/Projects/ai_llm_slides/videos/deep-learning/002_transformers_part2/recreated_pptx/build/assets/s047_curv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6500" y="1933575"/>
            <a:ext cx="685800" cy="1905000"/>
          </a:xfrm>
          <a:prstGeom prst="rect">
            <a:avLst/>
          </a:prstGeom>
        </p:spPr>
      </p:pic>
      <p:pic>
        <p:nvPicPr>
          <p:cNvPr id="15" name="Image 3" descr="/home/ahmed/Projects/ai_llm_slides/videos/deep-learning/002_transformers_part2/recreated_pptx/build/assets/s047_curv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1700" y="1933575"/>
            <a:ext cx="685800" cy="1905000"/>
          </a:xfrm>
          <a:prstGeom prst="rect">
            <a:avLst/>
          </a:prstGeom>
        </p:spPr>
      </p:pic>
      <p:pic>
        <p:nvPicPr>
          <p:cNvPr id="16" name="Image 4" descr="/home/ahmed/Projects/ai_llm_slides/videos/deep-learning/002_transformers_part2/recreated_pptx/build/assets/s047_curv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70550" y="1933575"/>
            <a:ext cx="685800" cy="1905000"/>
          </a:xfrm>
          <a:prstGeom prst="rect">
            <a:avLst/>
          </a:prstGeom>
        </p:spPr>
      </p:pic>
      <p:pic>
        <p:nvPicPr>
          <p:cNvPr id="17" name="Image 5" descr="/home/ahmed/Projects/ai_llm_slides/videos/deep-learning/002_transformers_part2/recreated_pptx/build/assets/s047_curv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35750" y="1933575"/>
            <a:ext cx="685800" cy="1905000"/>
          </a:xfrm>
          <a:prstGeom prst="rect">
            <a:avLst/>
          </a:prstGeom>
        </p:spPr>
      </p:pic>
      <p:pic>
        <p:nvPicPr>
          <p:cNvPr id="18" name="Image 6" descr="/home/ahmed/Projects/ai_llm_slides/videos/deep-learning/002_transformers_part2/recreated_pptx/build/assets/s047_curv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7810" y="1933575"/>
            <a:ext cx="685800" cy="1905000"/>
          </a:xfrm>
          <a:prstGeom prst="rect">
            <a:avLst/>
          </a:prstGeom>
        </p:spPr>
      </p:pic>
      <p:pic>
        <p:nvPicPr>
          <p:cNvPr id="19" name="Image 7" descr="/home/ahmed/Projects/ai_llm_slides/videos/deep-learning/002_transformers_part2/recreated_pptx/build/assets/s047_curv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95230" y="1933575"/>
            <a:ext cx="685800" cy="1905000"/>
          </a:xfrm>
          <a:prstGeom prst="rect">
            <a:avLst/>
          </a:prstGeom>
        </p:spPr>
      </p:pic>
      <p:pic>
        <p:nvPicPr>
          <p:cNvPr id="20" name="Image 8" descr="/home/ahmed/Projects/ai_llm_slides/videos/deep-learning/002_transformers_part2/recreated_pptx/build/assets/s047_curv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819910" y="4751705"/>
            <a:ext cx="685800" cy="1905000"/>
          </a:xfrm>
          <a:prstGeom prst="rect">
            <a:avLst/>
          </a:prstGeom>
        </p:spPr>
      </p:pic>
      <p:pic>
        <p:nvPicPr>
          <p:cNvPr id="21" name="Image 9" descr="/home/ahmed/Projects/ai_llm_slides/videos/deep-learning/002_transformers_part2/recreated_pptx/build/assets/s047_curv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78760" y="4751705"/>
            <a:ext cx="685800" cy="1905000"/>
          </a:xfrm>
          <a:prstGeom prst="rect">
            <a:avLst/>
          </a:prstGeom>
        </p:spPr>
      </p:pic>
      <p:pic>
        <p:nvPicPr>
          <p:cNvPr id="22" name="Image 10" descr="/home/ahmed/Projects/ai_llm_slides/videos/deep-learning/002_transformers_part2/recreated_pptx/build/assets/s047_curv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746500" y="4751705"/>
            <a:ext cx="685800" cy="1905000"/>
          </a:xfrm>
          <a:prstGeom prst="rect">
            <a:avLst/>
          </a:prstGeom>
        </p:spPr>
      </p:pic>
      <p:pic>
        <p:nvPicPr>
          <p:cNvPr id="23" name="Image 11" descr="/home/ahmed/Projects/ai_llm_slides/videos/deep-learning/002_transformers_part2/recreated_pptx/build/assets/s047_curve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711700" y="4751705"/>
            <a:ext cx="685800" cy="1905000"/>
          </a:xfrm>
          <a:prstGeom prst="rect">
            <a:avLst/>
          </a:prstGeom>
        </p:spPr>
      </p:pic>
      <p:pic>
        <p:nvPicPr>
          <p:cNvPr id="24" name="Image 12" descr="/home/ahmed/Projects/ai_llm_slides/videos/deep-learning/002_transformers_part2/recreated_pptx/build/assets/s047_curve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670550" y="4751705"/>
            <a:ext cx="685800" cy="1905000"/>
          </a:xfrm>
          <a:prstGeom prst="rect">
            <a:avLst/>
          </a:prstGeom>
        </p:spPr>
      </p:pic>
      <p:pic>
        <p:nvPicPr>
          <p:cNvPr id="25" name="Image 13" descr="/home/ahmed/Projects/ai_llm_slides/videos/deep-learning/002_transformers_part2/recreated_pptx/build/assets/s047_curve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35750" y="4751705"/>
            <a:ext cx="685800" cy="1905000"/>
          </a:xfrm>
          <a:prstGeom prst="rect">
            <a:avLst/>
          </a:prstGeom>
        </p:spPr>
      </p:pic>
      <p:pic>
        <p:nvPicPr>
          <p:cNvPr id="26" name="Image 14" descr="/home/ahmed/Projects/ai_llm_slides/videos/deep-learning/002_transformers_part2/recreated_pptx/build/assets/s047_curve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47810" y="4751705"/>
            <a:ext cx="685800" cy="1905000"/>
          </a:xfrm>
          <a:prstGeom prst="rect">
            <a:avLst/>
          </a:prstGeom>
        </p:spPr>
      </p:pic>
      <p:pic>
        <p:nvPicPr>
          <p:cNvPr id="27" name="Image 15" descr="/home/ahmed/Projects/ai_llm_slides/videos/deep-learning/002_transformers_part2/recreated_pptx/build/assets/s047_curve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095230" y="4751705"/>
            <a:ext cx="685800" cy="1905000"/>
          </a:xfrm>
          <a:prstGeom prst="rect">
            <a:avLst/>
          </a:prstGeom>
        </p:spPr>
      </p:pic>
      <p:sp>
        <p:nvSpPr>
          <p:cNvPr id="28" name="Shape 10"/>
          <p:cNvSpPr/>
          <p:nvPr/>
        </p:nvSpPr>
        <p:spPr>
          <a:xfrm>
            <a:off x="2026920" y="5087620"/>
            <a:ext cx="151130" cy="226060"/>
          </a:xfrm>
          <a:prstGeom prst="rect">
            <a:avLst/>
          </a:prstGeom>
          <a:solidFill>
            <a:srgbClr val="DFA05C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29" name="Shape 11"/>
          <p:cNvSpPr/>
          <p:nvPr/>
        </p:nvSpPr>
        <p:spPr>
          <a:xfrm>
            <a:off x="2178050" y="5087620"/>
            <a:ext cx="151130" cy="226060"/>
          </a:xfrm>
          <a:prstGeom prst="rect">
            <a:avLst/>
          </a:prstGeom>
          <a:solidFill>
            <a:srgbClr val="E6A862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30" name="Shape 12"/>
          <p:cNvSpPr/>
          <p:nvPr/>
        </p:nvSpPr>
        <p:spPr>
          <a:xfrm>
            <a:off x="2329180" y="5087620"/>
            <a:ext cx="151130" cy="226060"/>
          </a:xfrm>
          <a:prstGeom prst="rect">
            <a:avLst/>
          </a:prstGeom>
          <a:solidFill>
            <a:srgbClr val="EEB26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31" name="Shape 13"/>
          <p:cNvSpPr/>
          <p:nvPr/>
        </p:nvSpPr>
        <p:spPr>
          <a:xfrm>
            <a:off x="2480310" y="5087620"/>
            <a:ext cx="151130" cy="226060"/>
          </a:xfrm>
          <a:prstGeom prst="rect">
            <a:avLst/>
          </a:prstGeom>
          <a:solidFill>
            <a:srgbClr val="F4BC7A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32" name="Shape 14"/>
          <p:cNvSpPr/>
          <p:nvPr/>
        </p:nvSpPr>
        <p:spPr>
          <a:xfrm>
            <a:off x="2631440" y="5087620"/>
            <a:ext cx="151130" cy="226060"/>
          </a:xfrm>
          <a:prstGeom prst="rect">
            <a:avLst/>
          </a:prstGeom>
          <a:solidFill>
            <a:srgbClr val="E2A25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33" name="Shape 15"/>
          <p:cNvSpPr/>
          <p:nvPr/>
        </p:nvSpPr>
        <p:spPr>
          <a:xfrm>
            <a:off x="2782570" y="5087620"/>
            <a:ext cx="151130" cy="226060"/>
          </a:xfrm>
          <a:prstGeom prst="rect">
            <a:avLst/>
          </a:prstGeom>
          <a:solidFill>
            <a:srgbClr val="D89854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34" name="Text 16"/>
          <p:cNvSpPr/>
          <p:nvPr/>
        </p:nvSpPr>
        <p:spPr>
          <a:xfrm>
            <a:off x="2315210" y="5068570"/>
            <a:ext cx="3302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A85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88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400" dirty="0"/>
          </a:p>
        </p:txBody>
      </p:sp>
      <p:sp>
        <p:nvSpPr>
          <p:cNvPr id="35" name="Shape 17"/>
          <p:cNvSpPr/>
          <p:nvPr/>
        </p:nvSpPr>
        <p:spPr>
          <a:xfrm>
            <a:off x="2985770" y="5087620"/>
            <a:ext cx="151130" cy="226060"/>
          </a:xfrm>
          <a:prstGeom prst="rect">
            <a:avLst/>
          </a:prstGeom>
          <a:solidFill>
            <a:srgbClr val="DFA05C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36" name="Shape 18"/>
          <p:cNvSpPr/>
          <p:nvPr/>
        </p:nvSpPr>
        <p:spPr>
          <a:xfrm>
            <a:off x="3136900" y="5087620"/>
            <a:ext cx="151130" cy="226060"/>
          </a:xfrm>
          <a:prstGeom prst="rect">
            <a:avLst/>
          </a:prstGeom>
          <a:solidFill>
            <a:srgbClr val="E6A862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37" name="Shape 19"/>
          <p:cNvSpPr/>
          <p:nvPr/>
        </p:nvSpPr>
        <p:spPr>
          <a:xfrm>
            <a:off x="3288030" y="5087620"/>
            <a:ext cx="151130" cy="226060"/>
          </a:xfrm>
          <a:prstGeom prst="rect">
            <a:avLst/>
          </a:prstGeom>
          <a:solidFill>
            <a:srgbClr val="EEB26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38" name="Shape 20"/>
          <p:cNvSpPr/>
          <p:nvPr/>
        </p:nvSpPr>
        <p:spPr>
          <a:xfrm>
            <a:off x="3439160" y="5087620"/>
            <a:ext cx="151130" cy="226060"/>
          </a:xfrm>
          <a:prstGeom prst="rect">
            <a:avLst/>
          </a:prstGeom>
          <a:solidFill>
            <a:srgbClr val="F4BC7A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39" name="Shape 21"/>
          <p:cNvSpPr/>
          <p:nvPr/>
        </p:nvSpPr>
        <p:spPr>
          <a:xfrm>
            <a:off x="3590290" y="5087620"/>
            <a:ext cx="151130" cy="226060"/>
          </a:xfrm>
          <a:prstGeom prst="rect">
            <a:avLst/>
          </a:prstGeom>
          <a:solidFill>
            <a:srgbClr val="E2A25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40" name="Shape 22"/>
          <p:cNvSpPr/>
          <p:nvPr/>
        </p:nvSpPr>
        <p:spPr>
          <a:xfrm>
            <a:off x="3741420" y="5087620"/>
            <a:ext cx="151130" cy="226060"/>
          </a:xfrm>
          <a:prstGeom prst="rect">
            <a:avLst/>
          </a:prstGeom>
          <a:solidFill>
            <a:srgbClr val="D89854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41" name="Text 23"/>
          <p:cNvSpPr/>
          <p:nvPr/>
        </p:nvSpPr>
        <p:spPr>
          <a:xfrm>
            <a:off x="3274060" y="5068570"/>
            <a:ext cx="3302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A85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88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42" name="Shape 24"/>
          <p:cNvSpPr/>
          <p:nvPr/>
        </p:nvSpPr>
        <p:spPr>
          <a:xfrm>
            <a:off x="3953510" y="5087620"/>
            <a:ext cx="151130" cy="226060"/>
          </a:xfrm>
          <a:prstGeom prst="rect">
            <a:avLst/>
          </a:prstGeom>
          <a:solidFill>
            <a:srgbClr val="DFA05C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43" name="Shape 25"/>
          <p:cNvSpPr/>
          <p:nvPr/>
        </p:nvSpPr>
        <p:spPr>
          <a:xfrm>
            <a:off x="4104640" y="5087620"/>
            <a:ext cx="151130" cy="226060"/>
          </a:xfrm>
          <a:prstGeom prst="rect">
            <a:avLst/>
          </a:prstGeom>
          <a:solidFill>
            <a:srgbClr val="E6A862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44" name="Shape 26"/>
          <p:cNvSpPr/>
          <p:nvPr/>
        </p:nvSpPr>
        <p:spPr>
          <a:xfrm>
            <a:off x="4255770" y="5087620"/>
            <a:ext cx="151130" cy="226060"/>
          </a:xfrm>
          <a:prstGeom prst="rect">
            <a:avLst/>
          </a:prstGeom>
          <a:solidFill>
            <a:srgbClr val="EEB26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45" name="Shape 27"/>
          <p:cNvSpPr/>
          <p:nvPr/>
        </p:nvSpPr>
        <p:spPr>
          <a:xfrm>
            <a:off x="4406900" y="5087620"/>
            <a:ext cx="151130" cy="226060"/>
          </a:xfrm>
          <a:prstGeom prst="rect">
            <a:avLst/>
          </a:prstGeom>
          <a:solidFill>
            <a:srgbClr val="F4BC7A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46" name="Shape 28"/>
          <p:cNvSpPr/>
          <p:nvPr/>
        </p:nvSpPr>
        <p:spPr>
          <a:xfrm>
            <a:off x="4558030" y="5087620"/>
            <a:ext cx="151130" cy="226060"/>
          </a:xfrm>
          <a:prstGeom prst="rect">
            <a:avLst/>
          </a:prstGeom>
          <a:solidFill>
            <a:srgbClr val="E2A25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47" name="Shape 29"/>
          <p:cNvSpPr/>
          <p:nvPr/>
        </p:nvSpPr>
        <p:spPr>
          <a:xfrm>
            <a:off x="4709160" y="5087620"/>
            <a:ext cx="151130" cy="226060"/>
          </a:xfrm>
          <a:prstGeom prst="rect">
            <a:avLst/>
          </a:prstGeom>
          <a:solidFill>
            <a:srgbClr val="D89854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48" name="Text 30"/>
          <p:cNvSpPr/>
          <p:nvPr/>
        </p:nvSpPr>
        <p:spPr>
          <a:xfrm>
            <a:off x="4241800" y="5068570"/>
            <a:ext cx="3302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A85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88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49" name="Shape 31"/>
          <p:cNvSpPr/>
          <p:nvPr/>
        </p:nvSpPr>
        <p:spPr>
          <a:xfrm>
            <a:off x="4918710" y="5087620"/>
            <a:ext cx="151130" cy="226060"/>
          </a:xfrm>
          <a:prstGeom prst="rect">
            <a:avLst/>
          </a:prstGeom>
          <a:solidFill>
            <a:srgbClr val="DFA05C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50" name="Shape 32"/>
          <p:cNvSpPr/>
          <p:nvPr/>
        </p:nvSpPr>
        <p:spPr>
          <a:xfrm>
            <a:off x="5069840" y="5087620"/>
            <a:ext cx="151130" cy="226060"/>
          </a:xfrm>
          <a:prstGeom prst="rect">
            <a:avLst/>
          </a:prstGeom>
          <a:solidFill>
            <a:srgbClr val="E6A862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51" name="Shape 33"/>
          <p:cNvSpPr/>
          <p:nvPr/>
        </p:nvSpPr>
        <p:spPr>
          <a:xfrm>
            <a:off x="5220970" y="5087620"/>
            <a:ext cx="151130" cy="226060"/>
          </a:xfrm>
          <a:prstGeom prst="rect">
            <a:avLst/>
          </a:prstGeom>
          <a:solidFill>
            <a:srgbClr val="EEB26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52" name="Shape 34"/>
          <p:cNvSpPr/>
          <p:nvPr/>
        </p:nvSpPr>
        <p:spPr>
          <a:xfrm>
            <a:off x="5372100" y="5087620"/>
            <a:ext cx="151130" cy="226060"/>
          </a:xfrm>
          <a:prstGeom prst="rect">
            <a:avLst/>
          </a:prstGeom>
          <a:solidFill>
            <a:srgbClr val="F4BC7A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53" name="Shape 35"/>
          <p:cNvSpPr/>
          <p:nvPr/>
        </p:nvSpPr>
        <p:spPr>
          <a:xfrm>
            <a:off x="5523230" y="5087620"/>
            <a:ext cx="151130" cy="226060"/>
          </a:xfrm>
          <a:prstGeom prst="rect">
            <a:avLst/>
          </a:prstGeom>
          <a:solidFill>
            <a:srgbClr val="E2A25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54" name="Shape 36"/>
          <p:cNvSpPr/>
          <p:nvPr/>
        </p:nvSpPr>
        <p:spPr>
          <a:xfrm>
            <a:off x="5674360" y="5087620"/>
            <a:ext cx="151130" cy="226060"/>
          </a:xfrm>
          <a:prstGeom prst="rect">
            <a:avLst/>
          </a:prstGeom>
          <a:solidFill>
            <a:srgbClr val="D89854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55" name="Text 37"/>
          <p:cNvSpPr/>
          <p:nvPr/>
        </p:nvSpPr>
        <p:spPr>
          <a:xfrm>
            <a:off x="5207000" y="5068570"/>
            <a:ext cx="3302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A85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88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56" name="Shape 38"/>
          <p:cNvSpPr/>
          <p:nvPr/>
        </p:nvSpPr>
        <p:spPr>
          <a:xfrm>
            <a:off x="5877560" y="5087620"/>
            <a:ext cx="151130" cy="226060"/>
          </a:xfrm>
          <a:prstGeom prst="rect">
            <a:avLst/>
          </a:prstGeom>
          <a:solidFill>
            <a:srgbClr val="DFA05C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57" name="Shape 39"/>
          <p:cNvSpPr/>
          <p:nvPr/>
        </p:nvSpPr>
        <p:spPr>
          <a:xfrm>
            <a:off x="6028690" y="5087620"/>
            <a:ext cx="151130" cy="226060"/>
          </a:xfrm>
          <a:prstGeom prst="rect">
            <a:avLst/>
          </a:prstGeom>
          <a:solidFill>
            <a:srgbClr val="E6A862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58" name="Shape 40"/>
          <p:cNvSpPr/>
          <p:nvPr/>
        </p:nvSpPr>
        <p:spPr>
          <a:xfrm>
            <a:off x="6179820" y="5087620"/>
            <a:ext cx="151130" cy="226060"/>
          </a:xfrm>
          <a:prstGeom prst="rect">
            <a:avLst/>
          </a:prstGeom>
          <a:solidFill>
            <a:srgbClr val="EEB26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59" name="Shape 41"/>
          <p:cNvSpPr/>
          <p:nvPr/>
        </p:nvSpPr>
        <p:spPr>
          <a:xfrm>
            <a:off x="6330950" y="5087620"/>
            <a:ext cx="151130" cy="226060"/>
          </a:xfrm>
          <a:prstGeom prst="rect">
            <a:avLst/>
          </a:prstGeom>
          <a:solidFill>
            <a:srgbClr val="F4BC7A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60" name="Shape 42"/>
          <p:cNvSpPr/>
          <p:nvPr/>
        </p:nvSpPr>
        <p:spPr>
          <a:xfrm>
            <a:off x="6482080" y="5087620"/>
            <a:ext cx="151130" cy="226060"/>
          </a:xfrm>
          <a:prstGeom prst="rect">
            <a:avLst/>
          </a:prstGeom>
          <a:solidFill>
            <a:srgbClr val="E2A25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61" name="Shape 43"/>
          <p:cNvSpPr/>
          <p:nvPr/>
        </p:nvSpPr>
        <p:spPr>
          <a:xfrm>
            <a:off x="6633210" y="5087620"/>
            <a:ext cx="151130" cy="226060"/>
          </a:xfrm>
          <a:prstGeom prst="rect">
            <a:avLst/>
          </a:prstGeom>
          <a:solidFill>
            <a:srgbClr val="D89854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62" name="Text 44"/>
          <p:cNvSpPr/>
          <p:nvPr/>
        </p:nvSpPr>
        <p:spPr>
          <a:xfrm>
            <a:off x="6165850" y="5068570"/>
            <a:ext cx="3302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A85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88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63" name="Shape 45"/>
          <p:cNvSpPr/>
          <p:nvPr/>
        </p:nvSpPr>
        <p:spPr>
          <a:xfrm>
            <a:off x="6842760" y="5087620"/>
            <a:ext cx="151130" cy="226060"/>
          </a:xfrm>
          <a:prstGeom prst="rect">
            <a:avLst/>
          </a:prstGeom>
          <a:solidFill>
            <a:srgbClr val="DFA05C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64" name="Shape 46"/>
          <p:cNvSpPr/>
          <p:nvPr/>
        </p:nvSpPr>
        <p:spPr>
          <a:xfrm>
            <a:off x="6993890" y="5087620"/>
            <a:ext cx="151130" cy="226060"/>
          </a:xfrm>
          <a:prstGeom prst="rect">
            <a:avLst/>
          </a:prstGeom>
          <a:solidFill>
            <a:srgbClr val="E6A862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65" name="Shape 47"/>
          <p:cNvSpPr/>
          <p:nvPr/>
        </p:nvSpPr>
        <p:spPr>
          <a:xfrm>
            <a:off x="7145020" y="5087620"/>
            <a:ext cx="151130" cy="226060"/>
          </a:xfrm>
          <a:prstGeom prst="rect">
            <a:avLst/>
          </a:prstGeom>
          <a:solidFill>
            <a:srgbClr val="EEB26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66" name="Shape 48"/>
          <p:cNvSpPr/>
          <p:nvPr/>
        </p:nvSpPr>
        <p:spPr>
          <a:xfrm>
            <a:off x="7296150" y="5087620"/>
            <a:ext cx="151130" cy="226060"/>
          </a:xfrm>
          <a:prstGeom prst="rect">
            <a:avLst/>
          </a:prstGeom>
          <a:solidFill>
            <a:srgbClr val="F4BC7A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67" name="Shape 49"/>
          <p:cNvSpPr/>
          <p:nvPr/>
        </p:nvSpPr>
        <p:spPr>
          <a:xfrm>
            <a:off x="7447280" y="5087620"/>
            <a:ext cx="151130" cy="226060"/>
          </a:xfrm>
          <a:prstGeom prst="rect">
            <a:avLst/>
          </a:prstGeom>
          <a:solidFill>
            <a:srgbClr val="E2A25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68" name="Shape 50"/>
          <p:cNvSpPr/>
          <p:nvPr/>
        </p:nvSpPr>
        <p:spPr>
          <a:xfrm>
            <a:off x="7598410" y="5087620"/>
            <a:ext cx="151130" cy="226060"/>
          </a:xfrm>
          <a:prstGeom prst="rect">
            <a:avLst/>
          </a:prstGeom>
          <a:solidFill>
            <a:srgbClr val="D89854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69" name="Text 51"/>
          <p:cNvSpPr/>
          <p:nvPr/>
        </p:nvSpPr>
        <p:spPr>
          <a:xfrm>
            <a:off x="7131050" y="5068570"/>
            <a:ext cx="3302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A85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88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70" name="Shape 52"/>
          <p:cNvSpPr/>
          <p:nvPr/>
        </p:nvSpPr>
        <p:spPr>
          <a:xfrm>
            <a:off x="9354820" y="5087620"/>
            <a:ext cx="151130" cy="226060"/>
          </a:xfrm>
          <a:prstGeom prst="rect">
            <a:avLst/>
          </a:prstGeom>
          <a:solidFill>
            <a:srgbClr val="DFA05C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71" name="Shape 53"/>
          <p:cNvSpPr/>
          <p:nvPr/>
        </p:nvSpPr>
        <p:spPr>
          <a:xfrm>
            <a:off x="9505950" y="5087620"/>
            <a:ext cx="151130" cy="226060"/>
          </a:xfrm>
          <a:prstGeom prst="rect">
            <a:avLst/>
          </a:prstGeom>
          <a:solidFill>
            <a:srgbClr val="E6A862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72" name="Shape 54"/>
          <p:cNvSpPr/>
          <p:nvPr/>
        </p:nvSpPr>
        <p:spPr>
          <a:xfrm>
            <a:off x="9657080" y="5087620"/>
            <a:ext cx="151130" cy="226060"/>
          </a:xfrm>
          <a:prstGeom prst="rect">
            <a:avLst/>
          </a:prstGeom>
          <a:solidFill>
            <a:srgbClr val="EEB26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73" name="Shape 55"/>
          <p:cNvSpPr/>
          <p:nvPr/>
        </p:nvSpPr>
        <p:spPr>
          <a:xfrm>
            <a:off x="9808210" y="5087620"/>
            <a:ext cx="151130" cy="226060"/>
          </a:xfrm>
          <a:prstGeom prst="rect">
            <a:avLst/>
          </a:prstGeom>
          <a:solidFill>
            <a:srgbClr val="F4BC7A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74" name="Shape 56"/>
          <p:cNvSpPr/>
          <p:nvPr/>
        </p:nvSpPr>
        <p:spPr>
          <a:xfrm>
            <a:off x="9959340" y="5087620"/>
            <a:ext cx="151130" cy="226060"/>
          </a:xfrm>
          <a:prstGeom prst="rect">
            <a:avLst/>
          </a:prstGeom>
          <a:solidFill>
            <a:srgbClr val="E2A25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75" name="Shape 57"/>
          <p:cNvSpPr/>
          <p:nvPr/>
        </p:nvSpPr>
        <p:spPr>
          <a:xfrm>
            <a:off x="10110470" y="5087620"/>
            <a:ext cx="151130" cy="226060"/>
          </a:xfrm>
          <a:prstGeom prst="rect">
            <a:avLst/>
          </a:prstGeom>
          <a:solidFill>
            <a:srgbClr val="D89854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76" name="Text 58"/>
          <p:cNvSpPr/>
          <p:nvPr/>
        </p:nvSpPr>
        <p:spPr>
          <a:xfrm>
            <a:off x="9643110" y="5068570"/>
            <a:ext cx="3302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A85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88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N-2</a:t>
            </a:r>
            <a:endParaRPr lang="en-US" sz="1400" dirty="0"/>
          </a:p>
        </p:txBody>
      </p:sp>
      <p:sp>
        <p:nvSpPr>
          <p:cNvPr id="77" name="Shape 59"/>
          <p:cNvSpPr/>
          <p:nvPr/>
        </p:nvSpPr>
        <p:spPr>
          <a:xfrm>
            <a:off x="10302240" y="5087620"/>
            <a:ext cx="151130" cy="226060"/>
          </a:xfrm>
          <a:prstGeom prst="rect">
            <a:avLst/>
          </a:prstGeom>
          <a:solidFill>
            <a:srgbClr val="DFA05C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78" name="Shape 60"/>
          <p:cNvSpPr/>
          <p:nvPr/>
        </p:nvSpPr>
        <p:spPr>
          <a:xfrm>
            <a:off x="10453370" y="5087620"/>
            <a:ext cx="151130" cy="226060"/>
          </a:xfrm>
          <a:prstGeom prst="rect">
            <a:avLst/>
          </a:prstGeom>
          <a:solidFill>
            <a:srgbClr val="E6A862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79" name="Shape 61"/>
          <p:cNvSpPr/>
          <p:nvPr/>
        </p:nvSpPr>
        <p:spPr>
          <a:xfrm>
            <a:off x="10604500" y="5087620"/>
            <a:ext cx="151130" cy="226060"/>
          </a:xfrm>
          <a:prstGeom prst="rect">
            <a:avLst/>
          </a:prstGeom>
          <a:solidFill>
            <a:srgbClr val="EEB26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80" name="Shape 62"/>
          <p:cNvSpPr/>
          <p:nvPr/>
        </p:nvSpPr>
        <p:spPr>
          <a:xfrm>
            <a:off x="10755630" y="5087620"/>
            <a:ext cx="151130" cy="226060"/>
          </a:xfrm>
          <a:prstGeom prst="rect">
            <a:avLst/>
          </a:prstGeom>
          <a:solidFill>
            <a:srgbClr val="F4BC7A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81" name="Shape 63"/>
          <p:cNvSpPr/>
          <p:nvPr/>
        </p:nvSpPr>
        <p:spPr>
          <a:xfrm>
            <a:off x="10906760" y="5087620"/>
            <a:ext cx="151130" cy="226060"/>
          </a:xfrm>
          <a:prstGeom prst="rect">
            <a:avLst/>
          </a:prstGeom>
          <a:solidFill>
            <a:srgbClr val="E2A25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82" name="Shape 64"/>
          <p:cNvSpPr/>
          <p:nvPr/>
        </p:nvSpPr>
        <p:spPr>
          <a:xfrm>
            <a:off x="11057890" y="5087620"/>
            <a:ext cx="151130" cy="226060"/>
          </a:xfrm>
          <a:prstGeom prst="rect">
            <a:avLst/>
          </a:prstGeom>
          <a:solidFill>
            <a:srgbClr val="D89854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83" name="Text 65"/>
          <p:cNvSpPr/>
          <p:nvPr/>
        </p:nvSpPr>
        <p:spPr>
          <a:xfrm>
            <a:off x="10590530" y="5068570"/>
            <a:ext cx="3302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A85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88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N-1</a:t>
            </a:r>
            <a:endParaRPr lang="en-US" sz="1400" dirty="0"/>
          </a:p>
        </p:txBody>
      </p:sp>
      <p:sp>
        <p:nvSpPr>
          <p:cNvPr id="84" name="Shape 66"/>
          <p:cNvSpPr/>
          <p:nvPr/>
        </p:nvSpPr>
        <p:spPr>
          <a:xfrm>
            <a:off x="7970520" y="5156200"/>
            <a:ext cx="88900" cy="88900"/>
          </a:xfrm>
          <a:prstGeom prst="ellipse">
            <a:avLst/>
          </a:prstGeom>
          <a:solidFill>
            <a:srgbClr val="773B42"/>
          </a:solidFill>
          <a:ln/>
        </p:spPr>
      </p:sp>
      <p:sp>
        <p:nvSpPr>
          <p:cNvPr id="85" name="Shape 67"/>
          <p:cNvSpPr/>
          <p:nvPr/>
        </p:nvSpPr>
        <p:spPr>
          <a:xfrm>
            <a:off x="8201660" y="5156200"/>
            <a:ext cx="88900" cy="88900"/>
          </a:xfrm>
          <a:prstGeom prst="ellipse">
            <a:avLst/>
          </a:prstGeom>
          <a:solidFill>
            <a:srgbClr val="773B42"/>
          </a:solidFill>
          <a:ln/>
        </p:spPr>
      </p:sp>
      <p:sp>
        <p:nvSpPr>
          <p:cNvPr id="86" name="Shape 68"/>
          <p:cNvSpPr/>
          <p:nvPr/>
        </p:nvSpPr>
        <p:spPr>
          <a:xfrm>
            <a:off x="8431530" y="5156200"/>
            <a:ext cx="88900" cy="88900"/>
          </a:xfrm>
          <a:prstGeom prst="ellipse">
            <a:avLst/>
          </a:prstGeom>
          <a:solidFill>
            <a:srgbClr val="773B42"/>
          </a:solidFill>
          <a:ln/>
        </p:spPr>
      </p:sp>
      <p:sp>
        <p:nvSpPr>
          <p:cNvPr id="87" name="Shape 69"/>
          <p:cNvSpPr/>
          <p:nvPr/>
        </p:nvSpPr>
        <p:spPr>
          <a:xfrm>
            <a:off x="8662670" y="5156200"/>
            <a:ext cx="88900" cy="88900"/>
          </a:xfrm>
          <a:prstGeom prst="ellipse">
            <a:avLst/>
          </a:prstGeom>
          <a:solidFill>
            <a:srgbClr val="773B42"/>
          </a:solidFill>
          <a:ln/>
        </p:spPr>
      </p:sp>
      <p:sp>
        <p:nvSpPr>
          <p:cNvPr id="88" name="Shape 70"/>
          <p:cNvSpPr/>
          <p:nvPr/>
        </p:nvSpPr>
        <p:spPr>
          <a:xfrm>
            <a:off x="8892540" y="5156200"/>
            <a:ext cx="88900" cy="88900"/>
          </a:xfrm>
          <a:prstGeom prst="ellipse">
            <a:avLst/>
          </a:prstGeom>
          <a:solidFill>
            <a:srgbClr val="773B42"/>
          </a:solidFill>
          <a:ln/>
        </p:spPr>
      </p:sp>
      <p:sp>
        <p:nvSpPr>
          <p:cNvPr id="89" name="Shape 71"/>
          <p:cNvSpPr/>
          <p:nvPr/>
        </p:nvSpPr>
        <p:spPr>
          <a:xfrm>
            <a:off x="2026920" y="3731260"/>
            <a:ext cx="151130" cy="226060"/>
          </a:xfrm>
          <a:prstGeom prst="rect">
            <a:avLst/>
          </a:prstGeom>
          <a:solidFill>
            <a:srgbClr val="DFA05C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90" name="Shape 72"/>
          <p:cNvSpPr/>
          <p:nvPr/>
        </p:nvSpPr>
        <p:spPr>
          <a:xfrm>
            <a:off x="2178050" y="3731260"/>
            <a:ext cx="151130" cy="226060"/>
          </a:xfrm>
          <a:prstGeom prst="rect">
            <a:avLst/>
          </a:prstGeom>
          <a:solidFill>
            <a:srgbClr val="E6A862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91" name="Shape 73"/>
          <p:cNvSpPr/>
          <p:nvPr/>
        </p:nvSpPr>
        <p:spPr>
          <a:xfrm>
            <a:off x="2329180" y="3731260"/>
            <a:ext cx="151130" cy="226060"/>
          </a:xfrm>
          <a:prstGeom prst="rect">
            <a:avLst/>
          </a:prstGeom>
          <a:solidFill>
            <a:srgbClr val="EEB26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92" name="Shape 74"/>
          <p:cNvSpPr/>
          <p:nvPr/>
        </p:nvSpPr>
        <p:spPr>
          <a:xfrm>
            <a:off x="2480310" y="3731260"/>
            <a:ext cx="151130" cy="226060"/>
          </a:xfrm>
          <a:prstGeom prst="rect">
            <a:avLst/>
          </a:prstGeom>
          <a:solidFill>
            <a:srgbClr val="F4BC7A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93" name="Shape 75"/>
          <p:cNvSpPr/>
          <p:nvPr/>
        </p:nvSpPr>
        <p:spPr>
          <a:xfrm>
            <a:off x="2631440" y="3731260"/>
            <a:ext cx="151130" cy="226060"/>
          </a:xfrm>
          <a:prstGeom prst="rect">
            <a:avLst/>
          </a:prstGeom>
          <a:solidFill>
            <a:srgbClr val="E2A25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94" name="Shape 76"/>
          <p:cNvSpPr/>
          <p:nvPr/>
        </p:nvSpPr>
        <p:spPr>
          <a:xfrm>
            <a:off x="2782570" y="3731260"/>
            <a:ext cx="151130" cy="226060"/>
          </a:xfrm>
          <a:prstGeom prst="rect">
            <a:avLst/>
          </a:prstGeom>
          <a:solidFill>
            <a:srgbClr val="D89854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95" name="Text 77"/>
          <p:cNvSpPr/>
          <p:nvPr/>
        </p:nvSpPr>
        <p:spPr>
          <a:xfrm>
            <a:off x="2315210" y="3712210"/>
            <a:ext cx="3302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A85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88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400" dirty="0"/>
          </a:p>
        </p:txBody>
      </p:sp>
      <p:sp>
        <p:nvSpPr>
          <p:cNvPr id="96" name="Shape 78"/>
          <p:cNvSpPr/>
          <p:nvPr/>
        </p:nvSpPr>
        <p:spPr>
          <a:xfrm>
            <a:off x="2985770" y="3731260"/>
            <a:ext cx="151130" cy="226060"/>
          </a:xfrm>
          <a:prstGeom prst="rect">
            <a:avLst/>
          </a:prstGeom>
          <a:solidFill>
            <a:srgbClr val="DFA05C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97" name="Shape 79"/>
          <p:cNvSpPr/>
          <p:nvPr/>
        </p:nvSpPr>
        <p:spPr>
          <a:xfrm>
            <a:off x="3136900" y="3731260"/>
            <a:ext cx="151130" cy="226060"/>
          </a:xfrm>
          <a:prstGeom prst="rect">
            <a:avLst/>
          </a:prstGeom>
          <a:solidFill>
            <a:srgbClr val="E6A862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98" name="Shape 80"/>
          <p:cNvSpPr/>
          <p:nvPr/>
        </p:nvSpPr>
        <p:spPr>
          <a:xfrm>
            <a:off x="3288030" y="3731260"/>
            <a:ext cx="151130" cy="226060"/>
          </a:xfrm>
          <a:prstGeom prst="rect">
            <a:avLst/>
          </a:prstGeom>
          <a:solidFill>
            <a:srgbClr val="EEB26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99" name="Shape 81"/>
          <p:cNvSpPr/>
          <p:nvPr/>
        </p:nvSpPr>
        <p:spPr>
          <a:xfrm>
            <a:off x="3439160" y="3731260"/>
            <a:ext cx="151130" cy="226060"/>
          </a:xfrm>
          <a:prstGeom prst="rect">
            <a:avLst/>
          </a:prstGeom>
          <a:solidFill>
            <a:srgbClr val="F4BC7A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00" name="Shape 82"/>
          <p:cNvSpPr/>
          <p:nvPr/>
        </p:nvSpPr>
        <p:spPr>
          <a:xfrm>
            <a:off x="3590290" y="3731260"/>
            <a:ext cx="151130" cy="226060"/>
          </a:xfrm>
          <a:prstGeom prst="rect">
            <a:avLst/>
          </a:prstGeom>
          <a:solidFill>
            <a:srgbClr val="E2A25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01" name="Shape 83"/>
          <p:cNvSpPr/>
          <p:nvPr/>
        </p:nvSpPr>
        <p:spPr>
          <a:xfrm>
            <a:off x="3741420" y="3731260"/>
            <a:ext cx="151130" cy="226060"/>
          </a:xfrm>
          <a:prstGeom prst="rect">
            <a:avLst/>
          </a:prstGeom>
          <a:solidFill>
            <a:srgbClr val="D89854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02" name="Text 84"/>
          <p:cNvSpPr/>
          <p:nvPr/>
        </p:nvSpPr>
        <p:spPr>
          <a:xfrm>
            <a:off x="3274060" y="3712210"/>
            <a:ext cx="3302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A85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88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3" name="Shape 85"/>
          <p:cNvSpPr/>
          <p:nvPr/>
        </p:nvSpPr>
        <p:spPr>
          <a:xfrm>
            <a:off x="3953510" y="3731260"/>
            <a:ext cx="151130" cy="226060"/>
          </a:xfrm>
          <a:prstGeom prst="rect">
            <a:avLst/>
          </a:prstGeom>
          <a:solidFill>
            <a:srgbClr val="DFA05C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04" name="Shape 86"/>
          <p:cNvSpPr/>
          <p:nvPr/>
        </p:nvSpPr>
        <p:spPr>
          <a:xfrm>
            <a:off x="4104640" y="3731260"/>
            <a:ext cx="151130" cy="226060"/>
          </a:xfrm>
          <a:prstGeom prst="rect">
            <a:avLst/>
          </a:prstGeom>
          <a:solidFill>
            <a:srgbClr val="E6A862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05" name="Shape 87"/>
          <p:cNvSpPr/>
          <p:nvPr/>
        </p:nvSpPr>
        <p:spPr>
          <a:xfrm>
            <a:off x="4255770" y="3731260"/>
            <a:ext cx="151130" cy="226060"/>
          </a:xfrm>
          <a:prstGeom prst="rect">
            <a:avLst/>
          </a:prstGeom>
          <a:solidFill>
            <a:srgbClr val="EEB26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06" name="Shape 88"/>
          <p:cNvSpPr/>
          <p:nvPr/>
        </p:nvSpPr>
        <p:spPr>
          <a:xfrm>
            <a:off x="4406900" y="3731260"/>
            <a:ext cx="151130" cy="226060"/>
          </a:xfrm>
          <a:prstGeom prst="rect">
            <a:avLst/>
          </a:prstGeom>
          <a:solidFill>
            <a:srgbClr val="F4BC7A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07" name="Shape 89"/>
          <p:cNvSpPr/>
          <p:nvPr/>
        </p:nvSpPr>
        <p:spPr>
          <a:xfrm>
            <a:off x="4558030" y="3731260"/>
            <a:ext cx="151130" cy="226060"/>
          </a:xfrm>
          <a:prstGeom prst="rect">
            <a:avLst/>
          </a:prstGeom>
          <a:solidFill>
            <a:srgbClr val="E2A25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08" name="Shape 90"/>
          <p:cNvSpPr/>
          <p:nvPr/>
        </p:nvSpPr>
        <p:spPr>
          <a:xfrm>
            <a:off x="4709160" y="3731260"/>
            <a:ext cx="151130" cy="226060"/>
          </a:xfrm>
          <a:prstGeom prst="rect">
            <a:avLst/>
          </a:prstGeom>
          <a:solidFill>
            <a:srgbClr val="D89854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09" name="Text 91"/>
          <p:cNvSpPr/>
          <p:nvPr/>
        </p:nvSpPr>
        <p:spPr>
          <a:xfrm>
            <a:off x="4241800" y="3712210"/>
            <a:ext cx="3302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A85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88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10" name="Shape 92"/>
          <p:cNvSpPr/>
          <p:nvPr/>
        </p:nvSpPr>
        <p:spPr>
          <a:xfrm>
            <a:off x="4918710" y="3731260"/>
            <a:ext cx="151130" cy="226060"/>
          </a:xfrm>
          <a:prstGeom prst="rect">
            <a:avLst/>
          </a:prstGeom>
          <a:solidFill>
            <a:srgbClr val="DFA05C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11" name="Shape 93"/>
          <p:cNvSpPr/>
          <p:nvPr/>
        </p:nvSpPr>
        <p:spPr>
          <a:xfrm>
            <a:off x="5069840" y="3731260"/>
            <a:ext cx="151130" cy="226060"/>
          </a:xfrm>
          <a:prstGeom prst="rect">
            <a:avLst/>
          </a:prstGeom>
          <a:solidFill>
            <a:srgbClr val="E6A862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12" name="Shape 94"/>
          <p:cNvSpPr/>
          <p:nvPr/>
        </p:nvSpPr>
        <p:spPr>
          <a:xfrm>
            <a:off x="5220970" y="3731260"/>
            <a:ext cx="151130" cy="226060"/>
          </a:xfrm>
          <a:prstGeom prst="rect">
            <a:avLst/>
          </a:prstGeom>
          <a:solidFill>
            <a:srgbClr val="EEB26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13" name="Shape 95"/>
          <p:cNvSpPr/>
          <p:nvPr/>
        </p:nvSpPr>
        <p:spPr>
          <a:xfrm>
            <a:off x="5372100" y="3731260"/>
            <a:ext cx="151130" cy="226060"/>
          </a:xfrm>
          <a:prstGeom prst="rect">
            <a:avLst/>
          </a:prstGeom>
          <a:solidFill>
            <a:srgbClr val="F4BC7A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14" name="Shape 96"/>
          <p:cNvSpPr/>
          <p:nvPr/>
        </p:nvSpPr>
        <p:spPr>
          <a:xfrm>
            <a:off x="5523230" y="3731260"/>
            <a:ext cx="151130" cy="226060"/>
          </a:xfrm>
          <a:prstGeom prst="rect">
            <a:avLst/>
          </a:prstGeom>
          <a:solidFill>
            <a:srgbClr val="E2A25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15" name="Shape 97"/>
          <p:cNvSpPr/>
          <p:nvPr/>
        </p:nvSpPr>
        <p:spPr>
          <a:xfrm>
            <a:off x="5674360" y="3731260"/>
            <a:ext cx="151130" cy="226060"/>
          </a:xfrm>
          <a:prstGeom prst="rect">
            <a:avLst/>
          </a:prstGeom>
          <a:solidFill>
            <a:srgbClr val="D89854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16" name="Text 98"/>
          <p:cNvSpPr/>
          <p:nvPr/>
        </p:nvSpPr>
        <p:spPr>
          <a:xfrm>
            <a:off x="5207000" y="3712210"/>
            <a:ext cx="3302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A85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88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17" name="Shape 99"/>
          <p:cNvSpPr/>
          <p:nvPr/>
        </p:nvSpPr>
        <p:spPr>
          <a:xfrm>
            <a:off x="5877560" y="3731260"/>
            <a:ext cx="151130" cy="226060"/>
          </a:xfrm>
          <a:prstGeom prst="rect">
            <a:avLst/>
          </a:prstGeom>
          <a:solidFill>
            <a:srgbClr val="DFA05C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18" name="Shape 100"/>
          <p:cNvSpPr/>
          <p:nvPr/>
        </p:nvSpPr>
        <p:spPr>
          <a:xfrm>
            <a:off x="6028690" y="3731260"/>
            <a:ext cx="151130" cy="226060"/>
          </a:xfrm>
          <a:prstGeom prst="rect">
            <a:avLst/>
          </a:prstGeom>
          <a:solidFill>
            <a:srgbClr val="E6A862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19" name="Shape 101"/>
          <p:cNvSpPr/>
          <p:nvPr/>
        </p:nvSpPr>
        <p:spPr>
          <a:xfrm>
            <a:off x="6179820" y="3731260"/>
            <a:ext cx="151130" cy="226060"/>
          </a:xfrm>
          <a:prstGeom prst="rect">
            <a:avLst/>
          </a:prstGeom>
          <a:solidFill>
            <a:srgbClr val="EEB26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20" name="Shape 102"/>
          <p:cNvSpPr/>
          <p:nvPr/>
        </p:nvSpPr>
        <p:spPr>
          <a:xfrm>
            <a:off x="6330950" y="3731260"/>
            <a:ext cx="151130" cy="226060"/>
          </a:xfrm>
          <a:prstGeom prst="rect">
            <a:avLst/>
          </a:prstGeom>
          <a:solidFill>
            <a:srgbClr val="F4BC7A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21" name="Shape 103"/>
          <p:cNvSpPr/>
          <p:nvPr/>
        </p:nvSpPr>
        <p:spPr>
          <a:xfrm>
            <a:off x="6482080" y="3731260"/>
            <a:ext cx="151130" cy="226060"/>
          </a:xfrm>
          <a:prstGeom prst="rect">
            <a:avLst/>
          </a:prstGeom>
          <a:solidFill>
            <a:srgbClr val="E2A25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22" name="Shape 104"/>
          <p:cNvSpPr/>
          <p:nvPr/>
        </p:nvSpPr>
        <p:spPr>
          <a:xfrm>
            <a:off x="6633210" y="3731260"/>
            <a:ext cx="151130" cy="226060"/>
          </a:xfrm>
          <a:prstGeom prst="rect">
            <a:avLst/>
          </a:prstGeom>
          <a:solidFill>
            <a:srgbClr val="D89854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23" name="Text 105"/>
          <p:cNvSpPr/>
          <p:nvPr/>
        </p:nvSpPr>
        <p:spPr>
          <a:xfrm>
            <a:off x="6165850" y="3712210"/>
            <a:ext cx="3302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A85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88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24" name="Shape 106"/>
          <p:cNvSpPr/>
          <p:nvPr/>
        </p:nvSpPr>
        <p:spPr>
          <a:xfrm>
            <a:off x="6842760" y="3731260"/>
            <a:ext cx="151130" cy="226060"/>
          </a:xfrm>
          <a:prstGeom prst="rect">
            <a:avLst/>
          </a:prstGeom>
          <a:solidFill>
            <a:srgbClr val="DFA05C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25" name="Shape 107"/>
          <p:cNvSpPr/>
          <p:nvPr/>
        </p:nvSpPr>
        <p:spPr>
          <a:xfrm>
            <a:off x="6993890" y="3731260"/>
            <a:ext cx="151130" cy="226060"/>
          </a:xfrm>
          <a:prstGeom prst="rect">
            <a:avLst/>
          </a:prstGeom>
          <a:solidFill>
            <a:srgbClr val="E6A862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26" name="Shape 108"/>
          <p:cNvSpPr/>
          <p:nvPr/>
        </p:nvSpPr>
        <p:spPr>
          <a:xfrm>
            <a:off x="7145020" y="3731260"/>
            <a:ext cx="151130" cy="226060"/>
          </a:xfrm>
          <a:prstGeom prst="rect">
            <a:avLst/>
          </a:prstGeom>
          <a:solidFill>
            <a:srgbClr val="EEB26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27" name="Shape 109"/>
          <p:cNvSpPr/>
          <p:nvPr/>
        </p:nvSpPr>
        <p:spPr>
          <a:xfrm>
            <a:off x="7296150" y="3731260"/>
            <a:ext cx="151130" cy="226060"/>
          </a:xfrm>
          <a:prstGeom prst="rect">
            <a:avLst/>
          </a:prstGeom>
          <a:solidFill>
            <a:srgbClr val="F4BC7A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28" name="Shape 110"/>
          <p:cNvSpPr/>
          <p:nvPr/>
        </p:nvSpPr>
        <p:spPr>
          <a:xfrm>
            <a:off x="7447280" y="3731260"/>
            <a:ext cx="151130" cy="226060"/>
          </a:xfrm>
          <a:prstGeom prst="rect">
            <a:avLst/>
          </a:prstGeom>
          <a:solidFill>
            <a:srgbClr val="E2A25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29" name="Shape 111"/>
          <p:cNvSpPr/>
          <p:nvPr/>
        </p:nvSpPr>
        <p:spPr>
          <a:xfrm>
            <a:off x="7598410" y="3731260"/>
            <a:ext cx="151130" cy="226060"/>
          </a:xfrm>
          <a:prstGeom prst="rect">
            <a:avLst/>
          </a:prstGeom>
          <a:solidFill>
            <a:srgbClr val="D89854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30" name="Text 112"/>
          <p:cNvSpPr/>
          <p:nvPr/>
        </p:nvSpPr>
        <p:spPr>
          <a:xfrm>
            <a:off x="7131050" y="3712210"/>
            <a:ext cx="3302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A85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88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131" name="Shape 113"/>
          <p:cNvSpPr/>
          <p:nvPr/>
        </p:nvSpPr>
        <p:spPr>
          <a:xfrm>
            <a:off x="9354820" y="3731260"/>
            <a:ext cx="151130" cy="226060"/>
          </a:xfrm>
          <a:prstGeom prst="rect">
            <a:avLst/>
          </a:prstGeom>
          <a:solidFill>
            <a:srgbClr val="DFA05C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32" name="Shape 114"/>
          <p:cNvSpPr/>
          <p:nvPr/>
        </p:nvSpPr>
        <p:spPr>
          <a:xfrm>
            <a:off x="9505950" y="3731260"/>
            <a:ext cx="151130" cy="226060"/>
          </a:xfrm>
          <a:prstGeom prst="rect">
            <a:avLst/>
          </a:prstGeom>
          <a:solidFill>
            <a:srgbClr val="E6A862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33" name="Shape 115"/>
          <p:cNvSpPr/>
          <p:nvPr/>
        </p:nvSpPr>
        <p:spPr>
          <a:xfrm>
            <a:off x="9657080" y="3731260"/>
            <a:ext cx="151130" cy="226060"/>
          </a:xfrm>
          <a:prstGeom prst="rect">
            <a:avLst/>
          </a:prstGeom>
          <a:solidFill>
            <a:srgbClr val="EEB26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34" name="Shape 116"/>
          <p:cNvSpPr/>
          <p:nvPr/>
        </p:nvSpPr>
        <p:spPr>
          <a:xfrm>
            <a:off x="9808210" y="3731260"/>
            <a:ext cx="151130" cy="226060"/>
          </a:xfrm>
          <a:prstGeom prst="rect">
            <a:avLst/>
          </a:prstGeom>
          <a:solidFill>
            <a:srgbClr val="F4BC7A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35" name="Shape 117"/>
          <p:cNvSpPr/>
          <p:nvPr/>
        </p:nvSpPr>
        <p:spPr>
          <a:xfrm>
            <a:off x="9959340" y="3731260"/>
            <a:ext cx="151130" cy="226060"/>
          </a:xfrm>
          <a:prstGeom prst="rect">
            <a:avLst/>
          </a:prstGeom>
          <a:solidFill>
            <a:srgbClr val="E2A25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36" name="Shape 118"/>
          <p:cNvSpPr/>
          <p:nvPr/>
        </p:nvSpPr>
        <p:spPr>
          <a:xfrm>
            <a:off x="10110470" y="3731260"/>
            <a:ext cx="151130" cy="226060"/>
          </a:xfrm>
          <a:prstGeom prst="rect">
            <a:avLst/>
          </a:prstGeom>
          <a:solidFill>
            <a:srgbClr val="D89854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37" name="Text 119"/>
          <p:cNvSpPr/>
          <p:nvPr/>
        </p:nvSpPr>
        <p:spPr>
          <a:xfrm>
            <a:off x="9643110" y="3712210"/>
            <a:ext cx="3302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A85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88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N-2</a:t>
            </a:r>
            <a:endParaRPr lang="en-US" sz="1400" dirty="0"/>
          </a:p>
        </p:txBody>
      </p:sp>
      <p:sp>
        <p:nvSpPr>
          <p:cNvPr id="138" name="Shape 120"/>
          <p:cNvSpPr/>
          <p:nvPr/>
        </p:nvSpPr>
        <p:spPr>
          <a:xfrm>
            <a:off x="10302240" y="3731260"/>
            <a:ext cx="151130" cy="226060"/>
          </a:xfrm>
          <a:prstGeom prst="rect">
            <a:avLst/>
          </a:prstGeom>
          <a:solidFill>
            <a:srgbClr val="DFA05C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39" name="Shape 121"/>
          <p:cNvSpPr/>
          <p:nvPr/>
        </p:nvSpPr>
        <p:spPr>
          <a:xfrm>
            <a:off x="10453370" y="3731260"/>
            <a:ext cx="151130" cy="226060"/>
          </a:xfrm>
          <a:prstGeom prst="rect">
            <a:avLst/>
          </a:prstGeom>
          <a:solidFill>
            <a:srgbClr val="E6A862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40" name="Shape 122"/>
          <p:cNvSpPr/>
          <p:nvPr/>
        </p:nvSpPr>
        <p:spPr>
          <a:xfrm>
            <a:off x="10604500" y="3731260"/>
            <a:ext cx="151130" cy="226060"/>
          </a:xfrm>
          <a:prstGeom prst="rect">
            <a:avLst/>
          </a:prstGeom>
          <a:solidFill>
            <a:srgbClr val="EEB26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41" name="Shape 123"/>
          <p:cNvSpPr/>
          <p:nvPr/>
        </p:nvSpPr>
        <p:spPr>
          <a:xfrm>
            <a:off x="10755630" y="3731260"/>
            <a:ext cx="151130" cy="226060"/>
          </a:xfrm>
          <a:prstGeom prst="rect">
            <a:avLst/>
          </a:prstGeom>
          <a:solidFill>
            <a:srgbClr val="F4BC7A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42" name="Shape 124"/>
          <p:cNvSpPr/>
          <p:nvPr/>
        </p:nvSpPr>
        <p:spPr>
          <a:xfrm>
            <a:off x="10906760" y="3731260"/>
            <a:ext cx="151130" cy="226060"/>
          </a:xfrm>
          <a:prstGeom prst="rect">
            <a:avLst/>
          </a:prstGeom>
          <a:solidFill>
            <a:srgbClr val="E2A25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43" name="Shape 125"/>
          <p:cNvSpPr/>
          <p:nvPr/>
        </p:nvSpPr>
        <p:spPr>
          <a:xfrm>
            <a:off x="11057890" y="3731260"/>
            <a:ext cx="151130" cy="226060"/>
          </a:xfrm>
          <a:prstGeom prst="rect">
            <a:avLst/>
          </a:prstGeom>
          <a:solidFill>
            <a:srgbClr val="D89854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44" name="Text 126"/>
          <p:cNvSpPr/>
          <p:nvPr/>
        </p:nvSpPr>
        <p:spPr>
          <a:xfrm>
            <a:off x="10590530" y="3712210"/>
            <a:ext cx="3302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A85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88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N-1</a:t>
            </a:r>
            <a:endParaRPr lang="en-US" sz="1400" dirty="0"/>
          </a:p>
        </p:txBody>
      </p:sp>
      <p:sp>
        <p:nvSpPr>
          <p:cNvPr id="145" name="Shape 127"/>
          <p:cNvSpPr/>
          <p:nvPr/>
        </p:nvSpPr>
        <p:spPr>
          <a:xfrm>
            <a:off x="7970520" y="3799840"/>
            <a:ext cx="88900" cy="88900"/>
          </a:xfrm>
          <a:prstGeom prst="ellipse">
            <a:avLst/>
          </a:prstGeom>
          <a:solidFill>
            <a:srgbClr val="773B42"/>
          </a:solidFill>
          <a:ln/>
        </p:spPr>
      </p:sp>
      <p:sp>
        <p:nvSpPr>
          <p:cNvPr id="146" name="Shape 128"/>
          <p:cNvSpPr/>
          <p:nvPr/>
        </p:nvSpPr>
        <p:spPr>
          <a:xfrm>
            <a:off x="8201660" y="3799840"/>
            <a:ext cx="88900" cy="88900"/>
          </a:xfrm>
          <a:prstGeom prst="ellipse">
            <a:avLst/>
          </a:prstGeom>
          <a:solidFill>
            <a:srgbClr val="773B42"/>
          </a:solidFill>
          <a:ln/>
        </p:spPr>
      </p:sp>
      <p:sp>
        <p:nvSpPr>
          <p:cNvPr id="147" name="Shape 129"/>
          <p:cNvSpPr/>
          <p:nvPr/>
        </p:nvSpPr>
        <p:spPr>
          <a:xfrm>
            <a:off x="8431530" y="3799840"/>
            <a:ext cx="88900" cy="88900"/>
          </a:xfrm>
          <a:prstGeom prst="ellipse">
            <a:avLst/>
          </a:prstGeom>
          <a:solidFill>
            <a:srgbClr val="773B42"/>
          </a:solidFill>
          <a:ln/>
        </p:spPr>
      </p:sp>
      <p:sp>
        <p:nvSpPr>
          <p:cNvPr id="148" name="Shape 130"/>
          <p:cNvSpPr/>
          <p:nvPr/>
        </p:nvSpPr>
        <p:spPr>
          <a:xfrm>
            <a:off x="8662670" y="3799840"/>
            <a:ext cx="88900" cy="88900"/>
          </a:xfrm>
          <a:prstGeom prst="ellipse">
            <a:avLst/>
          </a:prstGeom>
          <a:solidFill>
            <a:srgbClr val="773B42"/>
          </a:solidFill>
          <a:ln/>
        </p:spPr>
      </p:sp>
      <p:sp>
        <p:nvSpPr>
          <p:cNvPr id="149" name="Shape 131"/>
          <p:cNvSpPr/>
          <p:nvPr/>
        </p:nvSpPr>
        <p:spPr>
          <a:xfrm>
            <a:off x="8892540" y="3799840"/>
            <a:ext cx="88900" cy="88900"/>
          </a:xfrm>
          <a:prstGeom prst="ellipse">
            <a:avLst/>
          </a:prstGeom>
          <a:solidFill>
            <a:srgbClr val="773B42"/>
          </a:solidFill>
          <a:ln/>
        </p:spPr>
      </p:sp>
      <p:sp>
        <p:nvSpPr>
          <p:cNvPr id="150" name="Shape 132"/>
          <p:cNvSpPr/>
          <p:nvPr/>
        </p:nvSpPr>
        <p:spPr>
          <a:xfrm>
            <a:off x="2026920" y="2270760"/>
            <a:ext cx="151130" cy="226060"/>
          </a:xfrm>
          <a:prstGeom prst="rect">
            <a:avLst/>
          </a:prstGeom>
          <a:solidFill>
            <a:srgbClr val="DFA05C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51" name="Shape 133"/>
          <p:cNvSpPr/>
          <p:nvPr/>
        </p:nvSpPr>
        <p:spPr>
          <a:xfrm>
            <a:off x="2178050" y="2270760"/>
            <a:ext cx="151130" cy="226060"/>
          </a:xfrm>
          <a:prstGeom prst="rect">
            <a:avLst/>
          </a:prstGeom>
          <a:solidFill>
            <a:srgbClr val="E6A862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52" name="Shape 134"/>
          <p:cNvSpPr/>
          <p:nvPr/>
        </p:nvSpPr>
        <p:spPr>
          <a:xfrm>
            <a:off x="2329180" y="2270760"/>
            <a:ext cx="151130" cy="226060"/>
          </a:xfrm>
          <a:prstGeom prst="rect">
            <a:avLst/>
          </a:prstGeom>
          <a:solidFill>
            <a:srgbClr val="EEB26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53" name="Shape 135"/>
          <p:cNvSpPr/>
          <p:nvPr/>
        </p:nvSpPr>
        <p:spPr>
          <a:xfrm>
            <a:off x="2480310" y="2270760"/>
            <a:ext cx="151130" cy="226060"/>
          </a:xfrm>
          <a:prstGeom prst="rect">
            <a:avLst/>
          </a:prstGeom>
          <a:solidFill>
            <a:srgbClr val="F4BC7A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54" name="Shape 136"/>
          <p:cNvSpPr/>
          <p:nvPr/>
        </p:nvSpPr>
        <p:spPr>
          <a:xfrm>
            <a:off x="2631440" y="2270760"/>
            <a:ext cx="151130" cy="226060"/>
          </a:xfrm>
          <a:prstGeom prst="rect">
            <a:avLst/>
          </a:prstGeom>
          <a:solidFill>
            <a:srgbClr val="E2A25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55" name="Shape 137"/>
          <p:cNvSpPr/>
          <p:nvPr/>
        </p:nvSpPr>
        <p:spPr>
          <a:xfrm>
            <a:off x="2782570" y="2270760"/>
            <a:ext cx="151130" cy="226060"/>
          </a:xfrm>
          <a:prstGeom prst="rect">
            <a:avLst/>
          </a:prstGeom>
          <a:solidFill>
            <a:srgbClr val="D89854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56" name="Text 138"/>
          <p:cNvSpPr/>
          <p:nvPr/>
        </p:nvSpPr>
        <p:spPr>
          <a:xfrm>
            <a:off x="2315210" y="2251710"/>
            <a:ext cx="3302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A85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88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400" dirty="0"/>
          </a:p>
        </p:txBody>
      </p:sp>
      <p:sp>
        <p:nvSpPr>
          <p:cNvPr id="157" name="Shape 139"/>
          <p:cNvSpPr/>
          <p:nvPr/>
        </p:nvSpPr>
        <p:spPr>
          <a:xfrm>
            <a:off x="2985770" y="2270760"/>
            <a:ext cx="151130" cy="226060"/>
          </a:xfrm>
          <a:prstGeom prst="rect">
            <a:avLst/>
          </a:prstGeom>
          <a:solidFill>
            <a:srgbClr val="DFA05C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58" name="Shape 140"/>
          <p:cNvSpPr/>
          <p:nvPr/>
        </p:nvSpPr>
        <p:spPr>
          <a:xfrm>
            <a:off x="3136900" y="2270760"/>
            <a:ext cx="151130" cy="226060"/>
          </a:xfrm>
          <a:prstGeom prst="rect">
            <a:avLst/>
          </a:prstGeom>
          <a:solidFill>
            <a:srgbClr val="E6A862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59" name="Shape 141"/>
          <p:cNvSpPr/>
          <p:nvPr/>
        </p:nvSpPr>
        <p:spPr>
          <a:xfrm>
            <a:off x="3288030" y="2270760"/>
            <a:ext cx="151130" cy="226060"/>
          </a:xfrm>
          <a:prstGeom prst="rect">
            <a:avLst/>
          </a:prstGeom>
          <a:solidFill>
            <a:srgbClr val="EEB26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60" name="Shape 142"/>
          <p:cNvSpPr/>
          <p:nvPr/>
        </p:nvSpPr>
        <p:spPr>
          <a:xfrm>
            <a:off x="3439160" y="2270760"/>
            <a:ext cx="151130" cy="226060"/>
          </a:xfrm>
          <a:prstGeom prst="rect">
            <a:avLst/>
          </a:prstGeom>
          <a:solidFill>
            <a:srgbClr val="F4BC7A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61" name="Shape 143"/>
          <p:cNvSpPr/>
          <p:nvPr/>
        </p:nvSpPr>
        <p:spPr>
          <a:xfrm>
            <a:off x="3590290" y="2270760"/>
            <a:ext cx="151130" cy="226060"/>
          </a:xfrm>
          <a:prstGeom prst="rect">
            <a:avLst/>
          </a:prstGeom>
          <a:solidFill>
            <a:srgbClr val="E2A25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62" name="Shape 144"/>
          <p:cNvSpPr/>
          <p:nvPr/>
        </p:nvSpPr>
        <p:spPr>
          <a:xfrm>
            <a:off x="3741420" y="2270760"/>
            <a:ext cx="151130" cy="226060"/>
          </a:xfrm>
          <a:prstGeom prst="rect">
            <a:avLst/>
          </a:prstGeom>
          <a:solidFill>
            <a:srgbClr val="D89854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63" name="Text 145"/>
          <p:cNvSpPr/>
          <p:nvPr/>
        </p:nvSpPr>
        <p:spPr>
          <a:xfrm>
            <a:off x="3274060" y="2251710"/>
            <a:ext cx="3302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A85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88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64" name="Shape 146"/>
          <p:cNvSpPr/>
          <p:nvPr/>
        </p:nvSpPr>
        <p:spPr>
          <a:xfrm>
            <a:off x="3953510" y="2270760"/>
            <a:ext cx="151130" cy="226060"/>
          </a:xfrm>
          <a:prstGeom prst="rect">
            <a:avLst/>
          </a:prstGeom>
          <a:solidFill>
            <a:srgbClr val="DFA05C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65" name="Shape 147"/>
          <p:cNvSpPr/>
          <p:nvPr/>
        </p:nvSpPr>
        <p:spPr>
          <a:xfrm>
            <a:off x="4104640" y="2270760"/>
            <a:ext cx="151130" cy="226060"/>
          </a:xfrm>
          <a:prstGeom prst="rect">
            <a:avLst/>
          </a:prstGeom>
          <a:solidFill>
            <a:srgbClr val="E6A862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66" name="Shape 148"/>
          <p:cNvSpPr/>
          <p:nvPr/>
        </p:nvSpPr>
        <p:spPr>
          <a:xfrm>
            <a:off x="4255770" y="2270760"/>
            <a:ext cx="151130" cy="226060"/>
          </a:xfrm>
          <a:prstGeom prst="rect">
            <a:avLst/>
          </a:prstGeom>
          <a:solidFill>
            <a:srgbClr val="EEB26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67" name="Shape 149"/>
          <p:cNvSpPr/>
          <p:nvPr/>
        </p:nvSpPr>
        <p:spPr>
          <a:xfrm>
            <a:off x="4406900" y="2270760"/>
            <a:ext cx="151130" cy="226060"/>
          </a:xfrm>
          <a:prstGeom prst="rect">
            <a:avLst/>
          </a:prstGeom>
          <a:solidFill>
            <a:srgbClr val="F4BC7A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68" name="Shape 150"/>
          <p:cNvSpPr/>
          <p:nvPr/>
        </p:nvSpPr>
        <p:spPr>
          <a:xfrm>
            <a:off x="4558030" y="2270760"/>
            <a:ext cx="151130" cy="226060"/>
          </a:xfrm>
          <a:prstGeom prst="rect">
            <a:avLst/>
          </a:prstGeom>
          <a:solidFill>
            <a:srgbClr val="E2A25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69" name="Shape 151"/>
          <p:cNvSpPr/>
          <p:nvPr/>
        </p:nvSpPr>
        <p:spPr>
          <a:xfrm>
            <a:off x="4709160" y="2270760"/>
            <a:ext cx="151130" cy="226060"/>
          </a:xfrm>
          <a:prstGeom prst="rect">
            <a:avLst/>
          </a:prstGeom>
          <a:solidFill>
            <a:srgbClr val="D89854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70" name="Text 152"/>
          <p:cNvSpPr/>
          <p:nvPr/>
        </p:nvSpPr>
        <p:spPr>
          <a:xfrm>
            <a:off x="4241800" y="2251710"/>
            <a:ext cx="3302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A85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88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71" name="Shape 153"/>
          <p:cNvSpPr/>
          <p:nvPr/>
        </p:nvSpPr>
        <p:spPr>
          <a:xfrm>
            <a:off x="4918710" y="2270760"/>
            <a:ext cx="151130" cy="226060"/>
          </a:xfrm>
          <a:prstGeom prst="rect">
            <a:avLst/>
          </a:prstGeom>
          <a:solidFill>
            <a:srgbClr val="DFA05C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72" name="Shape 154"/>
          <p:cNvSpPr/>
          <p:nvPr/>
        </p:nvSpPr>
        <p:spPr>
          <a:xfrm>
            <a:off x="5069840" y="2270760"/>
            <a:ext cx="151130" cy="226060"/>
          </a:xfrm>
          <a:prstGeom prst="rect">
            <a:avLst/>
          </a:prstGeom>
          <a:solidFill>
            <a:srgbClr val="E6A862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73" name="Shape 155"/>
          <p:cNvSpPr/>
          <p:nvPr/>
        </p:nvSpPr>
        <p:spPr>
          <a:xfrm>
            <a:off x="5220970" y="2270760"/>
            <a:ext cx="151130" cy="226060"/>
          </a:xfrm>
          <a:prstGeom prst="rect">
            <a:avLst/>
          </a:prstGeom>
          <a:solidFill>
            <a:srgbClr val="EEB26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74" name="Shape 156"/>
          <p:cNvSpPr/>
          <p:nvPr/>
        </p:nvSpPr>
        <p:spPr>
          <a:xfrm>
            <a:off x="5372100" y="2270760"/>
            <a:ext cx="151130" cy="226060"/>
          </a:xfrm>
          <a:prstGeom prst="rect">
            <a:avLst/>
          </a:prstGeom>
          <a:solidFill>
            <a:srgbClr val="F4BC7A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75" name="Shape 157"/>
          <p:cNvSpPr/>
          <p:nvPr/>
        </p:nvSpPr>
        <p:spPr>
          <a:xfrm>
            <a:off x="5523230" y="2270760"/>
            <a:ext cx="151130" cy="226060"/>
          </a:xfrm>
          <a:prstGeom prst="rect">
            <a:avLst/>
          </a:prstGeom>
          <a:solidFill>
            <a:srgbClr val="E2A25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76" name="Shape 158"/>
          <p:cNvSpPr/>
          <p:nvPr/>
        </p:nvSpPr>
        <p:spPr>
          <a:xfrm>
            <a:off x="5674360" y="2270760"/>
            <a:ext cx="151130" cy="226060"/>
          </a:xfrm>
          <a:prstGeom prst="rect">
            <a:avLst/>
          </a:prstGeom>
          <a:solidFill>
            <a:srgbClr val="D89854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77" name="Text 159"/>
          <p:cNvSpPr/>
          <p:nvPr/>
        </p:nvSpPr>
        <p:spPr>
          <a:xfrm>
            <a:off x="5207000" y="2251710"/>
            <a:ext cx="3302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A85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88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8" name="Shape 160"/>
          <p:cNvSpPr/>
          <p:nvPr/>
        </p:nvSpPr>
        <p:spPr>
          <a:xfrm>
            <a:off x="5877560" y="2270760"/>
            <a:ext cx="151130" cy="226060"/>
          </a:xfrm>
          <a:prstGeom prst="rect">
            <a:avLst/>
          </a:prstGeom>
          <a:solidFill>
            <a:srgbClr val="DFA05C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79" name="Shape 161"/>
          <p:cNvSpPr/>
          <p:nvPr/>
        </p:nvSpPr>
        <p:spPr>
          <a:xfrm>
            <a:off x="6028690" y="2270760"/>
            <a:ext cx="151130" cy="226060"/>
          </a:xfrm>
          <a:prstGeom prst="rect">
            <a:avLst/>
          </a:prstGeom>
          <a:solidFill>
            <a:srgbClr val="E6A862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80" name="Shape 162"/>
          <p:cNvSpPr/>
          <p:nvPr/>
        </p:nvSpPr>
        <p:spPr>
          <a:xfrm>
            <a:off x="6179820" y="2270760"/>
            <a:ext cx="151130" cy="226060"/>
          </a:xfrm>
          <a:prstGeom prst="rect">
            <a:avLst/>
          </a:prstGeom>
          <a:solidFill>
            <a:srgbClr val="EEB26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81" name="Shape 163"/>
          <p:cNvSpPr/>
          <p:nvPr/>
        </p:nvSpPr>
        <p:spPr>
          <a:xfrm>
            <a:off x="6330950" y="2270760"/>
            <a:ext cx="151130" cy="226060"/>
          </a:xfrm>
          <a:prstGeom prst="rect">
            <a:avLst/>
          </a:prstGeom>
          <a:solidFill>
            <a:srgbClr val="F4BC7A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82" name="Shape 164"/>
          <p:cNvSpPr/>
          <p:nvPr/>
        </p:nvSpPr>
        <p:spPr>
          <a:xfrm>
            <a:off x="6482080" y="2270760"/>
            <a:ext cx="151130" cy="226060"/>
          </a:xfrm>
          <a:prstGeom prst="rect">
            <a:avLst/>
          </a:prstGeom>
          <a:solidFill>
            <a:srgbClr val="E2A25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83" name="Shape 165"/>
          <p:cNvSpPr/>
          <p:nvPr/>
        </p:nvSpPr>
        <p:spPr>
          <a:xfrm>
            <a:off x="6633210" y="2270760"/>
            <a:ext cx="151130" cy="226060"/>
          </a:xfrm>
          <a:prstGeom prst="rect">
            <a:avLst/>
          </a:prstGeom>
          <a:solidFill>
            <a:srgbClr val="D89854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84" name="Text 166"/>
          <p:cNvSpPr/>
          <p:nvPr/>
        </p:nvSpPr>
        <p:spPr>
          <a:xfrm>
            <a:off x="6165850" y="2251710"/>
            <a:ext cx="3302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A85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88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85" name="Shape 167"/>
          <p:cNvSpPr/>
          <p:nvPr/>
        </p:nvSpPr>
        <p:spPr>
          <a:xfrm>
            <a:off x="6842760" y="2270760"/>
            <a:ext cx="151130" cy="226060"/>
          </a:xfrm>
          <a:prstGeom prst="rect">
            <a:avLst/>
          </a:prstGeom>
          <a:solidFill>
            <a:srgbClr val="DFA05C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86" name="Shape 168"/>
          <p:cNvSpPr/>
          <p:nvPr/>
        </p:nvSpPr>
        <p:spPr>
          <a:xfrm>
            <a:off x="6993890" y="2270760"/>
            <a:ext cx="151130" cy="226060"/>
          </a:xfrm>
          <a:prstGeom prst="rect">
            <a:avLst/>
          </a:prstGeom>
          <a:solidFill>
            <a:srgbClr val="E6A862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87" name="Shape 169"/>
          <p:cNvSpPr/>
          <p:nvPr/>
        </p:nvSpPr>
        <p:spPr>
          <a:xfrm>
            <a:off x="7145020" y="2270760"/>
            <a:ext cx="151130" cy="226060"/>
          </a:xfrm>
          <a:prstGeom prst="rect">
            <a:avLst/>
          </a:prstGeom>
          <a:solidFill>
            <a:srgbClr val="EEB26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88" name="Shape 170"/>
          <p:cNvSpPr/>
          <p:nvPr/>
        </p:nvSpPr>
        <p:spPr>
          <a:xfrm>
            <a:off x="7296150" y="2270760"/>
            <a:ext cx="151130" cy="226060"/>
          </a:xfrm>
          <a:prstGeom prst="rect">
            <a:avLst/>
          </a:prstGeom>
          <a:solidFill>
            <a:srgbClr val="F4BC7A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89" name="Shape 171"/>
          <p:cNvSpPr/>
          <p:nvPr/>
        </p:nvSpPr>
        <p:spPr>
          <a:xfrm>
            <a:off x="7447280" y="2270760"/>
            <a:ext cx="151130" cy="226060"/>
          </a:xfrm>
          <a:prstGeom prst="rect">
            <a:avLst/>
          </a:prstGeom>
          <a:solidFill>
            <a:srgbClr val="E2A25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90" name="Shape 172"/>
          <p:cNvSpPr/>
          <p:nvPr/>
        </p:nvSpPr>
        <p:spPr>
          <a:xfrm>
            <a:off x="7598410" y="2270760"/>
            <a:ext cx="151130" cy="226060"/>
          </a:xfrm>
          <a:prstGeom prst="rect">
            <a:avLst/>
          </a:prstGeom>
          <a:solidFill>
            <a:srgbClr val="D89854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91" name="Text 173"/>
          <p:cNvSpPr/>
          <p:nvPr/>
        </p:nvSpPr>
        <p:spPr>
          <a:xfrm>
            <a:off x="7131050" y="2251710"/>
            <a:ext cx="3302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A85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88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192" name="Shape 174"/>
          <p:cNvSpPr/>
          <p:nvPr/>
        </p:nvSpPr>
        <p:spPr>
          <a:xfrm>
            <a:off x="9354820" y="2270760"/>
            <a:ext cx="151130" cy="226060"/>
          </a:xfrm>
          <a:prstGeom prst="rect">
            <a:avLst/>
          </a:prstGeom>
          <a:solidFill>
            <a:srgbClr val="DFA05C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93" name="Shape 175"/>
          <p:cNvSpPr/>
          <p:nvPr/>
        </p:nvSpPr>
        <p:spPr>
          <a:xfrm>
            <a:off x="9505950" y="2270760"/>
            <a:ext cx="151130" cy="226060"/>
          </a:xfrm>
          <a:prstGeom prst="rect">
            <a:avLst/>
          </a:prstGeom>
          <a:solidFill>
            <a:srgbClr val="E6A862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94" name="Shape 176"/>
          <p:cNvSpPr/>
          <p:nvPr/>
        </p:nvSpPr>
        <p:spPr>
          <a:xfrm>
            <a:off x="9657080" y="2270760"/>
            <a:ext cx="151130" cy="226060"/>
          </a:xfrm>
          <a:prstGeom prst="rect">
            <a:avLst/>
          </a:prstGeom>
          <a:solidFill>
            <a:srgbClr val="EEB26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95" name="Shape 177"/>
          <p:cNvSpPr/>
          <p:nvPr/>
        </p:nvSpPr>
        <p:spPr>
          <a:xfrm>
            <a:off x="9808210" y="2270760"/>
            <a:ext cx="151130" cy="226060"/>
          </a:xfrm>
          <a:prstGeom prst="rect">
            <a:avLst/>
          </a:prstGeom>
          <a:solidFill>
            <a:srgbClr val="F4BC7A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96" name="Shape 178"/>
          <p:cNvSpPr/>
          <p:nvPr/>
        </p:nvSpPr>
        <p:spPr>
          <a:xfrm>
            <a:off x="9959340" y="2270760"/>
            <a:ext cx="151130" cy="226060"/>
          </a:xfrm>
          <a:prstGeom prst="rect">
            <a:avLst/>
          </a:prstGeom>
          <a:solidFill>
            <a:srgbClr val="E2A25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97" name="Shape 179"/>
          <p:cNvSpPr/>
          <p:nvPr/>
        </p:nvSpPr>
        <p:spPr>
          <a:xfrm>
            <a:off x="10110470" y="2270760"/>
            <a:ext cx="151130" cy="226060"/>
          </a:xfrm>
          <a:prstGeom prst="rect">
            <a:avLst/>
          </a:prstGeom>
          <a:solidFill>
            <a:srgbClr val="D89854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98" name="Text 180"/>
          <p:cNvSpPr/>
          <p:nvPr/>
        </p:nvSpPr>
        <p:spPr>
          <a:xfrm>
            <a:off x="9643110" y="2251710"/>
            <a:ext cx="3302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A85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88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N-2</a:t>
            </a:r>
            <a:endParaRPr lang="en-US" sz="1400" dirty="0"/>
          </a:p>
        </p:txBody>
      </p:sp>
      <p:sp>
        <p:nvSpPr>
          <p:cNvPr id="199" name="Shape 181"/>
          <p:cNvSpPr/>
          <p:nvPr/>
        </p:nvSpPr>
        <p:spPr>
          <a:xfrm>
            <a:off x="10302240" y="2270760"/>
            <a:ext cx="151130" cy="226060"/>
          </a:xfrm>
          <a:prstGeom prst="rect">
            <a:avLst/>
          </a:prstGeom>
          <a:solidFill>
            <a:srgbClr val="DFA05C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200" name="Shape 182"/>
          <p:cNvSpPr/>
          <p:nvPr/>
        </p:nvSpPr>
        <p:spPr>
          <a:xfrm>
            <a:off x="10453370" y="2270760"/>
            <a:ext cx="151130" cy="226060"/>
          </a:xfrm>
          <a:prstGeom prst="rect">
            <a:avLst/>
          </a:prstGeom>
          <a:solidFill>
            <a:srgbClr val="E6A862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201" name="Shape 183"/>
          <p:cNvSpPr/>
          <p:nvPr/>
        </p:nvSpPr>
        <p:spPr>
          <a:xfrm>
            <a:off x="10604500" y="2270760"/>
            <a:ext cx="151130" cy="226060"/>
          </a:xfrm>
          <a:prstGeom prst="rect">
            <a:avLst/>
          </a:prstGeom>
          <a:solidFill>
            <a:srgbClr val="EEB26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202" name="Shape 184"/>
          <p:cNvSpPr/>
          <p:nvPr/>
        </p:nvSpPr>
        <p:spPr>
          <a:xfrm>
            <a:off x="10755630" y="2270760"/>
            <a:ext cx="151130" cy="226060"/>
          </a:xfrm>
          <a:prstGeom prst="rect">
            <a:avLst/>
          </a:prstGeom>
          <a:solidFill>
            <a:srgbClr val="F4BC7A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203" name="Shape 185"/>
          <p:cNvSpPr/>
          <p:nvPr/>
        </p:nvSpPr>
        <p:spPr>
          <a:xfrm>
            <a:off x="10906760" y="2270760"/>
            <a:ext cx="151130" cy="226060"/>
          </a:xfrm>
          <a:prstGeom prst="rect">
            <a:avLst/>
          </a:prstGeom>
          <a:solidFill>
            <a:srgbClr val="E2A25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204" name="Shape 186"/>
          <p:cNvSpPr/>
          <p:nvPr/>
        </p:nvSpPr>
        <p:spPr>
          <a:xfrm>
            <a:off x="11057890" y="2270760"/>
            <a:ext cx="151130" cy="226060"/>
          </a:xfrm>
          <a:prstGeom prst="rect">
            <a:avLst/>
          </a:prstGeom>
          <a:solidFill>
            <a:srgbClr val="D89854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205" name="Text 187"/>
          <p:cNvSpPr/>
          <p:nvPr/>
        </p:nvSpPr>
        <p:spPr>
          <a:xfrm>
            <a:off x="10590530" y="2251710"/>
            <a:ext cx="3302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A85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88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N-1</a:t>
            </a:r>
            <a:endParaRPr lang="en-US" sz="1400" dirty="0"/>
          </a:p>
        </p:txBody>
      </p:sp>
      <p:sp>
        <p:nvSpPr>
          <p:cNvPr id="206" name="Shape 188"/>
          <p:cNvSpPr/>
          <p:nvPr/>
        </p:nvSpPr>
        <p:spPr>
          <a:xfrm>
            <a:off x="7970520" y="2339340"/>
            <a:ext cx="88900" cy="88900"/>
          </a:xfrm>
          <a:prstGeom prst="ellipse">
            <a:avLst/>
          </a:prstGeom>
          <a:solidFill>
            <a:srgbClr val="773B42"/>
          </a:solidFill>
          <a:ln/>
        </p:spPr>
      </p:sp>
      <p:sp>
        <p:nvSpPr>
          <p:cNvPr id="207" name="Shape 189"/>
          <p:cNvSpPr/>
          <p:nvPr/>
        </p:nvSpPr>
        <p:spPr>
          <a:xfrm>
            <a:off x="8201660" y="2339340"/>
            <a:ext cx="88900" cy="88900"/>
          </a:xfrm>
          <a:prstGeom prst="ellipse">
            <a:avLst/>
          </a:prstGeom>
          <a:solidFill>
            <a:srgbClr val="773B42"/>
          </a:solidFill>
          <a:ln/>
        </p:spPr>
      </p:sp>
      <p:sp>
        <p:nvSpPr>
          <p:cNvPr id="208" name="Shape 190"/>
          <p:cNvSpPr/>
          <p:nvPr/>
        </p:nvSpPr>
        <p:spPr>
          <a:xfrm>
            <a:off x="8431530" y="2339340"/>
            <a:ext cx="88900" cy="88900"/>
          </a:xfrm>
          <a:prstGeom prst="ellipse">
            <a:avLst/>
          </a:prstGeom>
          <a:solidFill>
            <a:srgbClr val="773B42"/>
          </a:solidFill>
          <a:ln/>
        </p:spPr>
      </p:sp>
      <p:sp>
        <p:nvSpPr>
          <p:cNvPr id="209" name="Shape 191"/>
          <p:cNvSpPr/>
          <p:nvPr/>
        </p:nvSpPr>
        <p:spPr>
          <a:xfrm>
            <a:off x="8662670" y="2339340"/>
            <a:ext cx="88900" cy="88900"/>
          </a:xfrm>
          <a:prstGeom prst="ellipse">
            <a:avLst/>
          </a:prstGeom>
          <a:solidFill>
            <a:srgbClr val="773B42"/>
          </a:solidFill>
          <a:ln/>
        </p:spPr>
      </p:sp>
      <p:sp>
        <p:nvSpPr>
          <p:cNvPr id="210" name="Shape 192"/>
          <p:cNvSpPr/>
          <p:nvPr/>
        </p:nvSpPr>
        <p:spPr>
          <a:xfrm>
            <a:off x="8892540" y="2339340"/>
            <a:ext cx="88900" cy="88900"/>
          </a:xfrm>
          <a:prstGeom prst="ellipse">
            <a:avLst/>
          </a:prstGeom>
          <a:solidFill>
            <a:srgbClr val="773B42"/>
          </a:solidFill>
          <a:ln/>
        </p:spPr>
      </p:sp>
      <p:sp>
        <p:nvSpPr>
          <p:cNvPr id="211" name="Shape 193"/>
          <p:cNvSpPr/>
          <p:nvPr/>
        </p:nvSpPr>
        <p:spPr>
          <a:xfrm>
            <a:off x="1936750" y="2724150"/>
            <a:ext cx="9494520" cy="797560"/>
          </a:xfrm>
          <a:prstGeom prst="roundRect">
            <a:avLst>
              <a:gd name="adj" fmla="val 5732"/>
            </a:avLst>
          </a:prstGeom>
          <a:solidFill>
            <a:srgbClr val="E9B172"/>
          </a:solidFill>
          <a:ln w="19050">
            <a:solidFill>
              <a:srgbClr val="8A4A3C"/>
            </a:solidFill>
            <a:prstDash val="solid"/>
          </a:ln>
        </p:spPr>
      </p:sp>
      <p:sp>
        <p:nvSpPr>
          <p:cNvPr id="212" name="Text 194"/>
          <p:cNvSpPr/>
          <p:nvPr/>
        </p:nvSpPr>
        <p:spPr>
          <a:xfrm>
            <a:off x="2247900" y="2746489"/>
            <a:ext cx="889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i="1" dirty="0">
                <a:solidFill>
                  <a:srgbClr val="6E3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 Forward Networks [ One Hidden with  RELU Activation]</a:t>
            </a:r>
            <a:endParaRPr lang="en-US" sz="1700" dirty="0"/>
          </a:p>
        </p:txBody>
      </p:sp>
      <p:sp>
        <p:nvSpPr>
          <p:cNvPr id="213" name="Shape 195"/>
          <p:cNvSpPr/>
          <p:nvPr/>
        </p:nvSpPr>
        <p:spPr>
          <a:xfrm>
            <a:off x="2007870" y="3041650"/>
            <a:ext cx="965200" cy="387350"/>
          </a:xfrm>
          <a:prstGeom prst="roundRect">
            <a:avLst>
              <a:gd name="adj" fmla="val 14164"/>
            </a:avLst>
          </a:prstGeom>
          <a:solidFill>
            <a:srgbClr val="CFA05C"/>
          </a:solidFill>
          <a:ln w="12700">
            <a:solidFill>
              <a:srgbClr val="C8763A"/>
            </a:solidFill>
            <a:prstDash val="solid"/>
          </a:ln>
        </p:spPr>
      </p:sp>
      <p:sp>
        <p:nvSpPr>
          <p:cNvPr id="214" name="Shape 196"/>
          <p:cNvSpPr/>
          <p:nvPr/>
        </p:nvSpPr>
        <p:spPr>
          <a:xfrm>
            <a:off x="2299970" y="3149600"/>
            <a:ext cx="-2870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15" name="Shape 197"/>
          <p:cNvSpPr/>
          <p:nvPr/>
        </p:nvSpPr>
        <p:spPr>
          <a:xfrm>
            <a:off x="2299970" y="3149600"/>
            <a:ext cx="-1676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16" name="Shape 198"/>
          <p:cNvSpPr/>
          <p:nvPr/>
        </p:nvSpPr>
        <p:spPr>
          <a:xfrm>
            <a:off x="2299970" y="3149600"/>
            <a:ext cx="-482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17" name="Shape 199"/>
          <p:cNvSpPr/>
          <p:nvPr/>
        </p:nvSpPr>
        <p:spPr>
          <a:xfrm>
            <a:off x="2299970" y="3149600"/>
            <a:ext cx="711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18" name="Shape 200"/>
          <p:cNvSpPr/>
          <p:nvPr/>
        </p:nvSpPr>
        <p:spPr>
          <a:xfrm>
            <a:off x="2299970" y="3149600"/>
            <a:ext cx="19050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19" name="Shape 201"/>
          <p:cNvSpPr/>
          <p:nvPr/>
        </p:nvSpPr>
        <p:spPr>
          <a:xfrm>
            <a:off x="2299970" y="3149600"/>
            <a:ext cx="30988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20" name="Shape 202"/>
          <p:cNvSpPr/>
          <p:nvPr/>
        </p:nvSpPr>
        <p:spPr>
          <a:xfrm>
            <a:off x="2299970" y="3149600"/>
            <a:ext cx="4292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21" name="Shape 203"/>
          <p:cNvSpPr/>
          <p:nvPr/>
        </p:nvSpPr>
        <p:spPr>
          <a:xfrm>
            <a:off x="2299970" y="3149600"/>
            <a:ext cx="5486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22" name="Shape 204"/>
          <p:cNvSpPr/>
          <p:nvPr/>
        </p:nvSpPr>
        <p:spPr>
          <a:xfrm>
            <a:off x="2299970" y="3149600"/>
            <a:ext cx="6680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23" name="Shape 205"/>
          <p:cNvSpPr/>
          <p:nvPr/>
        </p:nvSpPr>
        <p:spPr>
          <a:xfrm>
            <a:off x="2395220" y="3149600"/>
            <a:ext cx="-38227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24" name="Shape 206"/>
          <p:cNvSpPr/>
          <p:nvPr/>
        </p:nvSpPr>
        <p:spPr>
          <a:xfrm>
            <a:off x="2395220" y="3149600"/>
            <a:ext cx="-26289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25" name="Shape 207"/>
          <p:cNvSpPr/>
          <p:nvPr/>
        </p:nvSpPr>
        <p:spPr>
          <a:xfrm>
            <a:off x="2395220" y="3149600"/>
            <a:ext cx="-14351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26" name="Shape 208"/>
          <p:cNvSpPr/>
          <p:nvPr/>
        </p:nvSpPr>
        <p:spPr>
          <a:xfrm>
            <a:off x="2395220" y="3149600"/>
            <a:ext cx="-2413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27" name="Shape 209"/>
          <p:cNvSpPr/>
          <p:nvPr/>
        </p:nvSpPr>
        <p:spPr>
          <a:xfrm>
            <a:off x="2395220" y="3149600"/>
            <a:ext cx="9525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28" name="Shape 210"/>
          <p:cNvSpPr/>
          <p:nvPr/>
        </p:nvSpPr>
        <p:spPr>
          <a:xfrm>
            <a:off x="2395220" y="3149600"/>
            <a:ext cx="21463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29" name="Shape 211"/>
          <p:cNvSpPr/>
          <p:nvPr/>
        </p:nvSpPr>
        <p:spPr>
          <a:xfrm>
            <a:off x="2395220" y="3149600"/>
            <a:ext cx="33401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30" name="Shape 212"/>
          <p:cNvSpPr/>
          <p:nvPr/>
        </p:nvSpPr>
        <p:spPr>
          <a:xfrm>
            <a:off x="2395220" y="3149600"/>
            <a:ext cx="45339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31" name="Shape 213"/>
          <p:cNvSpPr/>
          <p:nvPr/>
        </p:nvSpPr>
        <p:spPr>
          <a:xfrm>
            <a:off x="2395220" y="3149600"/>
            <a:ext cx="57277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32" name="Shape 214"/>
          <p:cNvSpPr/>
          <p:nvPr/>
        </p:nvSpPr>
        <p:spPr>
          <a:xfrm>
            <a:off x="2490470" y="3149600"/>
            <a:ext cx="-4775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33" name="Shape 215"/>
          <p:cNvSpPr/>
          <p:nvPr/>
        </p:nvSpPr>
        <p:spPr>
          <a:xfrm>
            <a:off x="2490470" y="3149600"/>
            <a:ext cx="-3581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34" name="Shape 216"/>
          <p:cNvSpPr/>
          <p:nvPr/>
        </p:nvSpPr>
        <p:spPr>
          <a:xfrm>
            <a:off x="2490470" y="3149600"/>
            <a:ext cx="-2387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35" name="Shape 217"/>
          <p:cNvSpPr/>
          <p:nvPr/>
        </p:nvSpPr>
        <p:spPr>
          <a:xfrm>
            <a:off x="2490470" y="3149600"/>
            <a:ext cx="-11938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36" name="Shape 218"/>
          <p:cNvSpPr/>
          <p:nvPr/>
        </p:nvSpPr>
        <p:spPr>
          <a:xfrm>
            <a:off x="2490470" y="3149600"/>
            <a:ext cx="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37" name="Shape 219"/>
          <p:cNvSpPr/>
          <p:nvPr/>
        </p:nvSpPr>
        <p:spPr>
          <a:xfrm>
            <a:off x="2490470" y="3149600"/>
            <a:ext cx="11938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38" name="Shape 220"/>
          <p:cNvSpPr/>
          <p:nvPr/>
        </p:nvSpPr>
        <p:spPr>
          <a:xfrm>
            <a:off x="2490470" y="3149600"/>
            <a:ext cx="2387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39" name="Shape 221"/>
          <p:cNvSpPr/>
          <p:nvPr/>
        </p:nvSpPr>
        <p:spPr>
          <a:xfrm>
            <a:off x="2490470" y="3149600"/>
            <a:ext cx="3581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40" name="Shape 222"/>
          <p:cNvSpPr/>
          <p:nvPr/>
        </p:nvSpPr>
        <p:spPr>
          <a:xfrm>
            <a:off x="2490470" y="3149600"/>
            <a:ext cx="4775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41" name="Shape 223"/>
          <p:cNvSpPr/>
          <p:nvPr/>
        </p:nvSpPr>
        <p:spPr>
          <a:xfrm>
            <a:off x="2585720" y="3149600"/>
            <a:ext cx="-57277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42" name="Shape 224"/>
          <p:cNvSpPr/>
          <p:nvPr/>
        </p:nvSpPr>
        <p:spPr>
          <a:xfrm>
            <a:off x="2585720" y="3149600"/>
            <a:ext cx="-45339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43" name="Shape 225"/>
          <p:cNvSpPr/>
          <p:nvPr/>
        </p:nvSpPr>
        <p:spPr>
          <a:xfrm>
            <a:off x="2585720" y="3149600"/>
            <a:ext cx="-33401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44" name="Shape 226"/>
          <p:cNvSpPr/>
          <p:nvPr/>
        </p:nvSpPr>
        <p:spPr>
          <a:xfrm>
            <a:off x="2585720" y="3149600"/>
            <a:ext cx="-21463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45" name="Shape 227"/>
          <p:cNvSpPr/>
          <p:nvPr/>
        </p:nvSpPr>
        <p:spPr>
          <a:xfrm>
            <a:off x="2585720" y="3149600"/>
            <a:ext cx="-9525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46" name="Shape 228"/>
          <p:cNvSpPr/>
          <p:nvPr/>
        </p:nvSpPr>
        <p:spPr>
          <a:xfrm>
            <a:off x="2585720" y="3149600"/>
            <a:ext cx="2413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47" name="Shape 229"/>
          <p:cNvSpPr/>
          <p:nvPr/>
        </p:nvSpPr>
        <p:spPr>
          <a:xfrm>
            <a:off x="2585720" y="3149600"/>
            <a:ext cx="14351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48" name="Shape 230"/>
          <p:cNvSpPr/>
          <p:nvPr/>
        </p:nvSpPr>
        <p:spPr>
          <a:xfrm>
            <a:off x="2585720" y="3149600"/>
            <a:ext cx="26289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49" name="Shape 231"/>
          <p:cNvSpPr/>
          <p:nvPr/>
        </p:nvSpPr>
        <p:spPr>
          <a:xfrm>
            <a:off x="2585720" y="3149600"/>
            <a:ext cx="38227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50" name="Shape 232"/>
          <p:cNvSpPr/>
          <p:nvPr/>
        </p:nvSpPr>
        <p:spPr>
          <a:xfrm>
            <a:off x="2680970" y="3149600"/>
            <a:ext cx="-6680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51" name="Shape 233"/>
          <p:cNvSpPr/>
          <p:nvPr/>
        </p:nvSpPr>
        <p:spPr>
          <a:xfrm>
            <a:off x="2680970" y="3149600"/>
            <a:ext cx="-5486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52" name="Shape 234"/>
          <p:cNvSpPr/>
          <p:nvPr/>
        </p:nvSpPr>
        <p:spPr>
          <a:xfrm>
            <a:off x="2680970" y="3149600"/>
            <a:ext cx="-4292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53" name="Shape 235"/>
          <p:cNvSpPr/>
          <p:nvPr/>
        </p:nvSpPr>
        <p:spPr>
          <a:xfrm>
            <a:off x="2680970" y="3149600"/>
            <a:ext cx="-30988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54" name="Shape 236"/>
          <p:cNvSpPr/>
          <p:nvPr/>
        </p:nvSpPr>
        <p:spPr>
          <a:xfrm>
            <a:off x="2680970" y="3149600"/>
            <a:ext cx="-19050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55" name="Shape 237"/>
          <p:cNvSpPr/>
          <p:nvPr/>
        </p:nvSpPr>
        <p:spPr>
          <a:xfrm>
            <a:off x="2680970" y="3149600"/>
            <a:ext cx="-711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56" name="Shape 238"/>
          <p:cNvSpPr/>
          <p:nvPr/>
        </p:nvSpPr>
        <p:spPr>
          <a:xfrm>
            <a:off x="2680970" y="3149600"/>
            <a:ext cx="482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57" name="Shape 239"/>
          <p:cNvSpPr/>
          <p:nvPr/>
        </p:nvSpPr>
        <p:spPr>
          <a:xfrm>
            <a:off x="2680970" y="3149600"/>
            <a:ext cx="1676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58" name="Shape 240"/>
          <p:cNvSpPr/>
          <p:nvPr/>
        </p:nvSpPr>
        <p:spPr>
          <a:xfrm>
            <a:off x="2680970" y="3149600"/>
            <a:ext cx="2870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59" name="Shape 241"/>
          <p:cNvSpPr/>
          <p:nvPr/>
        </p:nvSpPr>
        <p:spPr>
          <a:xfrm>
            <a:off x="226504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260" name="Shape 242"/>
          <p:cNvSpPr/>
          <p:nvPr/>
        </p:nvSpPr>
        <p:spPr>
          <a:xfrm>
            <a:off x="236029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261" name="Shape 243"/>
          <p:cNvSpPr/>
          <p:nvPr/>
        </p:nvSpPr>
        <p:spPr>
          <a:xfrm>
            <a:off x="245554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262" name="Shape 244"/>
          <p:cNvSpPr/>
          <p:nvPr/>
        </p:nvSpPr>
        <p:spPr>
          <a:xfrm>
            <a:off x="255079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263" name="Shape 245"/>
          <p:cNvSpPr/>
          <p:nvPr/>
        </p:nvSpPr>
        <p:spPr>
          <a:xfrm>
            <a:off x="264604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264" name="Shape 246"/>
          <p:cNvSpPr/>
          <p:nvPr/>
        </p:nvSpPr>
        <p:spPr>
          <a:xfrm>
            <a:off x="197802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265" name="Shape 247"/>
          <p:cNvSpPr/>
          <p:nvPr/>
        </p:nvSpPr>
        <p:spPr>
          <a:xfrm>
            <a:off x="209740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266" name="Shape 248"/>
          <p:cNvSpPr/>
          <p:nvPr/>
        </p:nvSpPr>
        <p:spPr>
          <a:xfrm>
            <a:off x="221678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267" name="Shape 249"/>
          <p:cNvSpPr/>
          <p:nvPr/>
        </p:nvSpPr>
        <p:spPr>
          <a:xfrm>
            <a:off x="233616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268" name="Shape 250"/>
          <p:cNvSpPr/>
          <p:nvPr/>
        </p:nvSpPr>
        <p:spPr>
          <a:xfrm>
            <a:off x="245554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269" name="Shape 251"/>
          <p:cNvSpPr/>
          <p:nvPr/>
        </p:nvSpPr>
        <p:spPr>
          <a:xfrm>
            <a:off x="257492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270" name="Shape 252"/>
          <p:cNvSpPr/>
          <p:nvPr/>
        </p:nvSpPr>
        <p:spPr>
          <a:xfrm>
            <a:off x="269430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271" name="Shape 253"/>
          <p:cNvSpPr/>
          <p:nvPr/>
        </p:nvSpPr>
        <p:spPr>
          <a:xfrm>
            <a:off x="281368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272" name="Shape 254"/>
          <p:cNvSpPr/>
          <p:nvPr/>
        </p:nvSpPr>
        <p:spPr>
          <a:xfrm>
            <a:off x="293306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273" name="Text 255"/>
          <p:cNvSpPr/>
          <p:nvPr/>
        </p:nvSpPr>
        <p:spPr>
          <a:xfrm>
            <a:off x="2642870" y="3086100"/>
            <a:ext cx="2794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C05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RELU</a:t>
            </a:r>
            <a:endParaRPr lang="en-US" sz="700" dirty="0"/>
          </a:p>
        </p:txBody>
      </p:sp>
      <p:sp>
        <p:nvSpPr>
          <p:cNvPr id="274" name="Shape 256"/>
          <p:cNvSpPr/>
          <p:nvPr/>
        </p:nvSpPr>
        <p:spPr>
          <a:xfrm>
            <a:off x="3042920" y="3041650"/>
            <a:ext cx="965200" cy="387350"/>
          </a:xfrm>
          <a:prstGeom prst="roundRect">
            <a:avLst>
              <a:gd name="adj" fmla="val 14164"/>
            </a:avLst>
          </a:prstGeom>
          <a:solidFill>
            <a:srgbClr val="CFA05C"/>
          </a:solidFill>
          <a:ln w="12700">
            <a:solidFill>
              <a:srgbClr val="C8763A"/>
            </a:solidFill>
            <a:prstDash val="solid"/>
          </a:ln>
        </p:spPr>
      </p:sp>
      <p:sp>
        <p:nvSpPr>
          <p:cNvPr id="275" name="Shape 257"/>
          <p:cNvSpPr/>
          <p:nvPr/>
        </p:nvSpPr>
        <p:spPr>
          <a:xfrm>
            <a:off x="3335020" y="3149600"/>
            <a:ext cx="-2870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76" name="Shape 258"/>
          <p:cNvSpPr/>
          <p:nvPr/>
        </p:nvSpPr>
        <p:spPr>
          <a:xfrm>
            <a:off x="3335020" y="3149600"/>
            <a:ext cx="-1676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77" name="Shape 259"/>
          <p:cNvSpPr/>
          <p:nvPr/>
        </p:nvSpPr>
        <p:spPr>
          <a:xfrm>
            <a:off x="3335020" y="3149600"/>
            <a:ext cx="-482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78" name="Shape 260"/>
          <p:cNvSpPr/>
          <p:nvPr/>
        </p:nvSpPr>
        <p:spPr>
          <a:xfrm>
            <a:off x="3335020" y="3149600"/>
            <a:ext cx="711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79" name="Shape 261"/>
          <p:cNvSpPr/>
          <p:nvPr/>
        </p:nvSpPr>
        <p:spPr>
          <a:xfrm>
            <a:off x="3335020" y="3149600"/>
            <a:ext cx="19050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80" name="Shape 262"/>
          <p:cNvSpPr/>
          <p:nvPr/>
        </p:nvSpPr>
        <p:spPr>
          <a:xfrm>
            <a:off x="3335020" y="3149600"/>
            <a:ext cx="30988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81" name="Shape 263"/>
          <p:cNvSpPr/>
          <p:nvPr/>
        </p:nvSpPr>
        <p:spPr>
          <a:xfrm>
            <a:off x="3335020" y="3149600"/>
            <a:ext cx="4292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82" name="Shape 264"/>
          <p:cNvSpPr/>
          <p:nvPr/>
        </p:nvSpPr>
        <p:spPr>
          <a:xfrm>
            <a:off x="3335020" y="3149600"/>
            <a:ext cx="5486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83" name="Shape 265"/>
          <p:cNvSpPr/>
          <p:nvPr/>
        </p:nvSpPr>
        <p:spPr>
          <a:xfrm>
            <a:off x="3335020" y="3149600"/>
            <a:ext cx="6680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84" name="Shape 266"/>
          <p:cNvSpPr/>
          <p:nvPr/>
        </p:nvSpPr>
        <p:spPr>
          <a:xfrm>
            <a:off x="3430270" y="3149600"/>
            <a:ext cx="-38227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85" name="Shape 267"/>
          <p:cNvSpPr/>
          <p:nvPr/>
        </p:nvSpPr>
        <p:spPr>
          <a:xfrm>
            <a:off x="3430270" y="3149600"/>
            <a:ext cx="-26289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86" name="Shape 268"/>
          <p:cNvSpPr/>
          <p:nvPr/>
        </p:nvSpPr>
        <p:spPr>
          <a:xfrm>
            <a:off x="3430270" y="3149600"/>
            <a:ext cx="-14351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87" name="Shape 269"/>
          <p:cNvSpPr/>
          <p:nvPr/>
        </p:nvSpPr>
        <p:spPr>
          <a:xfrm>
            <a:off x="3430270" y="3149600"/>
            <a:ext cx="-2413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88" name="Shape 270"/>
          <p:cNvSpPr/>
          <p:nvPr/>
        </p:nvSpPr>
        <p:spPr>
          <a:xfrm>
            <a:off x="3430270" y="3149600"/>
            <a:ext cx="9525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89" name="Shape 271"/>
          <p:cNvSpPr/>
          <p:nvPr/>
        </p:nvSpPr>
        <p:spPr>
          <a:xfrm>
            <a:off x="3430270" y="3149600"/>
            <a:ext cx="21463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90" name="Shape 272"/>
          <p:cNvSpPr/>
          <p:nvPr/>
        </p:nvSpPr>
        <p:spPr>
          <a:xfrm>
            <a:off x="3430270" y="3149600"/>
            <a:ext cx="33401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91" name="Shape 273"/>
          <p:cNvSpPr/>
          <p:nvPr/>
        </p:nvSpPr>
        <p:spPr>
          <a:xfrm>
            <a:off x="3430270" y="3149600"/>
            <a:ext cx="45339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92" name="Shape 274"/>
          <p:cNvSpPr/>
          <p:nvPr/>
        </p:nvSpPr>
        <p:spPr>
          <a:xfrm>
            <a:off x="3430270" y="3149600"/>
            <a:ext cx="57277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93" name="Shape 275"/>
          <p:cNvSpPr/>
          <p:nvPr/>
        </p:nvSpPr>
        <p:spPr>
          <a:xfrm>
            <a:off x="3525520" y="3149600"/>
            <a:ext cx="-4775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94" name="Shape 276"/>
          <p:cNvSpPr/>
          <p:nvPr/>
        </p:nvSpPr>
        <p:spPr>
          <a:xfrm>
            <a:off x="3525520" y="3149600"/>
            <a:ext cx="-3581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95" name="Shape 277"/>
          <p:cNvSpPr/>
          <p:nvPr/>
        </p:nvSpPr>
        <p:spPr>
          <a:xfrm>
            <a:off x="3525520" y="3149600"/>
            <a:ext cx="-2387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96" name="Shape 278"/>
          <p:cNvSpPr/>
          <p:nvPr/>
        </p:nvSpPr>
        <p:spPr>
          <a:xfrm>
            <a:off x="3525520" y="3149600"/>
            <a:ext cx="-11938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97" name="Shape 279"/>
          <p:cNvSpPr/>
          <p:nvPr/>
        </p:nvSpPr>
        <p:spPr>
          <a:xfrm>
            <a:off x="3525520" y="3149600"/>
            <a:ext cx="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98" name="Shape 280"/>
          <p:cNvSpPr/>
          <p:nvPr/>
        </p:nvSpPr>
        <p:spPr>
          <a:xfrm>
            <a:off x="3525520" y="3149600"/>
            <a:ext cx="11938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99" name="Shape 281"/>
          <p:cNvSpPr/>
          <p:nvPr/>
        </p:nvSpPr>
        <p:spPr>
          <a:xfrm>
            <a:off x="3525520" y="3149600"/>
            <a:ext cx="2387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00" name="Shape 282"/>
          <p:cNvSpPr/>
          <p:nvPr/>
        </p:nvSpPr>
        <p:spPr>
          <a:xfrm>
            <a:off x="3525520" y="3149600"/>
            <a:ext cx="3581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01" name="Shape 283"/>
          <p:cNvSpPr/>
          <p:nvPr/>
        </p:nvSpPr>
        <p:spPr>
          <a:xfrm>
            <a:off x="3525520" y="3149600"/>
            <a:ext cx="4775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02" name="Shape 284"/>
          <p:cNvSpPr/>
          <p:nvPr/>
        </p:nvSpPr>
        <p:spPr>
          <a:xfrm>
            <a:off x="3620770" y="3149600"/>
            <a:ext cx="-57277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03" name="Shape 285"/>
          <p:cNvSpPr/>
          <p:nvPr/>
        </p:nvSpPr>
        <p:spPr>
          <a:xfrm>
            <a:off x="3620770" y="3149600"/>
            <a:ext cx="-45339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04" name="Shape 286"/>
          <p:cNvSpPr/>
          <p:nvPr/>
        </p:nvSpPr>
        <p:spPr>
          <a:xfrm>
            <a:off x="3620770" y="3149600"/>
            <a:ext cx="-33401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05" name="Shape 287"/>
          <p:cNvSpPr/>
          <p:nvPr/>
        </p:nvSpPr>
        <p:spPr>
          <a:xfrm>
            <a:off x="3620770" y="3149600"/>
            <a:ext cx="-21463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06" name="Shape 288"/>
          <p:cNvSpPr/>
          <p:nvPr/>
        </p:nvSpPr>
        <p:spPr>
          <a:xfrm>
            <a:off x="3620770" y="3149600"/>
            <a:ext cx="-9525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07" name="Shape 289"/>
          <p:cNvSpPr/>
          <p:nvPr/>
        </p:nvSpPr>
        <p:spPr>
          <a:xfrm>
            <a:off x="3620770" y="3149600"/>
            <a:ext cx="2413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08" name="Shape 290"/>
          <p:cNvSpPr/>
          <p:nvPr/>
        </p:nvSpPr>
        <p:spPr>
          <a:xfrm>
            <a:off x="3620770" y="3149600"/>
            <a:ext cx="14351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09" name="Shape 291"/>
          <p:cNvSpPr/>
          <p:nvPr/>
        </p:nvSpPr>
        <p:spPr>
          <a:xfrm>
            <a:off x="3620770" y="3149600"/>
            <a:ext cx="26289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10" name="Shape 292"/>
          <p:cNvSpPr/>
          <p:nvPr/>
        </p:nvSpPr>
        <p:spPr>
          <a:xfrm>
            <a:off x="3620770" y="3149600"/>
            <a:ext cx="38227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11" name="Shape 293"/>
          <p:cNvSpPr/>
          <p:nvPr/>
        </p:nvSpPr>
        <p:spPr>
          <a:xfrm>
            <a:off x="3716020" y="3149600"/>
            <a:ext cx="-6680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12" name="Shape 294"/>
          <p:cNvSpPr/>
          <p:nvPr/>
        </p:nvSpPr>
        <p:spPr>
          <a:xfrm>
            <a:off x="3716020" y="3149600"/>
            <a:ext cx="-5486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13" name="Shape 295"/>
          <p:cNvSpPr/>
          <p:nvPr/>
        </p:nvSpPr>
        <p:spPr>
          <a:xfrm>
            <a:off x="3716020" y="3149600"/>
            <a:ext cx="-4292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14" name="Shape 296"/>
          <p:cNvSpPr/>
          <p:nvPr/>
        </p:nvSpPr>
        <p:spPr>
          <a:xfrm>
            <a:off x="3716020" y="3149600"/>
            <a:ext cx="-30988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15" name="Shape 297"/>
          <p:cNvSpPr/>
          <p:nvPr/>
        </p:nvSpPr>
        <p:spPr>
          <a:xfrm>
            <a:off x="3716020" y="3149600"/>
            <a:ext cx="-19050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16" name="Shape 298"/>
          <p:cNvSpPr/>
          <p:nvPr/>
        </p:nvSpPr>
        <p:spPr>
          <a:xfrm>
            <a:off x="3716020" y="3149600"/>
            <a:ext cx="-711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17" name="Shape 299"/>
          <p:cNvSpPr/>
          <p:nvPr/>
        </p:nvSpPr>
        <p:spPr>
          <a:xfrm>
            <a:off x="3716020" y="3149600"/>
            <a:ext cx="482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18" name="Shape 300"/>
          <p:cNvSpPr/>
          <p:nvPr/>
        </p:nvSpPr>
        <p:spPr>
          <a:xfrm>
            <a:off x="3716020" y="3149600"/>
            <a:ext cx="1676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19" name="Shape 301"/>
          <p:cNvSpPr/>
          <p:nvPr/>
        </p:nvSpPr>
        <p:spPr>
          <a:xfrm>
            <a:off x="3716020" y="3149600"/>
            <a:ext cx="2870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20" name="Shape 302"/>
          <p:cNvSpPr/>
          <p:nvPr/>
        </p:nvSpPr>
        <p:spPr>
          <a:xfrm>
            <a:off x="330009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321" name="Shape 303"/>
          <p:cNvSpPr/>
          <p:nvPr/>
        </p:nvSpPr>
        <p:spPr>
          <a:xfrm>
            <a:off x="339534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322" name="Shape 304"/>
          <p:cNvSpPr/>
          <p:nvPr/>
        </p:nvSpPr>
        <p:spPr>
          <a:xfrm>
            <a:off x="349059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323" name="Shape 305"/>
          <p:cNvSpPr/>
          <p:nvPr/>
        </p:nvSpPr>
        <p:spPr>
          <a:xfrm>
            <a:off x="358584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324" name="Shape 306"/>
          <p:cNvSpPr/>
          <p:nvPr/>
        </p:nvSpPr>
        <p:spPr>
          <a:xfrm>
            <a:off x="368109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325" name="Shape 307"/>
          <p:cNvSpPr/>
          <p:nvPr/>
        </p:nvSpPr>
        <p:spPr>
          <a:xfrm>
            <a:off x="301307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326" name="Shape 308"/>
          <p:cNvSpPr/>
          <p:nvPr/>
        </p:nvSpPr>
        <p:spPr>
          <a:xfrm>
            <a:off x="313245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327" name="Shape 309"/>
          <p:cNvSpPr/>
          <p:nvPr/>
        </p:nvSpPr>
        <p:spPr>
          <a:xfrm>
            <a:off x="325183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328" name="Shape 310"/>
          <p:cNvSpPr/>
          <p:nvPr/>
        </p:nvSpPr>
        <p:spPr>
          <a:xfrm>
            <a:off x="337121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329" name="Shape 311"/>
          <p:cNvSpPr/>
          <p:nvPr/>
        </p:nvSpPr>
        <p:spPr>
          <a:xfrm>
            <a:off x="349059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330" name="Shape 312"/>
          <p:cNvSpPr/>
          <p:nvPr/>
        </p:nvSpPr>
        <p:spPr>
          <a:xfrm>
            <a:off x="360997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331" name="Shape 313"/>
          <p:cNvSpPr/>
          <p:nvPr/>
        </p:nvSpPr>
        <p:spPr>
          <a:xfrm>
            <a:off x="372935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332" name="Shape 314"/>
          <p:cNvSpPr/>
          <p:nvPr/>
        </p:nvSpPr>
        <p:spPr>
          <a:xfrm>
            <a:off x="384873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333" name="Shape 315"/>
          <p:cNvSpPr/>
          <p:nvPr/>
        </p:nvSpPr>
        <p:spPr>
          <a:xfrm>
            <a:off x="396811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334" name="Text 316"/>
          <p:cNvSpPr/>
          <p:nvPr/>
        </p:nvSpPr>
        <p:spPr>
          <a:xfrm>
            <a:off x="3677920" y="3086100"/>
            <a:ext cx="2794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C05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RELU</a:t>
            </a:r>
            <a:endParaRPr lang="en-US" sz="700" dirty="0"/>
          </a:p>
        </p:txBody>
      </p:sp>
      <p:sp>
        <p:nvSpPr>
          <p:cNvPr id="335" name="Shape 317"/>
          <p:cNvSpPr/>
          <p:nvPr/>
        </p:nvSpPr>
        <p:spPr>
          <a:xfrm>
            <a:off x="4077970" y="3041650"/>
            <a:ext cx="965200" cy="387350"/>
          </a:xfrm>
          <a:prstGeom prst="roundRect">
            <a:avLst>
              <a:gd name="adj" fmla="val 14164"/>
            </a:avLst>
          </a:prstGeom>
          <a:solidFill>
            <a:srgbClr val="CFA05C"/>
          </a:solidFill>
          <a:ln w="12700">
            <a:solidFill>
              <a:srgbClr val="C8763A"/>
            </a:solidFill>
            <a:prstDash val="solid"/>
          </a:ln>
        </p:spPr>
      </p:sp>
      <p:sp>
        <p:nvSpPr>
          <p:cNvPr id="336" name="Shape 318"/>
          <p:cNvSpPr/>
          <p:nvPr/>
        </p:nvSpPr>
        <p:spPr>
          <a:xfrm>
            <a:off x="4370070" y="3149600"/>
            <a:ext cx="-2870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37" name="Shape 319"/>
          <p:cNvSpPr/>
          <p:nvPr/>
        </p:nvSpPr>
        <p:spPr>
          <a:xfrm>
            <a:off x="4370070" y="3149600"/>
            <a:ext cx="-1676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38" name="Shape 320"/>
          <p:cNvSpPr/>
          <p:nvPr/>
        </p:nvSpPr>
        <p:spPr>
          <a:xfrm>
            <a:off x="4370070" y="3149600"/>
            <a:ext cx="-482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39" name="Shape 321"/>
          <p:cNvSpPr/>
          <p:nvPr/>
        </p:nvSpPr>
        <p:spPr>
          <a:xfrm>
            <a:off x="4370070" y="3149600"/>
            <a:ext cx="711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40" name="Shape 322"/>
          <p:cNvSpPr/>
          <p:nvPr/>
        </p:nvSpPr>
        <p:spPr>
          <a:xfrm>
            <a:off x="4370070" y="3149600"/>
            <a:ext cx="19050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41" name="Shape 323"/>
          <p:cNvSpPr/>
          <p:nvPr/>
        </p:nvSpPr>
        <p:spPr>
          <a:xfrm>
            <a:off x="4370070" y="3149600"/>
            <a:ext cx="30988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42" name="Shape 324"/>
          <p:cNvSpPr/>
          <p:nvPr/>
        </p:nvSpPr>
        <p:spPr>
          <a:xfrm>
            <a:off x="4370070" y="3149600"/>
            <a:ext cx="4292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43" name="Shape 325"/>
          <p:cNvSpPr/>
          <p:nvPr/>
        </p:nvSpPr>
        <p:spPr>
          <a:xfrm>
            <a:off x="4370070" y="3149600"/>
            <a:ext cx="5486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44" name="Shape 326"/>
          <p:cNvSpPr/>
          <p:nvPr/>
        </p:nvSpPr>
        <p:spPr>
          <a:xfrm>
            <a:off x="4370070" y="3149600"/>
            <a:ext cx="6680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45" name="Shape 327"/>
          <p:cNvSpPr/>
          <p:nvPr/>
        </p:nvSpPr>
        <p:spPr>
          <a:xfrm>
            <a:off x="4465320" y="3149600"/>
            <a:ext cx="-38227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46" name="Shape 328"/>
          <p:cNvSpPr/>
          <p:nvPr/>
        </p:nvSpPr>
        <p:spPr>
          <a:xfrm>
            <a:off x="4465320" y="3149600"/>
            <a:ext cx="-26289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47" name="Shape 329"/>
          <p:cNvSpPr/>
          <p:nvPr/>
        </p:nvSpPr>
        <p:spPr>
          <a:xfrm>
            <a:off x="4465320" y="3149600"/>
            <a:ext cx="-14351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48" name="Shape 330"/>
          <p:cNvSpPr/>
          <p:nvPr/>
        </p:nvSpPr>
        <p:spPr>
          <a:xfrm>
            <a:off x="4465320" y="3149600"/>
            <a:ext cx="-2413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49" name="Shape 331"/>
          <p:cNvSpPr/>
          <p:nvPr/>
        </p:nvSpPr>
        <p:spPr>
          <a:xfrm>
            <a:off x="4465320" y="3149600"/>
            <a:ext cx="9525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50" name="Shape 332"/>
          <p:cNvSpPr/>
          <p:nvPr/>
        </p:nvSpPr>
        <p:spPr>
          <a:xfrm>
            <a:off x="4465320" y="3149600"/>
            <a:ext cx="21463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51" name="Shape 333"/>
          <p:cNvSpPr/>
          <p:nvPr/>
        </p:nvSpPr>
        <p:spPr>
          <a:xfrm>
            <a:off x="4465320" y="3149600"/>
            <a:ext cx="33401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52" name="Shape 334"/>
          <p:cNvSpPr/>
          <p:nvPr/>
        </p:nvSpPr>
        <p:spPr>
          <a:xfrm>
            <a:off x="4465320" y="3149600"/>
            <a:ext cx="45339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53" name="Shape 335"/>
          <p:cNvSpPr/>
          <p:nvPr/>
        </p:nvSpPr>
        <p:spPr>
          <a:xfrm>
            <a:off x="4465320" y="3149600"/>
            <a:ext cx="57277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54" name="Shape 336"/>
          <p:cNvSpPr/>
          <p:nvPr/>
        </p:nvSpPr>
        <p:spPr>
          <a:xfrm>
            <a:off x="4560570" y="3149600"/>
            <a:ext cx="-4775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55" name="Shape 337"/>
          <p:cNvSpPr/>
          <p:nvPr/>
        </p:nvSpPr>
        <p:spPr>
          <a:xfrm>
            <a:off x="4560570" y="3149600"/>
            <a:ext cx="-3581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56" name="Shape 338"/>
          <p:cNvSpPr/>
          <p:nvPr/>
        </p:nvSpPr>
        <p:spPr>
          <a:xfrm>
            <a:off x="4560570" y="3149600"/>
            <a:ext cx="-2387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57" name="Shape 339"/>
          <p:cNvSpPr/>
          <p:nvPr/>
        </p:nvSpPr>
        <p:spPr>
          <a:xfrm>
            <a:off x="4560570" y="3149600"/>
            <a:ext cx="-11938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58" name="Shape 340"/>
          <p:cNvSpPr/>
          <p:nvPr/>
        </p:nvSpPr>
        <p:spPr>
          <a:xfrm>
            <a:off x="4560570" y="3149600"/>
            <a:ext cx="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59" name="Shape 341"/>
          <p:cNvSpPr/>
          <p:nvPr/>
        </p:nvSpPr>
        <p:spPr>
          <a:xfrm>
            <a:off x="4560570" y="3149600"/>
            <a:ext cx="11938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60" name="Shape 342"/>
          <p:cNvSpPr/>
          <p:nvPr/>
        </p:nvSpPr>
        <p:spPr>
          <a:xfrm>
            <a:off x="4560570" y="3149600"/>
            <a:ext cx="2387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61" name="Shape 343"/>
          <p:cNvSpPr/>
          <p:nvPr/>
        </p:nvSpPr>
        <p:spPr>
          <a:xfrm>
            <a:off x="4560570" y="3149600"/>
            <a:ext cx="3581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62" name="Shape 344"/>
          <p:cNvSpPr/>
          <p:nvPr/>
        </p:nvSpPr>
        <p:spPr>
          <a:xfrm>
            <a:off x="4560570" y="3149600"/>
            <a:ext cx="4775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63" name="Shape 345"/>
          <p:cNvSpPr/>
          <p:nvPr/>
        </p:nvSpPr>
        <p:spPr>
          <a:xfrm>
            <a:off x="4655820" y="3149600"/>
            <a:ext cx="-57277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64" name="Shape 346"/>
          <p:cNvSpPr/>
          <p:nvPr/>
        </p:nvSpPr>
        <p:spPr>
          <a:xfrm>
            <a:off x="4655820" y="3149600"/>
            <a:ext cx="-45339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65" name="Shape 347"/>
          <p:cNvSpPr/>
          <p:nvPr/>
        </p:nvSpPr>
        <p:spPr>
          <a:xfrm>
            <a:off x="4655820" y="3149600"/>
            <a:ext cx="-33401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66" name="Shape 348"/>
          <p:cNvSpPr/>
          <p:nvPr/>
        </p:nvSpPr>
        <p:spPr>
          <a:xfrm>
            <a:off x="4655820" y="3149600"/>
            <a:ext cx="-21463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67" name="Shape 349"/>
          <p:cNvSpPr/>
          <p:nvPr/>
        </p:nvSpPr>
        <p:spPr>
          <a:xfrm>
            <a:off x="4655820" y="3149600"/>
            <a:ext cx="-9525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68" name="Shape 350"/>
          <p:cNvSpPr/>
          <p:nvPr/>
        </p:nvSpPr>
        <p:spPr>
          <a:xfrm>
            <a:off x="4655820" y="3149600"/>
            <a:ext cx="2413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69" name="Shape 351"/>
          <p:cNvSpPr/>
          <p:nvPr/>
        </p:nvSpPr>
        <p:spPr>
          <a:xfrm>
            <a:off x="4655820" y="3149600"/>
            <a:ext cx="14351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70" name="Shape 352"/>
          <p:cNvSpPr/>
          <p:nvPr/>
        </p:nvSpPr>
        <p:spPr>
          <a:xfrm>
            <a:off x="4655820" y="3149600"/>
            <a:ext cx="26289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71" name="Shape 353"/>
          <p:cNvSpPr/>
          <p:nvPr/>
        </p:nvSpPr>
        <p:spPr>
          <a:xfrm>
            <a:off x="4655820" y="3149600"/>
            <a:ext cx="38227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72" name="Shape 354"/>
          <p:cNvSpPr/>
          <p:nvPr/>
        </p:nvSpPr>
        <p:spPr>
          <a:xfrm>
            <a:off x="4751070" y="3149600"/>
            <a:ext cx="-6680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73" name="Shape 355"/>
          <p:cNvSpPr/>
          <p:nvPr/>
        </p:nvSpPr>
        <p:spPr>
          <a:xfrm>
            <a:off x="4751070" y="3149600"/>
            <a:ext cx="-5486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74" name="Shape 356"/>
          <p:cNvSpPr/>
          <p:nvPr/>
        </p:nvSpPr>
        <p:spPr>
          <a:xfrm>
            <a:off x="4751070" y="3149600"/>
            <a:ext cx="-4292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75" name="Shape 357"/>
          <p:cNvSpPr/>
          <p:nvPr/>
        </p:nvSpPr>
        <p:spPr>
          <a:xfrm>
            <a:off x="4751070" y="3149600"/>
            <a:ext cx="-30988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76" name="Shape 358"/>
          <p:cNvSpPr/>
          <p:nvPr/>
        </p:nvSpPr>
        <p:spPr>
          <a:xfrm>
            <a:off x="4751070" y="3149600"/>
            <a:ext cx="-19050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77" name="Shape 359"/>
          <p:cNvSpPr/>
          <p:nvPr/>
        </p:nvSpPr>
        <p:spPr>
          <a:xfrm>
            <a:off x="4751070" y="3149600"/>
            <a:ext cx="-711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78" name="Shape 360"/>
          <p:cNvSpPr/>
          <p:nvPr/>
        </p:nvSpPr>
        <p:spPr>
          <a:xfrm>
            <a:off x="4751070" y="3149600"/>
            <a:ext cx="482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79" name="Shape 361"/>
          <p:cNvSpPr/>
          <p:nvPr/>
        </p:nvSpPr>
        <p:spPr>
          <a:xfrm>
            <a:off x="4751070" y="3149600"/>
            <a:ext cx="1676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80" name="Shape 362"/>
          <p:cNvSpPr/>
          <p:nvPr/>
        </p:nvSpPr>
        <p:spPr>
          <a:xfrm>
            <a:off x="4751070" y="3149600"/>
            <a:ext cx="2870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81" name="Shape 363"/>
          <p:cNvSpPr/>
          <p:nvPr/>
        </p:nvSpPr>
        <p:spPr>
          <a:xfrm>
            <a:off x="433514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382" name="Shape 364"/>
          <p:cNvSpPr/>
          <p:nvPr/>
        </p:nvSpPr>
        <p:spPr>
          <a:xfrm>
            <a:off x="443039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383" name="Shape 365"/>
          <p:cNvSpPr/>
          <p:nvPr/>
        </p:nvSpPr>
        <p:spPr>
          <a:xfrm>
            <a:off x="452564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384" name="Shape 366"/>
          <p:cNvSpPr/>
          <p:nvPr/>
        </p:nvSpPr>
        <p:spPr>
          <a:xfrm>
            <a:off x="462089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385" name="Shape 367"/>
          <p:cNvSpPr/>
          <p:nvPr/>
        </p:nvSpPr>
        <p:spPr>
          <a:xfrm>
            <a:off x="471614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386" name="Shape 368"/>
          <p:cNvSpPr/>
          <p:nvPr/>
        </p:nvSpPr>
        <p:spPr>
          <a:xfrm>
            <a:off x="404812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387" name="Shape 369"/>
          <p:cNvSpPr/>
          <p:nvPr/>
        </p:nvSpPr>
        <p:spPr>
          <a:xfrm>
            <a:off x="416750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388" name="Shape 370"/>
          <p:cNvSpPr/>
          <p:nvPr/>
        </p:nvSpPr>
        <p:spPr>
          <a:xfrm>
            <a:off x="428688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389" name="Shape 371"/>
          <p:cNvSpPr/>
          <p:nvPr/>
        </p:nvSpPr>
        <p:spPr>
          <a:xfrm>
            <a:off x="440626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390" name="Shape 372"/>
          <p:cNvSpPr/>
          <p:nvPr/>
        </p:nvSpPr>
        <p:spPr>
          <a:xfrm>
            <a:off x="452564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391" name="Shape 373"/>
          <p:cNvSpPr/>
          <p:nvPr/>
        </p:nvSpPr>
        <p:spPr>
          <a:xfrm>
            <a:off x="464502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392" name="Shape 374"/>
          <p:cNvSpPr/>
          <p:nvPr/>
        </p:nvSpPr>
        <p:spPr>
          <a:xfrm>
            <a:off x="476440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393" name="Shape 375"/>
          <p:cNvSpPr/>
          <p:nvPr/>
        </p:nvSpPr>
        <p:spPr>
          <a:xfrm>
            <a:off x="488378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394" name="Shape 376"/>
          <p:cNvSpPr/>
          <p:nvPr/>
        </p:nvSpPr>
        <p:spPr>
          <a:xfrm>
            <a:off x="500316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395" name="Text 377"/>
          <p:cNvSpPr/>
          <p:nvPr/>
        </p:nvSpPr>
        <p:spPr>
          <a:xfrm>
            <a:off x="4712970" y="3086100"/>
            <a:ext cx="2794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C05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RELU</a:t>
            </a:r>
            <a:endParaRPr lang="en-US" sz="700" dirty="0"/>
          </a:p>
        </p:txBody>
      </p:sp>
      <p:sp>
        <p:nvSpPr>
          <p:cNvPr id="396" name="Shape 378"/>
          <p:cNvSpPr/>
          <p:nvPr/>
        </p:nvSpPr>
        <p:spPr>
          <a:xfrm>
            <a:off x="5113020" y="3041650"/>
            <a:ext cx="965200" cy="387350"/>
          </a:xfrm>
          <a:prstGeom prst="roundRect">
            <a:avLst>
              <a:gd name="adj" fmla="val 14164"/>
            </a:avLst>
          </a:prstGeom>
          <a:solidFill>
            <a:srgbClr val="CFA05C"/>
          </a:solidFill>
          <a:ln w="12700">
            <a:solidFill>
              <a:srgbClr val="C8763A"/>
            </a:solidFill>
            <a:prstDash val="solid"/>
          </a:ln>
        </p:spPr>
      </p:sp>
      <p:sp>
        <p:nvSpPr>
          <p:cNvPr id="397" name="Shape 379"/>
          <p:cNvSpPr/>
          <p:nvPr/>
        </p:nvSpPr>
        <p:spPr>
          <a:xfrm>
            <a:off x="5405120" y="3149600"/>
            <a:ext cx="-2870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98" name="Shape 380"/>
          <p:cNvSpPr/>
          <p:nvPr/>
        </p:nvSpPr>
        <p:spPr>
          <a:xfrm>
            <a:off x="5405120" y="3149600"/>
            <a:ext cx="-1676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99" name="Shape 381"/>
          <p:cNvSpPr/>
          <p:nvPr/>
        </p:nvSpPr>
        <p:spPr>
          <a:xfrm>
            <a:off x="5405120" y="3149600"/>
            <a:ext cx="-482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00" name="Shape 382"/>
          <p:cNvSpPr/>
          <p:nvPr/>
        </p:nvSpPr>
        <p:spPr>
          <a:xfrm>
            <a:off x="5405120" y="3149600"/>
            <a:ext cx="711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01" name="Shape 383"/>
          <p:cNvSpPr/>
          <p:nvPr/>
        </p:nvSpPr>
        <p:spPr>
          <a:xfrm>
            <a:off x="5405120" y="3149600"/>
            <a:ext cx="19050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02" name="Shape 384"/>
          <p:cNvSpPr/>
          <p:nvPr/>
        </p:nvSpPr>
        <p:spPr>
          <a:xfrm>
            <a:off x="5405120" y="3149600"/>
            <a:ext cx="30988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03" name="Shape 385"/>
          <p:cNvSpPr/>
          <p:nvPr/>
        </p:nvSpPr>
        <p:spPr>
          <a:xfrm>
            <a:off x="5405120" y="3149600"/>
            <a:ext cx="4292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04" name="Shape 386"/>
          <p:cNvSpPr/>
          <p:nvPr/>
        </p:nvSpPr>
        <p:spPr>
          <a:xfrm>
            <a:off x="5405120" y="3149600"/>
            <a:ext cx="5486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05" name="Shape 387"/>
          <p:cNvSpPr/>
          <p:nvPr/>
        </p:nvSpPr>
        <p:spPr>
          <a:xfrm>
            <a:off x="5405120" y="3149600"/>
            <a:ext cx="6680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06" name="Shape 388"/>
          <p:cNvSpPr/>
          <p:nvPr/>
        </p:nvSpPr>
        <p:spPr>
          <a:xfrm>
            <a:off x="5500370" y="3149600"/>
            <a:ext cx="-38227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07" name="Shape 389"/>
          <p:cNvSpPr/>
          <p:nvPr/>
        </p:nvSpPr>
        <p:spPr>
          <a:xfrm>
            <a:off x="5500370" y="3149600"/>
            <a:ext cx="-26289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08" name="Shape 390"/>
          <p:cNvSpPr/>
          <p:nvPr/>
        </p:nvSpPr>
        <p:spPr>
          <a:xfrm>
            <a:off x="5500370" y="3149600"/>
            <a:ext cx="-14351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09" name="Shape 391"/>
          <p:cNvSpPr/>
          <p:nvPr/>
        </p:nvSpPr>
        <p:spPr>
          <a:xfrm>
            <a:off x="5500370" y="3149600"/>
            <a:ext cx="-2413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10" name="Shape 392"/>
          <p:cNvSpPr/>
          <p:nvPr/>
        </p:nvSpPr>
        <p:spPr>
          <a:xfrm>
            <a:off x="5500370" y="3149600"/>
            <a:ext cx="9525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11" name="Shape 393"/>
          <p:cNvSpPr/>
          <p:nvPr/>
        </p:nvSpPr>
        <p:spPr>
          <a:xfrm>
            <a:off x="5500370" y="3149600"/>
            <a:ext cx="21463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12" name="Shape 394"/>
          <p:cNvSpPr/>
          <p:nvPr/>
        </p:nvSpPr>
        <p:spPr>
          <a:xfrm>
            <a:off x="5500370" y="3149600"/>
            <a:ext cx="33401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13" name="Shape 395"/>
          <p:cNvSpPr/>
          <p:nvPr/>
        </p:nvSpPr>
        <p:spPr>
          <a:xfrm>
            <a:off x="5500370" y="3149600"/>
            <a:ext cx="45339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14" name="Shape 396"/>
          <p:cNvSpPr/>
          <p:nvPr/>
        </p:nvSpPr>
        <p:spPr>
          <a:xfrm>
            <a:off x="5500370" y="3149600"/>
            <a:ext cx="57277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15" name="Shape 397"/>
          <p:cNvSpPr/>
          <p:nvPr/>
        </p:nvSpPr>
        <p:spPr>
          <a:xfrm>
            <a:off x="5595620" y="3149600"/>
            <a:ext cx="-4775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16" name="Shape 398"/>
          <p:cNvSpPr/>
          <p:nvPr/>
        </p:nvSpPr>
        <p:spPr>
          <a:xfrm>
            <a:off x="5595620" y="3149600"/>
            <a:ext cx="-3581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17" name="Shape 399"/>
          <p:cNvSpPr/>
          <p:nvPr/>
        </p:nvSpPr>
        <p:spPr>
          <a:xfrm>
            <a:off x="5595620" y="3149600"/>
            <a:ext cx="-2387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18" name="Shape 400"/>
          <p:cNvSpPr/>
          <p:nvPr/>
        </p:nvSpPr>
        <p:spPr>
          <a:xfrm>
            <a:off x="5595620" y="3149600"/>
            <a:ext cx="-11938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19" name="Shape 401"/>
          <p:cNvSpPr/>
          <p:nvPr/>
        </p:nvSpPr>
        <p:spPr>
          <a:xfrm>
            <a:off x="5595620" y="3149600"/>
            <a:ext cx="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20" name="Shape 402"/>
          <p:cNvSpPr/>
          <p:nvPr/>
        </p:nvSpPr>
        <p:spPr>
          <a:xfrm>
            <a:off x="5595620" y="3149600"/>
            <a:ext cx="11938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21" name="Shape 403"/>
          <p:cNvSpPr/>
          <p:nvPr/>
        </p:nvSpPr>
        <p:spPr>
          <a:xfrm>
            <a:off x="5595620" y="3149600"/>
            <a:ext cx="2387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22" name="Shape 404"/>
          <p:cNvSpPr/>
          <p:nvPr/>
        </p:nvSpPr>
        <p:spPr>
          <a:xfrm>
            <a:off x="5595620" y="3149600"/>
            <a:ext cx="3581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23" name="Shape 405"/>
          <p:cNvSpPr/>
          <p:nvPr/>
        </p:nvSpPr>
        <p:spPr>
          <a:xfrm>
            <a:off x="5595620" y="3149600"/>
            <a:ext cx="4775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24" name="Shape 406"/>
          <p:cNvSpPr/>
          <p:nvPr/>
        </p:nvSpPr>
        <p:spPr>
          <a:xfrm>
            <a:off x="5690870" y="3149600"/>
            <a:ext cx="-57277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25" name="Shape 407"/>
          <p:cNvSpPr/>
          <p:nvPr/>
        </p:nvSpPr>
        <p:spPr>
          <a:xfrm>
            <a:off x="5690870" y="3149600"/>
            <a:ext cx="-45339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26" name="Shape 408"/>
          <p:cNvSpPr/>
          <p:nvPr/>
        </p:nvSpPr>
        <p:spPr>
          <a:xfrm>
            <a:off x="5690870" y="3149600"/>
            <a:ext cx="-33401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27" name="Shape 409"/>
          <p:cNvSpPr/>
          <p:nvPr/>
        </p:nvSpPr>
        <p:spPr>
          <a:xfrm>
            <a:off x="5690870" y="3149600"/>
            <a:ext cx="-21463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28" name="Shape 410"/>
          <p:cNvSpPr/>
          <p:nvPr/>
        </p:nvSpPr>
        <p:spPr>
          <a:xfrm>
            <a:off x="5690870" y="3149600"/>
            <a:ext cx="-9525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29" name="Shape 411"/>
          <p:cNvSpPr/>
          <p:nvPr/>
        </p:nvSpPr>
        <p:spPr>
          <a:xfrm>
            <a:off x="5690870" y="3149600"/>
            <a:ext cx="2413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30" name="Shape 412"/>
          <p:cNvSpPr/>
          <p:nvPr/>
        </p:nvSpPr>
        <p:spPr>
          <a:xfrm>
            <a:off x="5690870" y="3149600"/>
            <a:ext cx="14351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31" name="Shape 413"/>
          <p:cNvSpPr/>
          <p:nvPr/>
        </p:nvSpPr>
        <p:spPr>
          <a:xfrm>
            <a:off x="5690870" y="3149600"/>
            <a:ext cx="26289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32" name="Shape 414"/>
          <p:cNvSpPr/>
          <p:nvPr/>
        </p:nvSpPr>
        <p:spPr>
          <a:xfrm>
            <a:off x="5690870" y="3149600"/>
            <a:ext cx="38227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33" name="Shape 415"/>
          <p:cNvSpPr/>
          <p:nvPr/>
        </p:nvSpPr>
        <p:spPr>
          <a:xfrm>
            <a:off x="5786120" y="3149600"/>
            <a:ext cx="-6680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34" name="Shape 416"/>
          <p:cNvSpPr/>
          <p:nvPr/>
        </p:nvSpPr>
        <p:spPr>
          <a:xfrm>
            <a:off x="5786120" y="3149600"/>
            <a:ext cx="-5486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35" name="Shape 417"/>
          <p:cNvSpPr/>
          <p:nvPr/>
        </p:nvSpPr>
        <p:spPr>
          <a:xfrm>
            <a:off x="5786120" y="3149600"/>
            <a:ext cx="-4292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36" name="Shape 418"/>
          <p:cNvSpPr/>
          <p:nvPr/>
        </p:nvSpPr>
        <p:spPr>
          <a:xfrm>
            <a:off x="5786120" y="3149600"/>
            <a:ext cx="-30988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37" name="Shape 419"/>
          <p:cNvSpPr/>
          <p:nvPr/>
        </p:nvSpPr>
        <p:spPr>
          <a:xfrm>
            <a:off x="5786120" y="3149600"/>
            <a:ext cx="-19050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38" name="Shape 420"/>
          <p:cNvSpPr/>
          <p:nvPr/>
        </p:nvSpPr>
        <p:spPr>
          <a:xfrm>
            <a:off x="5786120" y="3149600"/>
            <a:ext cx="-711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39" name="Shape 421"/>
          <p:cNvSpPr/>
          <p:nvPr/>
        </p:nvSpPr>
        <p:spPr>
          <a:xfrm>
            <a:off x="5786120" y="3149600"/>
            <a:ext cx="482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40" name="Shape 422"/>
          <p:cNvSpPr/>
          <p:nvPr/>
        </p:nvSpPr>
        <p:spPr>
          <a:xfrm>
            <a:off x="5786120" y="3149600"/>
            <a:ext cx="1676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41" name="Shape 423"/>
          <p:cNvSpPr/>
          <p:nvPr/>
        </p:nvSpPr>
        <p:spPr>
          <a:xfrm>
            <a:off x="5786120" y="3149600"/>
            <a:ext cx="2870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42" name="Shape 424"/>
          <p:cNvSpPr/>
          <p:nvPr/>
        </p:nvSpPr>
        <p:spPr>
          <a:xfrm>
            <a:off x="537019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443" name="Shape 425"/>
          <p:cNvSpPr/>
          <p:nvPr/>
        </p:nvSpPr>
        <p:spPr>
          <a:xfrm>
            <a:off x="546544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444" name="Shape 426"/>
          <p:cNvSpPr/>
          <p:nvPr/>
        </p:nvSpPr>
        <p:spPr>
          <a:xfrm>
            <a:off x="556069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445" name="Shape 427"/>
          <p:cNvSpPr/>
          <p:nvPr/>
        </p:nvSpPr>
        <p:spPr>
          <a:xfrm>
            <a:off x="565594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446" name="Shape 428"/>
          <p:cNvSpPr/>
          <p:nvPr/>
        </p:nvSpPr>
        <p:spPr>
          <a:xfrm>
            <a:off x="575119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447" name="Shape 429"/>
          <p:cNvSpPr/>
          <p:nvPr/>
        </p:nvSpPr>
        <p:spPr>
          <a:xfrm>
            <a:off x="508317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448" name="Shape 430"/>
          <p:cNvSpPr/>
          <p:nvPr/>
        </p:nvSpPr>
        <p:spPr>
          <a:xfrm>
            <a:off x="520255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449" name="Shape 431"/>
          <p:cNvSpPr/>
          <p:nvPr/>
        </p:nvSpPr>
        <p:spPr>
          <a:xfrm>
            <a:off x="532193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450" name="Shape 432"/>
          <p:cNvSpPr/>
          <p:nvPr/>
        </p:nvSpPr>
        <p:spPr>
          <a:xfrm>
            <a:off x="544131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451" name="Shape 433"/>
          <p:cNvSpPr/>
          <p:nvPr/>
        </p:nvSpPr>
        <p:spPr>
          <a:xfrm>
            <a:off x="556069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452" name="Shape 434"/>
          <p:cNvSpPr/>
          <p:nvPr/>
        </p:nvSpPr>
        <p:spPr>
          <a:xfrm>
            <a:off x="568007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453" name="Shape 435"/>
          <p:cNvSpPr/>
          <p:nvPr/>
        </p:nvSpPr>
        <p:spPr>
          <a:xfrm>
            <a:off x="579945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454" name="Shape 436"/>
          <p:cNvSpPr/>
          <p:nvPr/>
        </p:nvSpPr>
        <p:spPr>
          <a:xfrm>
            <a:off x="591883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455" name="Shape 437"/>
          <p:cNvSpPr/>
          <p:nvPr/>
        </p:nvSpPr>
        <p:spPr>
          <a:xfrm>
            <a:off x="603821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456" name="Text 438"/>
          <p:cNvSpPr/>
          <p:nvPr/>
        </p:nvSpPr>
        <p:spPr>
          <a:xfrm>
            <a:off x="5748020" y="3086100"/>
            <a:ext cx="2794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C05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RELU</a:t>
            </a:r>
            <a:endParaRPr lang="en-US" sz="700" dirty="0"/>
          </a:p>
        </p:txBody>
      </p:sp>
      <p:sp>
        <p:nvSpPr>
          <p:cNvPr id="457" name="Shape 439"/>
          <p:cNvSpPr/>
          <p:nvPr/>
        </p:nvSpPr>
        <p:spPr>
          <a:xfrm>
            <a:off x="6148070" y="3041650"/>
            <a:ext cx="965200" cy="387350"/>
          </a:xfrm>
          <a:prstGeom prst="roundRect">
            <a:avLst>
              <a:gd name="adj" fmla="val 14164"/>
            </a:avLst>
          </a:prstGeom>
          <a:solidFill>
            <a:srgbClr val="CFA05C"/>
          </a:solidFill>
          <a:ln w="12700">
            <a:solidFill>
              <a:srgbClr val="C8763A"/>
            </a:solidFill>
            <a:prstDash val="solid"/>
          </a:ln>
        </p:spPr>
      </p:sp>
      <p:sp>
        <p:nvSpPr>
          <p:cNvPr id="458" name="Shape 440"/>
          <p:cNvSpPr/>
          <p:nvPr/>
        </p:nvSpPr>
        <p:spPr>
          <a:xfrm>
            <a:off x="6440170" y="3149600"/>
            <a:ext cx="-2870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59" name="Shape 441"/>
          <p:cNvSpPr/>
          <p:nvPr/>
        </p:nvSpPr>
        <p:spPr>
          <a:xfrm>
            <a:off x="6440170" y="3149600"/>
            <a:ext cx="-1676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60" name="Shape 442"/>
          <p:cNvSpPr/>
          <p:nvPr/>
        </p:nvSpPr>
        <p:spPr>
          <a:xfrm>
            <a:off x="6440170" y="3149600"/>
            <a:ext cx="-482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61" name="Shape 443"/>
          <p:cNvSpPr/>
          <p:nvPr/>
        </p:nvSpPr>
        <p:spPr>
          <a:xfrm>
            <a:off x="6440170" y="3149600"/>
            <a:ext cx="711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62" name="Shape 444"/>
          <p:cNvSpPr/>
          <p:nvPr/>
        </p:nvSpPr>
        <p:spPr>
          <a:xfrm>
            <a:off x="6440170" y="3149600"/>
            <a:ext cx="19050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63" name="Shape 445"/>
          <p:cNvSpPr/>
          <p:nvPr/>
        </p:nvSpPr>
        <p:spPr>
          <a:xfrm>
            <a:off x="6440170" y="3149600"/>
            <a:ext cx="30988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64" name="Shape 446"/>
          <p:cNvSpPr/>
          <p:nvPr/>
        </p:nvSpPr>
        <p:spPr>
          <a:xfrm>
            <a:off x="6440170" y="3149600"/>
            <a:ext cx="4292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65" name="Shape 447"/>
          <p:cNvSpPr/>
          <p:nvPr/>
        </p:nvSpPr>
        <p:spPr>
          <a:xfrm>
            <a:off x="6440170" y="3149600"/>
            <a:ext cx="5486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66" name="Shape 448"/>
          <p:cNvSpPr/>
          <p:nvPr/>
        </p:nvSpPr>
        <p:spPr>
          <a:xfrm>
            <a:off x="6440170" y="3149600"/>
            <a:ext cx="6680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67" name="Shape 449"/>
          <p:cNvSpPr/>
          <p:nvPr/>
        </p:nvSpPr>
        <p:spPr>
          <a:xfrm>
            <a:off x="6535420" y="3149600"/>
            <a:ext cx="-38227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68" name="Shape 450"/>
          <p:cNvSpPr/>
          <p:nvPr/>
        </p:nvSpPr>
        <p:spPr>
          <a:xfrm>
            <a:off x="6535420" y="3149600"/>
            <a:ext cx="-26289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69" name="Shape 451"/>
          <p:cNvSpPr/>
          <p:nvPr/>
        </p:nvSpPr>
        <p:spPr>
          <a:xfrm>
            <a:off x="6535420" y="3149600"/>
            <a:ext cx="-14351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70" name="Shape 452"/>
          <p:cNvSpPr/>
          <p:nvPr/>
        </p:nvSpPr>
        <p:spPr>
          <a:xfrm>
            <a:off x="6535420" y="3149600"/>
            <a:ext cx="-2413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71" name="Shape 453"/>
          <p:cNvSpPr/>
          <p:nvPr/>
        </p:nvSpPr>
        <p:spPr>
          <a:xfrm>
            <a:off x="6535420" y="3149600"/>
            <a:ext cx="9525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72" name="Shape 454"/>
          <p:cNvSpPr/>
          <p:nvPr/>
        </p:nvSpPr>
        <p:spPr>
          <a:xfrm>
            <a:off x="6535420" y="3149600"/>
            <a:ext cx="21463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73" name="Shape 455"/>
          <p:cNvSpPr/>
          <p:nvPr/>
        </p:nvSpPr>
        <p:spPr>
          <a:xfrm>
            <a:off x="6535420" y="3149600"/>
            <a:ext cx="33401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74" name="Shape 456"/>
          <p:cNvSpPr/>
          <p:nvPr/>
        </p:nvSpPr>
        <p:spPr>
          <a:xfrm>
            <a:off x="6535420" y="3149600"/>
            <a:ext cx="45339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75" name="Shape 457"/>
          <p:cNvSpPr/>
          <p:nvPr/>
        </p:nvSpPr>
        <p:spPr>
          <a:xfrm>
            <a:off x="6535420" y="3149600"/>
            <a:ext cx="57277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76" name="Shape 458"/>
          <p:cNvSpPr/>
          <p:nvPr/>
        </p:nvSpPr>
        <p:spPr>
          <a:xfrm>
            <a:off x="6630670" y="3149600"/>
            <a:ext cx="-4775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77" name="Shape 459"/>
          <p:cNvSpPr/>
          <p:nvPr/>
        </p:nvSpPr>
        <p:spPr>
          <a:xfrm>
            <a:off x="6630670" y="3149600"/>
            <a:ext cx="-3581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78" name="Shape 460"/>
          <p:cNvSpPr/>
          <p:nvPr/>
        </p:nvSpPr>
        <p:spPr>
          <a:xfrm>
            <a:off x="6630670" y="3149600"/>
            <a:ext cx="-2387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79" name="Shape 461"/>
          <p:cNvSpPr/>
          <p:nvPr/>
        </p:nvSpPr>
        <p:spPr>
          <a:xfrm>
            <a:off x="6630670" y="3149600"/>
            <a:ext cx="-11938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80" name="Shape 462"/>
          <p:cNvSpPr/>
          <p:nvPr/>
        </p:nvSpPr>
        <p:spPr>
          <a:xfrm>
            <a:off x="6630670" y="3149600"/>
            <a:ext cx="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81" name="Shape 463"/>
          <p:cNvSpPr/>
          <p:nvPr/>
        </p:nvSpPr>
        <p:spPr>
          <a:xfrm>
            <a:off x="6630670" y="3149600"/>
            <a:ext cx="11938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82" name="Shape 464"/>
          <p:cNvSpPr/>
          <p:nvPr/>
        </p:nvSpPr>
        <p:spPr>
          <a:xfrm>
            <a:off x="6630670" y="3149600"/>
            <a:ext cx="2387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83" name="Shape 465"/>
          <p:cNvSpPr/>
          <p:nvPr/>
        </p:nvSpPr>
        <p:spPr>
          <a:xfrm>
            <a:off x="6630670" y="3149600"/>
            <a:ext cx="3581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84" name="Shape 466"/>
          <p:cNvSpPr/>
          <p:nvPr/>
        </p:nvSpPr>
        <p:spPr>
          <a:xfrm>
            <a:off x="6630670" y="3149600"/>
            <a:ext cx="4775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85" name="Shape 467"/>
          <p:cNvSpPr/>
          <p:nvPr/>
        </p:nvSpPr>
        <p:spPr>
          <a:xfrm>
            <a:off x="6725920" y="3149600"/>
            <a:ext cx="-57277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86" name="Shape 468"/>
          <p:cNvSpPr/>
          <p:nvPr/>
        </p:nvSpPr>
        <p:spPr>
          <a:xfrm>
            <a:off x="6725920" y="3149600"/>
            <a:ext cx="-45339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87" name="Shape 469"/>
          <p:cNvSpPr/>
          <p:nvPr/>
        </p:nvSpPr>
        <p:spPr>
          <a:xfrm>
            <a:off x="6725920" y="3149600"/>
            <a:ext cx="-33401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88" name="Shape 470"/>
          <p:cNvSpPr/>
          <p:nvPr/>
        </p:nvSpPr>
        <p:spPr>
          <a:xfrm>
            <a:off x="6725920" y="3149600"/>
            <a:ext cx="-21463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89" name="Shape 471"/>
          <p:cNvSpPr/>
          <p:nvPr/>
        </p:nvSpPr>
        <p:spPr>
          <a:xfrm>
            <a:off x="6725920" y="3149600"/>
            <a:ext cx="-9525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90" name="Shape 472"/>
          <p:cNvSpPr/>
          <p:nvPr/>
        </p:nvSpPr>
        <p:spPr>
          <a:xfrm>
            <a:off x="6725920" y="3149600"/>
            <a:ext cx="2413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91" name="Shape 473"/>
          <p:cNvSpPr/>
          <p:nvPr/>
        </p:nvSpPr>
        <p:spPr>
          <a:xfrm>
            <a:off x="6725920" y="3149600"/>
            <a:ext cx="14351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92" name="Shape 474"/>
          <p:cNvSpPr/>
          <p:nvPr/>
        </p:nvSpPr>
        <p:spPr>
          <a:xfrm>
            <a:off x="6725920" y="3149600"/>
            <a:ext cx="26289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93" name="Shape 475"/>
          <p:cNvSpPr/>
          <p:nvPr/>
        </p:nvSpPr>
        <p:spPr>
          <a:xfrm>
            <a:off x="6725920" y="3149600"/>
            <a:ext cx="38227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94" name="Shape 476"/>
          <p:cNvSpPr/>
          <p:nvPr/>
        </p:nvSpPr>
        <p:spPr>
          <a:xfrm>
            <a:off x="6821170" y="3149600"/>
            <a:ext cx="-6680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95" name="Shape 477"/>
          <p:cNvSpPr/>
          <p:nvPr/>
        </p:nvSpPr>
        <p:spPr>
          <a:xfrm>
            <a:off x="6821170" y="3149600"/>
            <a:ext cx="-5486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96" name="Shape 478"/>
          <p:cNvSpPr/>
          <p:nvPr/>
        </p:nvSpPr>
        <p:spPr>
          <a:xfrm>
            <a:off x="6821170" y="3149600"/>
            <a:ext cx="-4292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97" name="Shape 479"/>
          <p:cNvSpPr/>
          <p:nvPr/>
        </p:nvSpPr>
        <p:spPr>
          <a:xfrm>
            <a:off x="6821170" y="3149600"/>
            <a:ext cx="-30988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98" name="Shape 480"/>
          <p:cNvSpPr/>
          <p:nvPr/>
        </p:nvSpPr>
        <p:spPr>
          <a:xfrm>
            <a:off x="6821170" y="3149600"/>
            <a:ext cx="-19050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99" name="Shape 481"/>
          <p:cNvSpPr/>
          <p:nvPr/>
        </p:nvSpPr>
        <p:spPr>
          <a:xfrm>
            <a:off x="6821170" y="3149600"/>
            <a:ext cx="-711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00" name="Shape 482"/>
          <p:cNvSpPr/>
          <p:nvPr/>
        </p:nvSpPr>
        <p:spPr>
          <a:xfrm>
            <a:off x="6821170" y="3149600"/>
            <a:ext cx="482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01" name="Shape 483"/>
          <p:cNvSpPr/>
          <p:nvPr/>
        </p:nvSpPr>
        <p:spPr>
          <a:xfrm>
            <a:off x="6821170" y="3149600"/>
            <a:ext cx="1676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02" name="Shape 484"/>
          <p:cNvSpPr/>
          <p:nvPr/>
        </p:nvSpPr>
        <p:spPr>
          <a:xfrm>
            <a:off x="6821170" y="3149600"/>
            <a:ext cx="2870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03" name="Shape 485"/>
          <p:cNvSpPr/>
          <p:nvPr/>
        </p:nvSpPr>
        <p:spPr>
          <a:xfrm>
            <a:off x="640524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504" name="Shape 486"/>
          <p:cNvSpPr/>
          <p:nvPr/>
        </p:nvSpPr>
        <p:spPr>
          <a:xfrm>
            <a:off x="650049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505" name="Shape 487"/>
          <p:cNvSpPr/>
          <p:nvPr/>
        </p:nvSpPr>
        <p:spPr>
          <a:xfrm>
            <a:off x="659574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506" name="Shape 488"/>
          <p:cNvSpPr/>
          <p:nvPr/>
        </p:nvSpPr>
        <p:spPr>
          <a:xfrm>
            <a:off x="669099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507" name="Shape 489"/>
          <p:cNvSpPr/>
          <p:nvPr/>
        </p:nvSpPr>
        <p:spPr>
          <a:xfrm>
            <a:off x="678624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508" name="Shape 490"/>
          <p:cNvSpPr/>
          <p:nvPr/>
        </p:nvSpPr>
        <p:spPr>
          <a:xfrm>
            <a:off x="611822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509" name="Shape 491"/>
          <p:cNvSpPr/>
          <p:nvPr/>
        </p:nvSpPr>
        <p:spPr>
          <a:xfrm>
            <a:off x="623760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510" name="Shape 492"/>
          <p:cNvSpPr/>
          <p:nvPr/>
        </p:nvSpPr>
        <p:spPr>
          <a:xfrm>
            <a:off x="635698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511" name="Shape 493"/>
          <p:cNvSpPr/>
          <p:nvPr/>
        </p:nvSpPr>
        <p:spPr>
          <a:xfrm>
            <a:off x="647636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512" name="Shape 494"/>
          <p:cNvSpPr/>
          <p:nvPr/>
        </p:nvSpPr>
        <p:spPr>
          <a:xfrm>
            <a:off x="659574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513" name="Shape 495"/>
          <p:cNvSpPr/>
          <p:nvPr/>
        </p:nvSpPr>
        <p:spPr>
          <a:xfrm>
            <a:off x="671512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514" name="Shape 496"/>
          <p:cNvSpPr/>
          <p:nvPr/>
        </p:nvSpPr>
        <p:spPr>
          <a:xfrm>
            <a:off x="683450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515" name="Shape 497"/>
          <p:cNvSpPr/>
          <p:nvPr/>
        </p:nvSpPr>
        <p:spPr>
          <a:xfrm>
            <a:off x="695388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516" name="Shape 498"/>
          <p:cNvSpPr/>
          <p:nvPr/>
        </p:nvSpPr>
        <p:spPr>
          <a:xfrm>
            <a:off x="707326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517" name="Text 499"/>
          <p:cNvSpPr/>
          <p:nvPr/>
        </p:nvSpPr>
        <p:spPr>
          <a:xfrm>
            <a:off x="6783070" y="3086100"/>
            <a:ext cx="2794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C05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RELU</a:t>
            </a:r>
            <a:endParaRPr lang="en-US" sz="700" dirty="0"/>
          </a:p>
        </p:txBody>
      </p:sp>
      <p:sp>
        <p:nvSpPr>
          <p:cNvPr id="518" name="Shape 500"/>
          <p:cNvSpPr/>
          <p:nvPr/>
        </p:nvSpPr>
        <p:spPr>
          <a:xfrm>
            <a:off x="7183120" y="3041650"/>
            <a:ext cx="965200" cy="387350"/>
          </a:xfrm>
          <a:prstGeom prst="roundRect">
            <a:avLst>
              <a:gd name="adj" fmla="val 14164"/>
            </a:avLst>
          </a:prstGeom>
          <a:solidFill>
            <a:srgbClr val="CFA05C"/>
          </a:solidFill>
          <a:ln w="12700">
            <a:solidFill>
              <a:srgbClr val="C8763A"/>
            </a:solidFill>
            <a:prstDash val="solid"/>
          </a:ln>
        </p:spPr>
      </p:sp>
      <p:sp>
        <p:nvSpPr>
          <p:cNvPr id="519" name="Shape 501"/>
          <p:cNvSpPr/>
          <p:nvPr/>
        </p:nvSpPr>
        <p:spPr>
          <a:xfrm>
            <a:off x="7475220" y="3149600"/>
            <a:ext cx="-2870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20" name="Shape 502"/>
          <p:cNvSpPr/>
          <p:nvPr/>
        </p:nvSpPr>
        <p:spPr>
          <a:xfrm>
            <a:off x="7475220" y="3149600"/>
            <a:ext cx="-1676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21" name="Shape 503"/>
          <p:cNvSpPr/>
          <p:nvPr/>
        </p:nvSpPr>
        <p:spPr>
          <a:xfrm>
            <a:off x="7475220" y="3149600"/>
            <a:ext cx="-482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22" name="Shape 504"/>
          <p:cNvSpPr/>
          <p:nvPr/>
        </p:nvSpPr>
        <p:spPr>
          <a:xfrm>
            <a:off x="7475220" y="3149600"/>
            <a:ext cx="711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23" name="Shape 505"/>
          <p:cNvSpPr/>
          <p:nvPr/>
        </p:nvSpPr>
        <p:spPr>
          <a:xfrm>
            <a:off x="7475220" y="3149600"/>
            <a:ext cx="19050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24" name="Shape 506"/>
          <p:cNvSpPr/>
          <p:nvPr/>
        </p:nvSpPr>
        <p:spPr>
          <a:xfrm>
            <a:off x="7475220" y="3149600"/>
            <a:ext cx="30988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25" name="Shape 507"/>
          <p:cNvSpPr/>
          <p:nvPr/>
        </p:nvSpPr>
        <p:spPr>
          <a:xfrm>
            <a:off x="7475220" y="3149600"/>
            <a:ext cx="4292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26" name="Shape 508"/>
          <p:cNvSpPr/>
          <p:nvPr/>
        </p:nvSpPr>
        <p:spPr>
          <a:xfrm>
            <a:off x="7475220" y="3149600"/>
            <a:ext cx="5486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27" name="Shape 509"/>
          <p:cNvSpPr/>
          <p:nvPr/>
        </p:nvSpPr>
        <p:spPr>
          <a:xfrm>
            <a:off x="7475220" y="3149600"/>
            <a:ext cx="6680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28" name="Shape 510"/>
          <p:cNvSpPr/>
          <p:nvPr/>
        </p:nvSpPr>
        <p:spPr>
          <a:xfrm>
            <a:off x="7570470" y="3149600"/>
            <a:ext cx="-38227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29" name="Shape 511"/>
          <p:cNvSpPr/>
          <p:nvPr/>
        </p:nvSpPr>
        <p:spPr>
          <a:xfrm>
            <a:off x="7570470" y="3149600"/>
            <a:ext cx="-26289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30" name="Shape 512"/>
          <p:cNvSpPr/>
          <p:nvPr/>
        </p:nvSpPr>
        <p:spPr>
          <a:xfrm>
            <a:off x="7570470" y="3149600"/>
            <a:ext cx="-14351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31" name="Shape 513"/>
          <p:cNvSpPr/>
          <p:nvPr/>
        </p:nvSpPr>
        <p:spPr>
          <a:xfrm>
            <a:off x="7570470" y="3149600"/>
            <a:ext cx="-2413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32" name="Shape 514"/>
          <p:cNvSpPr/>
          <p:nvPr/>
        </p:nvSpPr>
        <p:spPr>
          <a:xfrm>
            <a:off x="7570470" y="3149600"/>
            <a:ext cx="9525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33" name="Shape 515"/>
          <p:cNvSpPr/>
          <p:nvPr/>
        </p:nvSpPr>
        <p:spPr>
          <a:xfrm>
            <a:off x="7570470" y="3149600"/>
            <a:ext cx="21463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34" name="Shape 516"/>
          <p:cNvSpPr/>
          <p:nvPr/>
        </p:nvSpPr>
        <p:spPr>
          <a:xfrm>
            <a:off x="7570470" y="3149600"/>
            <a:ext cx="33401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35" name="Shape 517"/>
          <p:cNvSpPr/>
          <p:nvPr/>
        </p:nvSpPr>
        <p:spPr>
          <a:xfrm>
            <a:off x="7570470" y="3149600"/>
            <a:ext cx="45339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36" name="Shape 518"/>
          <p:cNvSpPr/>
          <p:nvPr/>
        </p:nvSpPr>
        <p:spPr>
          <a:xfrm>
            <a:off x="7570470" y="3149600"/>
            <a:ext cx="57277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37" name="Shape 519"/>
          <p:cNvSpPr/>
          <p:nvPr/>
        </p:nvSpPr>
        <p:spPr>
          <a:xfrm>
            <a:off x="7665720" y="3149600"/>
            <a:ext cx="-4775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38" name="Shape 520"/>
          <p:cNvSpPr/>
          <p:nvPr/>
        </p:nvSpPr>
        <p:spPr>
          <a:xfrm>
            <a:off x="7665720" y="3149600"/>
            <a:ext cx="-3581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39" name="Shape 521"/>
          <p:cNvSpPr/>
          <p:nvPr/>
        </p:nvSpPr>
        <p:spPr>
          <a:xfrm>
            <a:off x="7665720" y="3149600"/>
            <a:ext cx="-2387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40" name="Shape 522"/>
          <p:cNvSpPr/>
          <p:nvPr/>
        </p:nvSpPr>
        <p:spPr>
          <a:xfrm>
            <a:off x="7665720" y="3149600"/>
            <a:ext cx="-11938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41" name="Shape 523"/>
          <p:cNvSpPr/>
          <p:nvPr/>
        </p:nvSpPr>
        <p:spPr>
          <a:xfrm>
            <a:off x="7665720" y="3149600"/>
            <a:ext cx="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42" name="Shape 524"/>
          <p:cNvSpPr/>
          <p:nvPr/>
        </p:nvSpPr>
        <p:spPr>
          <a:xfrm>
            <a:off x="7665720" y="3149600"/>
            <a:ext cx="11938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43" name="Shape 525"/>
          <p:cNvSpPr/>
          <p:nvPr/>
        </p:nvSpPr>
        <p:spPr>
          <a:xfrm>
            <a:off x="7665720" y="3149600"/>
            <a:ext cx="2387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44" name="Shape 526"/>
          <p:cNvSpPr/>
          <p:nvPr/>
        </p:nvSpPr>
        <p:spPr>
          <a:xfrm>
            <a:off x="7665720" y="3149600"/>
            <a:ext cx="3581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45" name="Shape 527"/>
          <p:cNvSpPr/>
          <p:nvPr/>
        </p:nvSpPr>
        <p:spPr>
          <a:xfrm>
            <a:off x="7665720" y="3149600"/>
            <a:ext cx="4775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46" name="Shape 528"/>
          <p:cNvSpPr/>
          <p:nvPr/>
        </p:nvSpPr>
        <p:spPr>
          <a:xfrm>
            <a:off x="7760970" y="3149600"/>
            <a:ext cx="-57277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47" name="Shape 529"/>
          <p:cNvSpPr/>
          <p:nvPr/>
        </p:nvSpPr>
        <p:spPr>
          <a:xfrm>
            <a:off x="7760970" y="3149600"/>
            <a:ext cx="-45339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48" name="Shape 530"/>
          <p:cNvSpPr/>
          <p:nvPr/>
        </p:nvSpPr>
        <p:spPr>
          <a:xfrm>
            <a:off x="7760970" y="3149600"/>
            <a:ext cx="-33401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49" name="Shape 531"/>
          <p:cNvSpPr/>
          <p:nvPr/>
        </p:nvSpPr>
        <p:spPr>
          <a:xfrm>
            <a:off x="7760970" y="3149600"/>
            <a:ext cx="-21463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50" name="Shape 532"/>
          <p:cNvSpPr/>
          <p:nvPr/>
        </p:nvSpPr>
        <p:spPr>
          <a:xfrm>
            <a:off x="7760970" y="3149600"/>
            <a:ext cx="-9525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51" name="Shape 533"/>
          <p:cNvSpPr/>
          <p:nvPr/>
        </p:nvSpPr>
        <p:spPr>
          <a:xfrm>
            <a:off x="7760970" y="3149600"/>
            <a:ext cx="2413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52" name="Shape 534"/>
          <p:cNvSpPr/>
          <p:nvPr/>
        </p:nvSpPr>
        <p:spPr>
          <a:xfrm>
            <a:off x="7760970" y="3149600"/>
            <a:ext cx="14351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53" name="Shape 535"/>
          <p:cNvSpPr/>
          <p:nvPr/>
        </p:nvSpPr>
        <p:spPr>
          <a:xfrm>
            <a:off x="7760970" y="3149600"/>
            <a:ext cx="26289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54" name="Shape 536"/>
          <p:cNvSpPr/>
          <p:nvPr/>
        </p:nvSpPr>
        <p:spPr>
          <a:xfrm>
            <a:off x="7760970" y="3149600"/>
            <a:ext cx="38227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55" name="Shape 537"/>
          <p:cNvSpPr/>
          <p:nvPr/>
        </p:nvSpPr>
        <p:spPr>
          <a:xfrm>
            <a:off x="7856220" y="3149600"/>
            <a:ext cx="-6680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56" name="Shape 538"/>
          <p:cNvSpPr/>
          <p:nvPr/>
        </p:nvSpPr>
        <p:spPr>
          <a:xfrm>
            <a:off x="7856220" y="3149600"/>
            <a:ext cx="-5486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57" name="Shape 539"/>
          <p:cNvSpPr/>
          <p:nvPr/>
        </p:nvSpPr>
        <p:spPr>
          <a:xfrm>
            <a:off x="7856220" y="3149600"/>
            <a:ext cx="-4292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58" name="Shape 540"/>
          <p:cNvSpPr/>
          <p:nvPr/>
        </p:nvSpPr>
        <p:spPr>
          <a:xfrm>
            <a:off x="7856220" y="3149600"/>
            <a:ext cx="-30988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59" name="Shape 541"/>
          <p:cNvSpPr/>
          <p:nvPr/>
        </p:nvSpPr>
        <p:spPr>
          <a:xfrm>
            <a:off x="7856220" y="3149600"/>
            <a:ext cx="-19050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60" name="Shape 542"/>
          <p:cNvSpPr/>
          <p:nvPr/>
        </p:nvSpPr>
        <p:spPr>
          <a:xfrm>
            <a:off x="7856220" y="3149600"/>
            <a:ext cx="-711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61" name="Shape 543"/>
          <p:cNvSpPr/>
          <p:nvPr/>
        </p:nvSpPr>
        <p:spPr>
          <a:xfrm>
            <a:off x="7856220" y="3149600"/>
            <a:ext cx="482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62" name="Shape 544"/>
          <p:cNvSpPr/>
          <p:nvPr/>
        </p:nvSpPr>
        <p:spPr>
          <a:xfrm>
            <a:off x="7856220" y="3149600"/>
            <a:ext cx="1676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63" name="Shape 545"/>
          <p:cNvSpPr/>
          <p:nvPr/>
        </p:nvSpPr>
        <p:spPr>
          <a:xfrm>
            <a:off x="7856220" y="3149600"/>
            <a:ext cx="2870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64" name="Shape 546"/>
          <p:cNvSpPr/>
          <p:nvPr/>
        </p:nvSpPr>
        <p:spPr>
          <a:xfrm>
            <a:off x="744029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565" name="Shape 547"/>
          <p:cNvSpPr/>
          <p:nvPr/>
        </p:nvSpPr>
        <p:spPr>
          <a:xfrm>
            <a:off x="753554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566" name="Shape 548"/>
          <p:cNvSpPr/>
          <p:nvPr/>
        </p:nvSpPr>
        <p:spPr>
          <a:xfrm>
            <a:off x="763079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567" name="Shape 549"/>
          <p:cNvSpPr/>
          <p:nvPr/>
        </p:nvSpPr>
        <p:spPr>
          <a:xfrm>
            <a:off x="772604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568" name="Shape 550"/>
          <p:cNvSpPr/>
          <p:nvPr/>
        </p:nvSpPr>
        <p:spPr>
          <a:xfrm>
            <a:off x="782129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569" name="Shape 551"/>
          <p:cNvSpPr/>
          <p:nvPr/>
        </p:nvSpPr>
        <p:spPr>
          <a:xfrm>
            <a:off x="715327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570" name="Shape 552"/>
          <p:cNvSpPr/>
          <p:nvPr/>
        </p:nvSpPr>
        <p:spPr>
          <a:xfrm>
            <a:off x="727265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571" name="Shape 553"/>
          <p:cNvSpPr/>
          <p:nvPr/>
        </p:nvSpPr>
        <p:spPr>
          <a:xfrm>
            <a:off x="739203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572" name="Shape 554"/>
          <p:cNvSpPr/>
          <p:nvPr/>
        </p:nvSpPr>
        <p:spPr>
          <a:xfrm>
            <a:off x="751141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573" name="Shape 555"/>
          <p:cNvSpPr/>
          <p:nvPr/>
        </p:nvSpPr>
        <p:spPr>
          <a:xfrm>
            <a:off x="763079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574" name="Shape 556"/>
          <p:cNvSpPr/>
          <p:nvPr/>
        </p:nvSpPr>
        <p:spPr>
          <a:xfrm>
            <a:off x="775017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575" name="Shape 557"/>
          <p:cNvSpPr/>
          <p:nvPr/>
        </p:nvSpPr>
        <p:spPr>
          <a:xfrm>
            <a:off x="786955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576" name="Shape 558"/>
          <p:cNvSpPr/>
          <p:nvPr/>
        </p:nvSpPr>
        <p:spPr>
          <a:xfrm>
            <a:off x="798893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577" name="Shape 559"/>
          <p:cNvSpPr/>
          <p:nvPr/>
        </p:nvSpPr>
        <p:spPr>
          <a:xfrm>
            <a:off x="810831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578" name="Text 560"/>
          <p:cNvSpPr/>
          <p:nvPr/>
        </p:nvSpPr>
        <p:spPr>
          <a:xfrm>
            <a:off x="7818120" y="3086100"/>
            <a:ext cx="2794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C05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RELU</a:t>
            </a:r>
            <a:endParaRPr lang="en-US" sz="700" dirty="0"/>
          </a:p>
        </p:txBody>
      </p:sp>
      <p:sp>
        <p:nvSpPr>
          <p:cNvPr id="579" name="Shape 561"/>
          <p:cNvSpPr/>
          <p:nvPr/>
        </p:nvSpPr>
        <p:spPr>
          <a:xfrm>
            <a:off x="9253220" y="3041650"/>
            <a:ext cx="965200" cy="387350"/>
          </a:xfrm>
          <a:prstGeom prst="roundRect">
            <a:avLst>
              <a:gd name="adj" fmla="val 14164"/>
            </a:avLst>
          </a:prstGeom>
          <a:solidFill>
            <a:srgbClr val="CFA05C"/>
          </a:solidFill>
          <a:ln w="12700">
            <a:solidFill>
              <a:srgbClr val="C8763A"/>
            </a:solidFill>
            <a:prstDash val="solid"/>
          </a:ln>
        </p:spPr>
      </p:sp>
      <p:sp>
        <p:nvSpPr>
          <p:cNvPr id="580" name="Shape 562"/>
          <p:cNvSpPr/>
          <p:nvPr/>
        </p:nvSpPr>
        <p:spPr>
          <a:xfrm>
            <a:off x="9545320" y="3149600"/>
            <a:ext cx="-2870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81" name="Shape 563"/>
          <p:cNvSpPr/>
          <p:nvPr/>
        </p:nvSpPr>
        <p:spPr>
          <a:xfrm>
            <a:off x="9545320" y="3149600"/>
            <a:ext cx="-1676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82" name="Shape 564"/>
          <p:cNvSpPr/>
          <p:nvPr/>
        </p:nvSpPr>
        <p:spPr>
          <a:xfrm>
            <a:off x="9545320" y="3149600"/>
            <a:ext cx="-482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83" name="Shape 565"/>
          <p:cNvSpPr/>
          <p:nvPr/>
        </p:nvSpPr>
        <p:spPr>
          <a:xfrm>
            <a:off x="9545320" y="3149600"/>
            <a:ext cx="711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84" name="Shape 566"/>
          <p:cNvSpPr/>
          <p:nvPr/>
        </p:nvSpPr>
        <p:spPr>
          <a:xfrm>
            <a:off x="9545320" y="3149600"/>
            <a:ext cx="19050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85" name="Shape 567"/>
          <p:cNvSpPr/>
          <p:nvPr/>
        </p:nvSpPr>
        <p:spPr>
          <a:xfrm>
            <a:off x="9545320" y="3149600"/>
            <a:ext cx="30988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86" name="Shape 568"/>
          <p:cNvSpPr/>
          <p:nvPr/>
        </p:nvSpPr>
        <p:spPr>
          <a:xfrm>
            <a:off x="9545320" y="3149600"/>
            <a:ext cx="4292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87" name="Shape 569"/>
          <p:cNvSpPr/>
          <p:nvPr/>
        </p:nvSpPr>
        <p:spPr>
          <a:xfrm>
            <a:off x="9545320" y="3149600"/>
            <a:ext cx="5486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88" name="Shape 570"/>
          <p:cNvSpPr/>
          <p:nvPr/>
        </p:nvSpPr>
        <p:spPr>
          <a:xfrm>
            <a:off x="9545320" y="3149600"/>
            <a:ext cx="6680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89" name="Shape 571"/>
          <p:cNvSpPr/>
          <p:nvPr/>
        </p:nvSpPr>
        <p:spPr>
          <a:xfrm>
            <a:off x="9640570" y="3149600"/>
            <a:ext cx="-38227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90" name="Shape 572"/>
          <p:cNvSpPr/>
          <p:nvPr/>
        </p:nvSpPr>
        <p:spPr>
          <a:xfrm>
            <a:off x="9640570" y="3149600"/>
            <a:ext cx="-26289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91" name="Shape 573"/>
          <p:cNvSpPr/>
          <p:nvPr/>
        </p:nvSpPr>
        <p:spPr>
          <a:xfrm>
            <a:off x="9640570" y="3149600"/>
            <a:ext cx="-14351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92" name="Shape 574"/>
          <p:cNvSpPr/>
          <p:nvPr/>
        </p:nvSpPr>
        <p:spPr>
          <a:xfrm>
            <a:off x="9640570" y="3149600"/>
            <a:ext cx="-2413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93" name="Shape 575"/>
          <p:cNvSpPr/>
          <p:nvPr/>
        </p:nvSpPr>
        <p:spPr>
          <a:xfrm>
            <a:off x="9640570" y="3149600"/>
            <a:ext cx="9525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94" name="Shape 576"/>
          <p:cNvSpPr/>
          <p:nvPr/>
        </p:nvSpPr>
        <p:spPr>
          <a:xfrm>
            <a:off x="9640570" y="3149600"/>
            <a:ext cx="21463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95" name="Shape 577"/>
          <p:cNvSpPr/>
          <p:nvPr/>
        </p:nvSpPr>
        <p:spPr>
          <a:xfrm>
            <a:off x="9640570" y="3149600"/>
            <a:ext cx="33401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96" name="Shape 578"/>
          <p:cNvSpPr/>
          <p:nvPr/>
        </p:nvSpPr>
        <p:spPr>
          <a:xfrm>
            <a:off x="9640570" y="3149600"/>
            <a:ext cx="45339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97" name="Shape 579"/>
          <p:cNvSpPr/>
          <p:nvPr/>
        </p:nvSpPr>
        <p:spPr>
          <a:xfrm>
            <a:off x="9640570" y="3149600"/>
            <a:ext cx="57277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98" name="Shape 580"/>
          <p:cNvSpPr/>
          <p:nvPr/>
        </p:nvSpPr>
        <p:spPr>
          <a:xfrm>
            <a:off x="9735820" y="3149600"/>
            <a:ext cx="-4775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99" name="Shape 581"/>
          <p:cNvSpPr/>
          <p:nvPr/>
        </p:nvSpPr>
        <p:spPr>
          <a:xfrm>
            <a:off x="9735820" y="3149600"/>
            <a:ext cx="-3581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00" name="Shape 582"/>
          <p:cNvSpPr/>
          <p:nvPr/>
        </p:nvSpPr>
        <p:spPr>
          <a:xfrm>
            <a:off x="9735820" y="3149600"/>
            <a:ext cx="-2387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01" name="Shape 583"/>
          <p:cNvSpPr/>
          <p:nvPr/>
        </p:nvSpPr>
        <p:spPr>
          <a:xfrm>
            <a:off x="9735820" y="3149600"/>
            <a:ext cx="-11938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02" name="Shape 584"/>
          <p:cNvSpPr/>
          <p:nvPr/>
        </p:nvSpPr>
        <p:spPr>
          <a:xfrm>
            <a:off x="9735820" y="3149600"/>
            <a:ext cx="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03" name="Shape 585"/>
          <p:cNvSpPr/>
          <p:nvPr/>
        </p:nvSpPr>
        <p:spPr>
          <a:xfrm>
            <a:off x="9735820" y="3149600"/>
            <a:ext cx="11938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04" name="Shape 586"/>
          <p:cNvSpPr/>
          <p:nvPr/>
        </p:nvSpPr>
        <p:spPr>
          <a:xfrm>
            <a:off x="9735820" y="3149600"/>
            <a:ext cx="2387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05" name="Shape 587"/>
          <p:cNvSpPr/>
          <p:nvPr/>
        </p:nvSpPr>
        <p:spPr>
          <a:xfrm>
            <a:off x="9735820" y="3149600"/>
            <a:ext cx="3581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06" name="Shape 588"/>
          <p:cNvSpPr/>
          <p:nvPr/>
        </p:nvSpPr>
        <p:spPr>
          <a:xfrm>
            <a:off x="9735820" y="3149600"/>
            <a:ext cx="4775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07" name="Shape 589"/>
          <p:cNvSpPr/>
          <p:nvPr/>
        </p:nvSpPr>
        <p:spPr>
          <a:xfrm>
            <a:off x="9831070" y="3149600"/>
            <a:ext cx="-57277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08" name="Shape 590"/>
          <p:cNvSpPr/>
          <p:nvPr/>
        </p:nvSpPr>
        <p:spPr>
          <a:xfrm>
            <a:off x="9831070" y="3149600"/>
            <a:ext cx="-45339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09" name="Shape 591"/>
          <p:cNvSpPr/>
          <p:nvPr/>
        </p:nvSpPr>
        <p:spPr>
          <a:xfrm>
            <a:off x="9831070" y="3149600"/>
            <a:ext cx="-33401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10" name="Shape 592"/>
          <p:cNvSpPr/>
          <p:nvPr/>
        </p:nvSpPr>
        <p:spPr>
          <a:xfrm>
            <a:off x="9831070" y="3149600"/>
            <a:ext cx="-21463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11" name="Shape 593"/>
          <p:cNvSpPr/>
          <p:nvPr/>
        </p:nvSpPr>
        <p:spPr>
          <a:xfrm>
            <a:off x="9831070" y="3149600"/>
            <a:ext cx="-9525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12" name="Shape 594"/>
          <p:cNvSpPr/>
          <p:nvPr/>
        </p:nvSpPr>
        <p:spPr>
          <a:xfrm>
            <a:off x="9831070" y="3149600"/>
            <a:ext cx="2413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13" name="Shape 595"/>
          <p:cNvSpPr/>
          <p:nvPr/>
        </p:nvSpPr>
        <p:spPr>
          <a:xfrm>
            <a:off x="9831070" y="3149600"/>
            <a:ext cx="14351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14" name="Shape 596"/>
          <p:cNvSpPr/>
          <p:nvPr/>
        </p:nvSpPr>
        <p:spPr>
          <a:xfrm>
            <a:off x="9831070" y="3149600"/>
            <a:ext cx="26289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15" name="Shape 597"/>
          <p:cNvSpPr/>
          <p:nvPr/>
        </p:nvSpPr>
        <p:spPr>
          <a:xfrm>
            <a:off x="9831070" y="3149600"/>
            <a:ext cx="38227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16" name="Shape 598"/>
          <p:cNvSpPr/>
          <p:nvPr/>
        </p:nvSpPr>
        <p:spPr>
          <a:xfrm>
            <a:off x="9926320" y="3149600"/>
            <a:ext cx="-6680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17" name="Shape 599"/>
          <p:cNvSpPr/>
          <p:nvPr/>
        </p:nvSpPr>
        <p:spPr>
          <a:xfrm>
            <a:off x="9926320" y="3149600"/>
            <a:ext cx="-5486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18" name="Shape 600"/>
          <p:cNvSpPr/>
          <p:nvPr/>
        </p:nvSpPr>
        <p:spPr>
          <a:xfrm>
            <a:off x="9926320" y="3149600"/>
            <a:ext cx="-4292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19" name="Shape 601"/>
          <p:cNvSpPr/>
          <p:nvPr/>
        </p:nvSpPr>
        <p:spPr>
          <a:xfrm>
            <a:off x="9926320" y="3149600"/>
            <a:ext cx="-30988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20" name="Shape 602"/>
          <p:cNvSpPr/>
          <p:nvPr/>
        </p:nvSpPr>
        <p:spPr>
          <a:xfrm>
            <a:off x="9926320" y="3149600"/>
            <a:ext cx="-19050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21" name="Shape 603"/>
          <p:cNvSpPr/>
          <p:nvPr/>
        </p:nvSpPr>
        <p:spPr>
          <a:xfrm>
            <a:off x="9926320" y="3149600"/>
            <a:ext cx="-711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22" name="Shape 604"/>
          <p:cNvSpPr/>
          <p:nvPr/>
        </p:nvSpPr>
        <p:spPr>
          <a:xfrm>
            <a:off x="9926320" y="3149600"/>
            <a:ext cx="482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23" name="Shape 605"/>
          <p:cNvSpPr/>
          <p:nvPr/>
        </p:nvSpPr>
        <p:spPr>
          <a:xfrm>
            <a:off x="9926320" y="3149600"/>
            <a:ext cx="1676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24" name="Shape 606"/>
          <p:cNvSpPr/>
          <p:nvPr/>
        </p:nvSpPr>
        <p:spPr>
          <a:xfrm>
            <a:off x="9926320" y="3149600"/>
            <a:ext cx="2870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25" name="Shape 607"/>
          <p:cNvSpPr/>
          <p:nvPr/>
        </p:nvSpPr>
        <p:spPr>
          <a:xfrm>
            <a:off x="951039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626" name="Shape 608"/>
          <p:cNvSpPr/>
          <p:nvPr/>
        </p:nvSpPr>
        <p:spPr>
          <a:xfrm>
            <a:off x="960564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627" name="Shape 609"/>
          <p:cNvSpPr/>
          <p:nvPr/>
        </p:nvSpPr>
        <p:spPr>
          <a:xfrm>
            <a:off x="970089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628" name="Shape 610"/>
          <p:cNvSpPr/>
          <p:nvPr/>
        </p:nvSpPr>
        <p:spPr>
          <a:xfrm>
            <a:off x="979614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629" name="Shape 611"/>
          <p:cNvSpPr/>
          <p:nvPr/>
        </p:nvSpPr>
        <p:spPr>
          <a:xfrm>
            <a:off x="989139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630" name="Shape 612"/>
          <p:cNvSpPr/>
          <p:nvPr/>
        </p:nvSpPr>
        <p:spPr>
          <a:xfrm>
            <a:off x="922337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631" name="Shape 613"/>
          <p:cNvSpPr/>
          <p:nvPr/>
        </p:nvSpPr>
        <p:spPr>
          <a:xfrm>
            <a:off x="934275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632" name="Shape 614"/>
          <p:cNvSpPr/>
          <p:nvPr/>
        </p:nvSpPr>
        <p:spPr>
          <a:xfrm>
            <a:off x="946213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633" name="Shape 615"/>
          <p:cNvSpPr/>
          <p:nvPr/>
        </p:nvSpPr>
        <p:spPr>
          <a:xfrm>
            <a:off x="958151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634" name="Shape 616"/>
          <p:cNvSpPr/>
          <p:nvPr/>
        </p:nvSpPr>
        <p:spPr>
          <a:xfrm>
            <a:off x="970089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635" name="Shape 617"/>
          <p:cNvSpPr/>
          <p:nvPr/>
        </p:nvSpPr>
        <p:spPr>
          <a:xfrm>
            <a:off x="982027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636" name="Shape 618"/>
          <p:cNvSpPr/>
          <p:nvPr/>
        </p:nvSpPr>
        <p:spPr>
          <a:xfrm>
            <a:off x="993965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637" name="Shape 619"/>
          <p:cNvSpPr/>
          <p:nvPr/>
        </p:nvSpPr>
        <p:spPr>
          <a:xfrm>
            <a:off x="1005903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638" name="Shape 620"/>
          <p:cNvSpPr/>
          <p:nvPr/>
        </p:nvSpPr>
        <p:spPr>
          <a:xfrm>
            <a:off x="1017841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639" name="Text 621"/>
          <p:cNvSpPr/>
          <p:nvPr/>
        </p:nvSpPr>
        <p:spPr>
          <a:xfrm>
            <a:off x="9888220" y="3086100"/>
            <a:ext cx="2794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C05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RELU</a:t>
            </a:r>
            <a:endParaRPr lang="en-US" sz="700" dirty="0"/>
          </a:p>
        </p:txBody>
      </p:sp>
      <p:sp>
        <p:nvSpPr>
          <p:cNvPr id="640" name="Shape 622"/>
          <p:cNvSpPr/>
          <p:nvPr/>
        </p:nvSpPr>
        <p:spPr>
          <a:xfrm>
            <a:off x="10288270" y="3041650"/>
            <a:ext cx="965200" cy="387350"/>
          </a:xfrm>
          <a:prstGeom prst="roundRect">
            <a:avLst>
              <a:gd name="adj" fmla="val 14164"/>
            </a:avLst>
          </a:prstGeom>
          <a:solidFill>
            <a:srgbClr val="CFA05C"/>
          </a:solidFill>
          <a:ln w="12700">
            <a:solidFill>
              <a:srgbClr val="C8763A"/>
            </a:solidFill>
            <a:prstDash val="solid"/>
          </a:ln>
        </p:spPr>
      </p:sp>
      <p:sp>
        <p:nvSpPr>
          <p:cNvPr id="641" name="Shape 623"/>
          <p:cNvSpPr/>
          <p:nvPr/>
        </p:nvSpPr>
        <p:spPr>
          <a:xfrm>
            <a:off x="10580370" y="3149600"/>
            <a:ext cx="-2870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42" name="Shape 624"/>
          <p:cNvSpPr/>
          <p:nvPr/>
        </p:nvSpPr>
        <p:spPr>
          <a:xfrm>
            <a:off x="10580370" y="3149600"/>
            <a:ext cx="-1676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43" name="Shape 625"/>
          <p:cNvSpPr/>
          <p:nvPr/>
        </p:nvSpPr>
        <p:spPr>
          <a:xfrm>
            <a:off x="10580370" y="3149600"/>
            <a:ext cx="-482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44" name="Shape 626"/>
          <p:cNvSpPr/>
          <p:nvPr/>
        </p:nvSpPr>
        <p:spPr>
          <a:xfrm>
            <a:off x="10580370" y="3149600"/>
            <a:ext cx="711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45" name="Shape 627"/>
          <p:cNvSpPr/>
          <p:nvPr/>
        </p:nvSpPr>
        <p:spPr>
          <a:xfrm>
            <a:off x="10580370" y="3149600"/>
            <a:ext cx="19050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46" name="Shape 628"/>
          <p:cNvSpPr/>
          <p:nvPr/>
        </p:nvSpPr>
        <p:spPr>
          <a:xfrm>
            <a:off x="10580370" y="3149600"/>
            <a:ext cx="30988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47" name="Shape 629"/>
          <p:cNvSpPr/>
          <p:nvPr/>
        </p:nvSpPr>
        <p:spPr>
          <a:xfrm>
            <a:off x="10580370" y="3149600"/>
            <a:ext cx="4292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48" name="Shape 630"/>
          <p:cNvSpPr/>
          <p:nvPr/>
        </p:nvSpPr>
        <p:spPr>
          <a:xfrm>
            <a:off x="10580370" y="3149600"/>
            <a:ext cx="5486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49" name="Shape 631"/>
          <p:cNvSpPr/>
          <p:nvPr/>
        </p:nvSpPr>
        <p:spPr>
          <a:xfrm>
            <a:off x="10580370" y="3149600"/>
            <a:ext cx="6680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50" name="Shape 632"/>
          <p:cNvSpPr/>
          <p:nvPr/>
        </p:nvSpPr>
        <p:spPr>
          <a:xfrm>
            <a:off x="10675620" y="3149600"/>
            <a:ext cx="-38227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51" name="Shape 633"/>
          <p:cNvSpPr/>
          <p:nvPr/>
        </p:nvSpPr>
        <p:spPr>
          <a:xfrm>
            <a:off x="10675620" y="3149600"/>
            <a:ext cx="-26289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52" name="Shape 634"/>
          <p:cNvSpPr/>
          <p:nvPr/>
        </p:nvSpPr>
        <p:spPr>
          <a:xfrm>
            <a:off x="10675620" y="3149600"/>
            <a:ext cx="-14351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53" name="Shape 635"/>
          <p:cNvSpPr/>
          <p:nvPr/>
        </p:nvSpPr>
        <p:spPr>
          <a:xfrm>
            <a:off x="10675620" y="3149600"/>
            <a:ext cx="-2413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54" name="Shape 636"/>
          <p:cNvSpPr/>
          <p:nvPr/>
        </p:nvSpPr>
        <p:spPr>
          <a:xfrm>
            <a:off x="10675620" y="3149600"/>
            <a:ext cx="9525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55" name="Shape 637"/>
          <p:cNvSpPr/>
          <p:nvPr/>
        </p:nvSpPr>
        <p:spPr>
          <a:xfrm>
            <a:off x="10675620" y="3149600"/>
            <a:ext cx="21463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56" name="Shape 638"/>
          <p:cNvSpPr/>
          <p:nvPr/>
        </p:nvSpPr>
        <p:spPr>
          <a:xfrm>
            <a:off x="10675620" y="3149600"/>
            <a:ext cx="33401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57" name="Shape 639"/>
          <p:cNvSpPr/>
          <p:nvPr/>
        </p:nvSpPr>
        <p:spPr>
          <a:xfrm>
            <a:off x="10675620" y="3149600"/>
            <a:ext cx="45339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58" name="Shape 640"/>
          <p:cNvSpPr/>
          <p:nvPr/>
        </p:nvSpPr>
        <p:spPr>
          <a:xfrm>
            <a:off x="10675620" y="3149600"/>
            <a:ext cx="57277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59" name="Shape 641"/>
          <p:cNvSpPr/>
          <p:nvPr/>
        </p:nvSpPr>
        <p:spPr>
          <a:xfrm>
            <a:off x="10770870" y="3149600"/>
            <a:ext cx="-4775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60" name="Shape 642"/>
          <p:cNvSpPr/>
          <p:nvPr/>
        </p:nvSpPr>
        <p:spPr>
          <a:xfrm>
            <a:off x="10770870" y="3149600"/>
            <a:ext cx="-3581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61" name="Shape 643"/>
          <p:cNvSpPr/>
          <p:nvPr/>
        </p:nvSpPr>
        <p:spPr>
          <a:xfrm>
            <a:off x="10770870" y="3149600"/>
            <a:ext cx="-2387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62" name="Shape 644"/>
          <p:cNvSpPr/>
          <p:nvPr/>
        </p:nvSpPr>
        <p:spPr>
          <a:xfrm>
            <a:off x="10770870" y="3149600"/>
            <a:ext cx="-11938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63" name="Shape 645"/>
          <p:cNvSpPr/>
          <p:nvPr/>
        </p:nvSpPr>
        <p:spPr>
          <a:xfrm>
            <a:off x="10770870" y="3149600"/>
            <a:ext cx="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64" name="Shape 646"/>
          <p:cNvSpPr/>
          <p:nvPr/>
        </p:nvSpPr>
        <p:spPr>
          <a:xfrm>
            <a:off x="10770870" y="3149600"/>
            <a:ext cx="11938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65" name="Shape 647"/>
          <p:cNvSpPr/>
          <p:nvPr/>
        </p:nvSpPr>
        <p:spPr>
          <a:xfrm>
            <a:off x="10770870" y="3149600"/>
            <a:ext cx="2387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66" name="Shape 648"/>
          <p:cNvSpPr/>
          <p:nvPr/>
        </p:nvSpPr>
        <p:spPr>
          <a:xfrm>
            <a:off x="10770870" y="3149600"/>
            <a:ext cx="3581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67" name="Shape 649"/>
          <p:cNvSpPr/>
          <p:nvPr/>
        </p:nvSpPr>
        <p:spPr>
          <a:xfrm>
            <a:off x="10770870" y="3149600"/>
            <a:ext cx="4775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68" name="Shape 650"/>
          <p:cNvSpPr/>
          <p:nvPr/>
        </p:nvSpPr>
        <p:spPr>
          <a:xfrm>
            <a:off x="10866120" y="3149600"/>
            <a:ext cx="-57277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69" name="Shape 651"/>
          <p:cNvSpPr/>
          <p:nvPr/>
        </p:nvSpPr>
        <p:spPr>
          <a:xfrm>
            <a:off x="10866120" y="3149600"/>
            <a:ext cx="-45339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70" name="Shape 652"/>
          <p:cNvSpPr/>
          <p:nvPr/>
        </p:nvSpPr>
        <p:spPr>
          <a:xfrm>
            <a:off x="10866120" y="3149600"/>
            <a:ext cx="-33401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71" name="Shape 653"/>
          <p:cNvSpPr/>
          <p:nvPr/>
        </p:nvSpPr>
        <p:spPr>
          <a:xfrm>
            <a:off x="10866120" y="3149600"/>
            <a:ext cx="-21463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72" name="Shape 654"/>
          <p:cNvSpPr/>
          <p:nvPr/>
        </p:nvSpPr>
        <p:spPr>
          <a:xfrm>
            <a:off x="10866120" y="3149600"/>
            <a:ext cx="-9525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73" name="Shape 655"/>
          <p:cNvSpPr/>
          <p:nvPr/>
        </p:nvSpPr>
        <p:spPr>
          <a:xfrm>
            <a:off x="10866120" y="3149600"/>
            <a:ext cx="2413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74" name="Shape 656"/>
          <p:cNvSpPr/>
          <p:nvPr/>
        </p:nvSpPr>
        <p:spPr>
          <a:xfrm>
            <a:off x="10866120" y="3149600"/>
            <a:ext cx="14351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75" name="Shape 657"/>
          <p:cNvSpPr/>
          <p:nvPr/>
        </p:nvSpPr>
        <p:spPr>
          <a:xfrm>
            <a:off x="10866120" y="3149600"/>
            <a:ext cx="26289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76" name="Shape 658"/>
          <p:cNvSpPr/>
          <p:nvPr/>
        </p:nvSpPr>
        <p:spPr>
          <a:xfrm>
            <a:off x="10866120" y="3149600"/>
            <a:ext cx="38227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77" name="Shape 659"/>
          <p:cNvSpPr/>
          <p:nvPr/>
        </p:nvSpPr>
        <p:spPr>
          <a:xfrm>
            <a:off x="10961370" y="3149600"/>
            <a:ext cx="-6680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78" name="Shape 660"/>
          <p:cNvSpPr/>
          <p:nvPr/>
        </p:nvSpPr>
        <p:spPr>
          <a:xfrm>
            <a:off x="10961370" y="3149600"/>
            <a:ext cx="-5486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79" name="Shape 661"/>
          <p:cNvSpPr/>
          <p:nvPr/>
        </p:nvSpPr>
        <p:spPr>
          <a:xfrm>
            <a:off x="10961370" y="3149600"/>
            <a:ext cx="-4292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80" name="Shape 662"/>
          <p:cNvSpPr/>
          <p:nvPr/>
        </p:nvSpPr>
        <p:spPr>
          <a:xfrm>
            <a:off x="10961370" y="3149600"/>
            <a:ext cx="-30988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81" name="Shape 663"/>
          <p:cNvSpPr/>
          <p:nvPr/>
        </p:nvSpPr>
        <p:spPr>
          <a:xfrm>
            <a:off x="10961370" y="3149600"/>
            <a:ext cx="-19050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82" name="Shape 664"/>
          <p:cNvSpPr/>
          <p:nvPr/>
        </p:nvSpPr>
        <p:spPr>
          <a:xfrm>
            <a:off x="10961370" y="3149600"/>
            <a:ext cx="-711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83" name="Shape 665"/>
          <p:cNvSpPr/>
          <p:nvPr/>
        </p:nvSpPr>
        <p:spPr>
          <a:xfrm>
            <a:off x="10961370" y="3149600"/>
            <a:ext cx="482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84" name="Shape 666"/>
          <p:cNvSpPr/>
          <p:nvPr/>
        </p:nvSpPr>
        <p:spPr>
          <a:xfrm>
            <a:off x="10961370" y="3149600"/>
            <a:ext cx="1676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85" name="Shape 667"/>
          <p:cNvSpPr/>
          <p:nvPr/>
        </p:nvSpPr>
        <p:spPr>
          <a:xfrm>
            <a:off x="10961370" y="3149600"/>
            <a:ext cx="2870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86" name="Shape 668"/>
          <p:cNvSpPr/>
          <p:nvPr/>
        </p:nvSpPr>
        <p:spPr>
          <a:xfrm>
            <a:off x="1054544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687" name="Shape 669"/>
          <p:cNvSpPr/>
          <p:nvPr/>
        </p:nvSpPr>
        <p:spPr>
          <a:xfrm>
            <a:off x="1064069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688" name="Shape 670"/>
          <p:cNvSpPr/>
          <p:nvPr/>
        </p:nvSpPr>
        <p:spPr>
          <a:xfrm>
            <a:off x="1073594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689" name="Shape 671"/>
          <p:cNvSpPr/>
          <p:nvPr/>
        </p:nvSpPr>
        <p:spPr>
          <a:xfrm>
            <a:off x="1083119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690" name="Shape 672"/>
          <p:cNvSpPr/>
          <p:nvPr/>
        </p:nvSpPr>
        <p:spPr>
          <a:xfrm>
            <a:off x="1092644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691" name="Shape 673"/>
          <p:cNvSpPr/>
          <p:nvPr/>
        </p:nvSpPr>
        <p:spPr>
          <a:xfrm>
            <a:off x="1025842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692" name="Shape 674"/>
          <p:cNvSpPr/>
          <p:nvPr/>
        </p:nvSpPr>
        <p:spPr>
          <a:xfrm>
            <a:off x="1037780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693" name="Shape 675"/>
          <p:cNvSpPr/>
          <p:nvPr/>
        </p:nvSpPr>
        <p:spPr>
          <a:xfrm>
            <a:off x="1049718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694" name="Shape 676"/>
          <p:cNvSpPr/>
          <p:nvPr/>
        </p:nvSpPr>
        <p:spPr>
          <a:xfrm>
            <a:off x="1061656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695" name="Shape 677"/>
          <p:cNvSpPr/>
          <p:nvPr/>
        </p:nvSpPr>
        <p:spPr>
          <a:xfrm>
            <a:off x="1073594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696" name="Shape 678"/>
          <p:cNvSpPr/>
          <p:nvPr/>
        </p:nvSpPr>
        <p:spPr>
          <a:xfrm>
            <a:off x="1085532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697" name="Shape 679"/>
          <p:cNvSpPr/>
          <p:nvPr/>
        </p:nvSpPr>
        <p:spPr>
          <a:xfrm>
            <a:off x="1097470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698" name="Shape 680"/>
          <p:cNvSpPr/>
          <p:nvPr/>
        </p:nvSpPr>
        <p:spPr>
          <a:xfrm>
            <a:off x="1109408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699" name="Shape 681"/>
          <p:cNvSpPr/>
          <p:nvPr/>
        </p:nvSpPr>
        <p:spPr>
          <a:xfrm>
            <a:off x="1121346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700" name="Text 682"/>
          <p:cNvSpPr/>
          <p:nvPr/>
        </p:nvSpPr>
        <p:spPr>
          <a:xfrm>
            <a:off x="10923270" y="3086100"/>
            <a:ext cx="2794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C05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RELU</a:t>
            </a:r>
            <a:endParaRPr lang="en-US" sz="700" dirty="0"/>
          </a:p>
        </p:txBody>
      </p:sp>
      <p:sp>
        <p:nvSpPr>
          <p:cNvPr id="701" name="Shape 683"/>
          <p:cNvSpPr/>
          <p:nvPr/>
        </p:nvSpPr>
        <p:spPr>
          <a:xfrm>
            <a:off x="1958340" y="5515610"/>
            <a:ext cx="9474200" cy="744220"/>
          </a:xfrm>
          <a:prstGeom prst="rect">
            <a:avLst/>
          </a:prstGeom>
          <a:solidFill>
            <a:srgbClr val="854659"/>
          </a:solidFill>
          <a:ln/>
        </p:spPr>
      </p:sp>
      <p:sp>
        <p:nvSpPr>
          <p:cNvPr id="702" name="Text 684"/>
          <p:cNvSpPr/>
          <p:nvPr/>
        </p:nvSpPr>
        <p:spPr>
          <a:xfrm>
            <a:off x="2499360" y="5515610"/>
            <a:ext cx="8382000" cy="744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900" b="1" dirty="0">
                <a:solidFill>
                  <a:srgbClr val="F2B7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 Head Self Attention Block</a:t>
            </a:r>
            <a:endParaRPr lang="en-US" sz="1900" dirty="0"/>
          </a:p>
        </p:txBody>
      </p:sp>
      <p:pic>
        <p:nvPicPr>
          <p:cNvPr id="703" name="Image 16" descr="/home/ahmed/Projects/ai_llm_slides/videos/deep-learning/002_transformers_part2/recreated_pptx/build/assets/s047_blkarrow_A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378710" y="6299200"/>
            <a:ext cx="203200" cy="254000"/>
          </a:xfrm>
          <a:prstGeom prst="rect">
            <a:avLst/>
          </a:prstGeom>
        </p:spPr>
      </p:pic>
      <p:pic>
        <p:nvPicPr>
          <p:cNvPr id="704" name="Image 17" descr="/home/ahmed/Projects/ai_llm_slides/videos/deep-learning/002_transformers_part2/recreated_pptx/build/assets/s047_blkarrow_B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385060" y="5327650"/>
            <a:ext cx="190500" cy="184150"/>
          </a:xfrm>
          <a:prstGeom prst="rect">
            <a:avLst/>
          </a:prstGeom>
        </p:spPr>
      </p:pic>
      <p:pic>
        <p:nvPicPr>
          <p:cNvPr id="705" name="Image 18" descr="/home/ahmed/Projects/ai_llm_slides/videos/deep-learning/002_transformers_part2/recreated_pptx/build/assets/s047_blkarrow_B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385060" y="2520950"/>
            <a:ext cx="190500" cy="184150"/>
          </a:xfrm>
          <a:prstGeom prst="rect">
            <a:avLst/>
          </a:prstGeom>
        </p:spPr>
      </p:pic>
      <p:pic>
        <p:nvPicPr>
          <p:cNvPr id="706" name="Image 19" descr="/home/ahmed/Projects/ai_llm_slides/videos/deep-learning/002_transformers_part2/recreated_pptx/build/assets/s047_blkarrow_B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385060" y="3536950"/>
            <a:ext cx="190500" cy="184150"/>
          </a:xfrm>
          <a:prstGeom prst="rect">
            <a:avLst/>
          </a:prstGeom>
        </p:spPr>
      </p:pic>
      <p:pic>
        <p:nvPicPr>
          <p:cNvPr id="707" name="Image 20" descr="/home/ahmed/Projects/ai_llm_slides/videos/deep-learning/002_transformers_part2/recreated_pptx/build/assets/s047_blkarrow_A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337560" y="6299200"/>
            <a:ext cx="203200" cy="254000"/>
          </a:xfrm>
          <a:prstGeom prst="rect">
            <a:avLst/>
          </a:prstGeom>
        </p:spPr>
      </p:pic>
      <p:pic>
        <p:nvPicPr>
          <p:cNvPr id="708" name="Image 21" descr="/home/ahmed/Projects/ai_llm_slides/videos/deep-learning/002_transformers_part2/recreated_pptx/build/assets/s047_blkarrow_B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343910" y="5327650"/>
            <a:ext cx="190500" cy="184150"/>
          </a:xfrm>
          <a:prstGeom prst="rect">
            <a:avLst/>
          </a:prstGeom>
        </p:spPr>
      </p:pic>
      <p:pic>
        <p:nvPicPr>
          <p:cNvPr id="709" name="Image 22" descr="/home/ahmed/Projects/ai_llm_slides/videos/deep-learning/002_transformers_part2/recreated_pptx/build/assets/s047_blkarrow_B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343910" y="2520950"/>
            <a:ext cx="190500" cy="184150"/>
          </a:xfrm>
          <a:prstGeom prst="rect">
            <a:avLst/>
          </a:prstGeom>
        </p:spPr>
      </p:pic>
      <p:pic>
        <p:nvPicPr>
          <p:cNvPr id="710" name="Image 23" descr="/home/ahmed/Projects/ai_llm_slides/videos/deep-learning/002_transformers_part2/recreated_pptx/build/assets/s047_blkarrow_B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3343910" y="3536950"/>
            <a:ext cx="190500" cy="184150"/>
          </a:xfrm>
          <a:prstGeom prst="rect">
            <a:avLst/>
          </a:prstGeom>
        </p:spPr>
      </p:pic>
      <p:pic>
        <p:nvPicPr>
          <p:cNvPr id="711" name="Image 24" descr="/home/ahmed/Projects/ai_llm_slides/videos/deep-learning/002_transformers_part2/recreated_pptx/build/assets/s047_blkarrow_A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305300" y="6299200"/>
            <a:ext cx="203200" cy="254000"/>
          </a:xfrm>
          <a:prstGeom prst="rect">
            <a:avLst/>
          </a:prstGeom>
        </p:spPr>
      </p:pic>
      <p:pic>
        <p:nvPicPr>
          <p:cNvPr id="712" name="Image 25" descr="/home/ahmed/Projects/ai_llm_slides/videos/deep-learning/002_transformers_part2/recreated_pptx/build/assets/s047_blkarrow_B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311650" y="5327650"/>
            <a:ext cx="190500" cy="184150"/>
          </a:xfrm>
          <a:prstGeom prst="rect">
            <a:avLst/>
          </a:prstGeom>
        </p:spPr>
      </p:pic>
      <p:pic>
        <p:nvPicPr>
          <p:cNvPr id="713" name="Image 26" descr="/home/ahmed/Projects/ai_llm_slides/videos/deep-learning/002_transformers_part2/recreated_pptx/build/assets/s047_blkarrow_B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4311650" y="2520950"/>
            <a:ext cx="190500" cy="184150"/>
          </a:xfrm>
          <a:prstGeom prst="rect">
            <a:avLst/>
          </a:prstGeom>
        </p:spPr>
      </p:pic>
      <p:pic>
        <p:nvPicPr>
          <p:cNvPr id="714" name="Image 27" descr="/home/ahmed/Projects/ai_llm_slides/videos/deep-learning/002_transformers_part2/recreated_pptx/build/assets/s047_blkarrow_B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311650" y="3536950"/>
            <a:ext cx="190500" cy="184150"/>
          </a:xfrm>
          <a:prstGeom prst="rect">
            <a:avLst/>
          </a:prstGeom>
        </p:spPr>
      </p:pic>
      <p:pic>
        <p:nvPicPr>
          <p:cNvPr id="715" name="Image 28" descr="/home/ahmed/Projects/ai_llm_slides/videos/deep-learning/002_transformers_part2/recreated_pptx/build/assets/s047_blkarrow_A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5270500" y="6299200"/>
            <a:ext cx="203200" cy="254000"/>
          </a:xfrm>
          <a:prstGeom prst="rect">
            <a:avLst/>
          </a:prstGeom>
        </p:spPr>
      </p:pic>
      <p:pic>
        <p:nvPicPr>
          <p:cNvPr id="716" name="Image 29" descr="/home/ahmed/Projects/ai_llm_slides/videos/deep-learning/002_transformers_part2/recreated_pptx/build/assets/s047_blkarrow_B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5276850" y="5327650"/>
            <a:ext cx="190500" cy="184150"/>
          </a:xfrm>
          <a:prstGeom prst="rect">
            <a:avLst/>
          </a:prstGeom>
        </p:spPr>
      </p:pic>
      <p:pic>
        <p:nvPicPr>
          <p:cNvPr id="717" name="Image 30" descr="/home/ahmed/Projects/ai_llm_slides/videos/deep-learning/002_transformers_part2/recreated_pptx/build/assets/s047_blkarrow_B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5276850" y="2520950"/>
            <a:ext cx="190500" cy="184150"/>
          </a:xfrm>
          <a:prstGeom prst="rect">
            <a:avLst/>
          </a:prstGeom>
        </p:spPr>
      </p:pic>
      <p:pic>
        <p:nvPicPr>
          <p:cNvPr id="718" name="Image 31" descr="/home/ahmed/Projects/ai_llm_slides/videos/deep-learning/002_transformers_part2/recreated_pptx/build/assets/s047_blkarrow_B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5276850" y="3536950"/>
            <a:ext cx="190500" cy="184150"/>
          </a:xfrm>
          <a:prstGeom prst="rect">
            <a:avLst/>
          </a:prstGeom>
        </p:spPr>
      </p:pic>
      <p:pic>
        <p:nvPicPr>
          <p:cNvPr id="719" name="Image 32" descr="/home/ahmed/Projects/ai_llm_slides/videos/deep-learning/002_transformers_part2/recreated_pptx/build/assets/s047_blkarrow_A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6229350" y="6299200"/>
            <a:ext cx="203200" cy="254000"/>
          </a:xfrm>
          <a:prstGeom prst="rect">
            <a:avLst/>
          </a:prstGeom>
        </p:spPr>
      </p:pic>
      <p:pic>
        <p:nvPicPr>
          <p:cNvPr id="720" name="Image 33" descr="/home/ahmed/Projects/ai_llm_slides/videos/deep-learning/002_transformers_part2/recreated_pptx/build/assets/s047_blkarrow_B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6235700" y="5327650"/>
            <a:ext cx="190500" cy="184150"/>
          </a:xfrm>
          <a:prstGeom prst="rect">
            <a:avLst/>
          </a:prstGeom>
        </p:spPr>
      </p:pic>
      <p:pic>
        <p:nvPicPr>
          <p:cNvPr id="721" name="Image 34" descr="/home/ahmed/Projects/ai_llm_slides/videos/deep-learning/002_transformers_part2/recreated_pptx/build/assets/s047_blkarrow_B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235700" y="2520950"/>
            <a:ext cx="190500" cy="184150"/>
          </a:xfrm>
          <a:prstGeom prst="rect">
            <a:avLst/>
          </a:prstGeom>
        </p:spPr>
      </p:pic>
      <p:pic>
        <p:nvPicPr>
          <p:cNvPr id="722" name="Image 35" descr="/home/ahmed/Projects/ai_llm_slides/videos/deep-learning/002_transformers_part2/recreated_pptx/build/assets/s047_blkarrow_B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6235700" y="3536950"/>
            <a:ext cx="190500" cy="184150"/>
          </a:xfrm>
          <a:prstGeom prst="rect">
            <a:avLst/>
          </a:prstGeom>
        </p:spPr>
      </p:pic>
      <p:pic>
        <p:nvPicPr>
          <p:cNvPr id="723" name="Image 36" descr="/home/ahmed/Projects/ai_llm_slides/videos/deep-learning/002_transformers_part2/recreated_pptx/build/assets/s047_blkarrow_A.png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7194550" y="6299200"/>
            <a:ext cx="203200" cy="254000"/>
          </a:xfrm>
          <a:prstGeom prst="rect">
            <a:avLst/>
          </a:prstGeom>
        </p:spPr>
      </p:pic>
      <p:pic>
        <p:nvPicPr>
          <p:cNvPr id="724" name="Image 37" descr="/home/ahmed/Projects/ai_llm_slides/videos/deep-learning/002_transformers_part2/recreated_pptx/build/assets/s047_blkarrow_B.png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7200900" y="5327650"/>
            <a:ext cx="190500" cy="184150"/>
          </a:xfrm>
          <a:prstGeom prst="rect">
            <a:avLst/>
          </a:prstGeom>
        </p:spPr>
      </p:pic>
      <p:pic>
        <p:nvPicPr>
          <p:cNvPr id="725" name="Image 38" descr="/home/ahmed/Projects/ai_llm_slides/videos/deep-learning/002_transformers_part2/recreated_pptx/build/assets/s047_blkarrow_B.png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7200900" y="2520950"/>
            <a:ext cx="190500" cy="184150"/>
          </a:xfrm>
          <a:prstGeom prst="rect">
            <a:avLst/>
          </a:prstGeom>
        </p:spPr>
      </p:pic>
      <p:pic>
        <p:nvPicPr>
          <p:cNvPr id="726" name="Image 39" descr="/home/ahmed/Projects/ai_llm_slides/videos/deep-learning/002_transformers_part2/recreated_pptx/build/assets/s047_blkarrow_B.png">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7200900" y="3536950"/>
            <a:ext cx="190500" cy="184150"/>
          </a:xfrm>
          <a:prstGeom prst="rect">
            <a:avLst/>
          </a:prstGeom>
        </p:spPr>
      </p:pic>
      <p:pic>
        <p:nvPicPr>
          <p:cNvPr id="727" name="Image 40" descr="/home/ahmed/Projects/ai_llm_slides/videos/deep-learning/002_transformers_part2/recreated_pptx/build/assets/s047_blkarrow_A.png">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9706610" y="6299200"/>
            <a:ext cx="203200" cy="254000"/>
          </a:xfrm>
          <a:prstGeom prst="rect">
            <a:avLst/>
          </a:prstGeom>
        </p:spPr>
      </p:pic>
      <p:pic>
        <p:nvPicPr>
          <p:cNvPr id="728" name="Image 41" descr="/home/ahmed/Projects/ai_llm_slides/videos/deep-learning/002_transformers_part2/recreated_pptx/build/assets/s047_blkarrow_B.png">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9712960" y="5327650"/>
            <a:ext cx="190500" cy="184150"/>
          </a:xfrm>
          <a:prstGeom prst="rect">
            <a:avLst/>
          </a:prstGeom>
        </p:spPr>
      </p:pic>
      <p:pic>
        <p:nvPicPr>
          <p:cNvPr id="729" name="Image 42" descr="/home/ahmed/Projects/ai_llm_slides/videos/deep-learning/002_transformers_part2/recreated_pptx/build/assets/s047_blkarrow_B.png">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9712960" y="2520950"/>
            <a:ext cx="190500" cy="184150"/>
          </a:xfrm>
          <a:prstGeom prst="rect">
            <a:avLst/>
          </a:prstGeom>
        </p:spPr>
      </p:pic>
      <p:pic>
        <p:nvPicPr>
          <p:cNvPr id="730" name="Image 43" descr="/home/ahmed/Projects/ai_llm_slides/videos/deep-learning/002_transformers_part2/recreated_pptx/build/assets/s047_blkarrow_B.png">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9712960" y="3536950"/>
            <a:ext cx="190500" cy="184150"/>
          </a:xfrm>
          <a:prstGeom prst="rect">
            <a:avLst/>
          </a:prstGeom>
        </p:spPr>
      </p:pic>
      <p:pic>
        <p:nvPicPr>
          <p:cNvPr id="731" name="Image 44" descr="/home/ahmed/Projects/ai_llm_slides/videos/deep-learning/002_transformers_part2/recreated_pptx/build/assets/s047_blkarrow_A.png">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10654030" y="6299200"/>
            <a:ext cx="203200" cy="254000"/>
          </a:xfrm>
          <a:prstGeom prst="rect">
            <a:avLst/>
          </a:prstGeom>
        </p:spPr>
      </p:pic>
      <p:pic>
        <p:nvPicPr>
          <p:cNvPr id="732" name="Image 45" descr="/home/ahmed/Projects/ai_llm_slides/videos/deep-learning/002_transformers_part2/recreated_pptx/build/assets/s047_blkarrow_B.png">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10660380" y="5327650"/>
            <a:ext cx="190500" cy="184150"/>
          </a:xfrm>
          <a:prstGeom prst="rect">
            <a:avLst/>
          </a:prstGeom>
        </p:spPr>
      </p:pic>
      <p:pic>
        <p:nvPicPr>
          <p:cNvPr id="733" name="Image 46" descr="/home/ahmed/Projects/ai_llm_slides/videos/deep-learning/002_transformers_part2/recreated_pptx/build/assets/s047_blkarrow_B.png">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10660380" y="2520950"/>
            <a:ext cx="190500" cy="184150"/>
          </a:xfrm>
          <a:prstGeom prst="rect">
            <a:avLst/>
          </a:prstGeom>
        </p:spPr>
      </p:pic>
      <p:pic>
        <p:nvPicPr>
          <p:cNvPr id="734" name="Image 47" descr="/home/ahmed/Projects/ai_llm_slides/videos/deep-learning/002_transformers_part2/recreated_pptx/build/assets/s047_blkarrow_B.png">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10660380" y="3536950"/>
            <a:ext cx="190500" cy="184150"/>
          </a:xfrm>
          <a:prstGeom prst="rect">
            <a:avLst/>
          </a:prstGeom>
        </p:spPr>
      </p:pic>
      <p:sp>
        <p:nvSpPr>
          <p:cNvPr id="735" name="Shape 685"/>
          <p:cNvSpPr/>
          <p:nvPr/>
        </p:nvSpPr>
        <p:spPr>
          <a:xfrm>
            <a:off x="2480310" y="2165350"/>
            <a:ext cx="0" cy="95250"/>
          </a:xfrm>
          <a:prstGeom prst="line">
            <a:avLst/>
          </a:prstGeom>
          <a:noFill/>
          <a:ln w="19050">
            <a:solidFill>
              <a:srgbClr val="6B3050"/>
            </a:solidFill>
            <a:prstDash val="solid"/>
            <a:headEnd type="triangle"/>
          </a:ln>
        </p:spPr>
      </p:sp>
      <p:sp>
        <p:nvSpPr>
          <p:cNvPr id="736" name="Shape 686"/>
          <p:cNvSpPr/>
          <p:nvPr/>
        </p:nvSpPr>
        <p:spPr>
          <a:xfrm>
            <a:off x="2480310" y="1752600"/>
            <a:ext cx="0" cy="107950"/>
          </a:xfrm>
          <a:prstGeom prst="line">
            <a:avLst/>
          </a:prstGeom>
          <a:noFill/>
          <a:ln w="22225">
            <a:solidFill>
              <a:srgbClr val="83860F"/>
            </a:solidFill>
            <a:prstDash val="solid"/>
            <a:headEnd type="triangle"/>
          </a:ln>
        </p:spPr>
      </p:sp>
      <p:sp>
        <p:nvSpPr>
          <p:cNvPr id="737" name="Shape 687"/>
          <p:cNvSpPr/>
          <p:nvPr/>
        </p:nvSpPr>
        <p:spPr>
          <a:xfrm>
            <a:off x="2480310" y="1016000"/>
            <a:ext cx="0" cy="317500"/>
          </a:xfrm>
          <a:prstGeom prst="line">
            <a:avLst/>
          </a:prstGeom>
          <a:noFill/>
          <a:ln w="22225">
            <a:solidFill>
              <a:srgbClr val="A01020"/>
            </a:solidFill>
            <a:prstDash val="solid"/>
            <a:headEnd type="triangle"/>
          </a:ln>
        </p:spPr>
      </p:sp>
      <p:sp>
        <p:nvSpPr>
          <p:cNvPr id="738" name="Shape 688"/>
          <p:cNvSpPr/>
          <p:nvPr/>
        </p:nvSpPr>
        <p:spPr>
          <a:xfrm>
            <a:off x="3439160" y="2165350"/>
            <a:ext cx="0" cy="95250"/>
          </a:xfrm>
          <a:prstGeom prst="line">
            <a:avLst/>
          </a:prstGeom>
          <a:noFill/>
          <a:ln w="19050">
            <a:solidFill>
              <a:srgbClr val="6B3050"/>
            </a:solidFill>
            <a:prstDash val="solid"/>
            <a:headEnd type="triangle"/>
          </a:ln>
        </p:spPr>
      </p:sp>
      <p:sp>
        <p:nvSpPr>
          <p:cNvPr id="739" name="Shape 689"/>
          <p:cNvSpPr/>
          <p:nvPr/>
        </p:nvSpPr>
        <p:spPr>
          <a:xfrm>
            <a:off x="3439160" y="1752600"/>
            <a:ext cx="0" cy="107950"/>
          </a:xfrm>
          <a:prstGeom prst="line">
            <a:avLst/>
          </a:prstGeom>
          <a:noFill/>
          <a:ln w="22225">
            <a:solidFill>
              <a:srgbClr val="83860F"/>
            </a:solidFill>
            <a:prstDash val="solid"/>
            <a:headEnd type="triangle"/>
          </a:ln>
        </p:spPr>
      </p:sp>
      <p:sp>
        <p:nvSpPr>
          <p:cNvPr id="740" name="Shape 690"/>
          <p:cNvSpPr/>
          <p:nvPr/>
        </p:nvSpPr>
        <p:spPr>
          <a:xfrm>
            <a:off x="3439160" y="1016000"/>
            <a:ext cx="0" cy="317500"/>
          </a:xfrm>
          <a:prstGeom prst="line">
            <a:avLst/>
          </a:prstGeom>
          <a:noFill/>
          <a:ln w="22225">
            <a:solidFill>
              <a:srgbClr val="A01020"/>
            </a:solidFill>
            <a:prstDash val="solid"/>
            <a:headEnd type="triangle"/>
          </a:ln>
        </p:spPr>
      </p:sp>
      <p:sp>
        <p:nvSpPr>
          <p:cNvPr id="741" name="Shape 691"/>
          <p:cNvSpPr/>
          <p:nvPr/>
        </p:nvSpPr>
        <p:spPr>
          <a:xfrm>
            <a:off x="4406900" y="2165350"/>
            <a:ext cx="0" cy="95250"/>
          </a:xfrm>
          <a:prstGeom prst="line">
            <a:avLst/>
          </a:prstGeom>
          <a:noFill/>
          <a:ln w="19050">
            <a:solidFill>
              <a:srgbClr val="6B3050"/>
            </a:solidFill>
            <a:prstDash val="solid"/>
            <a:headEnd type="triangle"/>
          </a:ln>
        </p:spPr>
      </p:sp>
      <p:sp>
        <p:nvSpPr>
          <p:cNvPr id="742" name="Shape 692"/>
          <p:cNvSpPr/>
          <p:nvPr/>
        </p:nvSpPr>
        <p:spPr>
          <a:xfrm>
            <a:off x="4406900" y="1752600"/>
            <a:ext cx="0" cy="107950"/>
          </a:xfrm>
          <a:prstGeom prst="line">
            <a:avLst/>
          </a:prstGeom>
          <a:noFill/>
          <a:ln w="22225">
            <a:solidFill>
              <a:srgbClr val="83860F"/>
            </a:solidFill>
            <a:prstDash val="solid"/>
            <a:headEnd type="triangle"/>
          </a:ln>
        </p:spPr>
      </p:sp>
      <p:sp>
        <p:nvSpPr>
          <p:cNvPr id="743" name="Shape 693"/>
          <p:cNvSpPr/>
          <p:nvPr/>
        </p:nvSpPr>
        <p:spPr>
          <a:xfrm>
            <a:off x="4406900" y="1016000"/>
            <a:ext cx="0" cy="317500"/>
          </a:xfrm>
          <a:prstGeom prst="line">
            <a:avLst/>
          </a:prstGeom>
          <a:noFill/>
          <a:ln w="22225">
            <a:solidFill>
              <a:srgbClr val="A01020"/>
            </a:solidFill>
            <a:prstDash val="solid"/>
            <a:headEnd type="triangle"/>
          </a:ln>
        </p:spPr>
      </p:sp>
      <p:sp>
        <p:nvSpPr>
          <p:cNvPr id="744" name="Shape 694"/>
          <p:cNvSpPr/>
          <p:nvPr/>
        </p:nvSpPr>
        <p:spPr>
          <a:xfrm>
            <a:off x="5372100" y="2165350"/>
            <a:ext cx="0" cy="95250"/>
          </a:xfrm>
          <a:prstGeom prst="line">
            <a:avLst/>
          </a:prstGeom>
          <a:noFill/>
          <a:ln w="19050">
            <a:solidFill>
              <a:srgbClr val="6B3050"/>
            </a:solidFill>
            <a:prstDash val="solid"/>
            <a:headEnd type="triangle"/>
          </a:ln>
        </p:spPr>
      </p:sp>
      <p:sp>
        <p:nvSpPr>
          <p:cNvPr id="745" name="Shape 695"/>
          <p:cNvSpPr/>
          <p:nvPr/>
        </p:nvSpPr>
        <p:spPr>
          <a:xfrm>
            <a:off x="5372100" y="1752600"/>
            <a:ext cx="0" cy="107950"/>
          </a:xfrm>
          <a:prstGeom prst="line">
            <a:avLst/>
          </a:prstGeom>
          <a:noFill/>
          <a:ln w="22225">
            <a:solidFill>
              <a:srgbClr val="83860F"/>
            </a:solidFill>
            <a:prstDash val="solid"/>
            <a:headEnd type="triangle"/>
          </a:ln>
        </p:spPr>
      </p:sp>
      <p:sp>
        <p:nvSpPr>
          <p:cNvPr id="746" name="Shape 696"/>
          <p:cNvSpPr/>
          <p:nvPr/>
        </p:nvSpPr>
        <p:spPr>
          <a:xfrm>
            <a:off x="5372100" y="1016000"/>
            <a:ext cx="0" cy="317500"/>
          </a:xfrm>
          <a:prstGeom prst="line">
            <a:avLst/>
          </a:prstGeom>
          <a:noFill/>
          <a:ln w="22225">
            <a:solidFill>
              <a:srgbClr val="A01020"/>
            </a:solidFill>
            <a:prstDash val="solid"/>
            <a:headEnd type="triangle"/>
          </a:ln>
        </p:spPr>
      </p:sp>
      <p:sp>
        <p:nvSpPr>
          <p:cNvPr id="747" name="Shape 697"/>
          <p:cNvSpPr/>
          <p:nvPr/>
        </p:nvSpPr>
        <p:spPr>
          <a:xfrm>
            <a:off x="6330950" y="2165350"/>
            <a:ext cx="0" cy="95250"/>
          </a:xfrm>
          <a:prstGeom prst="line">
            <a:avLst/>
          </a:prstGeom>
          <a:noFill/>
          <a:ln w="19050">
            <a:solidFill>
              <a:srgbClr val="6B3050"/>
            </a:solidFill>
            <a:prstDash val="solid"/>
            <a:headEnd type="triangle"/>
          </a:ln>
        </p:spPr>
      </p:sp>
      <p:sp>
        <p:nvSpPr>
          <p:cNvPr id="748" name="Shape 698"/>
          <p:cNvSpPr/>
          <p:nvPr/>
        </p:nvSpPr>
        <p:spPr>
          <a:xfrm>
            <a:off x="6330950" y="1752600"/>
            <a:ext cx="0" cy="107950"/>
          </a:xfrm>
          <a:prstGeom prst="line">
            <a:avLst/>
          </a:prstGeom>
          <a:noFill/>
          <a:ln w="22225">
            <a:solidFill>
              <a:srgbClr val="83860F"/>
            </a:solidFill>
            <a:prstDash val="solid"/>
            <a:headEnd type="triangle"/>
          </a:ln>
        </p:spPr>
      </p:sp>
      <p:sp>
        <p:nvSpPr>
          <p:cNvPr id="749" name="Shape 699"/>
          <p:cNvSpPr/>
          <p:nvPr/>
        </p:nvSpPr>
        <p:spPr>
          <a:xfrm>
            <a:off x="6330950" y="1016000"/>
            <a:ext cx="0" cy="317500"/>
          </a:xfrm>
          <a:prstGeom prst="line">
            <a:avLst/>
          </a:prstGeom>
          <a:noFill/>
          <a:ln w="22225">
            <a:solidFill>
              <a:srgbClr val="A01020"/>
            </a:solidFill>
            <a:prstDash val="solid"/>
            <a:headEnd type="triangle"/>
          </a:ln>
        </p:spPr>
      </p:sp>
      <p:sp>
        <p:nvSpPr>
          <p:cNvPr id="750" name="Shape 700"/>
          <p:cNvSpPr/>
          <p:nvPr/>
        </p:nvSpPr>
        <p:spPr>
          <a:xfrm>
            <a:off x="7296150" y="2165350"/>
            <a:ext cx="0" cy="95250"/>
          </a:xfrm>
          <a:prstGeom prst="line">
            <a:avLst/>
          </a:prstGeom>
          <a:noFill/>
          <a:ln w="19050">
            <a:solidFill>
              <a:srgbClr val="6B3050"/>
            </a:solidFill>
            <a:prstDash val="solid"/>
            <a:headEnd type="triangle"/>
          </a:ln>
        </p:spPr>
      </p:sp>
      <p:sp>
        <p:nvSpPr>
          <p:cNvPr id="751" name="Shape 701"/>
          <p:cNvSpPr/>
          <p:nvPr/>
        </p:nvSpPr>
        <p:spPr>
          <a:xfrm>
            <a:off x="7296150" y="1752600"/>
            <a:ext cx="0" cy="107950"/>
          </a:xfrm>
          <a:prstGeom prst="line">
            <a:avLst/>
          </a:prstGeom>
          <a:noFill/>
          <a:ln w="22225">
            <a:solidFill>
              <a:srgbClr val="83860F"/>
            </a:solidFill>
            <a:prstDash val="solid"/>
            <a:headEnd type="triangle"/>
          </a:ln>
        </p:spPr>
      </p:sp>
      <p:sp>
        <p:nvSpPr>
          <p:cNvPr id="752" name="Shape 702"/>
          <p:cNvSpPr/>
          <p:nvPr/>
        </p:nvSpPr>
        <p:spPr>
          <a:xfrm>
            <a:off x="7296150" y="1016000"/>
            <a:ext cx="0" cy="317500"/>
          </a:xfrm>
          <a:prstGeom prst="line">
            <a:avLst/>
          </a:prstGeom>
          <a:noFill/>
          <a:ln w="22225">
            <a:solidFill>
              <a:srgbClr val="A01020"/>
            </a:solidFill>
            <a:prstDash val="solid"/>
            <a:headEnd type="triangle"/>
          </a:ln>
        </p:spPr>
      </p:sp>
      <p:sp>
        <p:nvSpPr>
          <p:cNvPr id="753" name="Shape 703"/>
          <p:cNvSpPr/>
          <p:nvPr/>
        </p:nvSpPr>
        <p:spPr>
          <a:xfrm>
            <a:off x="9808210" y="2165350"/>
            <a:ext cx="0" cy="95250"/>
          </a:xfrm>
          <a:prstGeom prst="line">
            <a:avLst/>
          </a:prstGeom>
          <a:noFill/>
          <a:ln w="19050">
            <a:solidFill>
              <a:srgbClr val="6B3050"/>
            </a:solidFill>
            <a:prstDash val="solid"/>
            <a:headEnd type="triangle"/>
          </a:ln>
        </p:spPr>
      </p:sp>
      <p:sp>
        <p:nvSpPr>
          <p:cNvPr id="754" name="Shape 704"/>
          <p:cNvSpPr/>
          <p:nvPr/>
        </p:nvSpPr>
        <p:spPr>
          <a:xfrm>
            <a:off x="9808210" y="1752600"/>
            <a:ext cx="0" cy="107950"/>
          </a:xfrm>
          <a:prstGeom prst="line">
            <a:avLst/>
          </a:prstGeom>
          <a:noFill/>
          <a:ln w="22225">
            <a:solidFill>
              <a:srgbClr val="83860F"/>
            </a:solidFill>
            <a:prstDash val="solid"/>
            <a:headEnd type="triangle"/>
          </a:ln>
        </p:spPr>
      </p:sp>
      <p:sp>
        <p:nvSpPr>
          <p:cNvPr id="755" name="Shape 705"/>
          <p:cNvSpPr/>
          <p:nvPr/>
        </p:nvSpPr>
        <p:spPr>
          <a:xfrm>
            <a:off x="9808210" y="1016000"/>
            <a:ext cx="0" cy="317500"/>
          </a:xfrm>
          <a:prstGeom prst="line">
            <a:avLst/>
          </a:prstGeom>
          <a:noFill/>
          <a:ln w="22225">
            <a:solidFill>
              <a:srgbClr val="A01020"/>
            </a:solidFill>
            <a:prstDash val="solid"/>
            <a:headEnd type="triangle"/>
          </a:ln>
        </p:spPr>
      </p:sp>
      <p:sp>
        <p:nvSpPr>
          <p:cNvPr id="756" name="Shape 706"/>
          <p:cNvSpPr/>
          <p:nvPr/>
        </p:nvSpPr>
        <p:spPr>
          <a:xfrm>
            <a:off x="10755630" y="2165350"/>
            <a:ext cx="0" cy="95250"/>
          </a:xfrm>
          <a:prstGeom prst="line">
            <a:avLst/>
          </a:prstGeom>
          <a:noFill/>
          <a:ln w="19050">
            <a:solidFill>
              <a:srgbClr val="6B3050"/>
            </a:solidFill>
            <a:prstDash val="solid"/>
            <a:headEnd type="triangle"/>
          </a:ln>
        </p:spPr>
      </p:sp>
      <p:sp>
        <p:nvSpPr>
          <p:cNvPr id="757" name="Shape 707"/>
          <p:cNvSpPr/>
          <p:nvPr/>
        </p:nvSpPr>
        <p:spPr>
          <a:xfrm>
            <a:off x="10755630" y="1752600"/>
            <a:ext cx="0" cy="107950"/>
          </a:xfrm>
          <a:prstGeom prst="line">
            <a:avLst/>
          </a:prstGeom>
          <a:noFill/>
          <a:ln w="22225">
            <a:solidFill>
              <a:srgbClr val="83860F"/>
            </a:solidFill>
            <a:prstDash val="solid"/>
            <a:headEnd type="triangle"/>
          </a:ln>
        </p:spPr>
      </p:sp>
      <p:sp>
        <p:nvSpPr>
          <p:cNvPr id="758" name="Shape 708"/>
          <p:cNvSpPr/>
          <p:nvPr/>
        </p:nvSpPr>
        <p:spPr>
          <a:xfrm>
            <a:off x="10755630" y="1016000"/>
            <a:ext cx="0" cy="317500"/>
          </a:xfrm>
          <a:prstGeom prst="line">
            <a:avLst/>
          </a:prstGeom>
          <a:noFill/>
          <a:ln w="22225">
            <a:solidFill>
              <a:srgbClr val="A01020"/>
            </a:solidFill>
            <a:prstDash val="solid"/>
            <a:headEnd type="triangle"/>
          </a:ln>
        </p:spPr>
      </p:sp>
      <p:sp>
        <p:nvSpPr>
          <p:cNvPr id="759" name="Shape 709"/>
          <p:cNvSpPr/>
          <p:nvPr/>
        </p:nvSpPr>
        <p:spPr>
          <a:xfrm>
            <a:off x="2480310" y="4984750"/>
            <a:ext cx="0" cy="95250"/>
          </a:xfrm>
          <a:prstGeom prst="line">
            <a:avLst/>
          </a:prstGeom>
          <a:noFill/>
          <a:ln w="19050">
            <a:solidFill>
              <a:srgbClr val="6B3050"/>
            </a:solidFill>
            <a:prstDash val="solid"/>
            <a:headEnd type="triangle"/>
          </a:ln>
        </p:spPr>
      </p:sp>
      <p:sp>
        <p:nvSpPr>
          <p:cNvPr id="760" name="Shape 710"/>
          <p:cNvSpPr/>
          <p:nvPr/>
        </p:nvSpPr>
        <p:spPr>
          <a:xfrm>
            <a:off x="2480310" y="4552950"/>
            <a:ext cx="0" cy="120650"/>
          </a:xfrm>
          <a:prstGeom prst="line">
            <a:avLst/>
          </a:prstGeom>
          <a:noFill/>
          <a:ln w="22225">
            <a:solidFill>
              <a:srgbClr val="83860F"/>
            </a:solidFill>
            <a:prstDash val="solid"/>
            <a:headEnd type="triangle"/>
          </a:ln>
        </p:spPr>
      </p:sp>
      <p:sp>
        <p:nvSpPr>
          <p:cNvPr id="761" name="Shape 711"/>
          <p:cNvSpPr/>
          <p:nvPr/>
        </p:nvSpPr>
        <p:spPr>
          <a:xfrm>
            <a:off x="2480310" y="3975100"/>
            <a:ext cx="0" cy="165100"/>
          </a:xfrm>
          <a:prstGeom prst="line">
            <a:avLst/>
          </a:prstGeom>
          <a:noFill/>
          <a:ln w="22225">
            <a:solidFill>
              <a:srgbClr val="83860F"/>
            </a:solidFill>
            <a:prstDash val="solid"/>
            <a:headEnd type="triangle"/>
          </a:ln>
        </p:spPr>
      </p:sp>
      <p:sp>
        <p:nvSpPr>
          <p:cNvPr id="762" name="Shape 712"/>
          <p:cNvSpPr/>
          <p:nvPr/>
        </p:nvSpPr>
        <p:spPr>
          <a:xfrm>
            <a:off x="3439160" y="4984750"/>
            <a:ext cx="0" cy="95250"/>
          </a:xfrm>
          <a:prstGeom prst="line">
            <a:avLst/>
          </a:prstGeom>
          <a:noFill/>
          <a:ln w="19050">
            <a:solidFill>
              <a:srgbClr val="6B3050"/>
            </a:solidFill>
            <a:prstDash val="solid"/>
            <a:headEnd type="triangle"/>
          </a:ln>
        </p:spPr>
      </p:sp>
      <p:sp>
        <p:nvSpPr>
          <p:cNvPr id="763" name="Shape 713"/>
          <p:cNvSpPr/>
          <p:nvPr/>
        </p:nvSpPr>
        <p:spPr>
          <a:xfrm>
            <a:off x="3439160" y="4552950"/>
            <a:ext cx="0" cy="120650"/>
          </a:xfrm>
          <a:prstGeom prst="line">
            <a:avLst/>
          </a:prstGeom>
          <a:noFill/>
          <a:ln w="22225">
            <a:solidFill>
              <a:srgbClr val="83860F"/>
            </a:solidFill>
            <a:prstDash val="solid"/>
            <a:headEnd type="triangle"/>
          </a:ln>
        </p:spPr>
      </p:sp>
      <p:sp>
        <p:nvSpPr>
          <p:cNvPr id="764" name="Shape 714"/>
          <p:cNvSpPr/>
          <p:nvPr/>
        </p:nvSpPr>
        <p:spPr>
          <a:xfrm>
            <a:off x="3439160" y="3975100"/>
            <a:ext cx="0" cy="165100"/>
          </a:xfrm>
          <a:prstGeom prst="line">
            <a:avLst/>
          </a:prstGeom>
          <a:noFill/>
          <a:ln w="22225">
            <a:solidFill>
              <a:srgbClr val="83860F"/>
            </a:solidFill>
            <a:prstDash val="solid"/>
            <a:headEnd type="triangle"/>
          </a:ln>
        </p:spPr>
      </p:sp>
      <p:sp>
        <p:nvSpPr>
          <p:cNvPr id="765" name="Shape 715"/>
          <p:cNvSpPr/>
          <p:nvPr/>
        </p:nvSpPr>
        <p:spPr>
          <a:xfrm>
            <a:off x="4406900" y="4984750"/>
            <a:ext cx="0" cy="95250"/>
          </a:xfrm>
          <a:prstGeom prst="line">
            <a:avLst/>
          </a:prstGeom>
          <a:noFill/>
          <a:ln w="19050">
            <a:solidFill>
              <a:srgbClr val="6B3050"/>
            </a:solidFill>
            <a:prstDash val="solid"/>
            <a:headEnd type="triangle"/>
          </a:ln>
        </p:spPr>
      </p:sp>
      <p:sp>
        <p:nvSpPr>
          <p:cNvPr id="766" name="Shape 716"/>
          <p:cNvSpPr/>
          <p:nvPr/>
        </p:nvSpPr>
        <p:spPr>
          <a:xfrm>
            <a:off x="4406900" y="4552950"/>
            <a:ext cx="0" cy="120650"/>
          </a:xfrm>
          <a:prstGeom prst="line">
            <a:avLst/>
          </a:prstGeom>
          <a:noFill/>
          <a:ln w="22225">
            <a:solidFill>
              <a:srgbClr val="83860F"/>
            </a:solidFill>
            <a:prstDash val="solid"/>
            <a:headEnd type="triangle"/>
          </a:ln>
        </p:spPr>
      </p:sp>
      <p:sp>
        <p:nvSpPr>
          <p:cNvPr id="767" name="Shape 717"/>
          <p:cNvSpPr/>
          <p:nvPr/>
        </p:nvSpPr>
        <p:spPr>
          <a:xfrm>
            <a:off x="4406900" y="3975100"/>
            <a:ext cx="0" cy="165100"/>
          </a:xfrm>
          <a:prstGeom prst="line">
            <a:avLst/>
          </a:prstGeom>
          <a:noFill/>
          <a:ln w="22225">
            <a:solidFill>
              <a:srgbClr val="83860F"/>
            </a:solidFill>
            <a:prstDash val="solid"/>
            <a:headEnd type="triangle"/>
          </a:ln>
        </p:spPr>
      </p:sp>
      <p:sp>
        <p:nvSpPr>
          <p:cNvPr id="768" name="Shape 718"/>
          <p:cNvSpPr/>
          <p:nvPr/>
        </p:nvSpPr>
        <p:spPr>
          <a:xfrm>
            <a:off x="5372100" y="4984750"/>
            <a:ext cx="0" cy="95250"/>
          </a:xfrm>
          <a:prstGeom prst="line">
            <a:avLst/>
          </a:prstGeom>
          <a:noFill/>
          <a:ln w="19050">
            <a:solidFill>
              <a:srgbClr val="6B3050"/>
            </a:solidFill>
            <a:prstDash val="solid"/>
            <a:headEnd type="triangle"/>
          </a:ln>
        </p:spPr>
      </p:sp>
      <p:sp>
        <p:nvSpPr>
          <p:cNvPr id="769" name="Shape 719"/>
          <p:cNvSpPr/>
          <p:nvPr/>
        </p:nvSpPr>
        <p:spPr>
          <a:xfrm>
            <a:off x="5372100" y="4552950"/>
            <a:ext cx="0" cy="120650"/>
          </a:xfrm>
          <a:prstGeom prst="line">
            <a:avLst/>
          </a:prstGeom>
          <a:noFill/>
          <a:ln w="22225">
            <a:solidFill>
              <a:srgbClr val="83860F"/>
            </a:solidFill>
            <a:prstDash val="solid"/>
            <a:headEnd type="triangle"/>
          </a:ln>
        </p:spPr>
      </p:sp>
      <p:sp>
        <p:nvSpPr>
          <p:cNvPr id="770" name="Shape 720"/>
          <p:cNvSpPr/>
          <p:nvPr/>
        </p:nvSpPr>
        <p:spPr>
          <a:xfrm>
            <a:off x="5372100" y="3975100"/>
            <a:ext cx="0" cy="165100"/>
          </a:xfrm>
          <a:prstGeom prst="line">
            <a:avLst/>
          </a:prstGeom>
          <a:noFill/>
          <a:ln w="22225">
            <a:solidFill>
              <a:srgbClr val="83860F"/>
            </a:solidFill>
            <a:prstDash val="solid"/>
            <a:headEnd type="triangle"/>
          </a:ln>
        </p:spPr>
      </p:sp>
      <p:sp>
        <p:nvSpPr>
          <p:cNvPr id="771" name="Shape 721"/>
          <p:cNvSpPr/>
          <p:nvPr/>
        </p:nvSpPr>
        <p:spPr>
          <a:xfrm>
            <a:off x="6330950" y="4984750"/>
            <a:ext cx="0" cy="95250"/>
          </a:xfrm>
          <a:prstGeom prst="line">
            <a:avLst/>
          </a:prstGeom>
          <a:noFill/>
          <a:ln w="19050">
            <a:solidFill>
              <a:srgbClr val="6B3050"/>
            </a:solidFill>
            <a:prstDash val="solid"/>
            <a:headEnd type="triangle"/>
          </a:ln>
        </p:spPr>
      </p:sp>
      <p:sp>
        <p:nvSpPr>
          <p:cNvPr id="772" name="Shape 722"/>
          <p:cNvSpPr/>
          <p:nvPr/>
        </p:nvSpPr>
        <p:spPr>
          <a:xfrm>
            <a:off x="6330950" y="4552950"/>
            <a:ext cx="0" cy="120650"/>
          </a:xfrm>
          <a:prstGeom prst="line">
            <a:avLst/>
          </a:prstGeom>
          <a:noFill/>
          <a:ln w="22225">
            <a:solidFill>
              <a:srgbClr val="83860F"/>
            </a:solidFill>
            <a:prstDash val="solid"/>
            <a:headEnd type="triangle"/>
          </a:ln>
        </p:spPr>
      </p:sp>
      <p:sp>
        <p:nvSpPr>
          <p:cNvPr id="773" name="Shape 723"/>
          <p:cNvSpPr/>
          <p:nvPr/>
        </p:nvSpPr>
        <p:spPr>
          <a:xfrm>
            <a:off x="6330950" y="3975100"/>
            <a:ext cx="0" cy="165100"/>
          </a:xfrm>
          <a:prstGeom prst="line">
            <a:avLst/>
          </a:prstGeom>
          <a:noFill/>
          <a:ln w="22225">
            <a:solidFill>
              <a:srgbClr val="83860F"/>
            </a:solidFill>
            <a:prstDash val="solid"/>
            <a:headEnd type="triangle"/>
          </a:ln>
        </p:spPr>
      </p:sp>
      <p:sp>
        <p:nvSpPr>
          <p:cNvPr id="774" name="Shape 724"/>
          <p:cNvSpPr/>
          <p:nvPr/>
        </p:nvSpPr>
        <p:spPr>
          <a:xfrm>
            <a:off x="7296150" y="4984750"/>
            <a:ext cx="0" cy="95250"/>
          </a:xfrm>
          <a:prstGeom prst="line">
            <a:avLst/>
          </a:prstGeom>
          <a:noFill/>
          <a:ln w="19050">
            <a:solidFill>
              <a:srgbClr val="6B3050"/>
            </a:solidFill>
            <a:prstDash val="solid"/>
            <a:headEnd type="triangle"/>
          </a:ln>
        </p:spPr>
      </p:sp>
      <p:sp>
        <p:nvSpPr>
          <p:cNvPr id="775" name="Shape 725"/>
          <p:cNvSpPr/>
          <p:nvPr/>
        </p:nvSpPr>
        <p:spPr>
          <a:xfrm>
            <a:off x="7296150" y="4552950"/>
            <a:ext cx="0" cy="120650"/>
          </a:xfrm>
          <a:prstGeom prst="line">
            <a:avLst/>
          </a:prstGeom>
          <a:noFill/>
          <a:ln w="22225">
            <a:solidFill>
              <a:srgbClr val="83860F"/>
            </a:solidFill>
            <a:prstDash val="solid"/>
            <a:headEnd type="triangle"/>
          </a:ln>
        </p:spPr>
      </p:sp>
      <p:sp>
        <p:nvSpPr>
          <p:cNvPr id="776" name="Shape 726"/>
          <p:cNvSpPr/>
          <p:nvPr/>
        </p:nvSpPr>
        <p:spPr>
          <a:xfrm>
            <a:off x="7296150" y="3975100"/>
            <a:ext cx="0" cy="165100"/>
          </a:xfrm>
          <a:prstGeom prst="line">
            <a:avLst/>
          </a:prstGeom>
          <a:noFill/>
          <a:ln w="22225">
            <a:solidFill>
              <a:srgbClr val="83860F"/>
            </a:solidFill>
            <a:prstDash val="solid"/>
            <a:headEnd type="triangle"/>
          </a:ln>
        </p:spPr>
      </p:sp>
      <p:sp>
        <p:nvSpPr>
          <p:cNvPr id="777" name="Shape 727"/>
          <p:cNvSpPr/>
          <p:nvPr/>
        </p:nvSpPr>
        <p:spPr>
          <a:xfrm>
            <a:off x="9808210" y="4984750"/>
            <a:ext cx="0" cy="95250"/>
          </a:xfrm>
          <a:prstGeom prst="line">
            <a:avLst/>
          </a:prstGeom>
          <a:noFill/>
          <a:ln w="19050">
            <a:solidFill>
              <a:srgbClr val="6B3050"/>
            </a:solidFill>
            <a:prstDash val="solid"/>
            <a:headEnd type="triangle"/>
          </a:ln>
        </p:spPr>
      </p:sp>
      <p:sp>
        <p:nvSpPr>
          <p:cNvPr id="778" name="Shape 728"/>
          <p:cNvSpPr/>
          <p:nvPr/>
        </p:nvSpPr>
        <p:spPr>
          <a:xfrm>
            <a:off x="9808210" y="4552950"/>
            <a:ext cx="0" cy="120650"/>
          </a:xfrm>
          <a:prstGeom prst="line">
            <a:avLst/>
          </a:prstGeom>
          <a:noFill/>
          <a:ln w="22225">
            <a:solidFill>
              <a:srgbClr val="83860F"/>
            </a:solidFill>
            <a:prstDash val="solid"/>
            <a:headEnd type="triangle"/>
          </a:ln>
        </p:spPr>
      </p:sp>
      <p:sp>
        <p:nvSpPr>
          <p:cNvPr id="779" name="Shape 729"/>
          <p:cNvSpPr/>
          <p:nvPr/>
        </p:nvSpPr>
        <p:spPr>
          <a:xfrm>
            <a:off x="9808210" y="3975100"/>
            <a:ext cx="0" cy="165100"/>
          </a:xfrm>
          <a:prstGeom prst="line">
            <a:avLst/>
          </a:prstGeom>
          <a:noFill/>
          <a:ln w="22225">
            <a:solidFill>
              <a:srgbClr val="83860F"/>
            </a:solidFill>
            <a:prstDash val="solid"/>
            <a:headEnd type="triangle"/>
          </a:ln>
        </p:spPr>
      </p:sp>
      <p:sp>
        <p:nvSpPr>
          <p:cNvPr id="780" name="Shape 730"/>
          <p:cNvSpPr/>
          <p:nvPr/>
        </p:nvSpPr>
        <p:spPr>
          <a:xfrm>
            <a:off x="10755630" y="4984750"/>
            <a:ext cx="0" cy="95250"/>
          </a:xfrm>
          <a:prstGeom prst="line">
            <a:avLst/>
          </a:prstGeom>
          <a:noFill/>
          <a:ln w="19050">
            <a:solidFill>
              <a:srgbClr val="6B3050"/>
            </a:solidFill>
            <a:prstDash val="solid"/>
            <a:headEnd type="triangle"/>
          </a:ln>
        </p:spPr>
      </p:sp>
      <p:sp>
        <p:nvSpPr>
          <p:cNvPr id="781" name="Shape 731"/>
          <p:cNvSpPr/>
          <p:nvPr/>
        </p:nvSpPr>
        <p:spPr>
          <a:xfrm>
            <a:off x="10755630" y="4552950"/>
            <a:ext cx="0" cy="120650"/>
          </a:xfrm>
          <a:prstGeom prst="line">
            <a:avLst/>
          </a:prstGeom>
          <a:noFill/>
          <a:ln w="22225">
            <a:solidFill>
              <a:srgbClr val="83860F"/>
            </a:solidFill>
            <a:prstDash val="solid"/>
            <a:headEnd type="triangle"/>
          </a:ln>
        </p:spPr>
      </p:sp>
      <p:sp>
        <p:nvSpPr>
          <p:cNvPr id="782" name="Shape 732"/>
          <p:cNvSpPr/>
          <p:nvPr/>
        </p:nvSpPr>
        <p:spPr>
          <a:xfrm>
            <a:off x="10755630" y="3975100"/>
            <a:ext cx="0" cy="165100"/>
          </a:xfrm>
          <a:prstGeom prst="line">
            <a:avLst/>
          </a:prstGeom>
          <a:noFill/>
          <a:ln w="22225">
            <a:solidFill>
              <a:srgbClr val="83860F"/>
            </a:solidFill>
            <a:prstDash val="solid"/>
            <a:headEnd type="triangle"/>
          </a:ln>
        </p:spPr>
      </p:sp>
      <p:sp>
        <p:nvSpPr>
          <p:cNvPr id="783" name="Shape 733"/>
          <p:cNvSpPr/>
          <p:nvPr/>
        </p:nvSpPr>
        <p:spPr>
          <a:xfrm>
            <a:off x="2334260" y="1866900"/>
            <a:ext cx="292100" cy="292100"/>
          </a:xfrm>
          <a:prstGeom prst="ellipse">
            <a:avLst/>
          </a:prstGeom>
          <a:solidFill>
            <a:srgbClr val="B44414"/>
          </a:solidFill>
          <a:ln/>
        </p:spPr>
      </p:sp>
      <p:sp>
        <p:nvSpPr>
          <p:cNvPr id="784" name="Text 734"/>
          <p:cNvSpPr/>
          <p:nvPr/>
        </p:nvSpPr>
        <p:spPr>
          <a:xfrm>
            <a:off x="2334260" y="1866900"/>
            <a:ext cx="2921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785" name="Shape 735"/>
          <p:cNvSpPr/>
          <p:nvPr/>
        </p:nvSpPr>
        <p:spPr>
          <a:xfrm>
            <a:off x="3293110" y="1866900"/>
            <a:ext cx="292100" cy="292100"/>
          </a:xfrm>
          <a:prstGeom prst="ellipse">
            <a:avLst/>
          </a:prstGeom>
          <a:solidFill>
            <a:srgbClr val="B44414"/>
          </a:solidFill>
          <a:ln/>
        </p:spPr>
      </p:sp>
      <p:sp>
        <p:nvSpPr>
          <p:cNvPr id="786" name="Text 736"/>
          <p:cNvSpPr/>
          <p:nvPr/>
        </p:nvSpPr>
        <p:spPr>
          <a:xfrm>
            <a:off x="3293110" y="1866900"/>
            <a:ext cx="2921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787" name="Shape 737"/>
          <p:cNvSpPr/>
          <p:nvPr/>
        </p:nvSpPr>
        <p:spPr>
          <a:xfrm>
            <a:off x="4260850" y="1866900"/>
            <a:ext cx="292100" cy="292100"/>
          </a:xfrm>
          <a:prstGeom prst="ellipse">
            <a:avLst/>
          </a:prstGeom>
          <a:solidFill>
            <a:srgbClr val="B44414"/>
          </a:solidFill>
          <a:ln/>
        </p:spPr>
      </p:sp>
      <p:sp>
        <p:nvSpPr>
          <p:cNvPr id="788" name="Text 738"/>
          <p:cNvSpPr/>
          <p:nvPr/>
        </p:nvSpPr>
        <p:spPr>
          <a:xfrm>
            <a:off x="4260850" y="1866900"/>
            <a:ext cx="2921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789" name="Shape 739"/>
          <p:cNvSpPr/>
          <p:nvPr/>
        </p:nvSpPr>
        <p:spPr>
          <a:xfrm>
            <a:off x="5226050" y="1866900"/>
            <a:ext cx="292100" cy="292100"/>
          </a:xfrm>
          <a:prstGeom prst="ellipse">
            <a:avLst/>
          </a:prstGeom>
          <a:solidFill>
            <a:srgbClr val="B44414"/>
          </a:solidFill>
          <a:ln/>
        </p:spPr>
      </p:sp>
      <p:sp>
        <p:nvSpPr>
          <p:cNvPr id="790" name="Text 740"/>
          <p:cNvSpPr/>
          <p:nvPr/>
        </p:nvSpPr>
        <p:spPr>
          <a:xfrm>
            <a:off x="5226050" y="1866900"/>
            <a:ext cx="2921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791" name="Shape 741"/>
          <p:cNvSpPr/>
          <p:nvPr/>
        </p:nvSpPr>
        <p:spPr>
          <a:xfrm>
            <a:off x="6184900" y="1866900"/>
            <a:ext cx="292100" cy="292100"/>
          </a:xfrm>
          <a:prstGeom prst="ellipse">
            <a:avLst/>
          </a:prstGeom>
          <a:solidFill>
            <a:srgbClr val="B44414"/>
          </a:solidFill>
          <a:ln/>
        </p:spPr>
      </p:sp>
      <p:sp>
        <p:nvSpPr>
          <p:cNvPr id="792" name="Text 742"/>
          <p:cNvSpPr/>
          <p:nvPr/>
        </p:nvSpPr>
        <p:spPr>
          <a:xfrm>
            <a:off x="6184900" y="1866900"/>
            <a:ext cx="2921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793" name="Shape 743"/>
          <p:cNvSpPr/>
          <p:nvPr/>
        </p:nvSpPr>
        <p:spPr>
          <a:xfrm>
            <a:off x="7150100" y="1866900"/>
            <a:ext cx="292100" cy="292100"/>
          </a:xfrm>
          <a:prstGeom prst="ellipse">
            <a:avLst/>
          </a:prstGeom>
          <a:solidFill>
            <a:srgbClr val="B44414"/>
          </a:solidFill>
          <a:ln/>
        </p:spPr>
      </p:sp>
      <p:sp>
        <p:nvSpPr>
          <p:cNvPr id="794" name="Text 744"/>
          <p:cNvSpPr/>
          <p:nvPr/>
        </p:nvSpPr>
        <p:spPr>
          <a:xfrm>
            <a:off x="7150100" y="1866900"/>
            <a:ext cx="2921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795" name="Shape 745"/>
          <p:cNvSpPr/>
          <p:nvPr/>
        </p:nvSpPr>
        <p:spPr>
          <a:xfrm>
            <a:off x="9662160" y="1866900"/>
            <a:ext cx="292100" cy="292100"/>
          </a:xfrm>
          <a:prstGeom prst="ellipse">
            <a:avLst/>
          </a:prstGeom>
          <a:solidFill>
            <a:srgbClr val="B44414"/>
          </a:solidFill>
          <a:ln/>
        </p:spPr>
      </p:sp>
      <p:sp>
        <p:nvSpPr>
          <p:cNvPr id="796" name="Text 746"/>
          <p:cNvSpPr/>
          <p:nvPr/>
        </p:nvSpPr>
        <p:spPr>
          <a:xfrm>
            <a:off x="9662160" y="1866900"/>
            <a:ext cx="2921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797" name="Shape 747"/>
          <p:cNvSpPr/>
          <p:nvPr/>
        </p:nvSpPr>
        <p:spPr>
          <a:xfrm>
            <a:off x="10609580" y="1866900"/>
            <a:ext cx="292100" cy="292100"/>
          </a:xfrm>
          <a:prstGeom prst="ellipse">
            <a:avLst/>
          </a:prstGeom>
          <a:solidFill>
            <a:srgbClr val="B44414"/>
          </a:solidFill>
          <a:ln/>
        </p:spPr>
      </p:sp>
      <p:sp>
        <p:nvSpPr>
          <p:cNvPr id="798" name="Text 748"/>
          <p:cNvSpPr/>
          <p:nvPr/>
        </p:nvSpPr>
        <p:spPr>
          <a:xfrm>
            <a:off x="10609580" y="1866900"/>
            <a:ext cx="2921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799" name="Shape 749"/>
          <p:cNvSpPr/>
          <p:nvPr/>
        </p:nvSpPr>
        <p:spPr>
          <a:xfrm>
            <a:off x="2334260" y="4685030"/>
            <a:ext cx="292100" cy="292100"/>
          </a:xfrm>
          <a:prstGeom prst="ellipse">
            <a:avLst/>
          </a:prstGeom>
          <a:solidFill>
            <a:srgbClr val="B44414"/>
          </a:solidFill>
          <a:ln/>
        </p:spPr>
      </p:sp>
      <p:sp>
        <p:nvSpPr>
          <p:cNvPr id="800" name="Text 750"/>
          <p:cNvSpPr/>
          <p:nvPr/>
        </p:nvSpPr>
        <p:spPr>
          <a:xfrm>
            <a:off x="2334260" y="4685030"/>
            <a:ext cx="2921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801" name="Shape 751"/>
          <p:cNvSpPr/>
          <p:nvPr/>
        </p:nvSpPr>
        <p:spPr>
          <a:xfrm>
            <a:off x="3293110" y="4685030"/>
            <a:ext cx="292100" cy="292100"/>
          </a:xfrm>
          <a:prstGeom prst="ellipse">
            <a:avLst/>
          </a:prstGeom>
          <a:solidFill>
            <a:srgbClr val="B44414"/>
          </a:solidFill>
          <a:ln/>
        </p:spPr>
      </p:sp>
      <p:sp>
        <p:nvSpPr>
          <p:cNvPr id="802" name="Text 752"/>
          <p:cNvSpPr/>
          <p:nvPr/>
        </p:nvSpPr>
        <p:spPr>
          <a:xfrm>
            <a:off x="3293110" y="4685030"/>
            <a:ext cx="2921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803" name="Shape 753"/>
          <p:cNvSpPr/>
          <p:nvPr/>
        </p:nvSpPr>
        <p:spPr>
          <a:xfrm>
            <a:off x="4260850" y="4685030"/>
            <a:ext cx="292100" cy="292100"/>
          </a:xfrm>
          <a:prstGeom prst="ellipse">
            <a:avLst/>
          </a:prstGeom>
          <a:solidFill>
            <a:srgbClr val="B44414"/>
          </a:solidFill>
          <a:ln/>
        </p:spPr>
      </p:sp>
      <p:sp>
        <p:nvSpPr>
          <p:cNvPr id="804" name="Text 754"/>
          <p:cNvSpPr/>
          <p:nvPr/>
        </p:nvSpPr>
        <p:spPr>
          <a:xfrm>
            <a:off x="4260850" y="4685030"/>
            <a:ext cx="2921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805" name="Shape 755"/>
          <p:cNvSpPr/>
          <p:nvPr/>
        </p:nvSpPr>
        <p:spPr>
          <a:xfrm>
            <a:off x="5226050" y="4685030"/>
            <a:ext cx="292100" cy="292100"/>
          </a:xfrm>
          <a:prstGeom prst="ellipse">
            <a:avLst/>
          </a:prstGeom>
          <a:solidFill>
            <a:srgbClr val="B44414"/>
          </a:solidFill>
          <a:ln/>
        </p:spPr>
      </p:sp>
      <p:sp>
        <p:nvSpPr>
          <p:cNvPr id="806" name="Text 756"/>
          <p:cNvSpPr/>
          <p:nvPr/>
        </p:nvSpPr>
        <p:spPr>
          <a:xfrm>
            <a:off x="5226050" y="4685030"/>
            <a:ext cx="2921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807" name="Shape 757"/>
          <p:cNvSpPr/>
          <p:nvPr/>
        </p:nvSpPr>
        <p:spPr>
          <a:xfrm>
            <a:off x="6184900" y="4685030"/>
            <a:ext cx="292100" cy="292100"/>
          </a:xfrm>
          <a:prstGeom prst="ellipse">
            <a:avLst/>
          </a:prstGeom>
          <a:solidFill>
            <a:srgbClr val="B44414"/>
          </a:solidFill>
          <a:ln/>
        </p:spPr>
      </p:sp>
      <p:sp>
        <p:nvSpPr>
          <p:cNvPr id="808" name="Text 758"/>
          <p:cNvSpPr/>
          <p:nvPr/>
        </p:nvSpPr>
        <p:spPr>
          <a:xfrm>
            <a:off x="6184900" y="4685030"/>
            <a:ext cx="2921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809" name="Shape 759"/>
          <p:cNvSpPr/>
          <p:nvPr/>
        </p:nvSpPr>
        <p:spPr>
          <a:xfrm>
            <a:off x="7150100" y="4685030"/>
            <a:ext cx="292100" cy="292100"/>
          </a:xfrm>
          <a:prstGeom prst="ellipse">
            <a:avLst/>
          </a:prstGeom>
          <a:solidFill>
            <a:srgbClr val="B44414"/>
          </a:solidFill>
          <a:ln/>
        </p:spPr>
      </p:sp>
      <p:sp>
        <p:nvSpPr>
          <p:cNvPr id="810" name="Text 760"/>
          <p:cNvSpPr/>
          <p:nvPr/>
        </p:nvSpPr>
        <p:spPr>
          <a:xfrm>
            <a:off x="7150100" y="4685030"/>
            <a:ext cx="2921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811" name="Shape 761"/>
          <p:cNvSpPr/>
          <p:nvPr/>
        </p:nvSpPr>
        <p:spPr>
          <a:xfrm>
            <a:off x="9662160" y="4685030"/>
            <a:ext cx="292100" cy="292100"/>
          </a:xfrm>
          <a:prstGeom prst="ellipse">
            <a:avLst/>
          </a:prstGeom>
          <a:solidFill>
            <a:srgbClr val="B44414"/>
          </a:solidFill>
          <a:ln/>
        </p:spPr>
      </p:sp>
      <p:sp>
        <p:nvSpPr>
          <p:cNvPr id="812" name="Text 762"/>
          <p:cNvSpPr/>
          <p:nvPr/>
        </p:nvSpPr>
        <p:spPr>
          <a:xfrm>
            <a:off x="9662160" y="4685030"/>
            <a:ext cx="2921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813" name="Shape 763"/>
          <p:cNvSpPr/>
          <p:nvPr/>
        </p:nvSpPr>
        <p:spPr>
          <a:xfrm>
            <a:off x="10609580" y="4685030"/>
            <a:ext cx="292100" cy="292100"/>
          </a:xfrm>
          <a:prstGeom prst="ellipse">
            <a:avLst/>
          </a:prstGeom>
          <a:solidFill>
            <a:srgbClr val="B44414"/>
          </a:solidFill>
          <a:ln/>
        </p:spPr>
      </p:sp>
      <p:sp>
        <p:nvSpPr>
          <p:cNvPr id="814" name="Text 764"/>
          <p:cNvSpPr/>
          <p:nvPr/>
        </p:nvSpPr>
        <p:spPr>
          <a:xfrm>
            <a:off x="10609580" y="4685030"/>
            <a:ext cx="2921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815" name="Shape 765"/>
          <p:cNvSpPr/>
          <p:nvPr/>
        </p:nvSpPr>
        <p:spPr>
          <a:xfrm>
            <a:off x="2026920" y="770890"/>
            <a:ext cx="151130" cy="226060"/>
          </a:xfrm>
          <a:prstGeom prst="rect">
            <a:avLst/>
          </a:prstGeom>
          <a:solidFill>
            <a:srgbClr val="FDFDD0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16" name="Shape 766"/>
          <p:cNvSpPr/>
          <p:nvPr/>
        </p:nvSpPr>
        <p:spPr>
          <a:xfrm>
            <a:off x="2178050" y="770890"/>
            <a:ext cx="151130" cy="226060"/>
          </a:xfrm>
          <a:prstGeom prst="rect">
            <a:avLst/>
          </a:prstGeom>
          <a:solidFill>
            <a:srgbClr val="F2FFDE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17" name="Shape 767"/>
          <p:cNvSpPr/>
          <p:nvPr/>
        </p:nvSpPr>
        <p:spPr>
          <a:xfrm>
            <a:off x="2329180" y="770890"/>
            <a:ext cx="151130" cy="226060"/>
          </a:xfrm>
          <a:prstGeom prst="rect">
            <a:avLst/>
          </a:prstGeom>
          <a:solidFill>
            <a:srgbClr val="FAFFF2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18" name="Shape 768"/>
          <p:cNvSpPr/>
          <p:nvPr/>
        </p:nvSpPr>
        <p:spPr>
          <a:xfrm>
            <a:off x="2480310" y="770890"/>
            <a:ext cx="151130" cy="226060"/>
          </a:xfrm>
          <a:prstGeom prst="rect">
            <a:avLst/>
          </a:prstGeom>
          <a:solidFill>
            <a:srgbClr val="EDEDF8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19" name="Shape 769"/>
          <p:cNvSpPr/>
          <p:nvPr/>
        </p:nvSpPr>
        <p:spPr>
          <a:xfrm>
            <a:off x="2631440" y="770890"/>
            <a:ext cx="151130" cy="226060"/>
          </a:xfrm>
          <a:prstGeom prst="rect">
            <a:avLst/>
          </a:prstGeom>
          <a:solidFill>
            <a:srgbClr val="F6DFF5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20" name="Shape 770"/>
          <p:cNvSpPr/>
          <p:nvPr/>
        </p:nvSpPr>
        <p:spPr>
          <a:xfrm>
            <a:off x="2782570" y="770890"/>
            <a:ext cx="151130" cy="226060"/>
          </a:xfrm>
          <a:prstGeom prst="rect">
            <a:avLst/>
          </a:prstGeom>
          <a:solidFill>
            <a:srgbClr val="E9E8EC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21" name="Text 771"/>
          <p:cNvSpPr/>
          <p:nvPr/>
        </p:nvSpPr>
        <p:spPr>
          <a:xfrm>
            <a:off x="2315210" y="751840"/>
            <a:ext cx="3302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8E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4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400" dirty="0"/>
          </a:p>
        </p:txBody>
      </p:sp>
      <p:sp>
        <p:nvSpPr>
          <p:cNvPr id="822" name="Shape 772"/>
          <p:cNvSpPr/>
          <p:nvPr/>
        </p:nvSpPr>
        <p:spPr>
          <a:xfrm>
            <a:off x="2985770" y="770890"/>
            <a:ext cx="151130" cy="226060"/>
          </a:xfrm>
          <a:prstGeom prst="rect">
            <a:avLst/>
          </a:prstGeom>
          <a:solidFill>
            <a:srgbClr val="FDFDD0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23" name="Shape 773"/>
          <p:cNvSpPr/>
          <p:nvPr/>
        </p:nvSpPr>
        <p:spPr>
          <a:xfrm>
            <a:off x="3136900" y="770890"/>
            <a:ext cx="151130" cy="226060"/>
          </a:xfrm>
          <a:prstGeom prst="rect">
            <a:avLst/>
          </a:prstGeom>
          <a:solidFill>
            <a:srgbClr val="F2FFDE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24" name="Shape 774"/>
          <p:cNvSpPr/>
          <p:nvPr/>
        </p:nvSpPr>
        <p:spPr>
          <a:xfrm>
            <a:off x="3288030" y="770890"/>
            <a:ext cx="151130" cy="226060"/>
          </a:xfrm>
          <a:prstGeom prst="rect">
            <a:avLst/>
          </a:prstGeom>
          <a:solidFill>
            <a:srgbClr val="FAFFF2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25" name="Shape 775"/>
          <p:cNvSpPr/>
          <p:nvPr/>
        </p:nvSpPr>
        <p:spPr>
          <a:xfrm>
            <a:off x="3439160" y="770890"/>
            <a:ext cx="151130" cy="226060"/>
          </a:xfrm>
          <a:prstGeom prst="rect">
            <a:avLst/>
          </a:prstGeom>
          <a:solidFill>
            <a:srgbClr val="EDEDF8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26" name="Shape 776"/>
          <p:cNvSpPr/>
          <p:nvPr/>
        </p:nvSpPr>
        <p:spPr>
          <a:xfrm>
            <a:off x="3590290" y="770890"/>
            <a:ext cx="151130" cy="226060"/>
          </a:xfrm>
          <a:prstGeom prst="rect">
            <a:avLst/>
          </a:prstGeom>
          <a:solidFill>
            <a:srgbClr val="F6DFF5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27" name="Shape 777"/>
          <p:cNvSpPr/>
          <p:nvPr/>
        </p:nvSpPr>
        <p:spPr>
          <a:xfrm>
            <a:off x="3741420" y="770890"/>
            <a:ext cx="151130" cy="226060"/>
          </a:xfrm>
          <a:prstGeom prst="rect">
            <a:avLst/>
          </a:prstGeom>
          <a:solidFill>
            <a:srgbClr val="E9E8EC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28" name="Text 778"/>
          <p:cNvSpPr/>
          <p:nvPr/>
        </p:nvSpPr>
        <p:spPr>
          <a:xfrm>
            <a:off x="3274060" y="751840"/>
            <a:ext cx="3302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8E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4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829" name="Shape 779"/>
          <p:cNvSpPr/>
          <p:nvPr/>
        </p:nvSpPr>
        <p:spPr>
          <a:xfrm>
            <a:off x="3953510" y="770890"/>
            <a:ext cx="151130" cy="226060"/>
          </a:xfrm>
          <a:prstGeom prst="rect">
            <a:avLst/>
          </a:prstGeom>
          <a:solidFill>
            <a:srgbClr val="FDFDD0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30" name="Shape 780"/>
          <p:cNvSpPr/>
          <p:nvPr/>
        </p:nvSpPr>
        <p:spPr>
          <a:xfrm>
            <a:off x="4104640" y="770890"/>
            <a:ext cx="151130" cy="226060"/>
          </a:xfrm>
          <a:prstGeom prst="rect">
            <a:avLst/>
          </a:prstGeom>
          <a:solidFill>
            <a:srgbClr val="F2FFDE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31" name="Shape 781"/>
          <p:cNvSpPr/>
          <p:nvPr/>
        </p:nvSpPr>
        <p:spPr>
          <a:xfrm>
            <a:off x="4255770" y="770890"/>
            <a:ext cx="151130" cy="226060"/>
          </a:xfrm>
          <a:prstGeom prst="rect">
            <a:avLst/>
          </a:prstGeom>
          <a:solidFill>
            <a:srgbClr val="FAFFF2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32" name="Shape 782"/>
          <p:cNvSpPr/>
          <p:nvPr/>
        </p:nvSpPr>
        <p:spPr>
          <a:xfrm>
            <a:off x="4406900" y="770890"/>
            <a:ext cx="151130" cy="226060"/>
          </a:xfrm>
          <a:prstGeom prst="rect">
            <a:avLst/>
          </a:prstGeom>
          <a:solidFill>
            <a:srgbClr val="EDEDF8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33" name="Shape 783"/>
          <p:cNvSpPr/>
          <p:nvPr/>
        </p:nvSpPr>
        <p:spPr>
          <a:xfrm>
            <a:off x="4558030" y="770890"/>
            <a:ext cx="151130" cy="226060"/>
          </a:xfrm>
          <a:prstGeom prst="rect">
            <a:avLst/>
          </a:prstGeom>
          <a:solidFill>
            <a:srgbClr val="F6DFF5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34" name="Shape 784"/>
          <p:cNvSpPr/>
          <p:nvPr/>
        </p:nvSpPr>
        <p:spPr>
          <a:xfrm>
            <a:off x="4709160" y="770890"/>
            <a:ext cx="151130" cy="226060"/>
          </a:xfrm>
          <a:prstGeom prst="rect">
            <a:avLst/>
          </a:prstGeom>
          <a:solidFill>
            <a:srgbClr val="E9E8EC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35" name="Text 785"/>
          <p:cNvSpPr/>
          <p:nvPr/>
        </p:nvSpPr>
        <p:spPr>
          <a:xfrm>
            <a:off x="4241800" y="751840"/>
            <a:ext cx="3302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8E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4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836" name="Shape 786"/>
          <p:cNvSpPr/>
          <p:nvPr/>
        </p:nvSpPr>
        <p:spPr>
          <a:xfrm>
            <a:off x="4918710" y="770890"/>
            <a:ext cx="151130" cy="226060"/>
          </a:xfrm>
          <a:prstGeom prst="rect">
            <a:avLst/>
          </a:prstGeom>
          <a:solidFill>
            <a:srgbClr val="FDFDD0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37" name="Shape 787"/>
          <p:cNvSpPr/>
          <p:nvPr/>
        </p:nvSpPr>
        <p:spPr>
          <a:xfrm>
            <a:off x="5069840" y="770890"/>
            <a:ext cx="151130" cy="226060"/>
          </a:xfrm>
          <a:prstGeom prst="rect">
            <a:avLst/>
          </a:prstGeom>
          <a:solidFill>
            <a:srgbClr val="F2FFDE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38" name="Shape 788"/>
          <p:cNvSpPr/>
          <p:nvPr/>
        </p:nvSpPr>
        <p:spPr>
          <a:xfrm>
            <a:off x="5220970" y="770890"/>
            <a:ext cx="151130" cy="226060"/>
          </a:xfrm>
          <a:prstGeom prst="rect">
            <a:avLst/>
          </a:prstGeom>
          <a:solidFill>
            <a:srgbClr val="FAFFF2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39" name="Shape 789"/>
          <p:cNvSpPr/>
          <p:nvPr/>
        </p:nvSpPr>
        <p:spPr>
          <a:xfrm>
            <a:off x="5372100" y="770890"/>
            <a:ext cx="151130" cy="226060"/>
          </a:xfrm>
          <a:prstGeom prst="rect">
            <a:avLst/>
          </a:prstGeom>
          <a:solidFill>
            <a:srgbClr val="EDEDF8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40" name="Shape 790"/>
          <p:cNvSpPr/>
          <p:nvPr/>
        </p:nvSpPr>
        <p:spPr>
          <a:xfrm>
            <a:off x="5523230" y="770890"/>
            <a:ext cx="151130" cy="226060"/>
          </a:xfrm>
          <a:prstGeom prst="rect">
            <a:avLst/>
          </a:prstGeom>
          <a:solidFill>
            <a:srgbClr val="F6DFF5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41" name="Shape 791"/>
          <p:cNvSpPr/>
          <p:nvPr/>
        </p:nvSpPr>
        <p:spPr>
          <a:xfrm>
            <a:off x="5674360" y="770890"/>
            <a:ext cx="151130" cy="226060"/>
          </a:xfrm>
          <a:prstGeom prst="rect">
            <a:avLst/>
          </a:prstGeom>
          <a:solidFill>
            <a:srgbClr val="E9E8EC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42" name="Text 792"/>
          <p:cNvSpPr/>
          <p:nvPr/>
        </p:nvSpPr>
        <p:spPr>
          <a:xfrm>
            <a:off x="5207000" y="751840"/>
            <a:ext cx="3302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8E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4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843" name="Shape 793"/>
          <p:cNvSpPr/>
          <p:nvPr/>
        </p:nvSpPr>
        <p:spPr>
          <a:xfrm>
            <a:off x="5877560" y="770890"/>
            <a:ext cx="151130" cy="226060"/>
          </a:xfrm>
          <a:prstGeom prst="rect">
            <a:avLst/>
          </a:prstGeom>
          <a:solidFill>
            <a:srgbClr val="FDFDD0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44" name="Shape 794"/>
          <p:cNvSpPr/>
          <p:nvPr/>
        </p:nvSpPr>
        <p:spPr>
          <a:xfrm>
            <a:off x="6028690" y="770890"/>
            <a:ext cx="151130" cy="226060"/>
          </a:xfrm>
          <a:prstGeom prst="rect">
            <a:avLst/>
          </a:prstGeom>
          <a:solidFill>
            <a:srgbClr val="F2FFDE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45" name="Shape 795"/>
          <p:cNvSpPr/>
          <p:nvPr/>
        </p:nvSpPr>
        <p:spPr>
          <a:xfrm>
            <a:off x="6179820" y="770890"/>
            <a:ext cx="151130" cy="226060"/>
          </a:xfrm>
          <a:prstGeom prst="rect">
            <a:avLst/>
          </a:prstGeom>
          <a:solidFill>
            <a:srgbClr val="FAFFF2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46" name="Shape 796"/>
          <p:cNvSpPr/>
          <p:nvPr/>
        </p:nvSpPr>
        <p:spPr>
          <a:xfrm>
            <a:off x="6330950" y="770890"/>
            <a:ext cx="151130" cy="226060"/>
          </a:xfrm>
          <a:prstGeom prst="rect">
            <a:avLst/>
          </a:prstGeom>
          <a:solidFill>
            <a:srgbClr val="EDEDF8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47" name="Shape 797"/>
          <p:cNvSpPr/>
          <p:nvPr/>
        </p:nvSpPr>
        <p:spPr>
          <a:xfrm>
            <a:off x="6482080" y="770890"/>
            <a:ext cx="151130" cy="226060"/>
          </a:xfrm>
          <a:prstGeom prst="rect">
            <a:avLst/>
          </a:prstGeom>
          <a:solidFill>
            <a:srgbClr val="F6DFF5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48" name="Shape 798"/>
          <p:cNvSpPr/>
          <p:nvPr/>
        </p:nvSpPr>
        <p:spPr>
          <a:xfrm>
            <a:off x="6633210" y="770890"/>
            <a:ext cx="151130" cy="226060"/>
          </a:xfrm>
          <a:prstGeom prst="rect">
            <a:avLst/>
          </a:prstGeom>
          <a:solidFill>
            <a:srgbClr val="E9E8EC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49" name="Text 799"/>
          <p:cNvSpPr/>
          <p:nvPr/>
        </p:nvSpPr>
        <p:spPr>
          <a:xfrm>
            <a:off x="6165850" y="751840"/>
            <a:ext cx="3302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8E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4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850" name="Shape 800"/>
          <p:cNvSpPr/>
          <p:nvPr/>
        </p:nvSpPr>
        <p:spPr>
          <a:xfrm>
            <a:off x="6842760" y="770890"/>
            <a:ext cx="151130" cy="226060"/>
          </a:xfrm>
          <a:prstGeom prst="rect">
            <a:avLst/>
          </a:prstGeom>
          <a:solidFill>
            <a:srgbClr val="FDFDD0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51" name="Shape 801"/>
          <p:cNvSpPr/>
          <p:nvPr/>
        </p:nvSpPr>
        <p:spPr>
          <a:xfrm>
            <a:off x="6993890" y="770890"/>
            <a:ext cx="151130" cy="226060"/>
          </a:xfrm>
          <a:prstGeom prst="rect">
            <a:avLst/>
          </a:prstGeom>
          <a:solidFill>
            <a:srgbClr val="F2FFDE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52" name="Shape 802"/>
          <p:cNvSpPr/>
          <p:nvPr/>
        </p:nvSpPr>
        <p:spPr>
          <a:xfrm>
            <a:off x="7145020" y="770890"/>
            <a:ext cx="151130" cy="226060"/>
          </a:xfrm>
          <a:prstGeom prst="rect">
            <a:avLst/>
          </a:prstGeom>
          <a:solidFill>
            <a:srgbClr val="FAFFF2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53" name="Shape 803"/>
          <p:cNvSpPr/>
          <p:nvPr/>
        </p:nvSpPr>
        <p:spPr>
          <a:xfrm>
            <a:off x="7296150" y="770890"/>
            <a:ext cx="151130" cy="226060"/>
          </a:xfrm>
          <a:prstGeom prst="rect">
            <a:avLst/>
          </a:prstGeom>
          <a:solidFill>
            <a:srgbClr val="EDEDF8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54" name="Shape 804"/>
          <p:cNvSpPr/>
          <p:nvPr/>
        </p:nvSpPr>
        <p:spPr>
          <a:xfrm>
            <a:off x="7447280" y="770890"/>
            <a:ext cx="151130" cy="226060"/>
          </a:xfrm>
          <a:prstGeom prst="rect">
            <a:avLst/>
          </a:prstGeom>
          <a:solidFill>
            <a:srgbClr val="F6DFF5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55" name="Shape 805"/>
          <p:cNvSpPr/>
          <p:nvPr/>
        </p:nvSpPr>
        <p:spPr>
          <a:xfrm>
            <a:off x="7598410" y="770890"/>
            <a:ext cx="151130" cy="226060"/>
          </a:xfrm>
          <a:prstGeom prst="rect">
            <a:avLst/>
          </a:prstGeom>
          <a:solidFill>
            <a:srgbClr val="E9E8EC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56" name="Text 806"/>
          <p:cNvSpPr/>
          <p:nvPr/>
        </p:nvSpPr>
        <p:spPr>
          <a:xfrm>
            <a:off x="7131050" y="751840"/>
            <a:ext cx="3302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8E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4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857" name="Shape 807"/>
          <p:cNvSpPr/>
          <p:nvPr/>
        </p:nvSpPr>
        <p:spPr>
          <a:xfrm>
            <a:off x="9354820" y="770890"/>
            <a:ext cx="151130" cy="226060"/>
          </a:xfrm>
          <a:prstGeom prst="rect">
            <a:avLst/>
          </a:prstGeom>
          <a:solidFill>
            <a:srgbClr val="FDFDD0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58" name="Shape 808"/>
          <p:cNvSpPr/>
          <p:nvPr/>
        </p:nvSpPr>
        <p:spPr>
          <a:xfrm>
            <a:off x="9505950" y="770890"/>
            <a:ext cx="151130" cy="226060"/>
          </a:xfrm>
          <a:prstGeom prst="rect">
            <a:avLst/>
          </a:prstGeom>
          <a:solidFill>
            <a:srgbClr val="F2FFDE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59" name="Shape 809"/>
          <p:cNvSpPr/>
          <p:nvPr/>
        </p:nvSpPr>
        <p:spPr>
          <a:xfrm>
            <a:off x="9657080" y="770890"/>
            <a:ext cx="151130" cy="226060"/>
          </a:xfrm>
          <a:prstGeom prst="rect">
            <a:avLst/>
          </a:prstGeom>
          <a:solidFill>
            <a:srgbClr val="FAFFF2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60" name="Shape 810"/>
          <p:cNvSpPr/>
          <p:nvPr/>
        </p:nvSpPr>
        <p:spPr>
          <a:xfrm>
            <a:off x="9808210" y="770890"/>
            <a:ext cx="151130" cy="226060"/>
          </a:xfrm>
          <a:prstGeom prst="rect">
            <a:avLst/>
          </a:prstGeom>
          <a:solidFill>
            <a:srgbClr val="EDEDF8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61" name="Shape 811"/>
          <p:cNvSpPr/>
          <p:nvPr/>
        </p:nvSpPr>
        <p:spPr>
          <a:xfrm>
            <a:off x="9959340" y="770890"/>
            <a:ext cx="151130" cy="226060"/>
          </a:xfrm>
          <a:prstGeom prst="rect">
            <a:avLst/>
          </a:prstGeom>
          <a:solidFill>
            <a:srgbClr val="F6DFF5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62" name="Shape 812"/>
          <p:cNvSpPr/>
          <p:nvPr/>
        </p:nvSpPr>
        <p:spPr>
          <a:xfrm>
            <a:off x="10110470" y="770890"/>
            <a:ext cx="151130" cy="226060"/>
          </a:xfrm>
          <a:prstGeom prst="rect">
            <a:avLst/>
          </a:prstGeom>
          <a:solidFill>
            <a:srgbClr val="E9E8EC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63" name="Text 813"/>
          <p:cNvSpPr/>
          <p:nvPr/>
        </p:nvSpPr>
        <p:spPr>
          <a:xfrm>
            <a:off x="9643110" y="751840"/>
            <a:ext cx="3302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8E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4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N-2</a:t>
            </a:r>
            <a:endParaRPr lang="en-US" sz="1400" dirty="0"/>
          </a:p>
        </p:txBody>
      </p:sp>
      <p:sp>
        <p:nvSpPr>
          <p:cNvPr id="864" name="Shape 814"/>
          <p:cNvSpPr/>
          <p:nvPr/>
        </p:nvSpPr>
        <p:spPr>
          <a:xfrm>
            <a:off x="10302240" y="770890"/>
            <a:ext cx="151130" cy="226060"/>
          </a:xfrm>
          <a:prstGeom prst="rect">
            <a:avLst/>
          </a:prstGeom>
          <a:solidFill>
            <a:srgbClr val="FDFDD0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65" name="Shape 815"/>
          <p:cNvSpPr/>
          <p:nvPr/>
        </p:nvSpPr>
        <p:spPr>
          <a:xfrm>
            <a:off x="10453370" y="770890"/>
            <a:ext cx="151130" cy="226060"/>
          </a:xfrm>
          <a:prstGeom prst="rect">
            <a:avLst/>
          </a:prstGeom>
          <a:solidFill>
            <a:srgbClr val="F2FFDE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66" name="Shape 816"/>
          <p:cNvSpPr/>
          <p:nvPr/>
        </p:nvSpPr>
        <p:spPr>
          <a:xfrm>
            <a:off x="10604500" y="770890"/>
            <a:ext cx="151130" cy="226060"/>
          </a:xfrm>
          <a:prstGeom prst="rect">
            <a:avLst/>
          </a:prstGeom>
          <a:solidFill>
            <a:srgbClr val="FAFFF2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67" name="Shape 817"/>
          <p:cNvSpPr/>
          <p:nvPr/>
        </p:nvSpPr>
        <p:spPr>
          <a:xfrm>
            <a:off x="10755630" y="770890"/>
            <a:ext cx="151130" cy="226060"/>
          </a:xfrm>
          <a:prstGeom prst="rect">
            <a:avLst/>
          </a:prstGeom>
          <a:solidFill>
            <a:srgbClr val="EDEDF8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68" name="Shape 818"/>
          <p:cNvSpPr/>
          <p:nvPr/>
        </p:nvSpPr>
        <p:spPr>
          <a:xfrm>
            <a:off x="10906760" y="770890"/>
            <a:ext cx="151130" cy="226060"/>
          </a:xfrm>
          <a:prstGeom prst="rect">
            <a:avLst/>
          </a:prstGeom>
          <a:solidFill>
            <a:srgbClr val="F6DFF5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69" name="Shape 819"/>
          <p:cNvSpPr/>
          <p:nvPr/>
        </p:nvSpPr>
        <p:spPr>
          <a:xfrm>
            <a:off x="11057890" y="770890"/>
            <a:ext cx="151130" cy="226060"/>
          </a:xfrm>
          <a:prstGeom prst="rect">
            <a:avLst/>
          </a:prstGeom>
          <a:solidFill>
            <a:srgbClr val="E9E8EC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70" name="Text 820"/>
          <p:cNvSpPr/>
          <p:nvPr/>
        </p:nvSpPr>
        <p:spPr>
          <a:xfrm>
            <a:off x="10590530" y="751840"/>
            <a:ext cx="3302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8E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4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N-1</a:t>
            </a:r>
            <a:endParaRPr lang="en-US" sz="1400" dirty="0"/>
          </a:p>
        </p:txBody>
      </p:sp>
      <p:sp>
        <p:nvSpPr>
          <p:cNvPr id="871" name="Shape 821"/>
          <p:cNvSpPr/>
          <p:nvPr/>
        </p:nvSpPr>
        <p:spPr>
          <a:xfrm>
            <a:off x="7970520" y="839470"/>
            <a:ext cx="88900" cy="88900"/>
          </a:xfrm>
          <a:prstGeom prst="ellipse">
            <a:avLst/>
          </a:prstGeom>
          <a:solidFill>
            <a:srgbClr val="04048C"/>
          </a:solidFill>
          <a:ln/>
        </p:spPr>
      </p:sp>
      <p:sp>
        <p:nvSpPr>
          <p:cNvPr id="872" name="Shape 822"/>
          <p:cNvSpPr/>
          <p:nvPr/>
        </p:nvSpPr>
        <p:spPr>
          <a:xfrm>
            <a:off x="8201660" y="839470"/>
            <a:ext cx="88900" cy="88900"/>
          </a:xfrm>
          <a:prstGeom prst="ellipse">
            <a:avLst/>
          </a:prstGeom>
          <a:solidFill>
            <a:srgbClr val="04048C"/>
          </a:solidFill>
          <a:ln/>
        </p:spPr>
      </p:sp>
      <p:sp>
        <p:nvSpPr>
          <p:cNvPr id="873" name="Shape 823"/>
          <p:cNvSpPr/>
          <p:nvPr/>
        </p:nvSpPr>
        <p:spPr>
          <a:xfrm>
            <a:off x="8431530" y="839470"/>
            <a:ext cx="88900" cy="88900"/>
          </a:xfrm>
          <a:prstGeom prst="ellipse">
            <a:avLst/>
          </a:prstGeom>
          <a:solidFill>
            <a:srgbClr val="04048C"/>
          </a:solidFill>
          <a:ln/>
        </p:spPr>
      </p:sp>
      <p:sp>
        <p:nvSpPr>
          <p:cNvPr id="874" name="Shape 824"/>
          <p:cNvSpPr/>
          <p:nvPr/>
        </p:nvSpPr>
        <p:spPr>
          <a:xfrm>
            <a:off x="8662670" y="839470"/>
            <a:ext cx="88900" cy="88900"/>
          </a:xfrm>
          <a:prstGeom prst="ellipse">
            <a:avLst/>
          </a:prstGeom>
          <a:solidFill>
            <a:srgbClr val="04048C"/>
          </a:solidFill>
          <a:ln/>
        </p:spPr>
      </p:sp>
      <p:sp>
        <p:nvSpPr>
          <p:cNvPr id="875" name="Shape 825"/>
          <p:cNvSpPr/>
          <p:nvPr/>
        </p:nvSpPr>
        <p:spPr>
          <a:xfrm>
            <a:off x="8892540" y="839470"/>
            <a:ext cx="88900" cy="88900"/>
          </a:xfrm>
          <a:prstGeom prst="ellipse">
            <a:avLst/>
          </a:prstGeom>
          <a:solidFill>
            <a:srgbClr val="04048C"/>
          </a:solidFill>
          <a:ln/>
        </p:spPr>
      </p:sp>
      <p:sp>
        <p:nvSpPr>
          <p:cNvPr id="876" name="Shape 826"/>
          <p:cNvSpPr/>
          <p:nvPr/>
        </p:nvSpPr>
        <p:spPr>
          <a:xfrm>
            <a:off x="2026920" y="6551930"/>
            <a:ext cx="151130" cy="213360"/>
          </a:xfrm>
          <a:prstGeom prst="rect">
            <a:avLst/>
          </a:prstGeom>
          <a:solidFill>
            <a:srgbClr val="FDFDD0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77" name="Shape 827"/>
          <p:cNvSpPr/>
          <p:nvPr/>
        </p:nvSpPr>
        <p:spPr>
          <a:xfrm>
            <a:off x="2178050" y="6551930"/>
            <a:ext cx="151130" cy="213360"/>
          </a:xfrm>
          <a:prstGeom prst="rect">
            <a:avLst/>
          </a:prstGeom>
          <a:solidFill>
            <a:srgbClr val="F2FFDE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78" name="Shape 828"/>
          <p:cNvSpPr/>
          <p:nvPr/>
        </p:nvSpPr>
        <p:spPr>
          <a:xfrm>
            <a:off x="2329180" y="6551930"/>
            <a:ext cx="151130" cy="213360"/>
          </a:xfrm>
          <a:prstGeom prst="rect">
            <a:avLst/>
          </a:prstGeom>
          <a:solidFill>
            <a:srgbClr val="FAFFF2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79" name="Shape 829"/>
          <p:cNvSpPr/>
          <p:nvPr/>
        </p:nvSpPr>
        <p:spPr>
          <a:xfrm>
            <a:off x="2480310" y="6551930"/>
            <a:ext cx="151130" cy="213360"/>
          </a:xfrm>
          <a:prstGeom prst="rect">
            <a:avLst/>
          </a:prstGeom>
          <a:solidFill>
            <a:srgbClr val="EDEDF8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80" name="Shape 830"/>
          <p:cNvSpPr/>
          <p:nvPr/>
        </p:nvSpPr>
        <p:spPr>
          <a:xfrm>
            <a:off x="2631440" y="6551930"/>
            <a:ext cx="151130" cy="213360"/>
          </a:xfrm>
          <a:prstGeom prst="rect">
            <a:avLst/>
          </a:prstGeom>
          <a:solidFill>
            <a:srgbClr val="F6DFF5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81" name="Shape 831"/>
          <p:cNvSpPr/>
          <p:nvPr/>
        </p:nvSpPr>
        <p:spPr>
          <a:xfrm>
            <a:off x="2782570" y="6551930"/>
            <a:ext cx="151130" cy="213360"/>
          </a:xfrm>
          <a:prstGeom prst="rect">
            <a:avLst/>
          </a:prstGeom>
          <a:solidFill>
            <a:srgbClr val="E9E8EC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82" name="Text 832"/>
          <p:cNvSpPr/>
          <p:nvPr/>
        </p:nvSpPr>
        <p:spPr>
          <a:xfrm>
            <a:off x="2315210" y="6532880"/>
            <a:ext cx="3302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7E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B06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400" dirty="0"/>
          </a:p>
        </p:txBody>
      </p:sp>
      <p:sp>
        <p:nvSpPr>
          <p:cNvPr id="883" name="Shape 833"/>
          <p:cNvSpPr/>
          <p:nvPr/>
        </p:nvSpPr>
        <p:spPr>
          <a:xfrm>
            <a:off x="2985770" y="6551930"/>
            <a:ext cx="151130" cy="213360"/>
          </a:xfrm>
          <a:prstGeom prst="rect">
            <a:avLst/>
          </a:prstGeom>
          <a:solidFill>
            <a:srgbClr val="FDFDD0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84" name="Shape 834"/>
          <p:cNvSpPr/>
          <p:nvPr/>
        </p:nvSpPr>
        <p:spPr>
          <a:xfrm>
            <a:off x="3136900" y="6551930"/>
            <a:ext cx="151130" cy="213360"/>
          </a:xfrm>
          <a:prstGeom prst="rect">
            <a:avLst/>
          </a:prstGeom>
          <a:solidFill>
            <a:srgbClr val="F2FFDE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85" name="Shape 835"/>
          <p:cNvSpPr/>
          <p:nvPr/>
        </p:nvSpPr>
        <p:spPr>
          <a:xfrm>
            <a:off x="3288030" y="6551930"/>
            <a:ext cx="151130" cy="213360"/>
          </a:xfrm>
          <a:prstGeom prst="rect">
            <a:avLst/>
          </a:prstGeom>
          <a:solidFill>
            <a:srgbClr val="FAFFF2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86" name="Shape 836"/>
          <p:cNvSpPr/>
          <p:nvPr/>
        </p:nvSpPr>
        <p:spPr>
          <a:xfrm>
            <a:off x="3439160" y="6551930"/>
            <a:ext cx="151130" cy="213360"/>
          </a:xfrm>
          <a:prstGeom prst="rect">
            <a:avLst/>
          </a:prstGeom>
          <a:solidFill>
            <a:srgbClr val="EDEDF8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87" name="Shape 837"/>
          <p:cNvSpPr/>
          <p:nvPr/>
        </p:nvSpPr>
        <p:spPr>
          <a:xfrm>
            <a:off x="3590290" y="6551930"/>
            <a:ext cx="151130" cy="213360"/>
          </a:xfrm>
          <a:prstGeom prst="rect">
            <a:avLst/>
          </a:prstGeom>
          <a:solidFill>
            <a:srgbClr val="F6DFF5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88" name="Shape 838"/>
          <p:cNvSpPr/>
          <p:nvPr/>
        </p:nvSpPr>
        <p:spPr>
          <a:xfrm>
            <a:off x="3741420" y="6551930"/>
            <a:ext cx="151130" cy="213360"/>
          </a:xfrm>
          <a:prstGeom prst="rect">
            <a:avLst/>
          </a:prstGeom>
          <a:solidFill>
            <a:srgbClr val="E9E8EC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89" name="Text 839"/>
          <p:cNvSpPr/>
          <p:nvPr/>
        </p:nvSpPr>
        <p:spPr>
          <a:xfrm>
            <a:off x="3274060" y="6532880"/>
            <a:ext cx="3302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7E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B06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890" name="Shape 840"/>
          <p:cNvSpPr/>
          <p:nvPr/>
        </p:nvSpPr>
        <p:spPr>
          <a:xfrm>
            <a:off x="3953510" y="6551930"/>
            <a:ext cx="151130" cy="213360"/>
          </a:xfrm>
          <a:prstGeom prst="rect">
            <a:avLst/>
          </a:prstGeom>
          <a:solidFill>
            <a:srgbClr val="FDFDD0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91" name="Shape 841"/>
          <p:cNvSpPr/>
          <p:nvPr/>
        </p:nvSpPr>
        <p:spPr>
          <a:xfrm>
            <a:off x="4104640" y="6551930"/>
            <a:ext cx="151130" cy="213360"/>
          </a:xfrm>
          <a:prstGeom prst="rect">
            <a:avLst/>
          </a:prstGeom>
          <a:solidFill>
            <a:srgbClr val="F2FFDE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92" name="Shape 842"/>
          <p:cNvSpPr/>
          <p:nvPr/>
        </p:nvSpPr>
        <p:spPr>
          <a:xfrm>
            <a:off x="4255770" y="6551930"/>
            <a:ext cx="151130" cy="213360"/>
          </a:xfrm>
          <a:prstGeom prst="rect">
            <a:avLst/>
          </a:prstGeom>
          <a:solidFill>
            <a:srgbClr val="FAFFF2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93" name="Shape 843"/>
          <p:cNvSpPr/>
          <p:nvPr/>
        </p:nvSpPr>
        <p:spPr>
          <a:xfrm>
            <a:off x="4406900" y="6551930"/>
            <a:ext cx="151130" cy="213360"/>
          </a:xfrm>
          <a:prstGeom prst="rect">
            <a:avLst/>
          </a:prstGeom>
          <a:solidFill>
            <a:srgbClr val="EDEDF8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94" name="Shape 844"/>
          <p:cNvSpPr/>
          <p:nvPr/>
        </p:nvSpPr>
        <p:spPr>
          <a:xfrm>
            <a:off x="4558030" y="6551930"/>
            <a:ext cx="151130" cy="213360"/>
          </a:xfrm>
          <a:prstGeom prst="rect">
            <a:avLst/>
          </a:prstGeom>
          <a:solidFill>
            <a:srgbClr val="F6DFF5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95" name="Shape 845"/>
          <p:cNvSpPr/>
          <p:nvPr/>
        </p:nvSpPr>
        <p:spPr>
          <a:xfrm>
            <a:off x="4709160" y="6551930"/>
            <a:ext cx="151130" cy="213360"/>
          </a:xfrm>
          <a:prstGeom prst="rect">
            <a:avLst/>
          </a:prstGeom>
          <a:solidFill>
            <a:srgbClr val="E9E8EC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96" name="Text 846"/>
          <p:cNvSpPr/>
          <p:nvPr/>
        </p:nvSpPr>
        <p:spPr>
          <a:xfrm>
            <a:off x="4241800" y="6532880"/>
            <a:ext cx="3302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7E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B06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897" name="Shape 847"/>
          <p:cNvSpPr/>
          <p:nvPr/>
        </p:nvSpPr>
        <p:spPr>
          <a:xfrm>
            <a:off x="4918710" y="6551930"/>
            <a:ext cx="151130" cy="213360"/>
          </a:xfrm>
          <a:prstGeom prst="rect">
            <a:avLst/>
          </a:prstGeom>
          <a:solidFill>
            <a:srgbClr val="FDFDD0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98" name="Shape 848"/>
          <p:cNvSpPr/>
          <p:nvPr/>
        </p:nvSpPr>
        <p:spPr>
          <a:xfrm>
            <a:off x="5069840" y="6551930"/>
            <a:ext cx="151130" cy="213360"/>
          </a:xfrm>
          <a:prstGeom prst="rect">
            <a:avLst/>
          </a:prstGeom>
          <a:solidFill>
            <a:srgbClr val="F2FFDE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99" name="Shape 849"/>
          <p:cNvSpPr/>
          <p:nvPr/>
        </p:nvSpPr>
        <p:spPr>
          <a:xfrm>
            <a:off x="5220970" y="6551930"/>
            <a:ext cx="151130" cy="213360"/>
          </a:xfrm>
          <a:prstGeom prst="rect">
            <a:avLst/>
          </a:prstGeom>
          <a:solidFill>
            <a:srgbClr val="FAFFF2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900" name="Shape 850"/>
          <p:cNvSpPr/>
          <p:nvPr/>
        </p:nvSpPr>
        <p:spPr>
          <a:xfrm>
            <a:off x="5372100" y="6551930"/>
            <a:ext cx="151130" cy="213360"/>
          </a:xfrm>
          <a:prstGeom prst="rect">
            <a:avLst/>
          </a:prstGeom>
          <a:solidFill>
            <a:srgbClr val="EDEDF8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901" name="Shape 851"/>
          <p:cNvSpPr/>
          <p:nvPr/>
        </p:nvSpPr>
        <p:spPr>
          <a:xfrm>
            <a:off x="5523230" y="6551930"/>
            <a:ext cx="151130" cy="213360"/>
          </a:xfrm>
          <a:prstGeom prst="rect">
            <a:avLst/>
          </a:prstGeom>
          <a:solidFill>
            <a:srgbClr val="F6DFF5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902" name="Shape 852"/>
          <p:cNvSpPr/>
          <p:nvPr/>
        </p:nvSpPr>
        <p:spPr>
          <a:xfrm>
            <a:off x="5674360" y="6551930"/>
            <a:ext cx="151130" cy="213360"/>
          </a:xfrm>
          <a:prstGeom prst="rect">
            <a:avLst/>
          </a:prstGeom>
          <a:solidFill>
            <a:srgbClr val="E9E8EC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903" name="Text 853"/>
          <p:cNvSpPr/>
          <p:nvPr/>
        </p:nvSpPr>
        <p:spPr>
          <a:xfrm>
            <a:off x="5207000" y="6532880"/>
            <a:ext cx="3302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7E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B06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904" name="Shape 854"/>
          <p:cNvSpPr/>
          <p:nvPr/>
        </p:nvSpPr>
        <p:spPr>
          <a:xfrm>
            <a:off x="5877560" y="6551930"/>
            <a:ext cx="151130" cy="213360"/>
          </a:xfrm>
          <a:prstGeom prst="rect">
            <a:avLst/>
          </a:prstGeom>
          <a:solidFill>
            <a:srgbClr val="FDFDD0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905" name="Shape 855"/>
          <p:cNvSpPr/>
          <p:nvPr/>
        </p:nvSpPr>
        <p:spPr>
          <a:xfrm>
            <a:off x="6028690" y="6551930"/>
            <a:ext cx="151130" cy="213360"/>
          </a:xfrm>
          <a:prstGeom prst="rect">
            <a:avLst/>
          </a:prstGeom>
          <a:solidFill>
            <a:srgbClr val="F2FFDE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906" name="Shape 856"/>
          <p:cNvSpPr/>
          <p:nvPr/>
        </p:nvSpPr>
        <p:spPr>
          <a:xfrm>
            <a:off x="6179820" y="6551930"/>
            <a:ext cx="151130" cy="213360"/>
          </a:xfrm>
          <a:prstGeom prst="rect">
            <a:avLst/>
          </a:prstGeom>
          <a:solidFill>
            <a:srgbClr val="FAFFF2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907" name="Shape 857"/>
          <p:cNvSpPr/>
          <p:nvPr/>
        </p:nvSpPr>
        <p:spPr>
          <a:xfrm>
            <a:off x="6330950" y="6551930"/>
            <a:ext cx="151130" cy="213360"/>
          </a:xfrm>
          <a:prstGeom prst="rect">
            <a:avLst/>
          </a:prstGeom>
          <a:solidFill>
            <a:srgbClr val="EDEDF8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908" name="Shape 858"/>
          <p:cNvSpPr/>
          <p:nvPr/>
        </p:nvSpPr>
        <p:spPr>
          <a:xfrm>
            <a:off x="6482080" y="6551930"/>
            <a:ext cx="151130" cy="213360"/>
          </a:xfrm>
          <a:prstGeom prst="rect">
            <a:avLst/>
          </a:prstGeom>
          <a:solidFill>
            <a:srgbClr val="F6DFF5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909" name="Shape 859"/>
          <p:cNvSpPr/>
          <p:nvPr/>
        </p:nvSpPr>
        <p:spPr>
          <a:xfrm>
            <a:off x="6633210" y="6551930"/>
            <a:ext cx="151130" cy="213360"/>
          </a:xfrm>
          <a:prstGeom prst="rect">
            <a:avLst/>
          </a:prstGeom>
          <a:solidFill>
            <a:srgbClr val="E9E8EC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910" name="Text 860"/>
          <p:cNvSpPr/>
          <p:nvPr/>
        </p:nvSpPr>
        <p:spPr>
          <a:xfrm>
            <a:off x="6165850" y="6532880"/>
            <a:ext cx="3302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7E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B06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911" name="Shape 861"/>
          <p:cNvSpPr/>
          <p:nvPr/>
        </p:nvSpPr>
        <p:spPr>
          <a:xfrm>
            <a:off x="6842760" y="6551930"/>
            <a:ext cx="151130" cy="213360"/>
          </a:xfrm>
          <a:prstGeom prst="rect">
            <a:avLst/>
          </a:prstGeom>
          <a:solidFill>
            <a:srgbClr val="FDFDD0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912" name="Shape 862"/>
          <p:cNvSpPr/>
          <p:nvPr/>
        </p:nvSpPr>
        <p:spPr>
          <a:xfrm>
            <a:off x="6993890" y="6551930"/>
            <a:ext cx="151130" cy="213360"/>
          </a:xfrm>
          <a:prstGeom prst="rect">
            <a:avLst/>
          </a:prstGeom>
          <a:solidFill>
            <a:srgbClr val="F2FFDE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913" name="Shape 863"/>
          <p:cNvSpPr/>
          <p:nvPr/>
        </p:nvSpPr>
        <p:spPr>
          <a:xfrm>
            <a:off x="7145020" y="6551930"/>
            <a:ext cx="151130" cy="213360"/>
          </a:xfrm>
          <a:prstGeom prst="rect">
            <a:avLst/>
          </a:prstGeom>
          <a:solidFill>
            <a:srgbClr val="FAFFF2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914" name="Shape 864"/>
          <p:cNvSpPr/>
          <p:nvPr/>
        </p:nvSpPr>
        <p:spPr>
          <a:xfrm>
            <a:off x="7296150" y="6551930"/>
            <a:ext cx="151130" cy="213360"/>
          </a:xfrm>
          <a:prstGeom prst="rect">
            <a:avLst/>
          </a:prstGeom>
          <a:solidFill>
            <a:srgbClr val="EDEDF8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915" name="Shape 865"/>
          <p:cNvSpPr/>
          <p:nvPr/>
        </p:nvSpPr>
        <p:spPr>
          <a:xfrm>
            <a:off x="7447280" y="6551930"/>
            <a:ext cx="151130" cy="213360"/>
          </a:xfrm>
          <a:prstGeom prst="rect">
            <a:avLst/>
          </a:prstGeom>
          <a:solidFill>
            <a:srgbClr val="F6DFF5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916" name="Shape 866"/>
          <p:cNvSpPr/>
          <p:nvPr/>
        </p:nvSpPr>
        <p:spPr>
          <a:xfrm>
            <a:off x="7598410" y="6551930"/>
            <a:ext cx="151130" cy="213360"/>
          </a:xfrm>
          <a:prstGeom prst="rect">
            <a:avLst/>
          </a:prstGeom>
          <a:solidFill>
            <a:srgbClr val="E9E8EC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917" name="Text 867"/>
          <p:cNvSpPr/>
          <p:nvPr/>
        </p:nvSpPr>
        <p:spPr>
          <a:xfrm>
            <a:off x="7131050" y="6532880"/>
            <a:ext cx="3302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7E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B06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918" name="Shape 868"/>
          <p:cNvSpPr/>
          <p:nvPr/>
        </p:nvSpPr>
        <p:spPr>
          <a:xfrm>
            <a:off x="9354820" y="6551930"/>
            <a:ext cx="151130" cy="213360"/>
          </a:xfrm>
          <a:prstGeom prst="rect">
            <a:avLst/>
          </a:prstGeom>
          <a:solidFill>
            <a:srgbClr val="FDFDD0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919" name="Shape 869"/>
          <p:cNvSpPr/>
          <p:nvPr/>
        </p:nvSpPr>
        <p:spPr>
          <a:xfrm>
            <a:off x="9505950" y="6551930"/>
            <a:ext cx="151130" cy="213360"/>
          </a:xfrm>
          <a:prstGeom prst="rect">
            <a:avLst/>
          </a:prstGeom>
          <a:solidFill>
            <a:srgbClr val="F2FFDE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920" name="Shape 870"/>
          <p:cNvSpPr/>
          <p:nvPr/>
        </p:nvSpPr>
        <p:spPr>
          <a:xfrm>
            <a:off x="9657080" y="6551930"/>
            <a:ext cx="151130" cy="213360"/>
          </a:xfrm>
          <a:prstGeom prst="rect">
            <a:avLst/>
          </a:prstGeom>
          <a:solidFill>
            <a:srgbClr val="FAFFF2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921" name="Shape 871"/>
          <p:cNvSpPr/>
          <p:nvPr/>
        </p:nvSpPr>
        <p:spPr>
          <a:xfrm>
            <a:off x="9808210" y="6551930"/>
            <a:ext cx="151130" cy="213360"/>
          </a:xfrm>
          <a:prstGeom prst="rect">
            <a:avLst/>
          </a:prstGeom>
          <a:solidFill>
            <a:srgbClr val="EDEDF8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922" name="Shape 872"/>
          <p:cNvSpPr/>
          <p:nvPr/>
        </p:nvSpPr>
        <p:spPr>
          <a:xfrm>
            <a:off x="9959340" y="6551930"/>
            <a:ext cx="151130" cy="213360"/>
          </a:xfrm>
          <a:prstGeom prst="rect">
            <a:avLst/>
          </a:prstGeom>
          <a:solidFill>
            <a:srgbClr val="F6DFF5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923" name="Shape 873"/>
          <p:cNvSpPr/>
          <p:nvPr/>
        </p:nvSpPr>
        <p:spPr>
          <a:xfrm>
            <a:off x="10110470" y="6551930"/>
            <a:ext cx="151130" cy="213360"/>
          </a:xfrm>
          <a:prstGeom prst="rect">
            <a:avLst/>
          </a:prstGeom>
          <a:solidFill>
            <a:srgbClr val="E9E8EC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924" name="Text 874"/>
          <p:cNvSpPr/>
          <p:nvPr/>
        </p:nvSpPr>
        <p:spPr>
          <a:xfrm>
            <a:off x="9643110" y="6532880"/>
            <a:ext cx="3302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7E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B06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N-2</a:t>
            </a:r>
            <a:endParaRPr lang="en-US" sz="1400" dirty="0"/>
          </a:p>
        </p:txBody>
      </p:sp>
      <p:sp>
        <p:nvSpPr>
          <p:cNvPr id="925" name="Shape 875"/>
          <p:cNvSpPr/>
          <p:nvPr/>
        </p:nvSpPr>
        <p:spPr>
          <a:xfrm>
            <a:off x="10302240" y="6551930"/>
            <a:ext cx="151130" cy="213360"/>
          </a:xfrm>
          <a:prstGeom prst="rect">
            <a:avLst/>
          </a:prstGeom>
          <a:solidFill>
            <a:srgbClr val="FDFDD0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926" name="Shape 876"/>
          <p:cNvSpPr/>
          <p:nvPr/>
        </p:nvSpPr>
        <p:spPr>
          <a:xfrm>
            <a:off x="10453370" y="6551930"/>
            <a:ext cx="151130" cy="213360"/>
          </a:xfrm>
          <a:prstGeom prst="rect">
            <a:avLst/>
          </a:prstGeom>
          <a:solidFill>
            <a:srgbClr val="F2FFDE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927" name="Shape 877"/>
          <p:cNvSpPr/>
          <p:nvPr/>
        </p:nvSpPr>
        <p:spPr>
          <a:xfrm>
            <a:off x="10604500" y="6551930"/>
            <a:ext cx="151130" cy="213360"/>
          </a:xfrm>
          <a:prstGeom prst="rect">
            <a:avLst/>
          </a:prstGeom>
          <a:solidFill>
            <a:srgbClr val="FAFFF2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928" name="Shape 878"/>
          <p:cNvSpPr/>
          <p:nvPr/>
        </p:nvSpPr>
        <p:spPr>
          <a:xfrm>
            <a:off x="10755630" y="6551930"/>
            <a:ext cx="151130" cy="213360"/>
          </a:xfrm>
          <a:prstGeom prst="rect">
            <a:avLst/>
          </a:prstGeom>
          <a:solidFill>
            <a:srgbClr val="EDEDF8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929" name="Shape 879"/>
          <p:cNvSpPr/>
          <p:nvPr/>
        </p:nvSpPr>
        <p:spPr>
          <a:xfrm>
            <a:off x="10906760" y="6551930"/>
            <a:ext cx="151130" cy="213360"/>
          </a:xfrm>
          <a:prstGeom prst="rect">
            <a:avLst/>
          </a:prstGeom>
          <a:solidFill>
            <a:srgbClr val="F6DFF5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930" name="Shape 880"/>
          <p:cNvSpPr/>
          <p:nvPr/>
        </p:nvSpPr>
        <p:spPr>
          <a:xfrm>
            <a:off x="11057890" y="6551930"/>
            <a:ext cx="151130" cy="213360"/>
          </a:xfrm>
          <a:prstGeom prst="rect">
            <a:avLst/>
          </a:prstGeom>
          <a:solidFill>
            <a:srgbClr val="E9E8EC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931" name="Text 881"/>
          <p:cNvSpPr/>
          <p:nvPr/>
        </p:nvSpPr>
        <p:spPr>
          <a:xfrm>
            <a:off x="10590530" y="6532880"/>
            <a:ext cx="3302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7E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B06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N-1</a:t>
            </a:r>
            <a:endParaRPr lang="en-US" sz="1400" dirty="0"/>
          </a:p>
        </p:txBody>
      </p:sp>
      <p:sp>
        <p:nvSpPr>
          <p:cNvPr id="932" name="Shape 882"/>
          <p:cNvSpPr/>
          <p:nvPr/>
        </p:nvSpPr>
        <p:spPr>
          <a:xfrm>
            <a:off x="7970520" y="6614160"/>
            <a:ext cx="88900" cy="88900"/>
          </a:xfrm>
          <a:prstGeom prst="ellipse">
            <a:avLst/>
          </a:prstGeom>
          <a:solidFill>
            <a:srgbClr val="00E87A"/>
          </a:solidFill>
          <a:ln/>
        </p:spPr>
      </p:sp>
      <p:sp>
        <p:nvSpPr>
          <p:cNvPr id="933" name="Shape 883"/>
          <p:cNvSpPr/>
          <p:nvPr/>
        </p:nvSpPr>
        <p:spPr>
          <a:xfrm>
            <a:off x="8201660" y="6614160"/>
            <a:ext cx="88900" cy="88900"/>
          </a:xfrm>
          <a:prstGeom prst="ellipse">
            <a:avLst/>
          </a:prstGeom>
          <a:solidFill>
            <a:srgbClr val="00E87A"/>
          </a:solidFill>
          <a:ln/>
        </p:spPr>
      </p:sp>
      <p:sp>
        <p:nvSpPr>
          <p:cNvPr id="934" name="Shape 884"/>
          <p:cNvSpPr/>
          <p:nvPr/>
        </p:nvSpPr>
        <p:spPr>
          <a:xfrm>
            <a:off x="8431530" y="6614160"/>
            <a:ext cx="88900" cy="88900"/>
          </a:xfrm>
          <a:prstGeom prst="ellipse">
            <a:avLst/>
          </a:prstGeom>
          <a:solidFill>
            <a:srgbClr val="00E87A"/>
          </a:solidFill>
          <a:ln/>
        </p:spPr>
      </p:sp>
      <p:sp>
        <p:nvSpPr>
          <p:cNvPr id="935" name="Shape 885"/>
          <p:cNvSpPr/>
          <p:nvPr/>
        </p:nvSpPr>
        <p:spPr>
          <a:xfrm>
            <a:off x="8662670" y="6614160"/>
            <a:ext cx="88900" cy="88900"/>
          </a:xfrm>
          <a:prstGeom prst="ellipse">
            <a:avLst/>
          </a:prstGeom>
          <a:solidFill>
            <a:srgbClr val="00E87A"/>
          </a:solidFill>
          <a:ln/>
        </p:spPr>
      </p:sp>
      <p:sp>
        <p:nvSpPr>
          <p:cNvPr id="936" name="Shape 886"/>
          <p:cNvSpPr/>
          <p:nvPr/>
        </p:nvSpPr>
        <p:spPr>
          <a:xfrm>
            <a:off x="8892540" y="6614160"/>
            <a:ext cx="88900" cy="88900"/>
          </a:xfrm>
          <a:prstGeom prst="ellipse">
            <a:avLst/>
          </a:prstGeom>
          <a:solidFill>
            <a:srgbClr val="00E87A"/>
          </a:solidFill>
          <a:ln/>
        </p:spPr>
      </p:sp>
      <p:sp>
        <p:nvSpPr>
          <p:cNvPr id="937" name="Shape 887"/>
          <p:cNvSpPr/>
          <p:nvPr/>
        </p:nvSpPr>
        <p:spPr>
          <a:xfrm>
            <a:off x="11188700" y="770890"/>
            <a:ext cx="165100" cy="226060"/>
          </a:xfrm>
          <a:prstGeom prst="rect">
            <a:avLst/>
          </a:prstGeom>
          <a:solidFill>
            <a:srgbClr val="FEFF9C"/>
          </a:solidFill>
          <a:ln w="9525">
            <a:solidFill>
              <a:srgbClr val="8A7A30"/>
            </a:solidFill>
            <a:prstDash val="solid"/>
          </a:ln>
        </p:spPr>
      </p:sp>
      <p:sp>
        <p:nvSpPr>
          <p:cNvPr id="938" name="Shape 888"/>
          <p:cNvSpPr/>
          <p:nvPr/>
        </p:nvSpPr>
        <p:spPr>
          <a:xfrm>
            <a:off x="11353800" y="770890"/>
            <a:ext cx="165100" cy="226060"/>
          </a:xfrm>
          <a:prstGeom prst="rect">
            <a:avLst/>
          </a:prstGeom>
          <a:solidFill>
            <a:srgbClr val="FEFF9C"/>
          </a:solidFill>
          <a:ln w="9525">
            <a:solidFill>
              <a:srgbClr val="8A7A30"/>
            </a:solidFill>
            <a:prstDash val="solid"/>
          </a:ln>
        </p:spPr>
      </p:sp>
      <p:sp>
        <p:nvSpPr>
          <p:cNvPr id="939" name="Shape 889"/>
          <p:cNvSpPr/>
          <p:nvPr/>
        </p:nvSpPr>
        <p:spPr>
          <a:xfrm>
            <a:off x="508000" y="685800"/>
            <a:ext cx="1803400" cy="508000"/>
          </a:xfrm>
          <a:prstGeom prst="roundRect">
            <a:avLst>
              <a:gd name="adj" fmla="val 14400"/>
            </a:avLst>
          </a:prstGeom>
          <a:solidFill>
            <a:srgbClr val="FFF4F0"/>
          </a:solidFill>
          <a:ln w="22225">
            <a:solidFill>
              <a:srgbClr val="8E2E31"/>
            </a:solidFill>
            <a:prstDash val="solid"/>
          </a:ln>
        </p:spPr>
      </p:sp>
      <p:sp>
        <p:nvSpPr>
          <p:cNvPr id="940" name="Text 890"/>
          <p:cNvSpPr/>
          <p:nvPr/>
        </p:nvSpPr>
        <p:spPr>
          <a:xfrm>
            <a:off x="508000" y="685800"/>
            <a:ext cx="1803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900" b="1" i="1" dirty="0">
                <a:solidFill>
                  <a:srgbClr val="8E2E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Output</a:t>
            </a:r>
            <a:endParaRPr lang="en-US" sz="1900" dirty="0"/>
          </a:p>
        </p:txBody>
      </p:sp>
      <p:sp>
        <p:nvSpPr>
          <p:cNvPr id="941" name="Shape 891"/>
          <p:cNvSpPr/>
          <p:nvPr/>
        </p:nvSpPr>
        <p:spPr>
          <a:xfrm>
            <a:off x="508000" y="6248400"/>
            <a:ext cx="1803400" cy="584200"/>
          </a:xfrm>
          <a:prstGeom prst="roundRect">
            <a:avLst>
              <a:gd name="adj" fmla="val 12522"/>
            </a:avLst>
          </a:prstGeom>
          <a:solidFill>
            <a:srgbClr val="FFF4F0"/>
          </a:solidFill>
          <a:ln w="22225">
            <a:solidFill>
              <a:srgbClr val="8E2E31"/>
            </a:solidFill>
            <a:prstDash val="solid"/>
          </a:ln>
        </p:spPr>
      </p:sp>
      <p:sp>
        <p:nvSpPr>
          <p:cNvPr id="942" name="Text 892"/>
          <p:cNvSpPr/>
          <p:nvPr/>
        </p:nvSpPr>
        <p:spPr>
          <a:xfrm>
            <a:off x="508000" y="6248400"/>
            <a:ext cx="18034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900" b="1" i="1" dirty="0">
                <a:solidFill>
                  <a:srgbClr val="8E2E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Input</a:t>
            </a:r>
            <a:endParaRPr lang="en-US" sz="1900" dirty="0"/>
          </a:p>
        </p:txBody>
      </p:sp>
      <p:sp>
        <p:nvSpPr>
          <p:cNvPr id="943" name="Text 893"/>
          <p:cNvSpPr/>
          <p:nvPr/>
        </p:nvSpPr>
        <p:spPr>
          <a:xfrm rot="16200000">
            <a:off x="-1225550" y="3315970"/>
            <a:ext cx="4572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spc="1100" kern="0" dirty="0">
                <a:solidFill>
                  <a:srgbClr val="9A1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 Block</a:t>
            </a:r>
            <a:endParaRPr lang="en-US" sz="2600" dirty="0"/>
          </a:p>
        </p:txBody>
      </p:sp>
      <p:sp>
        <p:nvSpPr>
          <p:cNvPr id="944" name="Shape 894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945" name="Text 895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</a:t>
            </a:r>
            <a:endParaRPr lang="en-US" sz="18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71500"/>
            <a:ext cx="11137900" cy="6286500"/>
          </a:xfrm>
          <a:prstGeom prst="rect">
            <a:avLst/>
          </a:prstGeom>
          <a:solidFill>
            <a:srgbClr val="E9E9E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null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423670" y="1155700"/>
            <a:ext cx="10210800" cy="5181600"/>
          </a:xfrm>
          <a:prstGeom prst="roundRect">
            <a:avLst>
              <a:gd name="adj" fmla="val 1059"/>
            </a:avLst>
          </a:prstGeom>
          <a:solidFill>
            <a:srgbClr val="E9B172"/>
          </a:solidFill>
          <a:ln w="28575">
            <a:solidFill>
              <a:srgbClr val="9E5E1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79600" y="1276350"/>
            <a:ext cx="9550400" cy="923290"/>
          </a:xfrm>
          <a:prstGeom prst="roundRect">
            <a:avLst>
              <a:gd name="adj" fmla="val 7923"/>
            </a:avLst>
          </a:prstGeom>
          <a:solidFill>
            <a:srgbClr val="E9B172"/>
          </a:solidFill>
          <a:ln w="19050">
            <a:solidFill>
              <a:srgbClr val="9A8434"/>
            </a:solidFill>
            <a:prstDash val="dashDot"/>
          </a:ln>
        </p:spPr>
      </p:sp>
      <p:sp>
        <p:nvSpPr>
          <p:cNvPr id="7" name="Shape 5"/>
          <p:cNvSpPr/>
          <p:nvPr/>
        </p:nvSpPr>
        <p:spPr>
          <a:xfrm>
            <a:off x="1879600" y="4013200"/>
            <a:ext cx="9550400" cy="1017270"/>
          </a:xfrm>
          <a:prstGeom prst="roundRect">
            <a:avLst>
              <a:gd name="adj" fmla="val 7191"/>
            </a:avLst>
          </a:prstGeom>
          <a:solidFill>
            <a:srgbClr val="E9B172"/>
          </a:solidFill>
          <a:ln w="19050">
            <a:solidFill>
              <a:srgbClr val="9A8434"/>
            </a:solidFill>
            <a:prstDash val="dashDot"/>
          </a:ln>
        </p:spPr>
      </p:sp>
      <p:sp>
        <p:nvSpPr>
          <p:cNvPr id="8" name="Shape 6"/>
          <p:cNvSpPr/>
          <p:nvPr/>
        </p:nvSpPr>
        <p:spPr>
          <a:xfrm>
            <a:off x="2024380" y="1342390"/>
            <a:ext cx="9182100" cy="398780"/>
          </a:xfrm>
          <a:prstGeom prst="rect">
            <a:avLst/>
          </a:prstGeom>
          <a:solidFill>
            <a:srgbClr val="EDB671"/>
          </a:solidFill>
          <a:ln w="15875">
            <a:solidFill>
              <a:srgbClr val="B080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752850" y="1342390"/>
            <a:ext cx="5588000" cy="398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900" b="1" i="1" dirty="0">
                <a:solidFill>
                  <a:srgbClr val="DC7D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</a:t>
            </a:r>
            <a:pPr algn="ctr" indent="0" marL="0">
              <a:lnSpc>
                <a:spcPts val="2200"/>
              </a:lnSpc>
              <a:buNone/>
            </a:pPr>
            <a:r>
              <a:rPr lang="en-US" sz="1900" b="1" i="1" dirty="0">
                <a:solidFill>
                  <a:srgbClr val="8146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Normalization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2024380" y="4146550"/>
            <a:ext cx="9182100" cy="398780"/>
          </a:xfrm>
          <a:prstGeom prst="rect">
            <a:avLst/>
          </a:prstGeom>
          <a:solidFill>
            <a:srgbClr val="EDB671"/>
          </a:solidFill>
          <a:ln w="15875">
            <a:solidFill>
              <a:srgbClr val="B080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52850" y="4146550"/>
            <a:ext cx="5588000" cy="398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900" b="1" i="1" dirty="0">
                <a:solidFill>
                  <a:srgbClr val="DC7D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</a:t>
            </a:r>
            <a:pPr algn="ctr" indent="0" marL="0">
              <a:lnSpc>
                <a:spcPts val="2200"/>
              </a:lnSpc>
              <a:buNone/>
            </a:pPr>
            <a:r>
              <a:rPr lang="en-US" sz="1900" b="1" i="1" dirty="0">
                <a:solidFill>
                  <a:srgbClr val="8146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Normalization</a:t>
            </a:r>
            <a:endParaRPr lang="en-US" sz="1900" dirty="0"/>
          </a:p>
        </p:txBody>
      </p:sp>
      <p:pic>
        <p:nvPicPr>
          <p:cNvPr id="12" name="Image 0" descr="/home/ahmed/Projects/ai_llm_slides/videos/deep-learning/002_transformers_part2/recreated_pptx/build/assets/s047_cur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19910" y="1933575"/>
            <a:ext cx="685800" cy="1905000"/>
          </a:xfrm>
          <a:prstGeom prst="rect">
            <a:avLst/>
          </a:prstGeom>
        </p:spPr>
      </p:pic>
      <p:pic>
        <p:nvPicPr>
          <p:cNvPr id="13" name="Image 1" descr="/home/ahmed/Projects/ai_llm_slides/videos/deep-learning/002_transformers_part2/recreated_pptx/build/assets/s047_cur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8760" y="1933575"/>
            <a:ext cx="685800" cy="1905000"/>
          </a:xfrm>
          <a:prstGeom prst="rect">
            <a:avLst/>
          </a:prstGeom>
        </p:spPr>
      </p:pic>
      <p:pic>
        <p:nvPicPr>
          <p:cNvPr id="14" name="Image 2" descr="/home/ahmed/Projects/ai_llm_slides/videos/deep-learning/002_transformers_part2/recreated_pptx/build/assets/s047_curv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6500" y="1933575"/>
            <a:ext cx="685800" cy="1905000"/>
          </a:xfrm>
          <a:prstGeom prst="rect">
            <a:avLst/>
          </a:prstGeom>
        </p:spPr>
      </p:pic>
      <p:pic>
        <p:nvPicPr>
          <p:cNvPr id="15" name="Image 3" descr="/home/ahmed/Projects/ai_llm_slides/videos/deep-learning/002_transformers_part2/recreated_pptx/build/assets/s047_curv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1700" y="1933575"/>
            <a:ext cx="685800" cy="1905000"/>
          </a:xfrm>
          <a:prstGeom prst="rect">
            <a:avLst/>
          </a:prstGeom>
        </p:spPr>
      </p:pic>
      <p:pic>
        <p:nvPicPr>
          <p:cNvPr id="16" name="Image 4" descr="/home/ahmed/Projects/ai_llm_slides/videos/deep-learning/002_transformers_part2/recreated_pptx/build/assets/s047_curv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70550" y="1933575"/>
            <a:ext cx="685800" cy="1905000"/>
          </a:xfrm>
          <a:prstGeom prst="rect">
            <a:avLst/>
          </a:prstGeom>
        </p:spPr>
      </p:pic>
      <p:pic>
        <p:nvPicPr>
          <p:cNvPr id="17" name="Image 5" descr="/home/ahmed/Projects/ai_llm_slides/videos/deep-learning/002_transformers_part2/recreated_pptx/build/assets/s047_curv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35750" y="1933575"/>
            <a:ext cx="685800" cy="1905000"/>
          </a:xfrm>
          <a:prstGeom prst="rect">
            <a:avLst/>
          </a:prstGeom>
        </p:spPr>
      </p:pic>
      <p:pic>
        <p:nvPicPr>
          <p:cNvPr id="18" name="Image 6" descr="/home/ahmed/Projects/ai_llm_slides/videos/deep-learning/002_transformers_part2/recreated_pptx/build/assets/s047_curv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7810" y="1933575"/>
            <a:ext cx="685800" cy="1905000"/>
          </a:xfrm>
          <a:prstGeom prst="rect">
            <a:avLst/>
          </a:prstGeom>
        </p:spPr>
      </p:pic>
      <p:pic>
        <p:nvPicPr>
          <p:cNvPr id="19" name="Image 7" descr="/home/ahmed/Projects/ai_llm_slides/videos/deep-learning/002_transformers_part2/recreated_pptx/build/assets/s047_curv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95230" y="1933575"/>
            <a:ext cx="685800" cy="1905000"/>
          </a:xfrm>
          <a:prstGeom prst="rect">
            <a:avLst/>
          </a:prstGeom>
        </p:spPr>
      </p:pic>
      <p:pic>
        <p:nvPicPr>
          <p:cNvPr id="20" name="Image 8" descr="/home/ahmed/Projects/ai_llm_slides/videos/deep-learning/002_transformers_part2/recreated_pptx/build/assets/s047_curv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819910" y="4751705"/>
            <a:ext cx="685800" cy="1905000"/>
          </a:xfrm>
          <a:prstGeom prst="rect">
            <a:avLst/>
          </a:prstGeom>
        </p:spPr>
      </p:pic>
      <p:pic>
        <p:nvPicPr>
          <p:cNvPr id="21" name="Image 9" descr="/home/ahmed/Projects/ai_llm_slides/videos/deep-learning/002_transformers_part2/recreated_pptx/build/assets/s047_curv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78760" y="4751705"/>
            <a:ext cx="685800" cy="1905000"/>
          </a:xfrm>
          <a:prstGeom prst="rect">
            <a:avLst/>
          </a:prstGeom>
        </p:spPr>
      </p:pic>
      <p:pic>
        <p:nvPicPr>
          <p:cNvPr id="22" name="Image 10" descr="/home/ahmed/Projects/ai_llm_slides/videos/deep-learning/002_transformers_part2/recreated_pptx/build/assets/s047_curv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746500" y="4751705"/>
            <a:ext cx="685800" cy="1905000"/>
          </a:xfrm>
          <a:prstGeom prst="rect">
            <a:avLst/>
          </a:prstGeom>
        </p:spPr>
      </p:pic>
      <p:pic>
        <p:nvPicPr>
          <p:cNvPr id="23" name="Image 11" descr="/home/ahmed/Projects/ai_llm_slides/videos/deep-learning/002_transformers_part2/recreated_pptx/build/assets/s047_curve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711700" y="4751705"/>
            <a:ext cx="685800" cy="1905000"/>
          </a:xfrm>
          <a:prstGeom prst="rect">
            <a:avLst/>
          </a:prstGeom>
        </p:spPr>
      </p:pic>
      <p:pic>
        <p:nvPicPr>
          <p:cNvPr id="24" name="Image 12" descr="/home/ahmed/Projects/ai_llm_slides/videos/deep-learning/002_transformers_part2/recreated_pptx/build/assets/s047_curve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670550" y="4751705"/>
            <a:ext cx="685800" cy="1905000"/>
          </a:xfrm>
          <a:prstGeom prst="rect">
            <a:avLst/>
          </a:prstGeom>
        </p:spPr>
      </p:pic>
      <p:pic>
        <p:nvPicPr>
          <p:cNvPr id="25" name="Image 13" descr="/home/ahmed/Projects/ai_llm_slides/videos/deep-learning/002_transformers_part2/recreated_pptx/build/assets/s047_curve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35750" y="4751705"/>
            <a:ext cx="685800" cy="1905000"/>
          </a:xfrm>
          <a:prstGeom prst="rect">
            <a:avLst/>
          </a:prstGeom>
        </p:spPr>
      </p:pic>
      <p:pic>
        <p:nvPicPr>
          <p:cNvPr id="26" name="Image 14" descr="/home/ahmed/Projects/ai_llm_slides/videos/deep-learning/002_transformers_part2/recreated_pptx/build/assets/s047_curve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47810" y="4751705"/>
            <a:ext cx="685800" cy="1905000"/>
          </a:xfrm>
          <a:prstGeom prst="rect">
            <a:avLst/>
          </a:prstGeom>
        </p:spPr>
      </p:pic>
      <p:pic>
        <p:nvPicPr>
          <p:cNvPr id="27" name="Image 15" descr="/home/ahmed/Projects/ai_llm_slides/videos/deep-learning/002_transformers_part2/recreated_pptx/build/assets/s047_curve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095230" y="4751705"/>
            <a:ext cx="685800" cy="1905000"/>
          </a:xfrm>
          <a:prstGeom prst="rect">
            <a:avLst/>
          </a:prstGeom>
        </p:spPr>
      </p:pic>
      <p:sp>
        <p:nvSpPr>
          <p:cNvPr id="28" name="Shape 10"/>
          <p:cNvSpPr/>
          <p:nvPr/>
        </p:nvSpPr>
        <p:spPr>
          <a:xfrm>
            <a:off x="2026920" y="5087620"/>
            <a:ext cx="151130" cy="226060"/>
          </a:xfrm>
          <a:prstGeom prst="rect">
            <a:avLst/>
          </a:prstGeom>
          <a:solidFill>
            <a:srgbClr val="DFA05C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29" name="Shape 11"/>
          <p:cNvSpPr/>
          <p:nvPr/>
        </p:nvSpPr>
        <p:spPr>
          <a:xfrm>
            <a:off x="2178050" y="5087620"/>
            <a:ext cx="151130" cy="226060"/>
          </a:xfrm>
          <a:prstGeom prst="rect">
            <a:avLst/>
          </a:prstGeom>
          <a:solidFill>
            <a:srgbClr val="E6A862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30" name="Shape 12"/>
          <p:cNvSpPr/>
          <p:nvPr/>
        </p:nvSpPr>
        <p:spPr>
          <a:xfrm>
            <a:off x="2329180" y="5087620"/>
            <a:ext cx="151130" cy="226060"/>
          </a:xfrm>
          <a:prstGeom prst="rect">
            <a:avLst/>
          </a:prstGeom>
          <a:solidFill>
            <a:srgbClr val="EEB26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31" name="Shape 13"/>
          <p:cNvSpPr/>
          <p:nvPr/>
        </p:nvSpPr>
        <p:spPr>
          <a:xfrm>
            <a:off x="2480310" y="5087620"/>
            <a:ext cx="151130" cy="226060"/>
          </a:xfrm>
          <a:prstGeom prst="rect">
            <a:avLst/>
          </a:prstGeom>
          <a:solidFill>
            <a:srgbClr val="F4BC7A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32" name="Shape 14"/>
          <p:cNvSpPr/>
          <p:nvPr/>
        </p:nvSpPr>
        <p:spPr>
          <a:xfrm>
            <a:off x="2631440" y="5087620"/>
            <a:ext cx="151130" cy="226060"/>
          </a:xfrm>
          <a:prstGeom prst="rect">
            <a:avLst/>
          </a:prstGeom>
          <a:solidFill>
            <a:srgbClr val="E2A25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33" name="Shape 15"/>
          <p:cNvSpPr/>
          <p:nvPr/>
        </p:nvSpPr>
        <p:spPr>
          <a:xfrm>
            <a:off x="2782570" y="5087620"/>
            <a:ext cx="151130" cy="226060"/>
          </a:xfrm>
          <a:prstGeom prst="rect">
            <a:avLst/>
          </a:prstGeom>
          <a:solidFill>
            <a:srgbClr val="D89854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34" name="Text 16"/>
          <p:cNvSpPr/>
          <p:nvPr/>
        </p:nvSpPr>
        <p:spPr>
          <a:xfrm>
            <a:off x="2315210" y="5068570"/>
            <a:ext cx="3302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A85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88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400" dirty="0"/>
          </a:p>
        </p:txBody>
      </p:sp>
      <p:sp>
        <p:nvSpPr>
          <p:cNvPr id="35" name="Shape 17"/>
          <p:cNvSpPr/>
          <p:nvPr/>
        </p:nvSpPr>
        <p:spPr>
          <a:xfrm>
            <a:off x="2985770" y="5087620"/>
            <a:ext cx="151130" cy="226060"/>
          </a:xfrm>
          <a:prstGeom prst="rect">
            <a:avLst/>
          </a:prstGeom>
          <a:solidFill>
            <a:srgbClr val="DFA05C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36" name="Shape 18"/>
          <p:cNvSpPr/>
          <p:nvPr/>
        </p:nvSpPr>
        <p:spPr>
          <a:xfrm>
            <a:off x="3136900" y="5087620"/>
            <a:ext cx="151130" cy="226060"/>
          </a:xfrm>
          <a:prstGeom prst="rect">
            <a:avLst/>
          </a:prstGeom>
          <a:solidFill>
            <a:srgbClr val="E6A862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37" name="Shape 19"/>
          <p:cNvSpPr/>
          <p:nvPr/>
        </p:nvSpPr>
        <p:spPr>
          <a:xfrm>
            <a:off x="3288030" y="5087620"/>
            <a:ext cx="151130" cy="226060"/>
          </a:xfrm>
          <a:prstGeom prst="rect">
            <a:avLst/>
          </a:prstGeom>
          <a:solidFill>
            <a:srgbClr val="EEB26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38" name="Shape 20"/>
          <p:cNvSpPr/>
          <p:nvPr/>
        </p:nvSpPr>
        <p:spPr>
          <a:xfrm>
            <a:off x="3439160" y="5087620"/>
            <a:ext cx="151130" cy="226060"/>
          </a:xfrm>
          <a:prstGeom prst="rect">
            <a:avLst/>
          </a:prstGeom>
          <a:solidFill>
            <a:srgbClr val="F4BC7A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39" name="Shape 21"/>
          <p:cNvSpPr/>
          <p:nvPr/>
        </p:nvSpPr>
        <p:spPr>
          <a:xfrm>
            <a:off x="3590290" y="5087620"/>
            <a:ext cx="151130" cy="226060"/>
          </a:xfrm>
          <a:prstGeom prst="rect">
            <a:avLst/>
          </a:prstGeom>
          <a:solidFill>
            <a:srgbClr val="E2A25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40" name="Shape 22"/>
          <p:cNvSpPr/>
          <p:nvPr/>
        </p:nvSpPr>
        <p:spPr>
          <a:xfrm>
            <a:off x="3741420" y="5087620"/>
            <a:ext cx="151130" cy="226060"/>
          </a:xfrm>
          <a:prstGeom prst="rect">
            <a:avLst/>
          </a:prstGeom>
          <a:solidFill>
            <a:srgbClr val="D89854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41" name="Text 23"/>
          <p:cNvSpPr/>
          <p:nvPr/>
        </p:nvSpPr>
        <p:spPr>
          <a:xfrm>
            <a:off x="3274060" y="5068570"/>
            <a:ext cx="3302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A85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88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42" name="Shape 24"/>
          <p:cNvSpPr/>
          <p:nvPr/>
        </p:nvSpPr>
        <p:spPr>
          <a:xfrm>
            <a:off x="3953510" y="5087620"/>
            <a:ext cx="151130" cy="226060"/>
          </a:xfrm>
          <a:prstGeom prst="rect">
            <a:avLst/>
          </a:prstGeom>
          <a:solidFill>
            <a:srgbClr val="DFA05C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43" name="Shape 25"/>
          <p:cNvSpPr/>
          <p:nvPr/>
        </p:nvSpPr>
        <p:spPr>
          <a:xfrm>
            <a:off x="4104640" y="5087620"/>
            <a:ext cx="151130" cy="226060"/>
          </a:xfrm>
          <a:prstGeom prst="rect">
            <a:avLst/>
          </a:prstGeom>
          <a:solidFill>
            <a:srgbClr val="E6A862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44" name="Shape 26"/>
          <p:cNvSpPr/>
          <p:nvPr/>
        </p:nvSpPr>
        <p:spPr>
          <a:xfrm>
            <a:off x="4255770" y="5087620"/>
            <a:ext cx="151130" cy="226060"/>
          </a:xfrm>
          <a:prstGeom prst="rect">
            <a:avLst/>
          </a:prstGeom>
          <a:solidFill>
            <a:srgbClr val="EEB26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45" name="Shape 27"/>
          <p:cNvSpPr/>
          <p:nvPr/>
        </p:nvSpPr>
        <p:spPr>
          <a:xfrm>
            <a:off x="4406900" y="5087620"/>
            <a:ext cx="151130" cy="226060"/>
          </a:xfrm>
          <a:prstGeom prst="rect">
            <a:avLst/>
          </a:prstGeom>
          <a:solidFill>
            <a:srgbClr val="F4BC7A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46" name="Shape 28"/>
          <p:cNvSpPr/>
          <p:nvPr/>
        </p:nvSpPr>
        <p:spPr>
          <a:xfrm>
            <a:off x="4558030" y="5087620"/>
            <a:ext cx="151130" cy="226060"/>
          </a:xfrm>
          <a:prstGeom prst="rect">
            <a:avLst/>
          </a:prstGeom>
          <a:solidFill>
            <a:srgbClr val="E2A25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47" name="Shape 29"/>
          <p:cNvSpPr/>
          <p:nvPr/>
        </p:nvSpPr>
        <p:spPr>
          <a:xfrm>
            <a:off x="4709160" y="5087620"/>
            <a:ext cx="151130" cy="226060"/>
          </a:xfrm>
          <a:prstGeom prst="rect">
            <a:avLst/>
          </a:prstGeom>
          <a:solidFill>
            <a:srgbClr val="D89854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48" name="Text 30"/>
          <p:cNvSpPr/>
          <p:nvPr/>
        </p:nvSpPr>
        <p:spPr>
          <a:xfrm>
            <a:off x="4241800" y="5068570"/>
            <a:ext cx="3302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A85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88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49" name="Shape 31"/>
          <p:cNvSpPr/>
          <p:nvPr/>
        </p:nvSpPr>
        <p:spPr>
          <a:xfrm>
            <a:off x="4918710" y="5087620"/>
            <a:ext cx="151130" cy="226060"/>
          </a:xfrm>
          <a:prstGeom prst="rect">
            <a:avLst/>
          </a:prstGeom>
          <a:solidFill>
            <a:srgbClr val="DFA05C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50" name="Shape 32"/>
          <p:cNvSpPr/>
          <p:nvPr/>
        </p:nvSpPr>
        <p:spPr>
          <a:xfrm>
            <a:off x="5069840" y="5087620"/>
            <a:ext cx="151130" cy="226060"/>
          </a:xfrm>
          <a:prstGeom prst="rect">
            <a:avLst/>
          </a:prstGeom>
          <a:solidFill>
            <a:srgbClr val="E6A862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51" name="Shape 33"/>
          <p:cNvSpPr/>
          <p:nvPr/>
        </p:nvSpPr>
        <p:spPr>
          <a:xfrm>
            <a:off x="5220970" y="5087620"/>
            <a:ext cx="151130" cy="226060"/>
          </a:xfrm>
          <a:prstGeom prst="rect">
            <a:avLst/>
          </a:prstGeom>
          <a:solidFill>
            <a:srgbClr val="EEB26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52" name="Shape 34"/>
          <p:cNvSpPr/>
          <p:nvPr/>
        </p:nvSpPr>
        <p:spPr>
          <a:xfrm>
            <a:off x="5372100" y="5087620"/>
            <a:ext cx="151130" cy="226060"/>
          </a:xfrm>
          <a:prstGeom prst="rect">
            <a:avLst/>
          </a:prstGeom>
          <a:solidFill>
            <a:srgbClr val="F4BC7A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53" name="Shape 35"/>
          <p:cNvSpPr/>
          <p:nvPr/>
        </p:nvSpPr>
        <p:spPr>
          <a:xfrm>
            <a:off x="5523230" y="5087620"/>
            <a:ext cx="151130" cy="226060"/>
          </a:xfrm>
          <a:prstGeom prst="rect">
            <a:avLst/>
          </a:prstGeom>
          <a:solidFill>
            <a:srgbClr val="E2A25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54" name="Shape 36"/>
          <p:cNvSpPr/>
          <p:nvPr/>
        </p:nvSpPr>
        <p:spPr>
          <a:xfrm>
            <a:off x="5674360" y="5087620"/>
            <a:ext cx="151130" cy="226060"/>
          </a:xfrm>
          <a:prstGeom prst="rect">
            <a:avLst/>
          </a:prstGeom>
          <a:solidFill>
            <a:srgbClr val="D89854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55" name="Text 37"/>
          <p:cNvSpPr/>
          <p:nvPr/>
        </p:nvSpPr>
        <p:spPr>
          <a:xfrm>
            <a:off x="5207000" y="5068570"/>
            <a:ext cx="3302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A85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88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56" name="Shape 38"/>
          <p:cNvSpPr/>
          <p:nvPr/>
        </p:nvSpPr>
        <p:spPr>
          <a:xfrm>
            <a:off x="5877560" y="5087620"/>
            <a:ext cx="151130" cy="226060"/>
          </a:xfrm>
          <a:prstGeom prst="rect">
            <a:avLst/>
          </a:prstGeom>
          <a:solidFill>
            <a:srgbClr val="DFA05C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57" name="Shape 39"/>
          <p:cNvSpPr/>
          <p:nvPr/>
        </p:nvSpPr>
        <p:spPr>
          <a:xfrm>
            <a:off x="6028690" y="5087620"/>
            <a:ext cx="151130" cy="226060"/>
          </a:xfrm>
          <a:prstGeom prst="rect">
            <a:avLst/>
          </a:prstGeom>
          <a:solidFill>
            <a:srgbClr val="E6A862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58" name="Shape 40"/>
          <p:cNvSpPr/>
          <p:nvPr/>
        </p:nvSpPr>
        <p:spPr>
          <a:xfrm>
            <a:off x="6179820" y="5087620"/>
            <a:ext cx="151130" cy="226060"/>
          </a:xfrm>
          <a:prstGeom prst="rect">
            <a:avLst/>
          </a:prstGeom>
          <a:solidFill>
            <a:srgbClr val="EEB26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59" name="Shape 41"/>
          <p:cNvSpPr/>
          <p:nvPr/>
        </p:nvSpPr>
        <p:spPr>
          <a:xfrm>
            <a:off x="6330950" y="5087620"/>
            <a:ext cx="151130" cy="226060"/>
          </a:xfrm>
          <a:prstGeom prst="rect">
            <a:avLst/>
          </a:prstGeom>
          <a:solidFill>
            <a:srgbClr val="F4BC7A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60" name="Shape 42"/>
          <p:cNvSpPr/>
          <p:nvPr/>
        </p:nvSpPr>
        <p:spPr>
          <a:xfrm>
            <a:off x="6482080" y="5087620"/>
            <a:ext cx="151130" cy="226060"/>
          </a:xfrm>
          <a:prstGeom prst="rect">
            <a:avLst/>
          </a:prstGeom>
          <a:solidFill>
            <a:srgbClr val="E2A25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61" name="Shape 43"/>
          <p:cNvSpPr/>
          <p:nvPr/>
        </p:nvSpPr>
        <p:spPr>
          <a:xfrm>
            <a:off x="6633210" y="5087620"/>
            <a:ext cx="151130" cy="226060"/>
          </a:xfrm>
          <a:prstGeom prst="rect">
            <a:avLst/>
          </a:prstGeom>
          <a:solidFill>
            <a:srgbClr val="D89854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62" name="Text 44"/>
          <p:cNvSpPr/>
          <p:nvPr/>
        </p:nvSpPr>
        <p:spPr>
          <a:xfrm>
            <a:off x="6165850" y="5068570"/>
            <a:ext cx="3302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A85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88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63" name="Shape 45"/>
          <p:cNvSpPr/>
          <p:nvPr/>
        </p:nvSpPr>
        <p:spPr>
          <a:xfrm>
            <a:off x="6842760" y="5087620"/>
            <a:ext cx="151130" cy="226060"/>
          </a:xfrm>
          <a:prstGeom prst="rect">
            <a:avLst/>
          </a:prstGeom>
          <a:solidFill>
            <a:srgbClr val="DFA05C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64" name="Shape 46"/>
          <p:cNvSpPr/>
          <p:nvPr/>
        </p:nvSpPr>
        <p:spPr>
          <a:xfrm>
            <a:off x="6993890" y="5087620"/>
            <a:ext cx="151130" cy="226060"/>
          </a:xfrm>
          <a:prstGeom prst="rect">
            <a:avLst/>
          </a:prstGeom>
          <a:solidFill>
            <a:srgbClr val="E6A862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65" name="Shape 47"/>
          <p:cNvSpPr/>
          <p:nvPr/>
        </p:nvSpPr>
        <p:spPr>
          <a:xfrm>
            <a:off x="7145020" y="5087620"/>
            <a:ext cx="151130" cy="226060"/>
          </a:xfrm>
          <a:prstGeom prst="rect">
            <a:avLst/>
          </a:prstGeom>
          <a:solidFill>
            <a:srgbClr val="EEB26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66" name="Shape 48"/>
          <p:cNvSpPr/>
          <p:nvPr/>
        </p:nvSpPr>
        <p:spPr>
          <a:xfrm>
            <a:off x="7296150" y="5087620"/>
            <a:ext cx="151130" cy="226060"/>
          </a:xfrm>
          <a:prstGeom prst="rect">
            <a:avLst/>
          </a:prstGeom>
          <a:solidFill>
            <a:srgbClr val="F4BC7A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67" name="Shape 49"/>
          <p:cNvSpPr/>
          <p:nvPr/>
        </p:nvSpPr>
        <p:spPr>
          <a:xfrm>
            <a:off x="7447280" y="5087620"/>
            <a:ext cx="151130" cy="226060"/>
          </a:xfrm>
          <a:prstGeom prst="rect">
            <a:avLst/>
          </a:prstGeom>
          <a:solidFill>
            <a:srgbClr val="E2A25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68" name="Shape 50"/>
          <p:cNvSpPr/>
          <p:nvPr/>
        </p:nvSpPr>
        <p:spPr>
          <a:xfrm>
            <a:off x="7598410" y="5087620"/>
            <a:ext cx="151130" cy="226060"/>
          </a:xfrm>
          <a:prstGeom prst="rect">
            <a:avLst/>
          </a:prstGeom>
          <a:solidFill>
            <a:srgbClr val="D89854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69" name="Text 51"/>
          <p:cNvSpPr/>
          <p:nvPr/>
        </p:nvSpPr>
        <p:spPr>
          <a:xfrm>
            <a:off x="7131050" y="5068570"/>
            <a:ext cx="3302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A85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88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70" name="Shape 52"/>
          <p:cNvSpPr/>
          <p:nvPr/>
        </p:nvSpPr>
        <p:spPr>
          <a:xfrm>
            <a:off x="9354820" y="5087620"/>
            <a:ext cx="151130" cy="226060"/>
          </a:xfrm>
          <a:prstGeom prst="rect">
            <a:avLst/>
          </a:prstGeom>
          <a:solidFill>
            <a:srgbClr val="DFA05C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71" name="Shape 53"/>
          <p:cNvSpPr/>
          <p:nvPr/>
        </p:nvSpPr>
        <p:spPr>
          <a:xfrm>
            <a:off x="9505950" y="5087620"/>
            <a:ext cx="151130" cy="226060"/>
          </a:xfrm>
          <a:prstGeom prst="rect">
            <a:avLst/>
          </a:prstGeom>
          <a:solidFill>
            <a:srgbClr val="E6A862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72" name="Shape 54"/>
          <p:cNvSpPr/>
          <p:nvPr/>
        </p:nvSpPr>
        <p:spPr>
          <a:xfrm>
            <a:off x="9657080" y="5087620"/>
            <a:ext cx="151130" cy="226060"/>
          </a:xfrm>
          <a:prstGeom prst="rect">
            <a:avLst/>
          </a:prstGeom>
          <a:solidFill>
            <a:srgbClr val="EEB26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73" name="Shape 55"/>
          <p:cNvSpPr/>
          <p:nvPr/>
        </p:nvSpPr>
        <p:spPr>
          <a:xfrm>
            <a:off x="9808210" y="5087620"/>
            <a:ext cx="151130" cy="226060"/>
          </a:xfrm>
          <a:prstGeom prst="rect">
            <a:avLst/>
          </a:prstGeom>
          <a:solidFill>
            <a:srgbClr val="F4BC7A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74" name="Shape 56"/>
          <p:cNvSpPr/>
          <p:nvPr/>
        </p:nvSpPr>
        <p:spPr>
          <a:xfrm>
            <a:off x="9959340" y="5087620"/>
            <a:ext cx="151130" cy="226060"/>
          </a:xfrm>
          <a:prstGeom prst="rect">
            <a:avLst/>
          </a:prstGeom>
          <a:solidFill>
            <a:srgbClr val="E2A25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75" name="Shape 57"/>
          <p:cNvSpPr/>
          <p:nvPr/>
        </p:nvSpPr>
        <p:spPr>
          <a:xfrm>
            <a:off x="10110470" y="5087620"/>
            <a:ext cx="151130" cy="226060"/>
          </a:xfrm>
          <a:prstGeom prst="rect">
            <a:avLst/>
          </a:prstGeom>
          <a:solidFill>
            <a:srgbClr val="D89854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76" name="Text 58"/>
          <p:cNvSpPr/>
          <p:nvPr/>
        </p:nvSpPr>
        <p:spPr>
          <a:xfrm>
            <a:off x="9643110" y="5068570"/>
            <a:ext cx="3302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A85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88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N-2</a:t>
            </a:r>
            <a:endParaRPr lang="en-US" sz="1400" dirty="0"/>
          </a:p>
        </p:txBody>
      </p:sp>
      <p:sp>
        <p:nvSpPr>
          <p:cNvPr id="77" name="Shape 59"/>
          <p:cNvSpPr/>
          <p:nvPr/>
        </p:nvSpPr>
        <p:spPr>
          <a:xfrm>
            <a:off x="10302240" y="5087620"/>
            <a:ext cx="151130" cy="226060"/>
          </a:xfrm>
          <a:prstGeom prst="rect">
            <a:avLst/>
          </a:prstGeom>
          <a:solidFill>
            <a:srgbClr val="DFA05C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78" name="Shape 60"/>
          <p:cNvSpPr/>
          <p:nvPr/>
        </p:nvSpPr>
        <p:spPr>
          <a:xfrm>
            <a:off x="10453370" y="5087620"/>
            <a:ext cx="151130" cy="226060"/>
          </a:xfrm>
          <a:prstGeom prst="rect">
            <a:avLst/>
          </a:prstGeom>
          <a:solidFill>
            <a:srgbClr val="E6A862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79" name="Shape 61"/>
          <p:cNvSpPr/>
          <p:nvPr/>
        </p:nvSpPr>
        <p:spPr>
          <a:xfrm>
            <a:off x="10604500" y="5087620"/>
            <a:ext cx="151130" cy="226060"/>
          </a:xfrm>
          <a:prstGeom prst="rect">
            <a:avLst/>
          </a:prstGeom>
          <a:solidFill>
            <a:srgbClr val="EEB26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80" name="Shape 62"/>
          <p:cNvSpPr/>
          <p:nvPr/>
        </p:nvSpPr>
        <p:spPr>
          <a:xfrm>
            <a:off x="10755630" y="5087620"/>
            <a:ext cx="151130" cy="226060"/>
          </a:xfrm>
          <a:prstGeom prst="rect">
            <a:avLst/>
          </a:prstGeom>
          <a:solidFill>
            <a:srgbClr val="F4BC7A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81" name="Shape 63"/>
          <p:cNvSpPr/>
          <p:nvPr/>
        </p:nvSpPr>
        <p:spPr>
          <a:xfrm>
            <a:off x="10906760" y="5087620"/>
            <a:ext cx="151130" cy="226060"/>
          </a:xfrm>
          <a:prstGeom prst="rect">
            <a:avLst/>
          </a:prstGeom>
          <a:solidFill>
            <a:srgbClr val="E2A25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82" name="Shape 64"/>
          <p:cNvSpPr/>
          <p:nvPr/>
        </p:nvSpPr>
        <p:spPr>
          <a:xfrm>
            <a:off x="11057890" y="5087620"/>
            <a:ext cx="151130" cy="226060"/>
          </a:xfrm>
          <a:prstGeom prst="rect">
            <a:avLst/>
          </a:prstGeom>
          <a:solidFill>
            <a:srgbClr val="D89854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83" name="Text 65"/>
          <p:cNvSpPr/>
          <p:nvPr/>
        </p:nvSpPr>
        <p:spPr>
          <a:xfrm>
            <a:off x="10590530" y="5068570"/>
            <a:ext cx="3302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A85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88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N-1</a:t>
            </a:r>
            <a:endParaRPr lang="en-US" sz="1400" dirty="0"/>
          </a:p>
        </p:txBody>
      </p:sp>
      <p:sp>
        <p:nvSpPr>
          <p:cNvPr id="84" name="Shape 66"/>
          <p:cNvSpPr/>
          <p:nvPr/>
        </p:nvSpPr>
        <p:spPr>
          <a:xfrm>
            <a:off x="7970520" y="5156200"/>
            <a:ext cx="88900" cy="88900"/>
          </a:xfrm>
          <a:prstGeom prst="ellipse">
            <a:avLst/>
          </a:prstGeom>
          <a:solidFill>
            <a:srgbClr val="773B42"/>
          </a:solidFill>
          <a:ln/>
        </p:spPr>
      </p:sp>
      <p:sp>
        <p:nvSpPr>
          <p:cNvPr id="85" name="Shape 67"/>
          <p:cNvSpPr/>
          <p:nvPr/>
        </p:nvSpPr>
        <p:spPr>
          <a:xfrm>
            <a:off x="8201660" y="5156200"/>
            <a:ext cx="88900" cy="88900"/>
          </a:xfrm>
          <a:prstGeom prst="ellipse">
            <a:avLst/>
          </a:prstGeom>
          <a:solidFill>
            <a:srgbClr val="773B42"/>
          </a:solidFill>
          <a:ln/>
        </p:spPr>
      </p:sp>
      <p:sp>
        <p:nvSpPr>
          <p:cNvPr id="86" name="Shape 68"/>
          <p:cNvSpPr/>
          <p:nvPr/>
        </p:nvSpPr>
        <p:spPr>
          <a:xfrm>
            <a:off x="8431530" y="5156200"/>
            <a:ext cx="88900" cy="88900"/>
          </a:xfrm>
          <a:prstGeom prst="ellipse">
            <a:avLst/>
          </a:prstGeom>
          <a:solidFill>
            <a:srgbClr val="773B42"/>
          </a:solidFill>
          <a:ln/>
        </p:spPr>
      </p:sp>
      <p:sp>
        <p:nvSpPr>
          <p:cNvPr id="87" name="Shape 69"/>
          <p:cNvSpPr/>
          <p:nvPr/>
        </p:nvSpPr>
        <p:spPr>
          <a:xfrm>
            <a:off x="8662670" y="5156200"/>
            <a:ext cx="88900" cy="88900"/>
          </a:xfrm>
          <a:prstGeom prst="ellipse">
            <a:avLst/>
          </a:prstGeom>
          <a:solidFill>
            <a:srgbClr val="773B42"/>
          </a:solidFill>
          <a:ln/>
        </p:spPr>
      </p:sp>
      <p:sp>
        <p:nvSpPr>
          <p:cNvPr id="88" name="Shape 70"/>
          <p:cNvSpPr/>
          <p:nvPr/>
        </p:nvSpPr>
        <p:spPr>
          <a:xfrm>
            <a:off x="8892540" y="5156200"/>
            <a:ext cx="88900" cy="88900"/>
          </a:xfrm>
          <a:prstGeom prst="ellipse">
            <a:avLst/>
          </a:prstGeom>
          <a:solidFill>
            <a:srgbClr val="773B42"/>
          </a:solidFill>
          <a:ln/>
        </p:spPr>
      </p:sp>
      <p:sp>
        <p:nvSpPr>
          <p:cNvPr id="89" name="Shape 71"/>
          <p:cNvSpPr/>
          <p:nvPr/>
        </p:nvSpPr>
        <p:spPr>
          <a:xfrm>
            <a:off x="2026920" y="3731260"/>
            <a:ext cx="151130" cy="226060"/>
          </a:xfrm>
          <a:prstGeom prst="rect">
            <a:avLst/>
          </a:prstGeom>
          <a:solidFill>
            <a:srgbClr val="DFA05C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90" name="Shape 72"/>
          <p:cNvSpPr/>
          <p:nvPr/>
        </p:nvSpPr>
        <p:spPr>
          <a:xfrm>
            <a:off x="2178050" y="3731260"/>
            <a:ext cx="151130" cy="226060"/>
          </a:xfrm>
          <a:prstGeom prst="rect">
            <a:avLst/>
          </a:prstGeom>
          <a:solidFill>
            <a:srgbClr val="E6A862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91" name="Shape 73"/>
          <p:cNvSpPr/>
          <p:nvPr/>
        </p:nvSpPr>
        <p:spPr>
          <a:xfrm>
            <a:off x="2329180" y="3731260"/>
            <a:ext cx="151130" cy="226060"/>
          </a:xfrm>
          <a:prstGeom prst="rect">
            <a:avLst/>
          </a:prstGeom>
          <a:solidFill>
            <a:srgbClr val="EEB26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92" name="Shape 74"/>
          <p:cNvSpPr/>
          <p:nvPr/>
        </p:nvSpPr>
        <p:spPr>
          <a:xfrm>
            <a:off x="2480310" y="3731260"/>
            <a:ext cx="151130" cy="226060"/>
          </a:xfrm>
          <a:prstGeom prst="rect">
            <a:avLst/>
          </a:prstGeom>
          <a:solidFill>
            <a:srgbClr val="F4BC7A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93" name="Shape 75"/>
          <p:cNvSpPr/>
          <p:nvPr/>
        </p:nvSpPr>
        <p:spPr>
          <a:xfrm>
            <a:off x="2631440" y="3731260"/>
            <a:ext cx="151130" cy="226060"/>
          </a:xfrm>
          <a:prstGeom prst="rect">
            <a:avLst/>
          </a:prstGeom>
          <a:solidFill>
            <a:srgbClr val="E2A25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94" name="Shape 76"/>
          <p:cNvSpPr/>
          <p:nvPr/>
        </p:nvSpPr>
        <p:spPr>
          <a:xfrm>
            <a:off x="2782570" y="3731260"/>
            <a:ext cx="151130" cy="226060"/>
          </a:xfrm>
          <a:prstGeom prst="rect">
            <a:avLst/>
          </a:prstGeom>
          <a:solidFill>
            <a:srgbClr val="D89854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95" name="Text 77"/>
          <p:cNvSpPr/>
          <p:nvPr/>
        </p:nvSpPr>
        <p:spPr>
          <a:xfrm>
            <a:off x="2315210" y="3712210"/>
            <a:ext cx="3302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A85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88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400" dirty="0"/>
          </a:p>
        </p:txBody>
      </p:sp>
      <p:sp>
        <p:nvSpPr>
          <p:cNvPr id="96" name="Shape 78"/>
          <p:cNvSpPr/>
          <p:nvPr/>
        </p:nvSpPr>
        <p:spPr>
          <a:xfrm>
            <a:off x="2985770" y="3731260"/>
            <a:ext cx="151130" cy="226060"/>
          </a:xfrm>
          <a:prstGeom prst="rect">
            <a:avLst/>
          </a:prstGeom>
          <a:solidFill>
            <a:srgbClr val="DFA05C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97" name="Shape 79"/>
          <p:cNvSpPr/>
          <p:nvPr/>
        </p:nvSpPr>
        <p:spPr>
          <a:xfrm>
            <a:off x="3136900" y="3731260"/>
            <a:ext cx="151130" cy="226060"/>
          </a:xfrm>
          <a:prstGeom prst="rect">
            <a:avLst/>
          </a:prstGeom>
          <a:solidFill>
            <a:srgbClr val="E6A862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98" name="Shape 80"/>
          <p:cNvSpPr/>
          <p:nvPr/>
        </p:nvSpPr>
        <p:spPr>
          <a:xfrm>
            <a:off x="3288030" y="3731260"/>
            <a:ext cx="151130" cy="226060"/>
          </a:xfrm>
          <a:prstGeom prst="rect">
            <a:avLst/>
          </a:prstGeom>
          <a:solidFill>
            <a:srgbClr val="EEB26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99" name="Shape 81"/>
          <p:cNvSpPr/>
          <p:nvPr/>
        </p:nvSpPr>
        <p:spPr>
          <a:xfrm>
            <a:off x="3439160" y="3731260"/>
            <a:ext cx="151130" cy="226060"/>
          </a:xfrm>
          <a:prstGeom prst="rect">
            <a:avLst/>
          </a:prstGeom>
          <a:solidFill>
            <a:srgbClr val="F4BC7A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00" name="Shape 82"/>
          <p:cNvSpPr/>
          <p:nvPr/>
        </p:nvSpPr>
        <p:spPr>
          <a:xfrm>
            <a:off x="3590290" y="3731260"/>
            <a:ext cx="151130" cy="226060"/>
          </a:xfrm>
          <a:prstGeom prst="rect">
            <a:avLst/>
          </a:prstGeom>
          <a:solidFill>
            <a:srgbClr val="E2A25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01" name="Shape 83"/>
          <p:cNvSpPr/>
          <p:nvPr/>
        </p:nvSpPr>
        <p:spPr>
          <a:xfrm>
            <a:off x="3741420" y="3731260"/>
            <a:ext cx="151130" cy="226060"/>
          </a:xfrm>
          <a:prstGeom prst="rect">
            <a:avLst/>
          </a:prstGeom>
          <a:solidFill>
            <a:srgbClr val="D89854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02" name="Text 84"/>
          <p:cNvSpPr/>
          <p:nvPr/>
        </p:nvSpPr>
        <p:spPr>
          <a:xfrm>
            <a:off x="3274060" y="3712210"/>
            <a:ext cx="3302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A85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88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3" name="Shape 85"/>
          <p:cNvSpPr/>
          <p:nvPr/>
        </p:nvSpPr>
        <p:spPr>
          <a:xfrm>
            <a:off x="3953510" y="3731260"/>
            <a:ext cx="151130" cy="226060"/>
          </a:xfrm>
          <a:prstGeom prst="rect">
            <a:avLst/>
          </a:prstGeom>
          <a:solidFill>
            <a:srgbClr val="DFA05C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04" name="Shape 86"/>
          <p:cNvSpPr/>
          <p:nvPr/>
        </p:nvSpPr>
        <p:spPr>
          <a:xfrm>
            <a:off x="4104640" y="3731260"/>
            <a:ext cx="151130" cy="226060"/>
          </a:xfrm>
          <a:prstGeom prst="rect">
            <a:avLst/>
          </a:prstGeom>
          <a:solidFill>
            <a:srgbClr val="E6A862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05" name="Shape 87"/>
          <p:cNvSpPr/>
          <p:nvPr/>
        </p:nvSpPr>
        <p:spPr>
          <a:xfrm>
            <a:off x="4255770" y="3731260"/>
            <a:ext cx="151130" cy="226060"/>
          </a:xfrm>
          <a:prstGeom prst="rect">
            <a:avLst/>
          </a:prstGeom>
          <a:solidFill>
            <a:srgbClr val="EEB26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06" name="Shape 88"/>
          <p:cNvSpPr/>
          <p:nvPr/>
        </p:nvSpPr>
        <p:spPr>
          <a:xfrm>
            <a:off x="4406900" y="3731260"/>
            <a:ext cx="151130" cy="226060"/>
          </a:xfrm>
          <a:prstGeom prst="rect">
            <a:avLst/>
          </a:prstGeom>
          <a:solidFill>
            <a:srgbClr val="F4BC7A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07" name="Shape 89"/>
          <p:cNvSpPr/>
          <p:nvPr/>
        </p:nvSpPr>
        <p:spPr>
          <a:xfrm>
            <a:off x="4558030" y="3731260"/>
            <a:ext cx="151130" cy="226060"/>
          </a:xfrm>
          <a:prstGeom prst="rect">
            <a:avLst/>
          </a:prstGeom>
          <a:solidFill>
            <a:srgbClr val="E2A25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08" name="Shape 90"/>
          <p:cNvSpPr/>
          <p:nvPr/>
        </p:nvSpPr>
        <p:spPr>
          <a:xfrm>
            <a:off x="4709160" y="3731260"/>
            <a:ext cx="151130" cy="226060"/>
          </a:xfrm>
          <a:prstGeom prst="rect">
            <a:avLst/>
          </a:prstGeom>
          <a:solidFill>
            <a:srgbClr val="D89854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09" name="Text 91"/>
          <p:cNvSpPr/>
          <p:nvPr/>
        </p:nvSpPr>
        <p:spPr>
          <a:xfrm>
            <a:off x="4241800" y="3712210"/>
            <a:ext cx="3302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A85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88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10" name="Shape 92"/>
          <p:cNvSpPr/>
          <p:nvPr/>
        </p:nvSpPr>
        <p:spPr>
          <a:xfrm>
            <a:off x="4918710" y="3731260"/>
            <a:ext cx="151130" cy="226060"/>
          </a:xfrm>
          <a:prstGeom prst="rect">
            <a:avLst/>
          </a:prstGeom>
          <a:solidFill>
            <a:srgbClr val="DFA05C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11" name="Shape 93"/>
          <p:cNvSpPr/>
          <p:nvPr/>
        </p:nvSpPr>
        <p:spPr>
          <a:xfrm>
            <a:off x="5069840" y="3731260"/>
            <a:ext cx="151130" cy="226060"/>
          </a:xfrm>
          <a:prstGeom prst="rect">
            <a:avLst/>
          </a:prstGeom>
          <a:solidFill>
            <a:srgbClr val="E6A862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12" name="Shape 94"/>
          <p:cNvSpPr/>
          <p:nvPr/>
        </p:nvSpPr>
        <p:spPr>
          <a:xfrm>
            <a:off x="5220970" y="3731260"/>
            <a:ext cx="151130" cy="226060"/>
          </a:xfrm>
          <a:prstGeom prst="rect">
            <a:avLst/>
          </a:prstGeom>
          <a:solidFill>
            <a:srgbClr val="EEB26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13" name="Shape 95"/>
          <p:cNvSpPr/>
          <p:nvPr/>
        </p:nvSpPr>
        <p:spPr>
          <a:xfrm>
            <a:off x="5372100" y="3731260"/>
            <a:ext cx="151130" cy="226060"/>
          </a:xfrm>
          <a:prstGeom prst="rect">
            <a:avLst/>
          </a:prstGeom>
          <a:solidFill>
            <a:srgbClr val="F4BC7A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14" name="Shape 96"/>
          <p:cNvSpPr/>
          <p:nvPr/>
        </p:nvSpPr>
        <p:spPr>
          <a:xfrm>
            <a:off x="5523230" y="3731260"/>
            <a:ext cx="151130" cy="226060"/>
          </a:xfrm>
          <a:prstGeom prst="rect">
            <a:avLst/>
          </a:prstGeom>
          <a:solidFill>
            <a:srgbClr val="E2A25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15" name="Shape 97"/>
          <p:cNvSpPr/>
          <p:nvPr/>
        </p:nvSpPr>
        <p:spPr>
          <a:xfrm>
            <a:off x="5674360" y="3731260"/>
            <a:ext cx="151130" cy="226060"/>
          </a:xfrm>
          <a:prstGeom prst="rect">
            <a:avLst/>
          </a:prstGeom>
          <a:solidFill>
            <a:srgbClr val="D89854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16" name="Text 98"/>
          <p:cNvSpPr/>
          <p:nvPr/>
        </p:nvSpPr>
        <p:spPr>
          <a:xfrm>
            <a:off x="5207000" y="3712210"/>
            <a:ext cx="3302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A85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88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17" name="Shape 99"/>
          <p:cNvSpPr/>
          <p:nvPr/>
        </p:nvSpPr>
        <p:spPr>
          <a:xfrm>
            <a:off x="5877560" y="3731260"/>
            <a:ext cx="151130" cy="226060"/>
          </a:xfrm>
          <a:prstGeom prst="rect">
            <a:avLst/>
          </a:prstGeom>
          <a:solidFill>
            <a:srgbClr val="DFA05C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18" name="Shape 100"/>
          <p:cNvSpPr/>
          <p:nvPr/>
        </p:nvSpPr>
        <p:spPr>
          <a:xfrm>
            <a:off x="6028690" y="3731260"/>
            <a:ext cx="151130" cy="226060"/>
          </a:xfrm>
          <a:prstGeom prst="rect">
            <a:avLst/>
          </a:prstGeom>
          <a:solidFill>
            <a:srgbClr val="E6A862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19" name="Shape 101"/>
          <p:cNvSpPr/>
          <p:nvPr/>
        </p:nvSpPr>
        <p:spPr>
          <a:xfrm>
            <a:off x="6179820" y="3731260"/>
            <a:ext cx="151130" cy="226060"/>
          </a:xfrm>
          <a:prstGeom prst="rect">
            <a:avLst/>
          </a:prstGeom>
          <a:solidFill>
            <a:srgbClr val="EEB26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20" name="Shape 102"/>
          <p:cNvSpPr/>
          <p:nvPr/>
        </p:nvSpPr>
        <p:spPr>
          <a:xfrm>
            <a:off x="6330950" y="3731260"/>
            <a:ext cx="151130" cy="226060"/>
          </a:xfrm>
          <a:prstGeom prst="rect">
            <a:avLst/>
          </a:prstGeom>
          <a:solidFill>
            <a:srgbClr val="F4BC7A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21" name="Shape 103"/>
          <p:cNvSpPr/>
          <p:nvPr/>
        </p:nvSpPr>
        <p:spPr>
          <a:xfrm>
            <a:off x="6482080" y="3731260"/>
            <a:ext cx="151130" cy="226060"/>
          </a:xfrm>
          <a:prstGeom prst="rect">
            <a:avLst/>
          </a:prstGeom>
          <a:solidFill>
            <a:srgbClr val="E2A25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22" name="Shape 104"/>
          <p:cNvSpPr/>
          <p:nvPr/>
        </p:nvSpPr>
        <p:spPr>
          <a:xfrm>
            <a:off x="6633210" y="3731260"/>
            <a:ext cx="151130" cy="226060"/>
          </a:xfrm>
          <a:prstGeom prst="rect">
            <a:avLst/>
          </a:prstGeom>
          <a:solidFill>
            <a:srgbClr val="D89854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23" name="Text 105"/>
          <p:cNvSpPr/>
          <p:nvPr/>
        </p:nvSpPr>
        <p:spPr>
          <a:xfrm>
            <a:off x="6165850" y="3712210"/>
            <a:ext cx="3302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A85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88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24" name="Shape 106"/>
          <p:cNvSpPr/>
          <p:nvPr/>
        </p:nvSpPr>
        <p:spPr>
          <a:xfrm>
            <a:off x="6842760" y="3731260"/>
            <a:ext cx="151130" cy="226060"/>
          </a:xfrm>
          <a:prstGeom prst="rect">
            <a:avLst/>
          </a:prstGeom>
          <a:solidFill>
            <a:srgbClr val="DFA05C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25" name="Shape 107"/>
          <p:cNvSpPr/>
          <p:nvPr/>
        </p:nvSpPr>
        <p:spPr>
          <a:xfrm>
            <a:off x="6993890" y="3731260"/>
            <a:ext cx="151130" cy="226060"/>
          </a:xfrm>
          <a:prstGeom prst="rect">
            <a:avLst/>
          </a:prstGeom>
          <a:solidFill>
            <a:srgbClr val="E6A862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26" name="Shape 108"/>
          <p:cNvSpPr/>
          <p:nvPr/>
        </p:nvSpPr>
        <p:spPr>
          <a:xfrm>
            <a:off x="7145020" y="3731260"/>
            <a:ext cx="151130" cy="226060"/>
          </a:xfrm>
          <a:prstGeom prst="rect">
            <a:avLst/>
          </a:prstGeom>
          <a:solidFill>
            <a:srgbClr val="EEB26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27" name="Shape 109"/>
          <p:cNvSpPr/>
          <p:nvPr/>
        </p:nvSpPr>
        <p:spPr>
          <a:xfrm>
            <a:off x="7296150" y="3731260"/>
            <a:ext cx="151130" cy="226060"/>
          </a:xfrm>
          <a:prstGeom prst="rect">
            <a:avLst/>
          </a:prstGeom>
          <a:solidFill>
            <a:srgbClr val="F4BC7A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28" name="Shape 110"/>
          <p:cNvSpPr/>
          <p:nvPr/>
        </p:nvSpPr>
        <p:spPr>
          <a:xfrm>
            <a:off x="7447280" y="3731260"/>
            <a:ext cx="151130" cy="226060"/>
          </a:xfrm>
          <a:prstGeom prst="rect">
            <a:avLst/>
          </a:prstGeom>
          <a:solidFill>
            <a:srgbClr val="E2A25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29" name="Shape 111"/>
          <p:cNvSpPr/>
          <p:nvPr/>
        </p:nvSpPr>
        <p:spPr>
          <a:xfrm>
            <a:off x="7598410" y="3731260"/>
            <a:ext cx="151130" cy="226060"/>
          </a:xfrm>
          <a:prstGeom prst="rect">
            <a:avLst/>
          </a:prstGeom>
          <a:solidFill>
            <a:srgbClr val="D89854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30" name="Text 112"/>
          <p:cNvSpPr/>
          <p:nvPr/>
        </p:nvSpPr>
        <p:spPr>
          <a:xfrm>
            <a:off x="7131050" y="3712210"/>
            <a:ext cx="3302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A85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88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131" name="Shape 113"/>
          <p:cNvSpPr/>
          <p:nvPr/>
        </p:nvSpPr>
        <p:spPr>
          <a:xfrm>
            <a:off x="9354820" y="3731260"/>
            <a:ext cx="151130" cy="226060"/>
          </a:xfrm>
          <a:prstGeom prst="rect">
            <a:avLst/>
          </a:prstGeom>
          <a:solidFill>
            <a:srgbClr val="DFA05C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32" name="Shape 114"/>
          <p:cNvSpPr/>
          <p:nvPr/>
        </p:nvSpPr>
        <p:spPr>
          <a:xfrm>
            <a:off x="9505950" y="3731260"/>
            <a:ext cx="151130" cy="226060"/>
          </a:xfrm>
          <a:prstGeom prst="rect">
            <a:avLst/>
          </a:prstGeom>
          <a:solidFill>
            <a:srgbClr val="E6A862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33" name="Shape 115"/>
          <p:cNvSpPr/>
          <p:nvPr/>
        </p:nvSpPr>
        <p:spPr>
          <a:xfrm>
            <a:off x="9657080" y="3731260"/>
            <a:ext cx="151130" cy="226060"/>
          </a:xfrm>
          <a:prstGeom prst="rect">
            <a:avLst/>
          </a:prstGeom>
          <a:solidFill>
            <a:srgbClr val="EEB26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34" name="Shape 116"/>
          <p:cNvSpPr/>
          <p:nvPr/>
        </p:nvSpPr>
        <p:spPr>
          <a:xfrm>
            <a:off x="9808210" y="3731260"/>
            <a:ext cx="151130" cy="226060"/>
          </a:xfrm>
          <a:prstGeom prst="rect">
            <a:avLst/>
          </a:prstGeom>
          <a:solidFill>
            <a:srgbClr val="F4BC7A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35" name="Shape 117"/>
          <p:cNvSpPr/>
          <p:nvPr/>
        </p:nvSpPr>
        <p:spPr>
          <a:xfrm>
            <a:off x="9959340" y="3731260"/>
            <a:ext cx="151130" cy="226060"/>
          </a:xfrm>
          <a:prstGeom prst="rect">
            <a:avLst/>
          </a:prstGeom>
          <a:solidFill>
            <a:srgbClr val="E2A25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36" name="Shape 118"/>
          <p:cNvSpPr/>
          <p:nvPr/>
        </p:nvSpPr>
        <p:spPr>
          <a:xfrm>
            <a:off x="10110470" y="3731260"/>
            <a:ext cx="151130" cy="226060"/>
          </a:xfrm>
          <a:prstGeom prst="rect">
            <a:avLst/>
          </a:prstGeom>
          <a:solidFill>
            <a:srgbClr val="D89854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37" name="Text 119"/>
          <p:cNvSpPr/>
          <p:nvPr/>
        </p:nvSpPr>
        <p:spPr>
          <a:xfrm>
            <a:off x="9643110" y="3712210"/>
            <a:ext cx="3302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A85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88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N-2</a:t>
            </a:r>
            <a:endParaRPr lang="en-US" sz="1400" dirty="0"/>
          </a:p>
        </p:txBody>
      </p:sp>
      <p:sp>
        <p:nvSpPr>
          <p:cNvPr id="138" name="Shape 120"/>
          <p:cNvSpPr/>
          <p:nvPr/>
        </p:nvSpPr>
        <p:spPr>
          <a:xfrm>
            <a:off x="10302240" y="3731260"/>
            <a:ext cx="151130" cy="226060"/>
          </a:xfrm>
          <a:prstGeom prst="rect">
            <a:avLst/>
          </a:prstGeom>
          <a:solidFill>
            <a:srgbClr val="DFA05C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39" name="Shape 121"/>
          <p:cNvSpPr/>
          <p:nvPr/>
        </p:nvSpPr>
        <p:spPr>
          <a:xfrm>
            <a:off x="10453370" y="3731260"/>
            <a:ext cx="151130" cy="226060"/>
          </a:xfrm>
          <a:prstGeom prst="rect">
            <a:avLst/>
          </a:prstGeom>
          <a:solidFill>
            <a:srgbClr val="E6A862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40" name="Shape 122"/>
          <p:cNvSpPr/>
          <p:nvPr/>
        </p:nvSpPr>
        <p:spPr>
          <a:xfrm>
            <a:off x="10604500" y="3731260"/>
            <a:ext cx="151130" cy="226060"/>
          </a:xfrm>
          <a:prstGeom prst="rect">
            <a:avLst/>
          </a:prstGeom>
          <a:solidFill>
            <a:srgbClr val="EEB26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41" name="Shape 123"/>
          <p:cNvSpPr/>
          <p:nvPr/>
        </p:nvSpPr>
        <p:spPr>
          <a:xfrm>
            <a:off x="10755630" y="3731260"/>
            <a:ext cx="151130" cy="226060"/>
          </a:xfrm>
          <a:prstGeom prst="rect">
            <a:avLst/>
          </a:prstGeom>
          <a:solidFill>
            <a:srgbClr val="F4BC7A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42" name="Shape 124"/>
          <p:cNvSpPr/>
          <p:nvPr/>
        </p:nvSpPr>
        <p:spPr>
          <a:xfrm>
            <a:off x="10906760" y="3731260"/>
            <a:ext cx="151130" cy="226060"/>
          </a:xfrm>
          <a:prstGeom prst="rect">
            <a:avLst/>
          </a:prstGeom>
          <a:solidFill>
            <a:srgbClr val="E2A25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43" name="Shape 125"/>
          <p:cNvSpPr/>
          <p:nvPr/>
        </p:nvSpPr>
        <p:spPr>
          <a:xfrm>
            <a:off x="11057890" y="3731260"/>
            <a:ext cx="151130" cy="226060"/>
          </a:xfrm>
          <a:prstGeom prst="rect">
            <a:avLst/>
          </a:prstGeom>
          <a:solidFill>
            <a:srgbClr val="D89854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44" name="Text 126"/>
          <p:cNvSpPr/>
          <p:nvPr/>
        </p:nvSpPr>
        <p:spPr>
          <a:xfrm>
            <a:off x="10590530" y="3712210"/>
            <a:ext cx="3302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A85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88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N-1</a:t>
            </a:r>
            <a:endParaRPr lang="en-US" sz="1400" dirty="0"/>
          </a:p>
        </p:txBody>
      </p:sp>
      <p:sp>
        <p:nvSpPr>
          <p:cNvPr id="145" name="Shape 127"/>
          <p:cNvSpPr/>
          <p:nvPr/>
        </p:nvSpPr>
        <p:spPr>
          <a:xfrm>
            <a:off x="7970520" y="3799840"/>
            <a:ext cx="88900" cy="88900"/>
          </a:xfrm>
          <a:prstGeom prst="ellipse">
            <a:avLst/>
          </a:prstGeom>
          <a:solidFill>
            <a:srgbClr val="773B42"/>
          </a:solidFill>
          <a:ln/>
        </p:spPr>
      </p:sp>
      <p:sp>
        <p:nvSpPr>
          <p:cNvPr id="146" name="Shape 128"/>
          <p:cNvSpPr/>
          <p:nvPr/>
        </p:nvSpPr>
        <p:spPr>
          <a:xfrm>
            <a:off x="8201660" y="3799840"/>
            <a:ext cx="88900" cy="88900"/>
          </a:xfrm>
          <a:prstGeom prst="ellipse">
            <a:avLst/>
          </a:prstGeom>
          <a:solidFill>
            <a:srgbClr val="773B42"/>
          </a:solidFill>
          <a:ln/>
        </p:spPr>
      </p:sp>
      <p:sp>
        <p:nvSpPr>
          <p:cNvPr id="147" name="Shape 129"/>
          <p:cNvSpPr/>
          <p:nvPr/>
        </p:nvSpPr>
        <p:spPr>
          <a:xfrm>
            <a:off x="8431530" y="3799840"/>
            <a:ext cx="88900" cy="88900"/>
          </a:xfrm>
          <a:prstGeom prst="ellipse">
            <a:avLst/>
          </a:prstGeom>
          <a:solidFill>
            <a:srgbClr val="773B42"/>
          </a:solidFill>
          <a:ln/>
        </p:spPr>
      </p:sp>
      <p:sp>
        <p:nvSpPr>
          <p:cNvPr id="148" name="Shape 130"/>
          <p:cNvSpPr/>
          <p:nvPr/>
        </p:nvSpPr>
        <p:spPr>
          <a:xfrm>
            <a:off x="8662670" y="3799840"/>
            <a:ext cx="88900" cy="88900"/>
          </a:xfrm>
          <a:prstGeom prst="ellipse">
            <a:avLst/>
          </a:prstGeom>
          <a:solidFill>
            <a:srgbClr val="773B42"/>
          </a:solidFill>
          <a:ln/>
        </p:spPr>
      </p:sp>
      <p:sp>
        <p:nvSpPr>
          <p:cNvPr id="149" name="Shape 131"/>
          <p:cNvSpPr/>
          <p:nvPr/>
        </p:nvSpPr>
        <p:spPr>
          <a:xfrm>
            <a:off x="8892540" y="3799840"/>
            <a:ext cx="88900" cy="88900"/>
          </a:xfrm>
          <a:prstGeom prst="ellipse">
            <a:avLst/>
          </a:prstGeom>
          <a:solidFill>
            <a:srgbClr val="773B42"/>
          </a:solidFill>
          <a:ln/>
        </p:spPr>
      </p:sp>
      <p:sp>
        <p:nvSpPr>
          <p:cNvPr id="150" name="Shape 132"/>
          <p:cNvSpPr/>
          <p:nvPr/>
        </p:nvSpPr>
        <p:spPr>
          <a:xfrm>
            <a:off x="2026920" y="2270760"/>
            <a:ext cx="151130" cy="226060"/>
          </a:xfrm>
          <a:prstGeom prst="rect">
            <a:avLst/>
          </a:prstGeom>
          <a:solidFill>
            <a:srgbClr val="DFA05C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51" name="Shape 133"/>
          <p:cNvSpPr/>
          <p:nvPr/>
        </p:nvSpPr>
        <p:spPr>
          <a:xfrm>
            <a:off x="2178050" y="2270760"/>
            <a:ext cx="151130" cy="226060"/>
          </a:xfrm>
          <a:prstGeom prst="rect">
            <a:avLst/>
          </a:prstGeom>
          <a:solidFill>
            <a:srgbClr val="E6A862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52" name="Shape 134"/>
          <p:cNvSpPr/>
          <p:nvPr/>
        </p:nvSpPr>
        <p:spPr>
          <a:xfrm>
            <a:off x="2329180" y="2270760"/>
            <a:ext cx="151130" cy="226060"/>
          </a:xfrm>
          <a:prstGeom prst="rect">
            <a:avLst/>
          </a:prstGeom>
          <a:solidFill>
            <a:srgbClr val="EEB26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53" name="Shape 135"/>
          <p:cNvSpPr/>
          <p:nvPr/>
        </p:nvSpPr>
        <p:spPr>
          <a:xfrm>
            <a:off x="2480310" y="2270760"/>
            <a:ext cx="151130" cy="226060"/>
          </a:xfrm>
          <a:prstGeom prst="rect">
            <a:avLst/>
          </a:prstGeom>
          <a:solidFill>
            <a:srgbClr val="F4BC7A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54" name="Shape 136"/>
          <p:cNvSpPr/>
          <p:nvPr/>
        </p:nvSpPr>
        <p:spPr>
          <a:xfrm>
            <a:off x="2631440" y="2270760"/>
            <a:ext cx="151130" cy="226060"/>
          </a:xfrm>
          <a:prstGeom prst="rect">
            <a:avLst/>
          </a:prstGeom>
          <a:solidFill>
            <a:srgbClr val="E2A25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55" name="Shape 137"/>
          <p:cNvSpPr/>
          <p:nvPr/>
        </p:nvSpPr>
        <p:spPr>
          <a:xfrm>
            <a:off x="2782570" y="2270760"/>
            <a:ext cx="151130" cy="226060"/>
          </a:xfrm>
          <a:prstGeom prst="rect">
            <a:avLst/>
          </a:prstGeom>
          <a:solidFill>
            <a:srgbClr val="D89854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56" name="Text 138"/>
          <p:cNvSpPr/>
          <p:nvPr/>
        </p:nvSpPr>
        <p:spPr>
          <a:xfrm>
            <a:off x="2315210" y="2251710"/>
            <a:ext cx="3302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A85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88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400" dirty="0"/>
          </a:p>
        </p:txBody>
      </p:sp>
      <p:sp>
        <p:nvSpPr>
          <p:cNvPr id="157" name="Shape 139"/>
          <p:cNvSpPr/>
          <p:nvPr/>
        </p:nvSpPr>
        <p:spPr>
          <a:xfrm>
            <a:off x="2985770" y="2270760"/>
            <a:ext cx="151130" cy="226060"/>
          </a:xfrm>
          <a:prstGeom prst="rect">
            <a:avLst/>
          </a:prstGeom>
          <a:solidFill>
            <a:srgbClr val="DFA05C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58" name="Shape 140"/>
          <p:cNvSpPr/>
          <p:nvPr/>
        </p:nvSpPr>
        <p:spPr>
          <a:xfrm>
            <a:off x="3136900" y="2270760"/>
            <a:ext cx="151130" cy="226060"/>
          </a:xfrm>
          <a:prstGeom prst="rect">
            <a:avLst/>
          </a:prstGeom>
          <a:solidFill>
            <a:srgbClr val="E6A862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59" name="Shape 141"/>
          <p:cNvSpPr/>
          <p:nvPr/>
        </p:nvSpPr>
        <p:spPr>
          <a:xfrm>
            <a:off x="3288030" y="2270760"/>
            <a:ext cx="151130" cy="226060"/>
          </a:xfrm>
          <a:prstGeom prst="rect">
            <a:avLst/>
          </a:prstGeom>
          <a:solidFill>
            <a:srgbClr val="EEB26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60" name="Shape 142"/>
          <p:cNvSpPr/>
          <p:nvPr/>
        </p:nvSpPr>
        <p:spPr>
          <a:xfrm>
            <a:off x="3439160" y="2270760"/>
            <a:ext cx="151130" cy="226060"/>
          </a:xfrm>
          <a:prstGeom prst="rect">
            <a:avLst/>
          </a:prstGeom>
          <a:solidFill>
            <a:srgbClr val="F4BC7A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61" name="Shape 143"/>
          <p:cNvSpPr/>
          <p:nvPr/>
        </p:nvSpPr>
        <p:spPr>
          <a:xfrm>
            <a:off x="3590290" y="2270760"/>
            <a:ext cx="151130" cy="226060"/>
          </a:xfrm>
          <a:prstGeom prst="rect">
            <a:avLst/>
          </a:prstGeom>
          <a:solidFill>
            <a:srgbClr val="E2A25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62" name="Shape 144"/>
          <p:cNvSpPr/>
          <p:nvPr/>
        </p:nvSpPr>
        <p:spPr>
          <a:xfrm>
            <a:off x="3741420" y="2270760"/>
            <a:ext cx="151130" cy="226060"/>
          </a:xfrm>
          <a:prstGeom prst="rect">
            <a:avLst/>
          </a:prstGeom>
          <a:solidFill>
            <a:srgbClr val="D89854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63" name="Text 145"/>
          <p:cNvSpPr/>
          <p:nvPr/>
        </p:nvSpPr>
        <p:spPr>
          <a:xfrm>
            <a:off x="3274060" y="2251710"/>
            <a:ext cx="3302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A85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88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64" name="Shape 146"/>
          <p:cNvSpPr/>
          <p:nvPr/>
        </p:nvSpPr>
        <p:spPr>
          <a:xfrm>
            <a:off x="3953510" y="2270760"/>
            <a:ext cx="151130" cy="226060"/>
          </a:xfrm>
          <a:prstGeom prst="rect">
            <a:avLst/>
          </a:prstGeom>
          <a:solidFill>
            <a:srgbClr val="DFA05C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65" name="Shape 147"/>
          <p:cNvSpPr/>
          <p:nvPr/>
        </p:nvSpPr>
        <p:spPr>
          <a:xfrm>
            <a:off x="4104640" y="2270760"/>
            <a:ext cx="151130" cy="226060"/>
          </a:xfrm>
          <a:prstGeom prst="rect">
            <a:avLst/>
          </a:prstGeom>
          <a:solidFill>
            <a:srgbClr val="E6A862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66" name="Shape 148"/>
          <p:cNvSpPr/>
          <p:nvPr/>
        </p:nvSpPr>
        <p:spPr>
          <a:xfrm>
            <a:off x="4255770" y="2270760"/>
            <a:ext cx="151130" cy="226060"/>
          </a:xfrm>
          <a:prstGeom prst="rect">
            <a:avLst/>
          </a:prstGeom>
          <a:solidFill>
            <a:srgbClr val="EEB26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67" name="Shape 149"/>
          <p:cNvSpPr/>
          <p:nvPr/>
        </p:nvSpPr>
        <p:spPr>
          <a:xfrm>
            <a:off x="4406900" y="2270760"/>
            <a:ext cx="151130" cy="226060"/>
          </a:xfrm>
          <a:prstGeom prst="rect">
            <a:avLst/>
          </a:prstGeom>
          <a:solidFill>
            <a:srgbClr val="F4BC7A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68" name="Shape 150"/>
          <p:cNvSpPr/>
          <p:nvPr/>
        </p:nvSpPr>
        <p:spPr>
          <a:xfrm>
            <a:off x="4558030" y="2270760"/>
            <a:ext cx="151130" cy="226060"/>
          </a:xfrm>
          <a:prstGeom prst="rect">
            <a:avLst/>
          </a:prstGeom>
          <a:solidFill>
            <a:srgbClr val="E2A25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69" name="Shape 151"/>
          <p:cNvSpPr/>
          <p:nvPr/>
        </p:nvSpPr>
        <p:spPr>
          <a:xfrm>
            <a:off x="4709160" y="2270760"/>
            <a:ext cx="151130" cy="226060"/>
          </a:xfrm>
          <a:prstGeom prst="rect">
            <a:avLst/>
          </a:prstGeom>
          <a:solidFill>
            <a:srgbClr val="D89854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70" name="Text 152"/>
          <p:cNvSpPr/>
          <p:nvPr/>
        </p:nvSpPr>
        <p:spPr>
          <a:xfrm>
            <a:off x="4241800" y="2251710"/>
            <a:ext cx="3302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A85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88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71" name="Shape 153"/>
          <p:cNvSpPr/>
          <p:nvPr/>
        </p:nvSpPr>
        <p:spPr>
          <a:xfrm>
            <a:off x="4918710" y="2270760"/>
            <a:ext cx="151130" cy="226060"/>
          </a:xfrm>
          <a:prstGeom prst="rect">
            <a:avLst/>
          </a:prstGeom>
          <a:solidFill>
            <a:srgbClr val="DFA05C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72" name="Shape 154"/>
          <p:cNvSpPr/>
          <p:nvPr/>
        </p:nvSpPr>
        <p:spPr>
          <a:xfrm>
            <a:off x="5069840" y="2270760"/>
            <a:ext cx="151130" cy="226060"/>
          </a:xfrm>
          <a:prstGeom prst="rect">
            <a:avLst/>
          </a:prstGeom>
          <a:solidFill>
            <a:srgbClr val="E6A862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73" name="Shape 155"/>
          <p:cNvSpPr/>
          <p:nvPr/>
        </p:nvSpPr>
        <p:spPr>
          <a:xfrm>
            <a:off x="5220970" y="2270760"/>
            <a:ext cx="151130" cy="226060"/>
          </a:xfrm>
          <a:prstGeom prst="rect">
            <a:avLst/>
          </a:prstGeom>
          <a:solidFill>
            <a:srgbClr val="EEB26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74" name="Shape 156"/>
          <p:cNvSpPr/>
          <p:nvPr/>
        </p:nvSpPr>
        <p:spPr>
          <a:xfrm>
            <a:off x="5372100" y="2270760"/>
            <a:ext cx="151130" cy="226060"/>
          </a:xfrm>
          <a:prstGeom prst="rect">
            <a:avLst/>
          </a:prstGeom>
          <a:solidFill>
            <a:srgbClr val="F4BC7A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75" name="Shape 157"/>
          <p:cNvSpPr/>
          <p:nvPr/>
        </p:nvSpPr>
        <p:spPr>
          <a:xfrm>
            <a:off x="5523230" y="2270760"/>
            <a:ext cx="151130" cy="226060"/>
          </a:xfrm>
          <a:prstGeom prst="rect">
            <a:avLst/>
          </a:prstGeom>
          <a:solidFill>
            <a:srgbClr val="E2A25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76" name="Shape 158"/>
          <p:cNvSpPr/>
          <p:nvPr/>
        </p:nvSpPr>
        <p:spPr>
          <a:xfrm>
            <a:off x="5674360" y="2270760"/>
            <a:ext cx="151130" cy="226060"/>
          </a:xfrm>
          <a:prstGeom prst="rect">
            <a:avLst/>
          </a:prstGeom>
          <a:solidFill>
            <a:srgbClr val="D89854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77" name="Text 159"/>
          <p:cNvSpPr/>
          <p:nvPr/>
        </p:nvSpPr>
        <p:spPr>
          <a:xfrm>
            <a:off x="5207000" y="2251710"/>
            <a:ext cx="3302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A85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88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8" name="Shape 160"/>
          <p:cNvSpPr/>
          <p:nvPr/>
        </p:nvSpPr>
        <p:spPr>
          <a:xfrm>
            <a:off x="5877560" y="2270760"/>
            <a:ext cx="151130" cy="226060"/>
          </a:xfrm>
          <a:prstGeom prst="rect">
            <a:avLst/>
          </a:prstGeom>
          <a:solidFill>
            <a:srgbClr val="DFA05C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79" name="Shape 161"/>
          <p:cNvSpPr/>
          <p:nvPr/>
        </p:nvSpPr>
        <p:spPr>
          <a:xfrm>
            <a:off x="6028690" y="2270760"/>
            <a:ext cx="151130" cy="226060"/>
          </a:xfrm>
          <a:prstGeom prst="rect">
            <a:avLst/>
          </a:prstGeom>
          <a:solidFill>
            <a:srgbClr val="E6A862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80" name="Shape 162"/>
          <p:cNvSpPr/>
          <p:nvPr/>
        </p:nvSpPr>
        <p:spPr>
          <a:xfrm>
            <a:off x="6179820" y="2270760"/>
            <a:ext cx="151130" cy="226060"/>
          </a:xfrm>
          <a:prstGeom prst="rect">
            <a:avLst/>
          </a:prstGeom>
          <a:solidFill>
            <a:srgbClr val="EEB26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81" name="Shape 163"/>
          <p:cNvSpPr/>
          <p:nvPr/>
        </p:nvSpPr>
        <p:spPr>
          <a:xfrm>
            <a:off x="6330950" y="2270760"/>
            <a:ext cx="151130" cy="226060"/>
          </a:xfrm>
          <a:prstGeom prst="rect">
            <a:avLst/>
          </a:prstGeom>
          <a:solidFill>
            <a:srgbClr val="F4BC7A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82" name="Shape 164"/>
          <p:cNvSpPr/>
          <p:nvPr/>
        </p:nvSpPr>
        <p:spPr>
          <a:xfrm>
            <a:off x="6482080" y="2270760"/>
            <a:ext cx="151130" cy="226060"/>
          </a:xfrm>
          <a:prstGeom prst="rect">
            <a:avLst/>
          </a:prstGeom>
          <a:solidFill>
            <a:srgbClr val="E2A25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83" name="Shape 165"/>
          <p:cNvSpPr/>
          <p:nvPr/>
        </p:nvSpPr>
        <p:spPr>
          <a:xfrm>
            <a:off x="6633210" y="2270760"/>
            <a:ext cx="151130" cy="226060"/>
          </a:xfrm>
          <a:prstGeom prst="rect">
            <a:avLst/>
          </a:prstGeom>
          <a:solidFill>
            <a:srgbClr val="D89854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84" name="Text 166"/>
          <p:cNvSpPr/>
          <p:nvPr/>
        </p:nvSpPr>
        <p:spPr>
          <a:xfrm>
            <a:off x="6165850" y="2251710"/>
            <a:ext cx="3302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A85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88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85" name="Shape 167"/>
          <p:cNvSpPr/>
          <p:nvPr/>
        </p:nvSpPr>
        <p:spPr>
          <a:xfrm>
            <a:off x="6842760" y="2270760"/>
            <a:ext cx="151130" cy="226060"/>
          </a:xfrm>
          <a:prstGeom prst="rect">
            <a:avLst/>
          </a:prstGeom>
          <a:solidFill>
            <a:srgbClr val="DFA05C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86" name="Shape 168"/>
          <p:cNvSpPr/>
          <p:nvPr/>
        </p:nvSpPr>
        <p:spPr>
          <a:xfrm>
            <a:off x="6993890" y="2270760"/>
            <a:ext cx="151130" cy="226060"/>
          </a:xfrm>
          <a:prstGeom prst="rect">
            <a:avLst/>
          </a:prstGeom>
          <a:solidFill>
            <a:srgbClr val="E6A862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87" name="Shape 169"/>
          <p:cNvSpPr/>
          <p:nvPr/>
        </p:nvSpPr>
        <p:spPr>
          <a:xfrm>
            <a:off x="7145020" y="2270760"/>
            <a:ext cx="151130" cy="226060"/>
          </a:xfrm>
          <a:prstGeom prst="rect">
            <a:avLst/>
          </a:prstGeom>
          <a:solidFill>
            <a:srgbClr val="EEB26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88" name="Shape 170"/>
          <p:cNvSpPr/>
          <p:nvPr/>
        </p:nvSpPr>
        <p:spPr>
          <a:xfrm>
            <a:off x="7296150" y="2270760"/>
            <a:ext cx="151130" cy="226060"/>
          </a:xfrm>
          <a:prstGeom prst="rect">
            <a:avLst/>
          </a:prstGeom>
          <a:solidFill>
            <a:srgbClr val="F4BC7A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89" name="Shape 171"/>
          <p:cNvSpPr/>
          <p:nvPr/>
        </p:nvSpPr>
        <p:spPr>
          <a:xfrm>
            <a:off x="7447280" y="2270760"/>
            <a:ext cx="151130" cy="226060"/>
          </a:xfrm>
          <a:prstGeom prst="rect">
            <a:avLst/>
          </a:prstGeom>
          <a:solidFill>
            <a:srgbClr val="E2A25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90" name="Shape 172"/>
          <p:cNvSpPr/>
          <p:nvPr/>
        </p:nvSpPr>
        <p:spPr>
          <a:xfrm>
            <a:off x="7598410" y="2270760"/>
            <a:ext cx="151130" cy="226060"/>
          </a:xfrm>
          <a:prstGeom prst="rect">
            <a:avLst/>
          </a:prstGeom>
          <a:solidFill>
            <a:srgbClr val="D89854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91" name="Text 173"/>
          <p:cNvSpPr/>
          <p:nvPr/>
        </p:nvSpPr>
        <p:spPr>
          <a:xfrm>
            <a:off x="7131050" y="2251710"/>
            <a:ext cx="3302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A85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88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192" name="Shape 174"/>
          <p:cNvSpPr/>
          <p:nvPr/>
        </p:nvSpPr>
        <p:spPr>
          <a:xfrm>
            <a:off x="9354820" y="2270760"/>
            <a:ext cx="151130" cy="226060"/>
          </a:xfrm>
          <a:prstGeom prst="rect">
            <a:avLst/>
          </a:prstGeom>
          <a:solidFill>
            <a:srgbClr val="DFA05C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93" name="Shape 175"/>
          <p:cNvSpPr/>
          <p:nvPr/>
        </p:nvSpPr>
        <p:spPr>
          <a:xfrm>
            <a:off x="9505950" y="2270760"/>
            <a:ext cx="151130" cy="226060"/>
          </a:xfrm>
          <a:prstGeom prst="rect">
            <a:avLst/>
          </a:prstGeom>
          <a:solidFill>
            <a:srgbClr val="E6A862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94" name="Shape 176"/>
          <p:cNvSpPr/>
          <p:nvPr/>
        </p:nvSpPr>
        <p:spPr>
          <a:xfrm>
            <a:off x="9657080" y="2270760"/>
            <a:ext cx="151130" cy="226060"/>
          </a:xfrm>
          <a:prstGeom prst="rect">
            <a:avLst/>
          </a:prstGeom>
          <a:solidFill>
            <a:srgbClr val="EEB26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95" name="Shape 177"/>
          <p:cNvSpPr/>
          <p:nvPr/>
        </p:nvSpPr>
        <p:spPr>
          <a:xfrm>
            <a:off x="9808210" y="2270760"/>
            <a:ext cx="151130" cy="226060"/>
          </a:xfrm>
          <a:prstGeom prst="rect">
            <a:avLst/>
          </a:prstGeom>
          <a:solidFill>
            <a:srgbClr val="F4BC7A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96" name="Shape 178"/>
          <p:cNvSpPr/>
          <p:nvPr/>
        </p:nvSpPr>
        <p:spPr>
          <a:xfrm>
            <a:off x="9959340" y="2270760"/>
            <a:ext cx="151130" cy="226060"/>
          </a:xfrm>
          <a:prstGeom prst="rect">
            <a:avLst/>
          </a:prstGeom>
          <a:solidFill>
            <a:srgbClr val="E2A25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97" name="Shape 179"/>
          <p:cNvSpPr/>
          <p:nvPr/>
        </p:nvSpPr>
        <p:spPr>
          <a:xfrm>
            <a:off x="10110470" y="2270760"/>
            <a:ext cx="151130" cy="226060"/>
          </a:xfrm>
          <a:prstGeom prst="rect">
            <a:avLst/>
          </a:prstGeom>
          <a:solidFill>
            <a:srgbClr val="D89854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198" name="Text 180"/>
          <p:cNvSpPr/>
          <p:nvPr/>
        </p:nvSpPr>
        <p:spPr>
          <a:xfrm>
            <a:off x="9643110" y="2251710"/>
            <a:ext cx="3302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A85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88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N-2</a:t>
            </a:r>
            <a:endParaRPr lang="en-US" sz="1400" dirty="0"/>
          </a:p>
        </p:txBody>
      </p:sp>
      <p:sp>
        <p:nvSpPr>
          <p:cNvPr id="199" name="Shape 181"/>
          <p:cNvSpPr/>
          <p:nvPr/>
        </p:nvSpPr>
        <p:spPr>
          <a:xfrm>
            <a:off x="10302240" y="2270760"/>
            <a:ext cx="151130" cy="226060"/>
          </a:xfrm>
          <a:prstGeom prst="rect">
            <a:avLst/>
          </a:prstGeom>
          <a:solidFill>
            <a:srgbClr val="DFA05C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200" name="Shape 182"/>
          <p:cNvSpPr/>
          <p:nvPr/>
        </p:nvSpPr>
        <p:spPr>
          <a:xfrm>
            <a:off x="10453370" y="2270760"/>
            <a:ext cx="151130" cy="226060"/>
          </a:xfrm>
          <a:prstGeom prst="rect">
            <a:avLst/>
          </a:prstGeom>
          <a:solidFill>
            <a:srgbClr val="E6A862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201" name="Shape 183"/>
          <p:cNvSpPr/>
          <p:nvPr/>
        </p:nvSpPr>
        <p:spPr>
          <a:xfrm>
            <a:off x="10604500" y="2270760"/>
            <a:ext cx="151130" cy="226060"/>
          </a:xfrm>
          <a:prstGeom prst="rect">
            <a:avLst/>
          </a:prstGeom>
          <a:solidFill>
            <a:srgbClr val="EEB26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202" name="Shape 184"/>
          <p:cNvSpPr/>
          <p:nvPr/>
        </p:nvSpPr>
        <p:spPr>
          <a:xfrm>
            <a:off x="10755630" y="2270760"/>
            <a:ext cx="151130" cy="226060"/>
          </a:xfrm>
          <a:prstGeom prst="rect">
            <a:avLst/>
          </a:prstGeom>
          <a:solidFill>
            <a:srgbClr val="F4BC7A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203" name="Shape 185"/>
          <p:cNvSpPr/>
          <p:nvPr/>
        </p:nvSpPr>
        <p:spPr>
          <a:xfrm>
            <a:off x="10906760" y="2270760"/>
            <a:ext cx="151130" cy="226060"/>
          </a:xfrm>
          <a:prstGeom prst="rect">
            <a:avLst/>
          </a:prstGeom>
          <a:solidFill>
            <a:srgbClr val="E2A25E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204" name="Shape 186"/>
          <p:cNvSpPr/>
          <p:nvPr/>
        </p:nvSpPr>
        <p:spPr>
          <a:xfrm>
            <a:off x="11057890" y="2270760"/>
            <a:ext cx="151130" cy="226060"/>
          </a:xfrm>
          <a:prstGeom prst="rect">
            <a:avLst/>
          </a:prstGeom>
          <a:solidFill>
            <a:srgbClr val="D89854"/>
          </a:solidFill>
          <a:ln w="9525">
            <a:solidFill>
              <a:srgbClr val="A56A30"/>
            </a:solidFill>
            <a:prstDash val="solid"/>
          </a:ln>
        </p:spPr>
      </p:sp>
      <p:sp>
        <p:nvSpPr>
          <p:cNvPr id="205" name="Text 187"/>
          <p:cNvSpPr/>
          <p:nvPr/>
        </p:nvSpPr>
        <p:spPr>
          <a:xfrm>
            <a:off x="10590530" y="2251710"/>
            <a:ext cx="3302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A85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88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N-1</a:t>
            </a:r>
            <a:endParaRPr lang="en-US" sz="1400" dirty="0"/>
          </a:p>
        </p:txBody>
      </p:sp>
      <p:sp>
        <p:nvSpPr>
          <p:cNvPr id="206" name="Shape 188"/>
          <p:cNvSpPr/>
          <p:nvPr/>
        </p:nvSpPr>
        <p:spPr>
          <a:xfrm>
            <a:off x="7970520" y="2339340"/>
            <a:ext cx="88900" cy="88900"/>
          </a:xfrm>
          <a:prstGeom prst="ellipse">
            <a:avLst/>
          </a:prstGeom>
          <a:solidFill>
            <a:srgbClr val="773B42"/>
          </a:solidFill>
          <a:ln/>
        </p:spPr>
      </p:sp>
      <p:sp>
        <p:nvSpPr>
          <p:cNvPr id="207" name="Shape 189"/>
          <p:cNvSpPr/>
          <p:nvPr/>
        </p:nvSpPr>
        <p:spPr>
          <a:xfrm>
            <a:off x="8201660" y="2339340"/>
            <a:ext cx="88900" cy="88900"/>
          </a:xfrm>
          <a:prstGeom prst="ellipse">
            <a:avLst/>
          </a:prstGeom>
          <a:solidFill>
            <a:srgbClr val="773B42"/>
          </a:solidFill>
          <a:ln/>
        </p:spPr>
      </p:sp>
      <p:sp>
        <p:nvSpPr>
          <p:cNvPr id="208" name="Shape 190"/>
          <p:cNvSpPr/>
          <p:nvPr/>
        </p:nvSpPr>
        <p:spPr>
          <a:xfrm>
            <a:off x="8431530" y="2339340"/>
            <a:ext cx="88900" cy="88900"/>
          </a:xfrm>
          <a:prstGeom prst="ellipse">
            <a:avLst/>
          </a:prstGeom>
          <a:solidFill>
            <a:srgbClr val="773B42"/>
          </a:solidFill>
          <a:ln/>
        </p:spPr>
      </p:sp>
      <p:sp>
        <p:nvSpPr>
          <p:cNvPr id="209" name="Shape 191"/>
          <p:cNvSpPr/>
          <p:nvPr/>
        </p:nvSpPr>
        <p:spPr>
          <a:xfrm>
            <a:off x="8662670" y="2339340"/>
            <a:ext cx="88900" cy="88900"/>
          </a:xfrm>
          <a:prstGeom prst="ellipse">
            <a:avLst/>
          </a:prstGeom>
          <a:solidFill>
            <a:srgbClr val="773B42"/>
          </a:solidFill>
          <a:ln/>
        </p:spPr>
      </p:sp>
      <p:sp>
        <p:nvSpPr>
          <p:cNvPr id="210" name="Shape 192"/>
          <p:cNvSpPr/>
          <p:nvPr/>
        </p:nvSpPr>
        <p:spPr>
          <a:xfrm>
            <a:off x="8892540" y="2339340"/>
            <a:ext cx="88900" cy="88900"/>
          </a:xfrm>
          <a:prstGeom prst="ellipse">
            <a:avLst/>
          </a:prstGeom>
          <a:solidFill>
            <a:srgbClr val="773B42"/>
          </a:solidFill>
          <a:ln/>
        </p:spPr>
      </p:sp>
      <p:sp>
        <p:nvSpPr>
          <p:cNvPr id="211" name="Shape 193"/>
          <p:cNvSpPr/>
          <p:nvPr/>
        </p:nvSpPr>
        <p:spPr>
          <a:xfrm>
            <a:off x="1936750" y="2724150"/>
            <a:ext cx="9494520" cy="797560"/>
          </a:xfrm>
          <a:prstGeom prst="roundRect">
            <a:avLst>
              <a:gd name="adj" fmla="val 5732"/>
            </a:avLst>
          </a:prstGeom>
          <a:solidFill>
            <a:srgbClr val="E9B172"/>
          </a:solidFill>
          <a:ln w="19050">
            <a:solidFill>
              <a:srgbClr val="8A4A3C"/>
            </a:solidFill>
            <a:prstDash val="solid"/>
          </a:ln>
        </p:spPr>
      </p:sp>
      <p:sp>
        <p:nvSpPr>
          <p:cNvPr id="212" name="Text 194"/>
          <p:cNvSpPr/>
          <p:nvPr/>
        </p:nvSpPr>
        <p:spPr>
          <a:xfrm>
            <a:off x="2247900" y="2746489"/>
            <a:ext cx="889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i="1" dirty="0">
                <a:solidFill>
                  <a:srgbClr val="6E3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 Forward Networks [ One Hidden with  RELU Activation]</a:t>
            </a:r>
            <a:endParaRPr lang="en-US" sz="1700" dirty="0"/>
          </a:p>
        </p:txBody>
      </p:sp>
      <p:sp>
        <p:nvSpPr>
          <p:cNvPr id="213" name="Shape 195"/>
          <p:cNvSpPr/>
          <p:nvPr/>
        </p:nvSpPr>
        <p:spPr>
          <a:xfrm>
            <a:off x="2007870" y="3041650"/>
            <a:ext cx="965200" cy="387350"/>
          </a:xfrm>
          <a:prstGeom prst="roundRect">
            <a:avLst>
              <a:gd name="adj" fmla="val 14164"/>
            </a:avLst>
          </a:prstGeom>
          <a:solidFill>
            <a:srgbClr val="CFA05C"/>
          </a:solidFill>
          <a:ln w="12700">
            <a:solidFill>
              <a:srgbClr val="C8763A"/>
            </a:solidFill>
            <a:prstDash val="solid"/>
          </a:ln>
        </p:spPr>
      </p:sp>
      <p:sp>
        <p:nvSpPr>
          <p:cNvPr id="214" name="Shape 196"/>
          <p:cNvSpPr/>
          <p:nvPr/>
        </p:nvSpPr>
        <p:spPr>
          <a:xfrm>
            <a:off x="2299970" y="3149600"/>
            <a:ext cx="-2870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15" name="Shape 197"/>
          <p:cNvSpPr/>
          <p:nvPr/>
        </p:nvSpPr>
        <p:spPr>
          <a:xfrm>
            <a:off x="2299970" y="3149600"/>
            <a:ext cx="-1676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16" name="Shape 198"/>
          <p:cNvSpPr/>
          <p:nvPr/>
        </p:nvSpPr>
        <p:spPr>
          <a:xfrm>
            <a:off x="2299970" y="3149600"/>
            <a:ext cx="-482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17" name="Shape 199"/>
          <p:cNvSpPr/>
          <p:nvPr/>
        </p:nvSpPr>
        <p:spPr>
          <a:xfrm>
            <a:off x="2299970" y="3149600"/>
            <a:ext cx="711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18" name="Shape 200"/>
          <p:cNvSpPr/>
          <p:nvPr/>
        </p:nvSpPr>
        <p:spPr>
          <a:xfrm>
            <a:off x="2299970" y="3149600"/>
            <a:ext cx="19050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19" name="Shape 201"/>
          <p:cNvSpPr/>
          <p:nvPr/>
        </p:nvSpPr>
        <p:spPr>
          <a:xfrm>
            <a:off x="2299970" y="3149600"/>
            <a:ext cx="30988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20" name="Shape 202"/>
          <p:cNvSpPr/>
          <p:nvPr/>
        </p:nvSpPr>
        <p:spPr>
          <a:xfrm>
            <a:off x="2299970" y="3149600"/>
            <a:ext cx="4292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21" name="Shape 203"/>
          <p:cNvSpPr/>
          <p:nvPr/>
        </p:nvSpPr>
        <p:spPr>
          <a:xfrm>
            <a:off x="2299970" y="3149600"/>
            <a:ext cx="5486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22" name="Shape 204"/>
          <p:cNvSpPr/>
          <p:nvPr/>
        </p:nvSpPr>
        <p:spPr>
          <a:xfrm>
            <a:off x="2299970" y="3149600"/>
            <a:ext cx="6680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23" name="Shape 205"/>
          <p:cNvSpPr/>
          <p:nvPr/>
        </p:nvSpPr>
        <p:spPr>
          <a:xfrm>
            <a:off x="2395220" y="3149600"/>
            <a:ext cx="-38227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24" name="Shape 206"/>
          <p:cNvSpPr/>
          <p:nvPr/>
        </p:nvSpPr>
        <p:spPr>
          <a:xfrm>
            <a:off x="2395220" y="3149600"/>
            <a:ext cx="-26289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25" name="Shape 207"/>
          <p:cNvSpPr/>
          <p:nvPr/>
        </p:nvSpPr>
        <p:spPr>
          <a:xfrm>
            <a:off x="2395220" y="3149600"/>
            <a:ext cx="-14351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26" name="Shape 208"/>
          <p:cNvSpPr/>
          <p:nvPr/>
        </p:nvSpPr>
        <p:spPr>
          <a:xfrm>
            <a:off x="2395220" y="3149600"/>
            <a:ext cx="-2413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27" name="Shape 209"/>
          <p:cNvSpPr/>
          <p:nvPr/>
        </p:nvSpPr>
        <p:spPr>
          <a:xfrm>
            <a:off x="2395220" y="3149600"/>
            <a:ext cx="9525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28" name="Shape 210"/>
          <p:cNvSpPr/>
          <p:nvPr/>
        </p:nvSpPr>
        <p:spPr>
          <a:xfrm>
            <a:off x="2395220" y="3149600"/>
            <a:ext cx="21463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29" name="Shape 211"/>
          <p:cNvSpPr/>
          <p:nvPr/>
        </p:nvSpPr>
        <p:spPr>
          <a:xfrm>
            <a:off x="2395220" y="3149600"/>
            <a:ext cx="33401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30" name="Shape 212"/>
          <p:cNvSpPr/>
          <p:nvPr/>
        </p:nvSpPr>
        <p:spPr>
          <a:xfrm>
            <a:off x="2395220" y="3149600"/>
            <a:ext cx="45339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31" name="Shape 213"/>
          <p:cNvSpPr/>
          <p:nvPr/>
        </p:nvSpPr>
        <p:spPr>
          <a:xfrm>
            <a:off x="2395220" y="3149600"/>
            <a:ext cx="57277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32" name="Shape 214"/>
          <p:cNvSpPr/>
          <p:nvPr/>
        </p:nvSpPr>
        <p:spPr>
          <a:xfrm>
            <a:off x="2490470" y="3149600"/>
            <a:ext cx="-4775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33" name="Shape 215"/>
          <p:cNvSpPr/>
          <p:nvPr/>
        </p:nvSpPr>
        <p:spPr>
          <a:xfrm>
            <a:off x="2490470" y="3149600"/>
            <a:ext cx="-3581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34" name="Shape 216"/>
          <p:cNvSpPr/>
          <p:nvPr/>
        </p:nvSpPr>
        <p:spPr>
          <a:xfrm>
            <a:off x="2490470" y="3149600"/>
            <a:ext cx="-2387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35" name="Shape 217"/>
          <p:cNvSpPr/>
          <p:nvPr/>
        </p:nvSpPr>
        <p:spPr>
          <a:xfrm>
            <a:off x="2490470" y="3149600"/>
            <a:ext cx="-11938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36" name="Shape 218"/>
          <p:cNvSpPr/>
          <p:nvPr/>
        </p:nvSpPr>
        <p:spPr>
          <a:xfrm>
            <a:off x="2490470" y="3149600"/>
            <a:ext cx="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37" name="Shape 219"/>
          <p:cNvSpPr/>
          <p:nvPr/>
        </p:nvSpPr>
        <p:spPr>
          <a:xfrm>
            <a:off x="2490470" y="3149600"/>
            <a:ext cx="11938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38" name="Shape 220"/>
          <p:cNvSpPr/>
          <p:nvPr/>
        </p:nvSpPr>
        <p:spPr>
          <a:xfrm>
            <a:off x="2490470" y="3149600"/>
            <a:ext cx="2387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39" name="Shape 221"/>
          <p:cNvSpPr/>
          <p:nvPr/>
        </p:nvSpPr>
        <p:spPr>
          <a:xfrm>
            <a:off x="2490470" y="3149600"/>
            <a:ext cx="3581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40" name="Shape 222"/>
          <p:cNvSpPr/>
          <p:nvPr/>
        </p:nvSpPr>
        <p:spPr>
          <a:xfrm>
            <a:off x="2490470" y="3149600"/>
            <a:ext cx="4775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41" name="Shape 223"/>
          <p:cNvSpPr/>
          <p:nvPr/>
        </p:nvSpPr>
        <p:spPr>
          <a:xfrm>
            <a:off x="2585720" y="3149600"/>
            <a:ext cx="-57277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42" name="Shape 224"/>
          <p:cNvSpPr/>
          <p:nvPr/>
        </p:nvSpPr>
        <p:spPr>
          <a:xfrm>
            <a:off x="2585720" y="3149600"/>
            <a:ext cx="-45339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43" name="Shape 225"/>
          <p:cNvSpPr/>
          <p:nvPr/>
        </p:nvSpPr>
        <p:spPr>
          <a:xfrm>
            <a:off x="2585720" y="3149600"/>
            <a:ext cx="-33401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44" name="Shape 226"/>
          <p:cNvSpPr/>
          <p:nvPr/>
        </p:nvSpPr>
        <p:spPr>
          <a:xfrm>
            <a:off x="2585720" y="3149600"/>
            <a:ext cx="-21463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45" name="Shape 227"/>
          <p:cNvSpPr/>
          <p:nvPr/>
        </p:nvSpPr>
        <p:spPr>
          <a:xfrm>
            <a:off x="2585720" y="3149600"/>
            <a:ext cx="-9525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46" name="Shape 228"/>
          <p:cNvSpPr/>
          <p:nvPr/>
        </p:nvSpPr>
        <p:spPr>
          <a:xfrm>
            <a:off x="2585720" y="3149600"/>
            <a:ext cx="2413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47" name="Shape 229"/>
          <p:cNvSpPr/>
          <p:nvPr/>
        </p:nvSpPr>
        <p:spPr>
          <a:xfrm>
            <a:off x="2585720" y="3149600"/>
            <a:ext cx="14351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48" name="Shape 230"/>
          <p:cNvSpPr/>
          <p:nvPr/>
        </p:nvSpPr>
        <p:spPr>
          <a:xfrm>
            <a:off x="2585720" y="3149600"/>
            <a:ext cx="26289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49" name="Shape 231"/>
          <p:cNvSpPr/>
          <p:nvPr/>
        </p:nvSpPr>
        <p:spPr>
          <a:xfrm>
            <a:off x="2585720" y="3149600"/>
            <a:ext cx="38227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50" name="Shape 232"/>
          <p:cNvSpPr/>
          <p:nvPr/>
        </p:nvSpPr>
        <p:spPr>
          <a:xfrm>
            <a:off x="2680970" y="3149600"/>
            <a:ext cx="-6680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51" name="Shape 233"/>
          <p:cNvSpPr/>
          <p:nvPr/>
        </p:nvSpPr>
        <p:spPr>
          <a:xfrm>
            <a:off x="2680970" y="3149600"/>
            <a:ext cx="-5486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52" name="Shape 234"/>
          <p:cNvSpPr/>
          <p:nvPr/>
        </p:nvSpPr>
        <p:spPr>
          <a:xfrm>
            <a:off x="2680970" y="3149600"/>
            <a:ext cx="-4292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53" name="Shape 235"/>
          <p:cNvSpPr/>
          <p:nvPr/>
        </p:nvSpPr>
        <p:spPr>
          <a:xfrm>
            <a:off x="2680970" y="3149600"/>
            <a:ext cx="-30988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54" name="Shape 236"/>
          <p:cNvSpPr/>
          <p:nvPr/>
        </p:nvSpPr>
        <p:spPr>
          <a:xfrm>
            <a:off x="2680970" y="3149600"/>
            <a:ext cx="-19050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55" name="Shape 237"/>
          <p:cNvSpPr/>
          <p:nvPr/>
        </p:nvSpPr>
        <p:spPr>
          <a:xfrm>
            <a:off x="2680970" y="3149600"/>
            <a:ext cx="-711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56" name="Shape 238"/>
          <p:cNvSpPr/>
          <p:nvPr/>
        </p:nvSpPr>
        <p:spPr>
          <a:xfrm>
            <a:off x="2680970" y="3149600"/>
            <a:ext cx="482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57" name="Shape 239"/>
          <p:cNvSpPr/>
          <p:nvPr/>
        </p:nvSpPr>
        <p:spPr>
          <a:xfrm>
            <a:off x="2680970" y="3149600"/>
            <a:ext cx="1676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58" name="Shape 240"/>
          <p:cNvSpPr/>
          <p:nvPr/>
        </p:nvSpPr>
        <p:spPr>
          <a:xfrm>
            <a:off x="2680970" y="3149600"/>
            <a:ext cx="2870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59" name="Shape 241"/>
          <p:cNvSpPr/>
          <p:nvPr/>
        </p:nvSpPr>
        <p:spPr>
          <a:xfrm>
            <a:off x="226504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260" name="Shape 242"/>
          <p:cNvSpPr/>
          <p:nvPr/>
        </p:nvSpPr>
        <p:spPr>
          <a:xfrm>
            <a:off x="236029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261" name="Shape 243"/>
          <p:cNvSpPr/>
          <p:nvPr/>
        </p:nvSpPr>
        <p:spPr>
          <a:xfrm>
            <a:off x="245554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262" name="Shape 244"/>
          <p:cNvSpPr/>
          <p:nvPr/>
        </p:nvSpPr>
        <p:spPr>
          <a:xfrm>
            <a:off x="255079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263" name="Shape 245"/>
          <p:cNvSpPr/>
          <p:nvPr/>
        </p:nvSpPr>
        <p:spPr>
          <a:xfrm>
            <a:off x="264604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264" name="Shape 246"/>
          <p:cNvSpPr/>
          <p:nvPr/>
        </p:nvSpPr>
        <p:spPr>
          <a:xfrm>
            <a:off x="197802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265" name="Shape 247"/>
          <p:cNvSpPr/>
          <p:nvPr/>
        </p:nvSpPr>
        <p:spPr>
          <a:xfrm>
            <a:off x="209740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266" name="Shape 248"/>
          <p:cNvSpPr/>
          <p:nvPr/>
        </p:nvSpPr>
        <p:spPr>
          <a:xfrm>
            <a:off x="221678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267" name="Shape 249"/>
          <p:cNvSpPr/>
          <p:nvPr/>
        </p:nvSpPr>
        <p:spPr>
          <a:xfrm>
            <a:off x="233616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268" name="Shape 250"/>
          <p:cNvSpPr/>
          <p:nvPr/>
        </p:nvSpPr>
        <p:spPr>
          <a:xfrm>
            <a:off x="245554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269" name="Shape 251"/>
          <p:cNvSpPr/>
          <p:nvPr/>
        </p:nvSpPr>
        <p:spPr>
          <a:xfrm>
            <a:off x="257492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270" name="Shape 252"/>
          <p:cNvSpPr/>
          <p:nvPr/>
        </p:nvSpPr>
        <p:spPr>
          <a:xfrm>
            <a:off x="269430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271" name="Shape 253"/>
          <p:cNvSpPr/>
          <p:nvPr/>
        </p:nvSpPr>
        <p:spPr>
          <a:xfrm>
            <a:off x="281368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272" name="Shape 254"/>
          <p:cNvSpPr/>
          <p:nvPr/>
        </p:nvSpPr>
        <p:spPr>
          <a:xfrm>
            <a:off x="293306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273" name="Text 255"/>
          <p:cNvSpPr/>
          <p:nvPr/>
        </p:nvSpPr>
        <p:spPr>
          <a:xfrm>
            <a:off x="2642870" y="3086100"/>
            <a:ext cx="2794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C05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RELU</a:t>
            </a:r>
            <a:endParaRPr lang="en-US" sz="700" dirty="0"/>
          </a:p>
        </p:txBody>
      </p:sp>
      <p:sp>
        <p:nvSpPr>
          <p:cNvPr id="274" name="Shape 256"/>
          <p:cNvSpPr/>
          <p:nvPr/>
        </p:nvSpPr>
        <p:spPr>
          <a:xfrm>
            <a:off x="3042920" y="3041650"/>
            <a:ext cx="965200" cy="387350"/>
          </a:xfrm>
          <a:prstGeom prst="roundRect">
            <a:avLst>
              <a:gd name="adj" fmla="val 14164"/>
            </a:avLst>
          </a:prstGeom>
          <a:solidFill>
            <a:srgbClr val="CFA05C"/>
          </a:solidFill>
          <a:ln w="12700">
            <a:solidFill>
              <a:srgbClr val="C8763A"/>
            </a:solidFill>
            <a:prstDash val="solid"/>
          </a:ln>
        </p:spPr>
      </p:sp>
      <p:sp>
        <p:nvSpPr>
          <p:cNvPr id="275" name="Shape 257"/>
          <p:cNvSpPr/>
          <p:nvPr/>
        </p:nvSpPr>
        <p:spPr>
          <a:xfrm>
            <a:off x="3335020" y="3149600"/>
            <a:ext cx="-2870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76" name="Shape 258"/>
          <p:cNvSpPr/>
          <p:nvPr/>
        </p:nvSpPr>
        <p:spPr>
          <a:xfrm>
            <a:off x="3335020" y="3149600"/>
            <a:ext cx="-1676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77" name="Shape 259"/>
          <p:cNvSpPr/>
          <p:nvPr/>
        </p:nvSpPr>
        <p:spPr>
          <a:xfrm>
            <a:off x="3335020" y="3149600"/>
            <a:ext cx="-482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78" name="Shape 260"/>
          <p:cNvSpPr/>
          <p:nvPr/>
        </p:nvSpPr>
        <p:spPr>
          <a:xfrm>
            <a:off x="3335020" y="3149600"/>
            <a:ext cx="711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79" name="Shape 261"/>
          <p:cNvSpPr/>
          <p:nvPr/>
        </p:nvSpPr>
        <p:spPr>
          <a:xfrm>
            <a:off x="3335020" y="3149600"/>
            <a:ext cx="19050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80" name="Shape 262"/>
          <p:cNvSpPr/>
          <p:nvPr/>
        </p:nvSpPr>
        <p:spPr>
          <a:xfrm>
            <a:off x="3335020" y="3149600"/>
            <a:ext cx="30988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81" name="Shape 263"/>
          <p:cNvSpPr/>
          <p:nvPr/>
        </p:nvSpPr>
        <p:spPr>
          <a:xfrm>
            <a:off x="3335020" y="3149600"/>
            <a:ext cx="4292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82" name="Shape 264"/>
          <p:cNvSpPr/>
          <p:nvPr/>
        </p:nvSpPr>
        <p:spPr>
          <a:xfrm>
            <a:off x="3335020" y="3149600"/>
            <a:ext cx="5486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83" name="Shape 265"/>
          <p:cNvSpPr/>
          <p:nvPr/>
        </p:nvSpPr>
        <p:spPr>
          <a:xfrm>
            <a:off x="3335020" y="3149600"/>
            <a:ext cx="6680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84" name="Shape 266"/>
          <p:cNvSpPr/>
          <p:nvPr/>
        </p:nvSpPr>
        <p:spPr>
          <a:xfrm>
            <a:off x="3430270" y="3149600"/>
            <a:ext cx="-38227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85" name="Shape 267"/>
          <p:cNvSpPr/>
          <p:nvPr/>
        </p:nvSpPr>
        <p:spPr>
          <a:xfrm>
            <a:off x="3430270" y="3149600"/>
            <a:ext cx="-26289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86" name="Shape 268"/>
          <p:cNvSpPr/>
          <p:nvPr/>
        </p:nvSpPr>
        <p:spPr>
          <a:xfrm>
            <a:off x="3430270" y="3149600"/>
            <a:ext cx="-14351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87" name="Shape 269"/>
          <p:cNvSpPr/>
          <p:nvPr/>
        </p:nvSpPr>
        <p:spPr>
          <a:xfrm>
            <a:off x="3430270" y="3149600"/>
            <a:ext cx="-2413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88" name="Shape 270"/>
          <p:cNvSpPr/>
          <p:nvPr/>
        </p:nvSpPr>
        <p:spPr>
          <a:xfrm>
            <a:off x="3430270" y="3149600"/>
            <a:ext cx="9525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89" name="Shape 271"/>
          <p:cNvSpPr/>
          <p:nvPr/>
        </p:nvSpPr>
        <p:spPr>
          <a:xfrm>
            <a:off x="3430270" y="3149600"/>
            <a:ext cx="21463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90" name="Shape 272"/>
          <p:cNvSpPr/>
          <p:nvPr/>
        </p:nvSpPr>
        <p:spPr>
          <a:xfrm>
            <a:off x="3430270" y="3149600"/>
            <a:ext cx="33401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91" name="Shape 273"/>
          <p:cNvSpPr/>
          <p:nvPr/>
        </p:nvSpPr>
        <p:spPr>
          <a:xfrm>
            <a:off x="3430270" y="3149600"/>
            <a:ext cx="45339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92" name="Shape 274"/>
          <p:cNvSpPr/>
          <p:nvPr/>
        </p:nvSpPr>
        <p:spPr>
          <a:xfrm>
            <a:off x="3430270" y="3149600"/>
            <a:ext cx="57277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93" name="Shape 275"/>
          <p:cNvSpPr/>
          <p:nvPr/>
        </p:nvSpPr>
        <p:spPr>
          <a:xfrm>
            <a:off x="3525520" y="3149600"/>
            <a:ext cx="-4775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94" name="Shape 276"/>
          <p:cNvSpPr/>
          <p:nvPr/>
        </p:nvSpPr>
        <p:spPr>
          <a:xfrm>
            <a:off x="3525520" y="3149600"/>
            <a:ext cx="-3581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95" name="Shape 277"/>
          <p:cNvSpPr/>
          <p:nvPr/>
        </p:nvSpPr>
        <p:spPr>
          <a:xfrm>
            <a:off x="3525520" y="3149600"/>
            <a:ext cx="-2387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96" name="Shape 278"/>
          <p:cNvSpPr/>
          <p:nvPr/>
        </p:nvSpPr>
        <p:spPr>
          <a:xfrm>
            <a:off x="3525520" y="3149600"/>
            <a:ext cx="-11938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97" name="Shape 279"/>
          <p:cNvSpPr/>
          <p:nvPr/>
        </p:nvSpPr>
        <p:spPr>
          <a:xfrm>
            <a:off x="3525520" y="3149600"/>
            <a:ext cx="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98" name="Shape 280"/>
          <p:cNvSpPr/>
          <p:nvPr/>
        </p:nvSpPr>
        <p:spPr>
          <a:xfrm>
            <a:off x="3525520" y="3149600"/>
            <a:ext cx="11938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299" name="Shape 281"/>
          <p:cNvSpPr/>
          <p:nvPr/>
        </p:nvSpPr>
        <p:spPr>
          <a:xfrm>
            <a:off x="3525520" y="3149600"/>
            <a:ext cx="2387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00" name="Shape 282"/>
          <p:cNvSpPr/>
          <p:nvPr/>
        </p:nvSpPr>
        <p:spPr>
          <a:xfrm>
            <a:off x="3525520" y="3149600"/>
            <a:ext cx="3581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01" name="Shape 283"/>
          <p:cNvSpPr/>
          <p:nvPr/>
        </p:nvSpPr>
        <p:spPr>
          <a:xfrm>
            <a:off x="3525520" y="3149600"/>
            <a:ext cx="4775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02" name="Shape 284"/>
          <p:cNvSpPr/>
          <p:nvPr/>
        </p:nvSpPr>
        <p:spPr>
          <a:xfrm>
            <a:off x="3620770" y="3149600"/>
            <a:ext cx="-57277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03" name="Shape 285"/>
          <p:cNvSpPr/>
          <p:nvPr/>
        </p:nvSpPr>
        <p:spPr>
          <a:xfrm>
            <a:off x="3620770" y="3149600"/>
            <a:ext cx="-45339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04" name="Shape 286"/>
          <p:cNvSpPr/>
          <p:nvPr/>
        </p:nvSpPr>
        <p:spPr>
          <a:xfrm>
            <a:off x="3620770" y="3149600"/>
            <a:ext cx="-33401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05" name="Shape 287"/>
          <p:cNvSpPr/>
          <p:nvPr/>
        </p:nvSpPr>
        <p:spPr>
          <a:xfrm>
            <a:off x="3620770" y="3149600"/>
            <a:ext cx="-21463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06" name="Shape 288"/>
          <p:cNvSpPr/>
          <p:nvPr/>
        </p:nvSpPr>
        <p:spPr>
          <a:xfrm>
            <a:off x="3620770" y="3149600"/>
            <a:ext cx="-9525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07" name="Shape 289"/>
          <p:cNvSpPr/>
          <p:nvPr/>
        </p:nvSpPr>
        <p:spPr>
          <a:xfrm>
            <a:off x="3620770" y="3149600"/>
            <a:ext cx="2413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08" name="Shape 290"/>
          <p:cNvSpPr/>
          <p:nvPr/>
        </p:nvSpPr>
        <p:spPr>
          <a:xfrm>
            <a:off x="3620770" y="3149600"/>
            <a:ext cx="14351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09" name="Shape 291"/>
          <p:cNvSpPr/>
          <p:nvPr/>
        </p:nvSpPr>
        <p:spPr>
          <a:xfrm>
            <a:off x="3620770" y="3149600"/>
            <a:ext cx="26289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10" name="Shape 292"/>
          <p:cNvSpPr/>
          <p:nvPr/>
        </p:nvSpPr>
        <p:spPr>
          <a:xfrm>
            <a:off x="3620770" y="3149600"/>
            <a:ext cx="38227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11" name="Shape 293"/>
          <p:cNvSpPr/>
          <p:nvPr/>
        </p:nvSpPr>
        <p:spPr>
          <a:xfrm>
            <a:off x="3716020" y="3149600"/>
            <a:ext cx="-6680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12" name="Shape 294"/>
          <p:cNvSpPr/>
          <p:nvPr/>
        </p:nvSpPr>
        <p:spPr>
          <a:xfrm>
            <a:off x="3716020" y="3149600"/>
            <a:ext cx="-5486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13" name="Shape 295"/>
          <p:cNvSpPr/>
          <p:nvPr/>
        </p:nvSpPr>
        <p:spPr>
          <a:xfrm>
            <a:off x="3716020" y="3149600"/>
            <a:ext cx="-4292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14" name="Shape 296"/>
          <p:cNvSpPr/>
          <p:nvPr/>
        </p:nvSpPr>
        <p:spPr>
          <a:xfrm>
            <a:off x="3716020" y="3149600"/>
            <a:ext cx="-30988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15" name="Shape 297"/>
          <p:cNvSpPr/>
          <p:nvPr/>
        </p:nvSpPr>
        <p:spPr>
          <a:xfrm>
            <a:off x="3716020" y="3149600"/>
            <a:ext cx="-19050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16" name="Shape 298"/>
          <p:cNvSpPr/>
          <p:nvPr/>
        </p:nvSpPr>
        <p:spPr>
          <a:xfrm>
            <a:off x="3716020" y="3149600"/>
            <a:ext cx="-711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17" name="Shape 299"/>
          <p:cNvSpPr/>
          <p:nvPr/>
        </p:nvSpPr>
        <p:spPr>
          <a:xfrm>
            <a:off x="3716020" y="3149600"/>
            <a:ext cx="482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18" name="Shape 300"/>
          <p:cNvSpPr/>
          <p:nvPr/>
        </p:nvSpPr>
        <p:spPr>
          <a:xfrm>
            <a:off x="3716020" y="3149600"/>
            <a:ext cx="1676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19" name="Shape 301"/>
          <p:cNvSpPr/>
          <p:nvPr/>
        </p:nvSpPr>
        <p:spPr>
          <a:xfrm>
            <a:off x="3716020" y="3149600"/>
            <a:ext cx="2870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20" name="Shape 302"/>
          <p:cNvSpPr/>
          <p:nvPr/>
        </p:nvSpPr>
        <p:spPr>
          <a:xfrm>
            <a:off x="330009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321" name="Shape 303"/>
          <p:cNvSpPr/>
          <p:nvPr/>
        </p:nvSpPr>
        <p:spPr>
          <a:xfrm>
            <a:off x="339534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322" name="Shape 304"/>
          <p:cNvSpPr/>
          <p:nvPr/>
        </p:nvSpPr>
        <p:spPr>
          <a:xfrm>
            <a:off x="349059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323" name="Shape 305"/>
          <p:cNvSpPr/>
          <p:nvPr/>
        </p:nvSpPr>
        <p:spPr>
          <a:xfrm>
            <a:off x="358584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324" name="Shape 306"/>
          <p:cNvSpPr/>
          <p:nvPr/>
        </p:nvSpPr>
        <p:spPr>
          <a:xfrm>
            <a:off x="368109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325" name="Shape 307"/>
          <p:cNvSpPr/>
          <p:nvPr/>
        </p:nvSpPr>
        <p:spPr>
          <a:xfrm>
            <a:off x="301307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326" name="Shape 308"/>
          <p:cNvSpPr/>
          <p:nvPr/>
        </p:nvSpPr>
        <p:spPr>
          <a:xfrm>
            <a:off x="313245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327" name="Shape 309"/>
          <p:cNvSpPr/>
          <p:nvPr/>
        </p:nvSpPr>
        <p:spPr>
          <a:xfrm>
            <a:off x="325183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328" name="Shape 310"/>
          <p:cNvSpPr/>
          <p:nvPr/>
        </p:nvSpPr>
        <p:spPr>
          <a:xfrm>
            <a:off x="337121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329" name="Shape 311"/>
          <p:cNvSpPr/>
          <p:nvPr/>
        </p:nvSpPr>
        <p:spPr>
          <a:xfrm>
            <a:off x="349059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330" name="Shape 312"/>
          <p:cNvSpPr/>
          <p:nvPr/>
        </p:nvSpPr>
        <p:spPr>
          <a:xfrm>
            <a:off x="360997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331" name="Shape 313"/>
          <p:cNvSpPr/>
          <p:nvPr/>
        </p:nvSpPr>
        <p:spPr>
          <a:xfrm>
            <a:off x="372935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332" name="Shape 314"/>
          <p:cNvSpPr/>
          <p:nvPr/>
        </p:nvSpPr>
        <p:spPr>
          <a:xfrm>
            <a:off x="384873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333" name="Shape 315"/>
          <p:cNvSpPr/>
          <p:nvPr/>
        </p:nvSpPr>
        <p:spPr>
          <a:xfrm>
            <a:off x="396811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334" name="Text 316"/>
          <p:cNvSpPr/>
          <p:nvPr/>
        </p:nvSpPr>
        <p:spPr>
          <a:xfrm>
            <a:off x="3677920" y="3086100"/>
            <a:ext cx="2794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C05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RELU</a:t>
            </a:r>
            <a:endParaRPr lang="en-US" sz="700" dirty="0"/>
          </a:p>
        </p:txBody>
      </p:sp>
      <p:sp>
        <p:nvSpPr>
          <p:cNvPr id="335" name="Shape 317"/>
          <p:cNvSpPr/>
          <p:nvPr/>
        </p:nvSpPr>
        <p:spPr>
          <a:xfrm>
            <a:off x="4077970" y="3041650"/>
            <a:ext cx="965200" cy="387350"/>
          </a:xfrm>
          <a:prstGeom prst="roundRect">
            <a:avLst>
              <a:gd name="adj" fmla="val 14164"/>
            </a:avLst>
          </a:prstGeom>
          <a:solidFill>
            <a:srgbClr val="CFA05C"/>
          </a:solidFill>
          <a:ln w="12700">
            <a:solidFill>
              <a:srgbClr val="C8763A"/>
            </a:solidFill>
            <a:prstDash val="solid"/>
          </a:ln>
        </p:spPr>
      </p:sp>
      <p:sp>
        <p:nvSpPr>
          <p:cNvPr id="336" name="Shape 318"/>
          <p:cNvSpPr/>
          <p:nvPr/>
        </p:nvSpPr>
        <p:spPr>
          <a:xfrm>
            <a:off x="4370070" y="3149600"/>
            <a:ext cx="-2870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37" name="Shape 319"/>
          <p:cNvSpPr/>
          <p:nvPr/>
        </p:nvSpPr>
        <p:spPr>
          <a:xfrm>
            <a:off x="4370070" y="3149600"/>
            <a:ext cx="-1676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38" name="Shape 320"/>
          <p:cNvSpPr/>
          <p:nvPr/>
        </p:nvSpPr>
        <p:spPr>
          <a:xfrm>
            <a:off x="4370070" y="3149600"/>
            <a:ext cx="-482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39" name="Shape 321"/>
          <p:cNvSpPr/>
          <p:nvPr/>
        </p:nvSpPr>
        <p:spPr>
          <a:xfrm>
            <a:off x="4370070" y="3149600"/>
            <a:ext cx="711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40" name="Shape 322"/>
          <p:cNvSpPr/>
          <p:nvPr/>
        </p:nvSpPr>
        <p:spPr>
          <a:xfrm>
            <a:off x="4370070" y="3149600"/>
            <a:ext cx="19050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41" name="Shape 323"/>
          <p:cNvSpPr/>
          <p:nvPr/>
        </p:nvSpPr>
        <p:spPr>
          <a:xfrm>
            <a:off x="4370070" y="3149600"/>
            <a:ext cx="30988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42" name="Shape 324"/>
          <p:cNvSpPr/>
          <p:nvPr/>
        </p:nvSpPr>
        <p:spPr>
          <a:xfrm>
            <a:off x="4370070" y="3149600"/>
            <a:ext cx="4292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43" name="Shape 325"/>
          <p:cNvSpPr/>
          <p:nvPr/>
        </p:nvSpPr>
        <p:spPr>
          <a:xfrm>
            <a:off x="4370070" y="3149600"/>
            <a:ext cx="5486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44" name="Shape 326"/>
          <p:cNvSpPr/>
          <p:nvPr/>
        </p:nvSpPr>
        <p:spPr>
          <a:xfrm>
            <a:off x="4370070" y="3149600"/>
            <a:ext cx="6680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45" name="Shape 327"/>
          <p:cNvSpPr/>
          <p:nvPr/>
        </p:nvSpPr>
        <p:spPr>
          <a:xfrm>
            <a:off x="4465320" y="3149600"/>
            <a:ext cx="-38227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46" name="Shape 328"/>
          <p:cNvSpPr/>
          <p:nvPr/>
        </p:nvSpPr>
        <p:spPr>
          <a:xfrm>
            <a:off x="4465320" y="3149600"/>
            <a:ext cx="-26289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47" name="Shape 329"/>
          <p:cNvSpPr/>
          <p:nvPr/>
        </p:nvSpPr>
        <p:spPr>
          <a:xfrm>
            <a:off x="4465320" y="3149600"/>
            <a:ext cx="-14351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48" name="Shape 330"/>
          <p:cNvSpPr/>
          <p:nvPr/>
        </p:nvSpPr>
        <p:spPr>
          <a:xfrm>
            <a:off x="4465320" y="3149600"/>
            <a:ext cx="-2413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49" name="Shape 331"/>
          <p:cNvSpPr/>
          <p:nvPr/>
        </p:nvSpPr>
        <p:spPr>
          <a:xfrm>
            <a:off x="4465320" y="3149600"/>
            <a:ext cx="9525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50" name="Shape 332"/>
          <p:cNvSpPr/>
          <p:nvPr/>
        </p:nvSpPr>
        <p:spPr>
          <a:xfrm>
            <a:off x="4465320" y="3149600"/>
            <a:ext cx="21463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51" name="Shape 333"/>
          <p:cNvSpPr/>
          <p:nvPr/>
        </p:nvSpPr>
        <p:spPr>
          <a:xfrm>
            <a:off x="4465320" y="3149600"/>
            <a:ext cx="33401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52" name="Shape 334"/>
          <p:cNvSpPr/>
          <p:nvPr/>
        </p:nvSpPr>
        <p:spPr>
          <a:xfrm>
            <a:off x="4465320" y="3149600"/>
            <a:ext cx="45339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53" name="Shape 335"/>
          <p:cNvSpPr/>
          <p:nvPr/>
        </p:nvSpPr>
        <p:spPr>
          <a:xfrm>
            <a:off x="4465320" y="3149600"/>
            <a:ext cx="57277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54" name="Shape 336"/>
          <p:cNvSpPr/>
          <p:nvPr/>
        </p:nvSpPr>
        <p:spPr>
          <a:xfrm>
            <a:off x="4560570" y="3149600"/>
            <a:ext cx="-4775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55" name="Shape 337"/>
          <p:cNvSpPr/>
          <p:nvPr/>
        </p:nvSpPr>
        <p:spPr>
          <a:xfrm>
            <a:off x="4560570" y="3149600"/>
            <a:ext cx="-3581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56" name="Shape 338"/>
          <p:cNvSpPr/>
          <p:nvPr/>
        </p:nvSpPr>
        <p:spPr>
          <a:xfrm>
            <a:off x="4560570" y="3149600"/>
            <a:ext cx="-2387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57" name="Shape 339"/>
          <p:cNvSpPr/>
          <p:nvPr/>
        </p:nvSpPr>
        <p:spPr>
          <a:xfrm>
            <a:off x="4560570" y="3149600"/>
            <a:ext cx="-11938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58" name="Shape 340"/>
          <p:cNvSpPr/>
          <p:nvPr/>
        </p:nvSpPr>
        <p:spPr>
          <a:xfrm>
            <a:off x="4560570" y="3149600"/>
            <a:ext cx="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59" name="Shape 341"/>
          <p:cNvSpPr/>
          <p:nvPr/>
        </p:nvSpPr>
        <p:spPr>
          <a:xfrm>
            <a:off x="4560570" y="3149600"/>
            <a:ext cx="11938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60" name="Shape 342"/>
          <p:cNvSpPr/>
          <p:nvPr/>
        </p:nvSpPr>
        <p:spPr>
          <a:xfrm>
            <a:off x="4560570" y="3149600"/>
            <a:ext cx="2387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61" name="Shape 343"/>
          <p:cNvSpPr/>
          <p:nvPr/>
        </p:nvSpPr>
        <p:spPr>
          <a:xfrm>
            <a:off x="4560570" y="3149600"/>
            <a:ext cx="3581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62" name="Shape 344"/>
          <p:cNvSpPr/>
          <p:nvPr/>
        </p:nvSpPr>
        <p:spPr>
          <a:xfrm>
            <a:off x="4560570" y="3149600"/>
            <a:ext cx="4775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63" name="Shape 345"/>
          <p:cNvSpPr/>
          <p:nvPr/>
        </p:nvSpPr>
        <p:spPr>
          <a:xfrm>
            <a:off x="4655820" y="3149600"/>
            <a:ext cx="-57277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64" name="Shape 346"/>
          <p:cNvSpPr/>
          <p:nvPr/>
        </p:nvSpPr>
        <p:spPr>
          <a:xfrm>
            <a:off x="4655820" y="3149600"/>
            <a:ext cx="-45339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65" name="Shape 347"/>
          <p:cNvSpPr/>
          <p:nvPr/>
        </p:nvSpPr>
        <p:spPr>
          <a:xfrm>
            <a:off x="4655820" y="3149600"/>
            <a:ext cx="-33401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66" name="Shape 348"/>
          <p:cNvSpPr/>
          <p:nvPr/>
        </p:nvSpPr>
        <p:spPr>
          <a:xfrm>
            <a:off x="4655820" y="3149600"/>
            <a:ext cx="-21463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67" name="Shape 349"/>
          <p:cNvSpPr/>
          <p:nvPr/>
        </p:nvSpPr>
        <p:spPr>
          <a:xfrm>
            <a:off x="4655820" y="3149600"/>
            <a:ext cx="-9525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68" name="Shape 350"/>
          <p:cNvSpPr/>
          <p:nvPr/>
        </p:nvSpPr>
        <p:spPr>
          <a:xfrm>
            <a:off x="4655820" y="3149600"/>
            <a:ext cx="2413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69" name="Shape 351"/>
          <p:cNvSpPr/>
          <p:nvPr/>
        </p:nvSpPr>
        <p:spPr>
          <a:xfrm>
            <a:off x="4655820" y="3149600"/>
            <a:ext cx="14351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70" name="Shape 352"/>
          <p:cNvSpPr/>
          <p:nvPr/>
        </p:nvSpPr>
        <p:spPr>
          <a:xfrm>
            <a:off x="4655820" y="3149600"/>
            <a:ext cx="26289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71" name="Shape 353"/>
          <p:cNvSpPr/>
          <p:nvPr/>
        </p:nvSpPr>
        <p:spPr>
          <a:xfrm>
            <a:off x="4655820" y="3149600"/>
            <a:ext cx="38227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72" name="Shape 354"/>
          <p:cNvSpPr/>
          <p:nvPr/>
        </p:nvSpPr>
        <p:spPr>
          <a:xfrm>
            <a:off x="4751070" y="3149600"/>
            <a:ext cx="-6680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73" name="Shape 355"/>
          <p:cNvSpPr/>
          <p:nvPr/>
        </p:nvSpPr>
        <p:spPr>
          <a:xfrm>
            <a:off x="4751070" y="3149600"/>
            <a:ext cx="-5486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74" name="Shape 356"/>
          <p:cNvSpPr/>
          <p:nvPr/>
        </p:nvSpPr>
        <p:spPr>
          <a:xfrm>
            <a:off x="4751070" y="3149600"/>
            <a:ext cx="-4292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75" name="Shape 357"/>
          <p:cNvSpPr/>
          <p:nvPr/>
        </p:nvSpPr>
        <p:spPr>
          <a:xfrm>
            <a:off x="4751070" y="3149600"/>
            <a:ext cx="-30988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76" name="Shape 358"/>
          <p:cNvSpPr/>
          <p:nvPr/>
        </p:nvSpPr>
        <p:spPr>
          <a:xfrm>
            <a:off x="4751070" y="3149600"/>
            <a:ext cx="-19050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77" name="Shape 359"/>
          <p:cNvSpPr/>
          <p:nvPr/>
        </p:nvSpPr>
        <p:spPr>
          <a:xfrm>
            <a:off x="4751070" y="3149600"/>
            <a:ext cx="-711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78" name="Shape 360"/>
          <p:cNvSpPr/>
          <p:nvPr/>
        </p:nvSpPr>
        <p:spPr>
          <a:xfrm>
            <a:off x="4751070" y="3149600"/>
            <a:ext cx="482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79" name="Shape 361"/>
          <p:cNvSpPr/>
          <p:nvPr/>
        </p:nvSpPr>
        <p:spPr>
          <a:xfrm>
            <a:off x="4751070" y="3149600"/>
            <a:ext cx="1676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80" name="Shape 362"/>
          <p:cNvSpPr/>
          <p:nvPr/>
        </p:nvSpPr>
        <p:spPr>
          <a:xfrm>
            <a:off x="4751070" y="3149600"/>
            <a:ext cx="2870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81" name="Shape 363"/>
          <p:cNvSpPr/>
          <p:nvPr/>
        </p:nvSpPr>
        <p:spPr>
          <a:xfrm>
            <a:off x="433514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382" name="Shape 364"/>
          <p:cNvSpPr/>
          <p:nvPr/>
        </p:nvSpPr>
        <p:spPr>
          <a:xfrm>
            <a:off x="443039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383" name="Shape 365"/>
          <p:cNvSpPr/>
          <p:nvPr/>
        </p:nvSpPr>
        <p:spPr>
          <a:xfrm>
            <a:off x="452564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384" name="Shape 366"/>
          <p:cNvSpPr/>
          <p:nvPr/>
        </p:nvSpPr>
        <p:spPr>
          <a:xfrm>
            <a:off x="462089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385" name="Shape 367"/>
          <p:cNvSpPr/>
          <p:nvPr/>
        </p:nvSpPr>
        <p:spPr>
          <a:xfrm>
            <a:off x="471614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386" name="Shape 368"/>
          <p:cNvSpPr/>
          <p:nvPr/>
        </p:nvSpPr>
        <p:spPr>
          <a:xfrm>
            <a:off x="404812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387" name="Shape 369"/>
          <p:cNvSpPr/>
          <p:nvPr/>
        </p:nvSpPr>
        <p:spPr>
          <a:xfrm>
            <a:off x="416750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388" name="Shape 370"/>
          <p:cNvSpPr/>
          <p:nvPr/>
        </p:nvSpPr>
        <p:spPr>
          <a:xfrm>
            <a:off x="428688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389" name="Shape 371"/>
          <p:cNvSpPr/>
          <p:nvPr/>
        </p:nvSpPr>
        <p:spPr>
          <a:xfrm>
            <a:off x="440626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390" name="Shape 372"/>
          <p:cNvSpPr/>
          <p:nvPr/>
        </p:nvSpPr>
        <p:spPr>
          <a:xfrm>
            <a:off x="452564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391" name="Shape 373"/>
          <p:cNvSpPr/>
          <p:nvPr/>
        </p:nvSpPr>
        <p:spPr>
          <a:xfrm>
            <a:off x="464502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392" name="Shape 374"/>
          <p:cNvSpPr/>
          <p:nvPr/>
        </p:nvSpPr>
        <p:spPr>
          <a:xfrm>
            <a:off x="476440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393" name="Shape 375"/>
          <p:cNvSpPr/>
          <p:nvPr/>
        </p:nvSpPr>
        <p:spPr>
          <a:xfrm>
            <a:off x="488378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394" name="Shape 376"/>
          <p:cNvSpPr/>
          <p:nvPr/>
        </p:nvSpPr>
        <p:spPr>
          <a:xfrm>
            <a:off x="500316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395" name="Text 377"/>
          <p:cNvSpPr/>
          <p:nvPr/>
        </p:nvSpPr>
        <p:spPr>
          <a:xfrm>
            <a:off x="4712970" y="3086100"/>
            <a:ext cx="2794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C05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RELU</a:t>
            </a:r>
            <a:endParaRPr lang="en-US" sz="700" dirty="0"/>
          </a:p>
        </p:txBody>
      </p:sp>
      <p:sp>
        <p:nvSpPr>
          <p:cNvPr id="396" name="Shape 378"/>
          <p:cNvSpPr/>
          <p:nvPr/>
        </p:nvSpPr>
        <p:spPr>
          <a:xfrm>
            <a:off x="5113020" y="3041650"/>
            <a:ext cx="965200" cy="387350"/>
          </a:xfrm>
          <a:prstGeom prst="roundRect">
            <a:avLst>
              <a:gd name="adj" fmla="val 14164"/>
            </a:avLst>
          </a:prstGeom>
          <a:solidFill>
            <a:srgbClr val="CFA05C"/>
          </a:solidFill>
          <a:ln w="12700">
            <a:solidFill>
              <a:srgbClr val="C8763A"/>
            </a:solidFill>
            <a:prstDash val="solid"/>
          </a:ln>
        </p:spPr>
      </p:sp>
      <p:sp>
        <p:nvSpPr>
          <p:cNvPr id="397" name="Shape 379"/>
          <p:cNvSpPr/>
          <p:nvPr/>
        </p:nvSpPr>
        <p:spPr>
          <a:xfrm>
            <a:off x="5405120" y="3149600"/>
            <a:ext cx="-2870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98" name="Shape 380"/>
          <p:cNvSpPr/>
          <p:nvPr/>
        </p:nvSpPr>
        <p:spPr>
          <a:xfrm>
            <a:off x="5405120" y="3149600"/>
            <a:ext cx="-1676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399" name="Shape 381"/>
          <p:cNvSpPr/>
          <p:nvPr/>
        </p:nvSpPr>
        <p:spPr>
          <a:xfrm>
            <a:off x="5405120" y="3149600"/>
            <a:ext cx="-482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00" name="Shape 382"/>
          <p:cNvSpPr/>
          <p:nvPr/>
        </p:nvSpPr>
        <p:spPr>
          <a:xfrm>
            <a:off x="5405120" y="3149600"/>
            <a:ext cx="711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01" name="Shape 383"/>
          <p:cNvSpPr/>
          <p:nvPr/>
        </p:nvSpPr>
        <p:spPr>
          <a:xfrm>
            <a:off x="5405120" y="3149600"/>
            <a:ext cx="19050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02" name="Shape 384"/>
          <p:cNvSpPr/>
          <p:nvPr/>
        </p:nvSpPr>
        <p:spPr>
          <a:xfrm>
            <a:off x="5405120" y="3149600"/>
            <a:ext cx="30988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03" name="Shape 385"/>
          <p:cNvSpPr/>
          <p:nvPr/>
        </p:nvSpPr>
        <p:spPr>
          <a:xfrm>
            <a:off x="5405120" y="3149600"/>
            <a:ext cx="4292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04" name="Shape 386"/>
          <p:cNvSpPr/>
          <p:nvPr/>
        </p:nvSpPr>
        <p:spPr>
          <a:xfrm>
            <a:off x="5405120" y="3149600"/>
            <a:ext cx="5486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05" name="Shape 387"/>
          <p:cNvSpPr/>
          <p:nvPr/>
        </p:nvSpPr>
        <p:spPr>
          <a:xfrm>
            <a:off x="5405120" y="3149600"/>
            <a:ext cx="6680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06" name="Shape 388"/>
          <p:cNvSpPr/>
          <p:nvPr/>
        </p:nvSpPr>
        <p:spPr>
          <a:xfrm>
            <a:off x="5500370" y="3149600"/>
            <a:ext cx="-38227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07" name="Shape 389"/>
          <p:cNvSpPr/>
          <p:nvPr/>
        </p:nvSpPr>
        <p:spPr>
          <a:xfrm>
            <a:off x="5500370" y="3149600"/>
            <a:ext cx="-26289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08" name="Shape 390"/>
          <p:cNvSpPr/>
          <p:nvPr/>
        </p:nvSpPr>
        <p:spPr>
          <a:xfrm>
            <a:off x="5500370" y="3149600"/>
            <a:ext cx="-14351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09" name="Shape 391"/>
          <p:cNvSpPr/>
          <p:nvPr/>
        </p:nvSpPr>
        <p:spPr>
          <a:xfrm>
            <a:off x="5500370" y="3149600"/>
            <a:ext cx="-2413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10" name="Shape 392"/>
          <p:cNvSpPr/>
          <p:nvPr/>
        </p:nvSpPr>
        <p:spPr>
          <a:xfrm>
            <a:off x="5500370" y="3149600"/>
            <a:ext cx="9525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11" name="Shape 393"/>
          <p:cNvSpPr/>
          <p:nvPr/>
        </p:nvSpPr>
        <p:spPr>
          <a:xfrm>
            <a:off x="5500370" y="3149600"/>
            <a:ext cx="21463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12" name="Shape 394"/>
          <p:cNvSpPr/>
          <p:nvPr/>
        </p:nvSpPr>
        <p:spPr>
          <a:xfrm>
            <a:off x="5500370" y="3149600"/>
            <a:ext cx="33401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13" name="Shape 395"/>
          <p:cNvSpPr/>
          <p:nvPr/>
        </p:nvSpPr>
        <p:spPr>
          <a:xfrm>
            <a:off x="5500370" y="3149600"/>
            <a:ext cx="45339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14" name="Shape 396"/>
          <p:cNvSpPr/>
          <p:nvPr/>
        </p:nvSpPr>
        <p:spPr>
          <a:xfrm>
            <a:off x="5500370" y="3149600"/>
            <a:ext cx="57277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15" name="Shape 397"/>
          <p:cNvSpPr/>
          <p:nvPr/>
        </p:nvSpPr>
        <p:spPr>
          <a:xfrm>
            <a:off x="5595620" y="3149600"/>
            <a:ext cx="-4775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16" name="Shape 398"/>
          <p:cNvSpPr/>
          <p:nvPr/>
        </p:nvSpPr>
        <p:spPr>
          <a:xfrm>
            <a:off x="5595620" y="3149600"/>
            <a:ext cx="-3581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17" name="Shape 399"/>
          <p:cNvSpPr/>
          <p:nvPr/>
        </p:nvSpPr>
        <p:spPr>
          <a:xfrm>
            <a:off x="5595620" y="3149600"/>
            <a:ext cx="-2387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18" name="Shape 400"/>
          <p:cNvSpPr/>
          <p:nvPr/>
        </p:nvSpPr>
        <p:spPr>
          <a:xfrm>
            <a:off x="5595620" y="3149600"/>
            <a:ext cx="-11938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19" name="Shape 401"/>
          <p:cNvSpPr/>
          <p:nvPr/>
        </p:nvSpPr>
        <p:spPr>
          <a:xfrm>
            <a:off x="5595620" y="3149600"/>
            <a:ext cx="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20" name="Shape 402"/>
          <p:cNvSpPr/>
          <p:nvPr/>
        </p:nvSpPr>
        <p:spPr>
          <a:xfrm>
            <a:off x="5595620" y="3149600"/>
            <a:ext cx="11938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21" name="Shape 403"/>
          <p:cNvSpPr/>
          <p:nvPr/>
        </p:nvSpPr>
        <p:spPr>
          <a:xfrm>
            <a:off x="5595620" y="3149600"/>
            <a:ext cx="2387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22" name="Shape 404"/>
          <p:cNvSpPr/>
          <p:nvPr/>
        </p:nvSpPr>
        <p:spPr>
          <a:xfrm>
            <a:off x="5595620" y="3149600"/>
            <a:ext cx="3581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23" name="Shape 405"/>
          <p:cNvSpPr/>
          <p:nvPr/>
        </p:nvSpPr>
        <p:spPr>
          <a:xfrm>
            <a:off x="5595620" y="3149600"/>
            <a:ext cx="4775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24" name="Shape 406"/>
          <p:cNvSpPr/>
          <p:nvPr/>
        </p:nvSpPr>
        <p:spPr>
          <a:xfrm>
            <a:off x="5690870" y="3149600"/>
            <a:ext cx="-57277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25" name="Shape 407"/>
          <p:cNvSpPr/>
          <p:nvPr/>
        </p:nvSpPr>
        <p:spPr>
          <a:xfrm>
            <a:off x="5690870" y="3149600"/>
            <a:ext cx="-45339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26" name="Shape 408"/>
          <p:cNvSpPr/>
          <p:nvPr/>
        </p:nvSpPr>
        <p:spPr>
          <a:xfrm>
            <a:off x="5690870" y="3149600"/>
            <a:ext cx="-33401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27" name="Shape 409"/>
          <p:cNvSpPr/>
          <p:nvPr/>
        </p:nvSpPr>
        <p:spPr>
          <a:xfrm>
            <a:off x="5690870" y="3149600"/>
            <a:ext cx="-21463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28" name="Shape 410"/>
          <p:cNvSpPr/>
          <p:nvPr/>
        </p:nvSpPr>
        <p:spPr>
          <a:xfrm>
            <a:off x="5690870" y="3149600"/>
            <a:ext cx="-9525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29" name="Shape 411"/>
          <p:cNvSpPr/>
          <p:nvPr/>
        </p:nvSpPr>
        <p:spPr>
          <a:xfrm>
            <a:off x="5690870" y="3149600"/>
            <a:ext cx="2413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30" name="Shape 412"/>
          <p:cNvSpPr/>
          <p:nvPr/>
        </p:nvSpPr>
        <p:spPr>
          <a:xfrm>
            <a:off x="5690870" y="3149600"/>
            <a:ext cx="14351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31" name="Shape 413"/>
          <p:cNvSpPr/>
          <p:nvPr/>
        </p:nvSpPr>
        <p:spPr>
          <a:xfrm>
            <a:off x="5690870" y="3149600"/>
            <a:ext cx="26289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32" name="Shape 414"/>
          <p:cNvSpPr/>
          <p:nvPr/>
        </p:nvSpPr>
        <p:spPr>
          <a:xfrm>
            <a:off x="5690870" y="3149600"/>
            <a:ext cx="38227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33" name="Shape 415"/>
          <p:cNvSpPr/>
          <p:nvPr/>
        </p:nvSpPr>
        <p:spPr>
          <a:xfrm>
            <a:off x="5786120" y="3149600"/>
            <a:ext cx="-6680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34" name="Shape 416"/>
          <p:cNvSpPr/>
          <p:nvPr/>
        </p:nvSpPr>
        <p:spPr>
          <a:xfrm>
            <a:off x="5786120" y="3149600"/>
            <a:ext cx="-5486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35" name="Shape 417"/>
          <p:cNvSpPr/>
          <p:nvPr/>
        </p:nvSpPr>
        <p:spPr>
          <a:xfrm>
            <a:off x="5786120" y="3149600"/>
            <a:ext cx="-4292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36" name="Shape 418"/>
          <p:cNvSpPr/>
          <p:nvPr/>
        </p:nvSpPr>
        <p:spPr>
          <a:xfrm>
            <a:off x="5786120" y="3149600"/>
            <a:ext cx="-30988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37" name="Shape 419"/>
          <p:cNvSpPr/>
          <p:nvPr/>
        </p:nvSpPr>
        <p:spPr>
          <a:xfrm>
            <a:off x="5786120" y="3149600"/>
            <a:ext cx="-19050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38" name="Shape 420"/>
          <p:cNvSpPr/>
          <p:nvPr/>
        </p:nvSpPr>
        <p:spPr>
          <a:xfrm>
            <a:off x="5786120" y="3149600"/>
            <a:ext cx="-711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39" name="Shape 421"/>
          <p:cNvSpPr/>
          <p:nvPr/>
        </p:nvSpPr>
        <p:spPr>
          <a:xfrm>
            <a:off x="5786120" y="3149600"/>
            <a:ext cx="482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40" name="Shape 422"/>
          <p:cNvSpPr/>
          <p:nvPr/>
        </p:nvSpPr>
        <p:spPr>
          <a:xfrm>
            <a:off x="5786120" y="3149600"/>
            <a:ext cx="1676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41" name="Shape 423"/>
          <p:cNvSpPr/>
          <p:nvPr/>
        </p:nvSpPr>
        <p:spPr>
          <a:xfrm>
            <a:off x="5786120" y="3149600"/>
            <a:ext cx="2870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42" name="Shape 424"/>
          <p:cNvSpPr/>
          <p:nvPr/>
        </p:nvSpPr>
        <p:spPr>
          <a:xfrm>
            <a:off x="537019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443" name="Shape 425"/>
          <p:cNvSpPr/>
          <p:nvPr/>
        </p:nvSpPr>
        <p:spPr>
          <a:xfrm>
            <a:off x="546544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444" name="Shape 426"/>
          <p:cNvSpPr/>
          <p:nvPr/>
        </p:nvSpPr>
        <p:spPr>
          <a:xfrm>
            <a:off x="556069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445" name="Shape 427"/>
          <p:cNvSpPr/>
          <p:nvPr/>
        </p:nvSpPr>
        <p:spPr>
          <a:xfrm>
            <a:off x="565594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446" name="Shape 428"/>
          <p:cNvSpPr/>
          <p:nvPr/>
        </p:nvSpPr>
        <p:spPr>
          <a:xfrm>
            <a:off x="575119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447" name="Shape 429"/>
          <p:cNvSpPr/>
          <p:nvPr/>
        </p:nvSpPr>
        <p:spPr>
          <a:xfrm>
            <a:off x="508317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448" name="Shape 430"/>
          <p:cNvSpPr/>
          <p:nvPr/>
        </p:nvSpPr>
        <p:spPr>
          <a:xfrm>
            <a:off x="520255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449" name="Shape 431"/>
          <p:cNvSpPr/>
          <p:nvPr/>
        </p:nvSpPr>
        <p:spPr>
          <a:xfrm>
            <a:off x="532193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450" name="Shape 432"/>
          <p:cNvSpPr/>
          <p:nvPr/>
        </p:nvSpPr>
        <p:spPr>
          <a:xfrm>
            <a:off x="544131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451" name="Shape 433"/>
          <p:cNvSpPr/>
          <p:nvPr/>
        </p:nvSpPr>
        <p:spPr>
          <a:xfrm>
            <a:off x="556069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452" name="Shape 434"/>
          <p:cNvSpPr/>
          <p:nvPr/>
        </p:nvSpPr>
        <p:spPr>
          <a:xfrm>
            <a:off x="568007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453" name="Shape 435"/>
          <p:cNvSpPr/>
          <p:nvPr/>
        </p:nvSpPr>
        <p:spPr>
          <a:xfrm>
            <a:off x="579945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454" name="Shape 436"/>
          <p:cNvSpPr/>
          <p:nvPr/>
        </p:nvSpPr>
        <p:spPr>
          <a:xfrm>
            <a:off x="591883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455" name="Shape 437"/>
          <p:cNvSpPr/>
          <p:nvPr/>
        </p:nvSpPr>
        <p:spPr>
          <a:xfrm>
            <a:off x="603821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456" name="Text 438"/>
          <p:cNvSpPr/>
          <p:nvPr/>
        </p:nvSpPr>
        <p:spPr>
          <a:xfrm>
            <a:off x="5748020" y="3086100"/>
            <a:ext cx="2794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C05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RELU</a:t>
            </a:r>
            <a:endParaRPr lang="en-US" sz="700" dirty="0"/>
          </a:p>
        </p:txBody>
      </p:sp>
      <p:sp>
        <p:nvSpPr>
          <p:cNvPr id="457" name="Shape 439"/>
          <p:cNvSpPr/>
          <p:nvPr/>
        </p:nvSpPr>
        <p:spPr>
          <a:xfrm>
            <a:off x="6148070" y="3041650"/>
            <a:ext cx="965200" cy="387350"/>
          </a:xfrm>
          <a:prstGeom prst="roundRect">
            <a:avLst>
              <a:gd name="adj" fmla="val 14164"/>
            </a:avLst>
          </a:prstGeom>
          <a:solidFill>
            <a:srgbClr val="CFA05C"/>
          </a:solidFill>
          <a:ln w="12700">
            <a:solidFill>
              <a:srgbClr val="C8763A"/>
            </a:solidFill>
            <a:prstDash val="solid"/>
          </a:ln>
        </p:spPr>
      </p:sp>
      <p:sp>
        <p:nvSpPr>
          <p:cNvPr id="458" name="Shape 440"/>
          <p:cNvSpPr/>
          <p:nvPr/>
        </p:nvSpPr>
        <p:spPr>
          <a:xfrm>
            <a:off x="6440170" y="3149600"/>
            <a:ext cx="-2870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59" name="Shape 441"/>
          <p:cNvSpPr/>
          <p:nvPr/>
        </p:nvSpPr>
        <p:spPr>
          <a:xfrm>
            <a:off x="6440170" y="3149600"/>
            <a:ext cx="-1676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60" name="Shape 442"/>
          <p:cNvSpPr/>
          <p:nvPr/>
        </p:nvSpPr>
        <p:spPr>
          <a:xfrm>
            <a:off x="6440170" y="3149600"/>
            <a:ext cx="-482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61" name="Shape 443"/>
          <p:cNvSpPr/>
          <p:nvPr/>
        </p:nvSpPr>
        <p:spPr>
          <a:xfrm>
            <a:off x="6440170" y="3149600"/>
            <a:ext cx="711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62" name="Shape 444"/>
          <p:cNvSpPr/>
          <p:nvPr/>
        </p:nvSpPr>
        <p:spPr>
          <a:xfrm>
            <a:off x="6440170" y="3149600"/>
            <a:ext cx="19050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63" name="Shape 445"/>
          <p:cNvSpPr/>
          <p:nvPr/>
        </p:nvSpPr>
        <p:spPr>
          <a:xfrm>
            <a:off x="6440170" y="3149600"/>
            <a:ext cx="30988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64" name="Shape 446"/>
          <p:cNvSpPr/>
          <p:nvPr/>
        </p:nvSpPr>
        <p:spPr>
          <a:xfrm>
            <a:off x="6440170" y="3149600"/>
            <a:ext cx="4292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65" name="Shape 447"/>
          <p:cNvSpPr/>
          <p:nvPr/>
        </p:nvSpPr>
        <p:spPr>
          <a:xfrm>
            <a:off x="6440170" y="3149600"/>
            <a:ext cx="5486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66" name="Shape 448"/>
          <p:cNvSpPr/>
          <p:nvPr/>
        </p:nvSpPr>
        <p:spPr>
          <a:xfrm>
            <a:off x="6440170" y="3149600"/>
            <a:ext cx="6680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67" name="Shape 449"/>
          <p:cNvSpPr/>
          <p:nvPr/>
        </p:nvSpPr>
        <p:spPr>
          <a:xfrm>
            <a:off x="6535420" y="3149600"/>
            <a:ext cx="-38227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68" name="Shape 450"/>
          <p:cNvSpPr/>
          <p:nvPr/>
        </p:nvSpPr>
        <p:spPr>
          <a:xfrm>
            <a:off x="6535420" y="3149600"/>
            <a:ext cx="-26289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69" name="Shape 451"/>
          <p:cNvSpPr/>
          <p:nvPr/>
        </p:nvSpPr>
        <p:spPr>
          <a:xfrm>
            <a:off x="6535420" y="3149600"/>
            <a:ext cx="-14351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70" name="Shape 452"/>
          <p:cNvSpPr/>
          <p:nvPr/>
        </p:nvSpPr>
        <p:spPr>
          <a:xfrm>
            <a:off x="6535420" y="3149600"/>
            <a:ext cx="-2413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71" name="Shape 453"/>
          <p:cNvSpPr/>
          <p:nvPr/>
        </p:nvSpPr>
        <p:spPr>
          <a:xfrm>
            <a:off x="6535420" y="3149600"/>
            <a:ext cx="9525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72" name="Shape 454"/>
          <p:cNvSpPr/>
          <p:nvPr/>
        </p:nvSpPr>
        <p:spPr>
          <a:xfrm>
            <a:off x="6535420" y="3149600"/>
            <a:ext cx="21463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73" name="Shape 455"/>
          <p:cNvSpPr/>
          <p:nvPr/>
        </p:nvSpPr>
        <p:spPr>
          <a:xfrm>
            <a:off x="6535420" y="3149600"/>
            <a:ext cx="33401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74" name="Shape 456"/>
          <p:cNvSpPr/>
          <p:nvPr/>
        </p:nvSpPr>
        <p:spPr>
          <a:xfrm>
            <a:off x="6535420" y="3149600"/>
            <a:ext cx="45339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75" name="Shape 457"/>
          <p:cNvSpPr/>
          <p:nvPr/>
        </p:nvSpPr>
        <p:spPr>
          <a:xfrm>
            <a:off x="6535420" y="3149600"/>
            <a:ext cx="57277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76" name="Shape 458"/>
          <p:cNvSpPr/>
          <p:nvPr/>
        </p:nvSpPr>
        <p:spPr>
          <a:xfrm>
            <a:off x="6630670" y="3149600"/>
            <a:ext cx="-4775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77" name="Shape 459"/>
          <p:cNvSpPr/>
          <p:nvPr/>
        </p:nvSpPr>
        <p:spPr>
          <a:xfrm>
            <a:off x="6630670" y="3149600"/>
            <a:ext cx="-3581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78" name="Shape 460"/>
          <p:cNvSpPr/>
          <p:nvPr/>
        </p:nvSpPr>
        <p:spPr>
          <a:xfrm>
            <a:off x="6630670" y="3149600"/>
            <a:ext cx="-2387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79" name="Shape 461"/>
          <p:cNvSpPr/>
          <p:nvPr/>
        </p:nvSpPr>
        <p:spPr>
          <a:xfrm>
            <a:off x="6630670" y="3149600"/>
            <a:ext cx="-11938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80" name="Shape 462"/>
          <p:cNvSpPr/>
          <p:nvPr/>
        </p:nvSpPr>
        <p:spPr>
          <a:xfrm>
            <a:off x="6630670" y="3149600"/>
            <a:ext cx="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81" name="Shape 463"/>
          <p:cNvSpPr/>
          <p:nvPr/>
        </p:nvSpPr>
        <p:spPr>
          <a:xfrm>
            <a:off x="6630670" y="3149600"/>
            <a:ext cx="11938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82" name="Shape 464"/>
          <p:cNvSpPr/>
          <p:nvPr/>
        </p:nvSpPr>
        <p:spPr>
          <a:xfrm>
            <a:off x="6630670" y="3149600"/>
            <a:ext cx="2387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83" name="Shape 465"/>
          <p:cNvSpPr/>
          <p:nvPr/>
        </p:nvSpPr>
        <p:spPr>
          <a:xfrm>
            <a:off x="6630670" y="3149600"/>
            <a:ext cx="3581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84" name="Shape 466"/>
          <p:cNvSpPr/>
          <p:nvPr/>
        </p:nvSpPr>
        <p:spPr>
          <a:xfrm>
            <a:off x="6630670" y="3149600"/>
            <a:ext cx="4775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85" name="Shape 467"/>
          <p:cNvSpPr/>
          <p:nvPr/>
        </p:nvSpPr>
        <p:spPr>
          <a:xfrm>
            <a:off x="6725920" y="3149600"/>
            <a:ext cx="-57277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86" name="Shape 468"/>
          <p:cNvSpPr/>
          <p:nvPr/>
        </p:nvSpPr>
        <p:spPr>
          <a:xfrm>
            <a:off x="6725920" y="3149600"/>
            <a:ext cx="-45339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87" name="Shape 469"/>
          <p:cNvSpPr/>
          <p:nvPr/>
        </p:nvSpPr>
        <p:spPr>
          <a:xfrm>
            <a:off x="6725920" y="3149600"/>
            <a:ext cx="-33401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88" name="Shape 470"/>
          <p:cNvSpPr/>
          <p:nvPr/>
        </p:nvSpPr>
        <p:spPr>
          <a:xfrm>
            <a:off x="6725920" y="3149600"/>
            <a:ext cx="-21463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89" name="Shape 471"/>
          <p:cNvSpPr/>
          <p:nvPr/>
        </p:nvSpPr>
        <p:spPr>
          <a:xfrm>
            <a:off x="6725920" y="3149600"/>
            <a:ext cx="-9525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90" name="Shape 472"/>
          <p:cNvSpPr/>
          <p:nvPr/>
        </p:nvSpPr>
        <p:spPr>
          <a:xfrm>
            <a:off x="6725920" y="3149600"/>
            <a:ext cx="2413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91" name="Shape 473"/>
          <p:cNvSpPr/>
          <p:nvPr/>
        </p:nvSpPr>
        <p:spPr>
          <a:xfrm>
            <a:off x="6725920" y="3149600"/>
            <a:ext cx="14351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92" name="Shape 474"/>
          <p:cNvSpPr/>
          <p:nvPr/>
        </p:nvSpPr>
        <p:spPr>
          <a:xfrm>
            <a:off x="6725920" y="3149600"/>
            <a:ext cx="26289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93" name="Shape 475"/>
          <p:cNvSpPr/>
          <p:nvPr/>
        </p:nvSpPr>
        <p:spPr>
          <a:xfrm>
            <a:off x="6725920" y="3149600"/>
            <a:ext cx="38227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94" name="Shape 476"/>
          <p:cNvSpPr/>
          <p:nvPr/>
        </p:nvSpPr>
        <p:spPr>
          <a:xfrm>
            <a:off x="6821170" y="3149600"/>
            <a:ext cx="-6680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95" name="Shape 477"/>
          <p:cNvSpPr/>
          <p:nvPr/>
        </p:nvSpPr>
        <p:spPr>
          <a:xfrm>
            <a:off x="6821170" y="3149600"/>
            <a:ext cx="-5486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96" name="Shape 478"/>
          <p:cNvSpPr/>
          <p:nvPr/>
        </p:nvSpPr>
        <p:spPr>
          <a:xfrm>
            <a:off x="6821170" y="3149600"/>
            <a:ext cx="-4292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97" name="Shape 479"/>
          <p:cNvSpPr/>
          <p:nvPr/>
        </p:nvSpPr>
        <p:spPr>
          <a:xfrm>
            <a:off x="6821170" y="3149600"/>
            <a:ext cx="-30988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98" name="Shape 480"/>
          <p:cNvSpPr/>
          <p:nvPr/>
        </p:nvSpPr>
        <p:spPr>
          <a:xfrm>
            <a:off x="6821170" y="3149600"/>
            <a:ext cx="-19050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499" name="Shape 481"/>
          <p:cNvSpPr/>
          <p:nvPr/>
        </p:nvSpPr>
        <p:spPr>
          <a:xfrm>
            <a:off x="6821170" y="3149600"/>
            <a:ext cx="-711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00" name="Shape 482"/>
          <p:cNvSpPr/>
          <p:nvPr/>
        </p:nvSpPr>
        <p:spPr>
          <a:xfrm>
            <a:off x="6821170" y="3149600"/>
            <a:ext cx="482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01" name="Shape 483"/>
          <p:cNvSpPr/>
          <p:nvPr/>
        </p:nvSpPr>
        <p:spPr>
          <a:xfrm>
            <a:off x="6821170" y="3149600"/>
            <a:ext cx="1676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02" name="Shape 484"/>
          <p:cNvSpPr/>
          <p:nvPr/>
        </p:nvSpPr>
        <p:spPr>
          <a:xfrm>
            <a:off x="6821170" y="3149600"/>
            <a:ext cx="2870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03" name="Shape 485"/>
          <p:cNvSpPr/>
          <p:nvPr/>
        </p:nvSpPr>
        <p:spPr>
          <a:xfrm>
            <a:off x="640524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504" name="Shape 486"/>
          <p:cNvSpPr/>
          <p:nvPr/>
        </p:nvSpPr>
        <p:spPr>
          <a:xfrm>
            <a:off x="650049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505" name="Shape 487"/>
          <p:cNvSpPr/>
          <p:nvPr/>
        </p:nvSpPr>
        <p:spPr>
          <a:xfrm>
            <a:off x="659574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506" name="Shape 488"/>
          <p:cNvSpPr/>
          <p:nvPr/>
        </p:nvSpPr>
        <p:spPr>
          <a:xfrm>
            <a:off x="669099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507" name="Shape 489"/>
          <p:cNvSpPr/>
          <p:nvPr/>
        </p:nvSpPr>
        <p:spPr>
          <a:xfrm>
            <a:off x="678624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508" name="Shape 490"/>
          <p:cNvSpPr/>
          <p:nvPr/>
        </p:nvSpPr>
        <p:spPr>
          <a:xfrm>
            <a:off x="611822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509" name="Shape 491"/>
          <p:cNvSpPr/>
          <p:nvPr/>
        </p:nvSpPr>
        <p:spPr>
          <a:xfrm>
            <a:off x="623760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510" name="Shape 492"/>
          <p:cNvSpPr/>
          <p:nvPr/>
        </p:nvSpPr>
        <p:spPr>
          <a:xfrm>
            <a:off x="635698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511" name="Shape 493"/>
          <p:cNvSpPr/>
          <p:nvPr/>
        </p:nvSpPr>
        <p:spPr>
          <a:xfrm>
            <a:off x="647636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512" name="Shape 494"/>
          <p:cNvSpPr/>
          <p:nvPr/>
        </p:nvSpPr>
        <p:spPr>
          <a:xfrm>
            <a:off x="659574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513" name="Shape 495"/>
          <p:cNvSpPr/>
          <p:nvPr/>
        </p:nvSpPr>
        <p:spPr>
          <a:xfrm>
            <a:off x="671512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514" name="Shape 496"/>
          <p:cNvSpPr/>
          <p:nvPr/>
        </p:nvSpPr>
        <p:spPr>
          <a:xfrm>
            <a:off x="683450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515" name="Shape 497"/>
          <p:cNvSpPr/>
          <p:nvPr/>
        </p:nvSpPr>
        <p:spPr>
          <a:xfrm>
            <a:off x="695388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516" name="Shape 498"/>
          <p:cNvSpPr/>
          <p:nvPr/>
        </p:nvSpPr>
        <p:spPr>
          <a:xfrm>
            <a:off x="707326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517" name="Text 499"/>
          <p:cNvSpPr/>
          <p:nvPr/>
        </p:nvSpPr>
        <p:spPr>
          <a:xfrm>
            <a:off x="6783070" y="3086100"/>
            <a:ext cx="2794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C05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RELU</a:t>
            </a:r>
            <a:endParaRPr lang="en-US" sz="700" dirty="0"/>
          </a:p>
        </p:txBody>
      </p:sp>
      <p:sp>
        <p:nvSpPr>
          <p:cNvPr id="518" name="Shape 500"/>
          <p:cNvSpPr/>
          <p:nvPr/>
        </p:nvSpPr>
        <p:spPr>
          <a:xfrm>
            <a:off x="7183120" y="3041650"/>
            <a:ext cx="965200" cy="387350"/>
          </a:xfrm>
          <a:prstGeom prst="roundRect">
            <a:avLst>
              <a:gd name="adj" fmla="val 14164"/>
            </a:avLst>
          </a:prstGeom>
          <a:solidFill>
            <a:srgbClr val="CFA05C"/>
          </a:solidFill>
          <a:ln w="12700">
            <a:solidFill>
              <a:srgbClr val="C8763A"/>
            </a:solidFill>
            <a:prstDash val="solid"/>
          </a:ln>
        </p:spPr>
      </p:sp>
      <p:sp>
        <p:nvSpPr>
          <p:cNvPr id="519" name="Shape 501"/>
          <p:cNvSpPr/>
          <p:nvPr/>
        </p:nvSpPr>
        <p:spPr>
          <a:xfrm>
            <a:off x="7475220" y="3149600"/>
            <a:ext cx="-2870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20" name="Shape 502"/>
          <p:cNvSpPr/>
          <p:nvPr/>
        </p:nvSpPr>
        <p:spPr>
          <a:xfrm>
            <a:off x="7475220" y="3149600"/>
            <a:ext cx="-1676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21" name="Shape 503"/>
          <p:cNvSpPr/>
          <p:nvPr/>
        </p:nvSpPr>
        <p:spPr>
          <a:xfrm>
            <a:off x="7475220" y="3149600"/>
            <a:ext cx="-482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22" name="Shape 504"/>
          <p:cNvSpPr/>
          <p:nvPr/>
        </p:nvSpPr>
        <p:spPr>
          <a:xfrm>
            <a:off x="7475220" y="3149600"/>
            <a:ext cx="711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23" name="Shape 505"/>
          <p:cNvSpPr/>
          <p:nvPr/>
        </p:nvSpPr>
        <p:spPr>
          <a:xfrm>
            <a:off x="7475220" y="3149600"/>
            <a:ext cx="19050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24" name="Shape 506"/>
          <p:cNvSpPr/>
          <p:nvPr/>
        </p:nvSpPr>
        <p:spPr>
          <a:xfrm>
            <a:off x="7475220" y="3149600"/>
            <a:ext cx="30988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25" name="Shape 507"/>
          <p:cNvSpPr/>
          <p:nvPr/>
        </p:nvSpPr>
        <p:spPr>
          <a:xfrm>
            <a:off x="7475220" y="3149600"/>
            <a:ext cx="4292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26" name="Shape 508"/>
          <p:cNvSpPr/>
          <p:nvPr/>
        </p:nvSpPr>
        <p:spPr>
          <a:xfrm>
            <a:off x="7475220" y="3149600"/>
            <a:ext cx="5486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27" name="Shape 509"/>
          <p:cNvSpPr/>
          <p:nvPr/>
        </p:nvSpPr>
        <p:spPr>
          <a:xfrm>
            <a:off x="7475220" y="3149600"/>
            <a:ext cx="6680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28" name="Shape 510"/>
          <p:cNvSpPr/>
          <p:nvPr/>
        </p:nvSpPr>
        <p:spPr>
          <a:xfrm>
            <a:off x="7570470" y="3149600"/>
            <a:ext cx="-38227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29" name="Shape 511"/>
          <p:cNvSpPr/>
          <p:nvPr/>
        </p:nvSpPr>
        <p:spPr>
          <a:xfrm>
            <a:off x="7570470" y="3149600"/>
            <a:ext cx="-26289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30" name="Shape 512"/>
          <p:cNvSpPr/>
          <p:nvPr/>
        </p:nvSpPr>
        <p:spPr>
          <a:xfrm>
            <a:off x="7570470" y="3149600"/>
            <a:ext cx="-14351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31" name="Shape 513"/>
          <p:cNvSpPr/>
          <p:nvPr/>
        </p:nvSpPr>
        <p:spPr>
          <a:xfrm>
            <a:off x="7570470" y="3149600"/>
            <a:ext cx="-2413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32" name="Shape 514"/>
          <p:cNvSpPr/>
          <p:nvPr/>
        </p:nvSpPr>
        <p:spPr>
          <a:xfrm>
            <a:off x="7570470" y="3149600"/>
            <a:ext cx="9525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33" name="Shape 515"/>
          <p:cNvSpPr/>
          <p:nvPr/>
        </p:nvSpPr>
        <p:spPr>
          <a:xfrm>
            <a:off x="7570470" y="3149600"/>
            <a:ext cx="21463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34" name="Shape 516"/>
          <p:cNvSpPr/>
          <p:nvPr/>
        </p:nvSpPr>
        <p:spPr>
          <a:xfrm>
            <a:off x="7570470" y="3149600"/>
            <a:ext cx="33401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35" name="Shape 517"/>
          <p:cNvSpPr/>
          <p:nvPr/>
        </p:nvSpPr>
        <p:spPr>
          <a:xfrm>
            <a:off x="7570470" y="3149600"/>
            <a:ext cx="45339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36" name="Shape 518"/>
          <p:cNvSpPr/>
          <p:nvPr/>
        </p:nvSpPr>
        <p:spPr>
          <a:xfrm>
            <a:off x="7570470" y="3149600"/>
            <a:ext cx="57277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37" name="Shape 519"/>
          <p:cNvSpPr/>
          <p:nvPr/>
        </p:nvSpPr>
        <p:spPr>
          <a:xfrm>
            <a:off x="7665720" y="3149600"/>
            <a:ext cx="-4775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38" name="Shape 520"/>
          <p:cNvSpPr/>
          <p:nvPr/>
        </p:nvSpPr>
        <p:spPr>
          <a:xfrm>
            <a:off x="7665720" y="3149600"/>
            <a:ext cx="-3581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39" name="Shape 521"/>
          <p:cNvSpPr/>
          <p:nvPr/>
        </p:nvSpPr>
        <p:spPr>
          <a:xfrm>
            <a:off x="7665720" y="3149600"/>
            <a:ext cx="-2387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40" name="Shape 522"/>
          <p:cNvSpPr/>
          <p:nvPr/>
        </p:nvSpPr>
        <p:spPr>
          <a:xfrm>
            <a:off x="7665720" y="3149600"/>
            <a:ext cx="-11938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41" name="Shape 523"/>
          <p:cNvSpPr/>
          <p:nvPr/>
        </p:nvSpPr>
        <p:spPr>
          <a:xfrm>
            <a:off x="7665720" y="3149600"/>
            <a:ext cx="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42" name="Shape 524"/>
          <p:cNvSpPr/>
          <p:nvPr/>
        </p:nvSpPr>
        <p:spPr>
          <a:xfrm>
            <a:off x="7665720" y="3149600"/>
            <a:ext cx="11938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43" name="Shape 525"/>
          <p:cNvSpPr/>
          <p:nvPr/>
        </p:nvSpPr>
        <p:spPr>
          <a:xfrm>
            <a:off x="7665720" y="3149600"/>
            <a:ext cx="2387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44" name="Shape 526"/>
          <p:cNvSpPr/>
          <p:nvPr/>
        </p:nvSpPr>
        <p:spPr>
          <a:xfrm>
            <a:off x="7665720" y="3149600"/>
            <a:ext cx="3581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45" name="Shape 527"/>
          <p:cNvSpPr/>
          <p:nvPr/>
        </p:nvSpPr>
        <p:spPr>
          <a:xfrm>
            <a:off x="7665720" y="3149600"/>
            <a:ext cx="4775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46" name="Shape 528"/>
          <p:cNvSpPr/>
          <p:nvPr/>
        </p:nvSpPr>
        <p:spPr>
          <a:xfrm>
            <a:off x="7760970" y="3149600"/>
            <a:ext cx="-57277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47" name="Shape 529"/>
          <p:cNvSpPr/>
          <p:nvPr/>
        </p:nvSpPr>
        <p:spPr>
          <a:xfrm>
            <a:off x="7760970" y="3149600"/>
            <a:ext cx="-45339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48" name="Shape 530"/>
          <p:cNvSpPr/>
          <p:nvPr/>
        </p:nvSpPr>
        <p:spPr>
          <a:xfrm>
            <a:off x="7760970" y="3149600"/>
            <a:ext cx="-33401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49" name="Shape 531"/>
          <p:cNvSpPr/>
          <p:nvPr/>
        </p:nvSpPr>
        <p:spPr>
          <a:xfrm>
            <a:off x="7760970" y="3149600"/>
            <a:ext cx="-21463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50" name="Shape 532"/>
          <p:cNvSpPr/>
          <p:nvPr/>
        </p:nvSpPr>
        <p:spPr>
          <a:xfrm>
            <a:off x="7760970" y="3149600"/>
            <a:ext cx="-9525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51" name="Shape 533"/>
          <p:cNvSpPr/>
          <p:nvPr/>
        </p:nvSpPr>
        <p:spPr>
          <a:xfrm>
            <a:off x="7760970" y="3149600"/>
            <a:ext cx="2413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52" name="Shape 534"/>
          <p:cNvSpPr/>
          <p:nvPr/>
        </p:nvSpPr>
        <p:spPr>
          <a:xfrm>
            <a:off x="7760970" y="3149600"/>
            <a:ext cx="14351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53" name="Shape 535"/>
          <p:cNvSpPr/>
          <p:nvPr/>
        </p:nvSpPr>
        <p:spPr>
          <a:xfrm>
            <a:off x="7760970" y="3149600"/>
            <a:ext cx="26289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54" name="Shape 536"/>
          <p:cNvSpPr/>
          <p:nvPr/>
        </p:nvSpPr>
        <p:spPr>
          <a:xfrm>
            <a:off x="7760970" y="3149600"/>
            <a:ext cx="38227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55" name="Shape 537"/>
          <p:cNvSpPr/>
          <p:nvPr/>
        </p:nvSpPr>
        <p:spPr>
          <a:xfrm>
            <a:off x="7856220" y="3149600"/>
            <a:ext cx="-6680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56" name="Shape 538"/>
          <p:cNvSpPr/>
          <p:nvPr/>
        </p:nvSpPr>
        <p:spPr>
          <a:xfrm>
            <a:off x="7856220" y="3149600"/>
            <a:ext cx="-5486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57" name="Shape 539"/>
          <p:cNvSpPr/>
          <p:nvPr/>
        </p:nvSpPr>
        <p:spPr>
          <a:xfrm>
            <a:off x="7856220" y="3149600"/>
            <a:ext cx="-4292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58" name="Shape 540"/>
          <p:cNvSpPr/>
          <p:nvPr/>
        </p:nvSpPr>
        <p:spPr>
          <a:xfrm>
            <a:off x="7856220" y="3149600"/>
            <a:ext cx="-30988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59" name="Shape 541"/>
          <p:cNvSpPr/>
          <p:nvPr/>
        </p:nvSpPr>
        <p:spPr>
          <a:xfrm>
            <a:off x="7856220" y="3149600"/>
            <a:ext cx="-19050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60" name="Shape 542"/>
          <p:cNvSpPr/>
          <p:nvPr/>
        </p:nvSpPr>
        <p:spPr>
          <a:xfrm>
            <a:off x="7856220" y="3149600"/>
            <a:ext cx="-711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61" name="Shape 543"/>
          <p:cNvSpPr/>
          <p:nvPr/>
        </p:nvSpPr>
        <p:spPr>
          <a:xfrm>
            <a:off x="7856220" y="3149600"/>
            <a:ext cx="482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62" name="Shape 544"/>
          <p:cNvSpPr/>
          <p:nvPr/>
        </p:nvSpPr>
        <p:spPr>
          <a:xfrm>
            <a:off x="7856220" y="3149600"/>
            <a:ext cx="1676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63" name="Shape 545"/>
          <p:cNvSpPr/>
          <p:nvPr/>
        </p:nvSpPr>
        <p:spPr>
          <a:xfrm>
            <a:off x="7856220" y="3149600"/>
            <a:ext cx="2870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64" name="Shape 546"/>
          <p:cNvSpPr/>
          <p:nvPr/>
        </p:nvSpPr>
        <p:spPr>
          <a:xfrm>
            <a:off x="744029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565" name="Shape 547"/>
          <p:cNvSpPr/>
          <p:nvPr/>
        </p:nvSpPr>
        <p:spPr>
          <a:xfrm>
            <a:off x="753554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566" name="Shape 548"/>
          <p:cNvSpPr/>
          <p:nvPr/>
        </p:nvSpPr>
        <p:spPr>
          <a:xfrm>
            <a:off x="763079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567" name="Shape 549"/>
          <p:cNvSpPr/>
          <p:nvPr/>
        </p:nvSpPr>
        <p:spPr>
          <a:xfrm>
            <a:off x="772604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568" name="Shape 550"/>
          <p:cNvSpPr/>
          <p:nvPr/>
        </p:nvSpPr>
        <p:spPr>
          <a:xfrm>
            <a:off x="782129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569" name="Shape 551"/>
          <p:cNvSpPr/>
          <p:nvPr/>
        </p:nvSpPr>
        <p:spPr>
          <a:xfrm>
            <a:off x="715327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570" name="Shape 552"/>
          <p:cNvSpPr/>
          <p:nvPr/>
        </p:nvSpPr>
        <p:spPr>
          <a:xfrm>
            <a:off x="727265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571" name="Shape 553"/>
          <p:cNvSpPr/>
          <p:nvPr/>
        </p:nvSpPr>
        <p:spPr>
          <a:xfrm>
            <a:off x="739203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572" name="Shape 554"/>
          <p:cNvSpPr/>
          <p:nvPr/>
        </p:nvSpPr>
        <p:spPr>
          <a:xfrm>
            <a:off x="751141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573" name="Shape 555"/>
          <p:cNvSpPr/>
          <p:nvPr/>
        </p:nvSpPr>
        <p:spPr>
          <a:xfrm>
            <a:off x="763079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574" name="Shape 556"/>
          <p:cNvSpPr/>
          <p:nvPr/>
        </p:nvSpPr>
        <p:spPr>
          <a:xfrm>
            <a:off x="775017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575" name="Shape 557"/>
          <p:cNvSpPr/>
          <p:nvPr/>
        </p:nvSpPr>
        <p:spPr>
          <a:xfrm>
            <a:off x="786955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576" name="Shape 558"/>
          <p:cNvSpPr/>
          <p:nvPr/>
        </p:nvSpPr>
        <p:spPr>
          <a:xfrm>
            <a:off x="798893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577" name="Shape 559"/>
          <p:cNvSpPr/>
          <p:nvPr/>
        </p:nvSpPr>
        <p:spPr>
          <a:xfrm>
            <a:off x="810831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578" name="Text 560"/>
          <p:cNvSpPr/>
          <p:nvPr/>
        </p:nvSpPr>
        <p:spPr>
          <a:xfrm>
            <a:off x="7818120" y="3086100"/>
            <a:ext cx="2794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C05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RELU</a:t>
            </a:r>
            <a:endParaRPr lang="en-US" sz="700" dirty="0"/>
          </a:p>
        </p:txBody>
      </p:sp>
      <p:sp>
        <p:nvSpPr>
          <p:cNvPr id="579" name="Shape 561"/>
          <p:cNvSpPr/>
          <p:nvPr/>
        </p:nvSpPr>
        <p:spPr>
          <a:xfrm>
            <a:off x="9253220" y="3041650"/>
            <a:ext cx="965200" cy="387350"/>
          </a:xfrm>
          <a:prstGeom prst="roundRect">
            <a:avLst>
              <a:gd name="adj" fmla="val 14164"/>
            </a:avLst>
          </a:prstGeom>
          <a:solidFill>
            <a:srgbClr val="CFA05C"/>
          </a:solidFill>
          <a:ln w="12700">
            <a:solidFill>
              <a:srgbClr val="C8763A"/>
            </a:solidFill>
            <a:prstDash val="solid"/>
          </a:ln>
        </p:spPr>
      </p:sp>
      <p:sp>
        <p:nvSpPr>
          <p:cNvPr id="580" name="Shape 562"/>
          <p:cNvSpPr/>
          <p:nvPr/>
        </p:nvSpPr>
        <p:spPr>
          <a:xfrm>
            <a:off x="9545320" y="3149600"/>
            <a:ext cx="-2870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81" name="Shape 563"/>
          <p:cNvSpPr/>
          <p:nvPr/>
        </p:nvSpPr>
        <p:spPr>
          <a:xfrm>
            <a:off x="9545320" y="3149600"/>
            <a:ext cx="-1676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82" name="Shape 564"/>
          <p:cNvSpPr/>
          <p:nvPr/>
        </p:nvSpPr>
        <p:spPr>
          <a:xfrm>
            <a:off x="9545320" y="3149600"/>
            <a:ext cx="-482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83" name="Shape 565"/>
          <p:cNvSpPr/>
          <p:nvPr/>
        </p:nvSpPr>
        <p:spPr>
          <a:xfrm>
            <a:off x="9545320" y="3149600"/>
            <a:ext cx="711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84" name="Shape 566"/>
          <p:cNvSpPr/>
          <p:nvPr/>
        </p:nvSpPr>
        <p:spPr>
          <a:xfrm>
            <a:off x="9545320" y="3149600"/>
            <a:ext cx="19050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85" name="Shape 567"/>
          <p:cNvSpPr/>
          <p:nvPr/>
        </p:nvSpPr>
        <p:spPr>
          <a:xfrm>
            <a:off x="9545320" y="3149600"/>
            <a:ext cx="30988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86" name="Shape 568"/>
          <p:cNvSpPr/>
          <p:nvPr/>
        </p:nvSpPr>
        <p:spPr>
          <a:xfrm>
            <a:off x="9545320" y="3149600"/>
            <a:ext cx="4292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87" name="Shape 569"/>
          <p:cNvSpPr/>
          <p:nvPr/>
        </p:nvSpPr>
        <p:spPr>
          <a:xfrm>
            <a:off x="9545320" y="3149600"/>
            <a:ext cx="5486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88" name="Shape 570"/>
          <p:cNvSpPr/>
          <p:nvPr/>
        </p:nvSpPr>
        <p:spPr>
          <a:xfrm>
            <a:off x="9545320" y="3149600"/>
            <a:ext cx="6680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89" name="Shape 571"/>
          <p:cNvSpPr/>
          <p:nvPr/>
        </p:nvSpPr>
        <p:spPr>
          <a:xfrm>
            <a:off x="9640570" y="3149600"/>
            <a:ext cx="-38227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90" name="Shape 572"/>
          <p:cNvSpPr/>
          <p:nvPr/>
        </p:nvSpPr>
        <p:spPr>
          <a:xfrm>
            <a:off x="9640570" y="3149600"/>
            <a:ext cx="-26289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91" name="Shape 573"/>
          <p:cNvSpPr/>
          <p:nvPr/>
        </p:nvSpPr>
        <p:spPr>
          <a:xfrm>
            <a:off x="9640570" y="3149600"/>
            <a:ext cx="-14351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92" name="Shape 574"/>
          <p:cNvSpPr/>
          <p:nvPr/>
        </p:nvSpPr>
        <p:spPr>
          <a:xfrm>
            <a:off x="9640570" y="3149600"/>
            <a:ext cx="-2413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93" name="Shape 575"/>
          <p:cNvSpPr/>
          <p:nvPr/>
        </p:nvSpPr>
        <p:spPr>
          <a:xfrm>
            <a:off x="9640570" y="3149600"/>
            <a:ext cx="9525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94" name="Shape 576"/>
          <p:cNvSpPr/>
          <p:nvPr/>
        </p:nvSpPr>
        <p:spPr>
          <a:xfrm>
            <a:off x="9640570" y="3149600"/>
            <a:ext cx="21463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95" name="Shape 577"/>
          <p:cNvSpPr/>
          <p:nvPr/>
        </p:nvSpPr>
        <p:spPr>
          <a:xfrm>
            <a:off x="9640570" y="3149600"/>
            <a:ext cx="33401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96" name="Shape 578"/>
          <p:cNvSpPr/>
          <p:nvPr/>
        </p:nvSpPr>
        <p:spPr>
          <a:xfrm>
            <a:off x="9640570" y="3149600"/>
            <a:ext cx="45339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97" name="Shape 579"/>
          <p:cNvSpPr/>
          <p:nvPr/>
        </p:nvSpPr>
        <p:spPr>
          <a:xfrm>
            <a:off x="9640570" y="3149600"/>
            <a:ext cx="57277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98" name="Shape 580"/>
          <p:cNvSpPr/>
          <p:nvPr/>
        </p:nvSpPr>
        <p:spPr>
          <a:xfrm>
            <a:off x="9735820" y="3149600"/>
            <a:ext cx="-4775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599" name="Shape 581"/>
          <p:cNvSpPr/>
          <p:nvPr/>
        </p:nvSpPr>
        <p:spPr>
          <a:xfrm>
            <a:off x="9735820" y="3149600"/>
            <a:ext cx="-3581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00" name="Shape 582"/>
          <p:cNvSpPr/>
          <p:nvPr/>
        </p:nvSpPr>
        <p:spPr>
          <a:xfrm>
            <a:off x="9735820" y="3149600"/>
            <a:ext cx="-2387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01" name="Shape 583"/>
          <p:cNvSpPr/>
          <p:nvPr/>
        </p:nvSpPr>
        <p:spPr>
          <a:xfrm>
            <a:off x="9735820" y="3149600"/>
            <a:ext cx="-11938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02" name="Shape 584"/>
          <p:cNvSpPr/>
          <p:nvPr/>
        </p:nvSpPr>
        <p:spPr>
          <a:xfrm>
            <a:off x="9735820" y="3149600"/>
            <a:ext cx="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03" name="Shape 585"/>
          <p:cNvSpPr/>
          <p:nvPr/>
        </p:nvSpPr>
        <p:spPr>
          <a:xfrm>
            <a:off x="9735820" y="3149600"/>
            <a:ext cx="11938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04" name="Shape 586"/>
          <p:cNvSpPr/>
          <p:nvPr/>
        </p:nvSpPr>
        <p:spPr>
          <a:xfrm>
            <a:off x="9735820" y="3149600"/>
            <a:ext cx="2387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05" name="Shape 587"/>
          <p:cNvSpPr/>
          <p:nvPr/>
        </p:nvSpPr>
        <p:spPr>
          <a:xfrm>
            <a:off x="9735820" y="3149600"/>
            <a:ext cx="3581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06" name="Shape 588"/>
          <p:cNvSpPr/>
          <p:nvPr/>
        </p:nvSpPr>
        <p:spPr>
          <a:xfrm>
            <a:off x="9735820" y="3149600"/>
            <a:ext cx="4775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07" name="Shape 589"/>
          <p:cNvSpPr/>
          <p:nvPr/>
        </p:nvSpPr>
        <p:spPr>
          <a:xfrm>
            <a:off x="9831070" y="3149600"/>
            <a:ext cx="-57277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08" name="Shape 590"/>
          <p:cNvSpPr/>
          <p:nvPr/>
        </p:nvSpPr>
        <p:spPr>
          <a:xfrm>
            <a:off x="9831070" y="3149600"/>
            <a:ext cx="-45339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09" name="Shape 591"/>
          <p:cNvSpPr/>
          <p:nvPr/>
        </p:nvSpPr>
        <p:spPr>
          <a:xfrm>
            <a:off x="9831070" y="3149600"/>
            <a:ext cx="-33401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10" name="Shape 592"/>
          <p:cNvSpPr/>
          <p:nvPr/>
        </p:nvSpPr>
        <p:spPr>
          <a:xfrm>
            <a:off x="9831070" y="3149600"/>
            <a:ext cx="-21463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11" name="Shape 593"/>
          <p:cNvSpPr/>
          <p:nvPr/>
        </p:nvSpPr>
        <p:spPr>
          <a:xfrm>
            <a:off x="9831070" y="3149600"/>
            <a:ext cx="-9525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12" name="Shape 594"/>
          <p:cNvSpPr/>
          <p:nvPr/>
        </p:nvSpPr>
        <p:spPr>
          <a:xfrm>
            <a:off x="9831070" y="3149600"/>
            <a:ext cx="2413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13" name="Shape 595"/>
          <p:cNvSpPr/>
          <p:nvPr/>
        </p:nvSpPr>
        <p:spPr>
          <a:xfrm>
            <a:off x="9831070" y="3149600"/>
            <a:ext cx="14351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14" name="Shape 596"/>
          <p:cNvSpPr/>
          <p:nvPr/>
        </p:nvSpPr>
        <p:spPr>
          <a:xfrm>
            <a:off x="9831070" y="3149600"/>
            <a:ext cx="26289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15" name="Shape 597"/>
          <p:cNvSpPr/>
          <p:nvPr/>
        </p:nvSpPr>
        <p:spPr>
          <a:xfrm>
            <a:off x="9831070" y="3149600"/>
            <a:ext cx="38227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16" name="Shape 598"/>
          <p:cNvSpPr/>
          <p:nvPr/>
        </p:nvSpPr>
        <p:spPr>
          <a:xfrm>
            <a:off x="9926320" y="3149600"/>
            <a:ext cx="-6680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17" name="Shape 599"/>
          <p:cNvSpPr/>
          <p:nvPr/>
        </p:nvSpPr>
        <p:spPr>
          <a:xfrm>
            <a:off x="9926320" y="3149600"/>
            <a:ext cx="-5486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18" name="Shape 600"/>
          <p:cNvSpPr/>
          <p:nvPr/>
        </p:nvSpPr>
        <p:spPr>
          <a:xfrm>
            <a:off x="9926320" y="3149600"/>
            <a:ext cx="-4292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19" name="Shape 601"/>
          <p:cNvSpPr/>
          <p:nvPr/>
        </p:nvSpPr>
        <p:spPr>
          <a:xfrm>
            <a:off x="9926320" y="3149600"/>
            <a:ext cx="-30988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20" name="Shape 602"/>
          <p:cNvSpPr/>
          <p:nvPr/>
        </p:nvSpPr>
        <p:spPr>
          <a:xfrm>
            <a:off x="9926320" y="3149600"/>
            <a:ext cx="-19050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21" name="Shape 603"/>
          <p:cNvSpPr/>
          <p:nvPr/>
        </p:nvSpPr>
        <p:spPr>
          <a:xfrm>
            <a:off x="9926320" y="3149600"/>
            <a:ext cx="-711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22" name="Shape 604"/>
          <p:cNvSpPr/>
          <p:nvPr/>
        </p:nvSpPr>
        <p:spPr>
          <a:xfrm>
            <a:off x="9926320" y="3149600"/>
            <a:ext cx="482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23" name="Shape 605"/>
          <p:cNvSpPr/>
          <p:nvPr/>
        </p:nvSpPr>
        <p:spPr>
          <a:xfrm>
            <a:off x="9926320" y="3149600"/>
            <a:ext cx="1676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24" name="Shape 606"/>
          <p:cNvSpPr/>
          <p:nvPr/>
        </p:nvSpPr>
        <p:spPr>
          <a:xfrm>
            <a:off x="9926320" y="3149600"/>
            <a:ext cx="2870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25" name="Shape 607"/>
          <p:cNvSpPr/>
          <p:nvPr/>
        </p:nvSpPr>
        <p:spPr>
          <a:xfrm>
            <a:off x="951039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626" name="Shape 608"/>
          <p:cNvSpPr/>
          <p:nvPr/>
        </p:nvSpPr>
        <p:spPr>
          <a:xfrm>
            <a:off x="960564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627" name="Shape 609"/>
          <p:cNvSpPr/>
          <p:nvPr/>
        </p:nvSpPr>
        <p:spPr>
          <a:xfrm>
            <a:off x="970089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628" name="Shape 610"/>
          <p:cNvSpPr/>
          <p:nvPr/>
        </p:nvSpPr>
        <p:spPr>
          <a:xfrm>
            <a:off x="979614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629" name="Shape 611"/>
          <p:cNvSpPr/>
          <p:nvPr/>
        </p:nvSpPr>
        <p:spPr>
          <a:xfrm>
            <a:off x="989139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630" name="Shape 612"/>
          <p:cNvSpPr/>
          <p:nvPr/>
        </p:nvSpPr>
        <p:spPr>
          <a:xfrm>
            <a:off x="922337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631" name="Shape 613"/>
          <p:cNvSpPr/>
          <p:nvPr/>
        </p:nvSpPr>
        <p:spPr>
          <a:xfrm>
            <a:off x="934275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632" name="Shape 614"/>
          <p:cNvSpPr/>
          <p:nvPr/>
        </p:nvSpPr>
        <p:spPr>
          <a:xfrm>
            <a:off x="946213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633" name="Shape 615"/>
          <p:cNvSpPr/>
          <p:nvPr/>
        </p:nvSpPr>
        <p:spPr>
          <a:xfrm>
            <a:off x="958151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634" name="Shape 616"/>
          <p:cNvSpPr/>
          <p:nvPr/>
        </p:nvSpPr>
        <p:spPr>
          <a:xfrm>
            <a:off x="970089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635" name="Shape 617"/>
          <p:cNvSpPr/>
          <p:nvPr/>
        </p:nvSpPr>
        <p:spPr>
          <a:xfrm>
            <a:off x="982027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636" name="Shape 618"/>
          <p:cNvSpPr/>
          <p:nvPr/>
        </p:nvSpPr>
        <p:spPr>
          <a:xfrm>
            <a:off x="993965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637" name="Shape 619"/>
          <p:cNvSpPr/>
          <p:nvPr/>
        </p:nvSpPr>
        <p:spPr>
          <a:xfrm>
            <a:off x="1005903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638" name="Shape 620"/>
          <p:cNvSpPr/>
          <p:nvPr/>
        </p:nvSpPr>
        <p:spPr>
          <a:xfrm>
            <a:off x="1017841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639" name="Text 621"/>
          <p:cNvSpPr/>
          <p:nvPr/>
        </p:nvSpPr>
        <p:spPr>
          <a:xfrm>
            <a:off x="9888220" y="3086100"/>
            <a:ext cx="2794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C05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RELU</a:t>
            </a:r>
            <a:endParaRPr lang="en-US" sz="700" dirty="0"/>
          </a:p>
        </p:txBody>
      </p:sp>
      <p:sp>
        <p:nvSpPr>
          <p:cNvPr id="640" name="Shape 622"/>
          <p:cNvSpPr/>
          <p:nvPr/>
        </p:nvSpPr>
        <p:spPr>
          <a:xfrm>
            <a:off x="10288270" y="3041650"/>
            <a:ext cx="965200" cy="387350"/>
          </a:xfrm>
          <a:prstGeom prst="roundRect">
            <a:avLst>
              <a:gd name="adj" fmla="val 14164"/>
            </a:avLst>
          </a:prstGeom>
          <a:solidFill>
            <a:srgbClr val="CFA05C"/>
          </a:solidFill>
          <a:ln w="12700">
            <a:solidFill>
              <a:srgbClr val="C8763A"/>
            </a:solidFill>
            <a:prstDash val="solid"/>
          </a:ln>
        </p:spPr>
      </p:sp>
      <p:sp>
        <p:nvSpPr>
          <p:cNvPr id="641" name="Shape 623"/>
          <p:cNvSpPr/>
          <p:nvPr/>
        </p:nvSpPr>
        <p:spPr>
          <a:xfrm>
            <a:off x="10580370" y="3149600"/>
            <a:ext cx="-2870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42" name="Shape 624"/>
          <p:cNvSpPr/>
          <p:nvPr/>
        </p:nvSpPr>
        <p:spPr>
          <a:xfrm>
            <a:off x="10580370" y="3149600"/>
            <a:ext cx="-1676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43" name="Shape 625"/>
          <p:cNvSpPr/>
          <p:nvPr/>
        </p:nvSpPr>
        <p:spPr>
          <a:xfrm>
            <a:off x="10580370" y="3149600"/>
            <a:ext cx="-482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44" name="Shape 626"/>
          <p:cNvSpPr/>
          <p:nvPr/>
        </p:nvSpPr>
        <p:spPr>
          <a:xfrm>
            <a:off x="10580370" y="3149600"/>
            <a:ext cx="711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45" name="Shape 627"/>
          <p:cNvSpPr/>
          <p:nvPr/>
        </p:nvSpPr>
        <p:spPr>
          <a:xfrm>
            <a:off x="10580370" y="3149600"/>
            <a:ext cx="19050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46" name="Shape 628"/>
          <p:cNvSpPr/>
          <p:nvPr/>
        </p:nvSpPr>
        <p:spPr>
          <a:xfrm>
            <a:off x="10580370" y="3149600"/>
            <a:ext cx="30988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47" name="Shape 629"/>
          <p:cNvSpPr/>
          <p:nvPr/>
        </p:nvSpPr>
        <p:spPr>
          <a:xfrm>
            <a:off x="10580370" y="3149600"/>
            <a:ext cx="4292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48" name="Shape 630"/>
          <p:cNvSpPr/>
          <p:nvPr/>
        </p:nvSpPr>
        <p:spPr>
          <a:xfrm>
            <a:off x="10580370" y="3149600"/>
            <a:ext cx="5486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49" name="Shape 631"/>
          <p:cNvSpPr/>
          <p:nvPr/>
        </p:nvSpPr>
        <p:spPr>
          <a:xfrm>
            <a:off x="10580370" y="3149600"/>
            <a:ext cx="6680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50" name="Shape 632"/>
          <p:cNvSpPr/>
          <p:nvPr/>
        </p:nvSpPr>
        <p:spPr>
          <a:xfrm>
            <a:off x="10675620" y="3149600"/>
            <a:ext cx="-38227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51" name="Shape 633"/>
          <p:cNvSpPr/>
          <p:nvPr/>
        </p:nvSpPr>
        <p:spPr>
          <a:xfrm>
            <a:off x="10675620" y="3149600"/>
            <a:ext cx="-26289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52" name="Shape 634"/>
          <p:cNvSpPr/>
          <p:nvPr/>
        </p:nvSpPr>
        <p:spPr>
          <a:xfrm>
            <a:off x="10675620" y="3149600"/>
            <a:ext cx="-14351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53" name="Shape 635"/>
          <p:cNvSpPr/>
          <p:nvPr/>
        </p:nvSpPr>
        <p:spPr>
          <a:xfrm>
            <a:off x="10675620" y="3149600"/>
            <a:ext cx="-2413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54" name="Shape 636"/>
          <p:cNvSpPr/>
          <p:nvPr/>
        </p:nvSpPr>
        <p:spPr>
          <a:xfrm>
            <a:off x="10675620" y="3149600"/>
            <a:ext cx="9525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55" name="Shape 637"/>
          <p:cNvSpPr/>
          <p:nvPr/>
        </p:nvSpPr>
        <p:spPr>
          <a:xfrm>
            <a:off x="10675620" y="3149600"/>
            <a:ext cx="21463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56" name="Shape 638"/>
          <p:cNvSpPr/>
          <p:nvPr/>
        </p:nvSpPr>
        <p:spPr>
          <a:xfrm>
            <a:off x="10675620" y="3149600"/>
            <a:ext cx="33401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57" name="Shape 639"/>
          <p:cNvSpPr/>
          <p:nvPr/>
        </p:nvSpPr>
        <p:spPr>
          <a:xfrm>
            <a:off x="10675620" y="3149600"/>
            <a:ext cx="45339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58" name="Shape 640"/>
          <p:cNvSpPr/>
          <p:nvPr/>
        </p:nvSpPr>
        <p:spPr>
          <a:xfrm>
            <a:off x="10675620" y="3149600"/>
            <a:ext cx="57277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59" name="Shape 641"/>
          <p:cNvSpPr/>
          <p:nvPr/>
        </p:nvSpPr>
        <p:spPr>
          <a:xfrm>
            <a:off x="10770870" y="3149600"/>
            <a:ext cx="-4775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60" name="Shape 642"/>
          <p:cNvSpPr/>
          <p:nvPr/>
        </p:nvSpPr>
        <p:spPr>
          <a:xfrm>
            <a:off x="10770870" y="3149600"/>
            <a:ext cx="-3581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61" name="Shape 643"/>
          <p:cNvSpPr/>
          <p:nvPr/>
        </p:nvSpPr>
        <p:spPr>
          <a:xfrm>
            <a:off x="10770870" y="3149600"/>
            <a:ext cx="-2387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62" name="Shape 644"/>
          <p:cNvSpPr/>
          <p:nvPr/>
        </p:nvSpPr>
        <p:spPr>
          <a:xfrm>
            <a:off x="10770870" y="3149600"/>
            <a:ext cx="-11938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63" name="Shape 645"/>
          <p:cNvSpPr/>
          <p:nvPr/>
        </p:nvSpPr>
        <p:spPr>
          <a:xfrm>
            <a:off x="10770870" y="3149600"/>
            <a:ext cx="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64" name="Shape 646"/>
          <p:cNvSpPr/>
          <p:nvPr/>
        </p:nvSpPr>
        <p:spPr>
          <a:xfrm>
            <a:off x="10770870" y="3149600"/>
            <a:ext cx="11938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65" name="Shape 647"/>
          <p:cNvSpPr/>
          <p:nvPr/>
        </p:nvSpPr>
        <p:spPr>
          <a:xfrm>
            <a:off x="10770870" y="3149600"/>
            <a:ext cx="2387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66" name="Shape 648"/>
          <p:cNvSpPr/>
          <p:nvPr/>
        </p:nvSpPr>
        <p:spPr>
          <a:xfrm>
            <a:off x="10770870" y="3149600"/>
            <a:ext cx="3581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67" name="Shape 649"/>
          <p:cNvSpPr/>
          <p:nvPr/>
        </p:nvSpPr>
        <p:spPr>
          <a:xfrm>
            <a:off x="10770870" y="3149600"/>
            <a:ext cx="4775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68" name="Shape 650"/>
          <p:cNvSpPr/>
          <p:nvPr/>
        </p:nvSpPr>
        <p:spPr>
          <a:xfrm>
            <a:off x="10866120" y="3149600"/>
            <a:ext cx="-57277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69" name="Shape 651"/>
          <p:cNvSpPr/>
          <p:nvPr/>
        </p:nvSpPr>
        <p:spPr>
          <a:xfrm>
            <a:off x="10866120" y="3149600"/>
            <a:ext cx="-45339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70" name="Shape 652"/>
          <p:cNvSpPr/>
          <p:nvPr/>
        </p:nvSpPr>
        <p:spPr>
          <a:xfrm>
            <a:off x="10866120" y="3149600"/>
            <a:ext cx="-33401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71" name="Shape 653"/>
          <p:cNvSpPr/>
          <p:nvPr/>
        </p:nvSpPr>
        <p:spPr>
          <a:xfrm>
            <a:off x="10866120" y="3149600"/>
            <a:ext cx="-21463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72" name="Shape 654"/>
          <p:cNvSpPr/>
          <p:nvPr/>
        </p:nvSpPr>
        <p:spPr>
          <a:xfrm>
            <a:off x="10866120" y="3149600"/>
            <a:ext cx="-9525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73" name="Shape 655"/>
          <p:cNvSpPr/>
          <p:nvPr/>
        </p:nvSpPr>
        <p:spPr>
          <a:xfrm>
            <a:off x="10866120" y="3149600"/>
            <a:ext cx="2413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74" name="Shape 656"/>
          <p:cNvSpPr/>
          <p:nvPr/>
        </p:nvSpPr>
        <p:spPr>
          <a:xfrm>
            <a:off x="10866120" y="3149600"/>
            <a:ext cx="14351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75" name="Shape 657"/>
          <p:cNvSpPr/>
          <p:nvPr/>
        </p:nvSpPr>
        <p:spPr>
          <a:xfrm>
            <a:off x="10866120" y="3149600"/>
            <a:ext cx="26289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76" name="Shape 658"/>
          <p:cNvSpPr/>
          <p:nvPr/>
        </p:nvSpPr>
        <p:spPr>
          <a:xfrm>
            <a:off x="10866120" y="3149600"/>
            <a:ext cx="38227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77" name="Shape 659"/>
          <p:cNvSpPr/>
          <p:nvPr/>
        </p:nvSpPr>
        <p:spPr>
          <a:xfrm>
            <a:off x="10961370" y="3149600"/>
            <a:ext cx="-6680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78" name="Shape 660"/>
          <p:cNvSpPr/>
          <p:nvPr/>
        </p:nvSpPr>
        <p:spPr>
          <a:xfrm>
            <a:off x="10961370" y="3149600"/>
            <a:ext cx="-5486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79" name="Shape 661"/>
          <p:cNvSpPr/>
          <p:nvPr/>
        </p:nvSpPr>
        <p:spPr>
          <a:xfrm>
            <a:off x="10961370" y="3149600"/>
            <a:ext cx="-4292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80" name="Shape 662"/>
          <p:cNvSpPr/>
          <p:nvPr/>
        </p:nvSpPr>
        <p:spPr>
          <a:xfrm>
            <a:off x="10961370" y="3149600"/>
            <a:ext cx="-30988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81" name="Shape 663"/>
          <p:cNvSpPr/>
          <p:nvPr/>
        </p:nvSpPr>
        <p:spPr>
          <a:xfrm>
            <a:off x="10961370" y="3149600"/>
            <a:ext cx="-19050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82" name="Shape 664"/>
          <p:cNvSpPr/>
          <p:nvPr/>
        </p:nvSpPr>
        <p:spPr>
          <a:xfrm>
            <a:off x="10961370" y="3149600"/>
            <a:ext cx="-711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83" name="Shape 665"/>
          <p:cNvSpPr/>
          <p:nvPr/>
        </p:nvSpPr>
        <p:spPr>
          <a:xfrm>
            <a:off x="10961370" y="3149600"/>
            <a:ext cx="4826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84" name="Shape 666"/>
          <p:cNvSpPr/>
          <p:nvPr/>
        </p:nvSpPr>
        <p:spPr>
          <a:xfrm>
            <a:off x="10961370" y="3149600"/>
            <a:ext cx="16764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85" name="Shape 667"/>
          <p:cNvSpPr/>
          <p:nvPr/>
        </p:nvSpPr>
        <p:spPr>
          <a:xfrm>
            <a:off x="10961370" y="3149600"/>
            <a:ext cx="287020" cy="165100"/>
          </a:xfrm>
          <a:prstGeom prst="line">
            <a:avLst/>
          </a:prstGeom>
          <a:noFill/>
          <a:ln w="6350">
            <a:solidFill>
              <a:srgbClr val="705A28"/>
            </a:solidFill>
            <a:prstDash val="solid"/>
          </a:ln>
        </p:spPr>
      </p:sp>
      <p:sp>
        <p:nvSpPr>
          <p:cNvPr id="686" name="Shape 668"/>
          <p:cNvSpPr/>
          <p:nvPr/>
        </p:nvSpPr>
        <p:spPr>
          <a:xfrm>
            <a:off x="1054544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687" name="Shape 669"/>
          <p:cNvSpPr/>
          <p:nvPr/>
        </p:nvSpPr>
        <p:spPr>
          <a:xfrm>
            <a:off x="1064069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688" name="Shape 670"/>
          <p:cNvSpPr/>
          <p:nvPr/>
        </p:nvSpPr>
        <p:spPr>
          <a:xfrm>
            <a:off x="1073594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689" name="Shape 671"/>
          <p:cNvSpPr/>
          <p:nvPr/>
        </p:nvSpPr>
        <p:spPr>
          <a:xfrm>
            <a:off x="1083119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690" name="Shape 672"/>
          <p:cNvSpPr/>
          <p:nvPr/>
        </p:nvSpPr>
        <p:spPr>
          <a:xfrm>
            <a:off x="10926445" y="3114675"/>
            <a:ext cx="69850" cy="69850"/>
          </a:xfrm>
          <a:prstGeom prst="ellipse">
            <a:avLst/>
          </a:prstGeom>
          <a:solidFill>
            <a:srgbClr val="82932A"/>
          </a:solidFill>
          <a:ln/>
        </p:spPr>
      </p:sp>
      <p:sp>
        <p:nvSpPr>
          <p:cNvPr id="691" name="Shape 673"/>
          <p:cNvSpPr/>
          <p:nvPr/>
        </p:nvSpPr>
        <p:spPr>
          <a:xfrm>
            <a:off x="1025842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692" name="Shape 674"/>
          <p:cNvSpPr/>
          <p:nvPr/>
        </p:nvSpPr>
        <p:spPr>
          <a:xfrm>
            <a:off x="1037780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693" name="Shape 675"/>
          <p:cNvSpPr/>
          <p:nvPr/>
        </p:nvSpPr>
        <p:spPr>
          <a:xfrm>
            <a:off x="1049718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694" name="Shape 676"/>
          <p:cNvSpPr/>
          <p:nvPr/>
        </p:nvSpPr>
        <p:spPr>
          <a:xfrm>
            <a:off x="1061656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695" name="Shape 677"/>
          <p:cNvSpPr/>
          <p:nvPr/>
        </p:nvSpPr>
        <p:spPr>
          <a:xfrm>
            <a:off x="1073594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696" name="Shape 678"/>
          <p:cNvSpPr/>
          <p:nvPr/>
        </p:nvSpPr>
        <p:spPr>
          <a:xfrm>
            <a:off x="1085532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697" name="Shape 679"/>
          <p:cNvSpPr/>
          <p:nvPr/>
        </p:nvSpPr>
        <p:spPr>
          <a:xfrm>
            <a:off x="1097470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698" name="Shape 680"/>
          <p:cNvSpPr/>
          <p:nvPr/>
        </p:nvSpPr>
        <p:spPr>
          <a:xfrm>
            <a:off x="1109408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699" name="Shape 681"/>
          <p:cNvSpPr/>
          <p:nvPr/>
        </p:nvSpPr>
        <p:spPr>
          <a:xfrm>
            <a:off x="11213465" y="3279775"/>
            <a:ext cx="69850" cy="69850"/>
          </a:xfrm>
          <a:prstGeom prst="ellipse">
            <a:avLst/>
          </a:prstGeom>
          <a:solidFill>
            <a:srgbClr val="F2AE8E"/>
          </a:solidFill>
          <a:ln/>
        </p:spPr>
      </p:sp>
      <p:sp>
        <p:nvSpPr>
          <p:cNvPr id="700" name="Text 682"/>
          <p:cNvSpPr/>
          <p:nvPr/>
        </p:nvSpPr>
        <p:spPr>
          <a:xfrm>
            <a:off x="10923270" y="3086100"/>
            <a:ext cx="2794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C05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RELU</a:t>
            </a:r>
            <a:endParaRPr lang="en-US" sz="700" dirty="0"/>
          </a:p>
        </p:txBody>
      </p:sp>
      <p:sp>
        <p:nvSpPr>
          <p:cNvPr id="701" name="Shape 683"/>
          <p:cNvSpPr/>
          <p:nvPr/>
        </p:nvSpPr>
        <p:spPr>
          <a:xfrm>
            <a:off x="1958340" y="5515610"/>
            <a:ext cx="9474200" cy="744220"/>
          </a:xfrm>
          <a:prstGeom prst="rect">
            <a:avLst/>
          </a:prstGeom>
          <a:solidFill>
            <a:srgbClr val="854659"/>
          </a:solidFill>
          <a:ln/>
        </p:spPr>
      </p:sp>
      <p:sp>
        <p:nvSpPr>
          <p:cNvPr id="702" name="Text 684"/>
          <p:cNvSpPr/>
          <p:nvPr/>
        </p:nvSpPr>
        <p:spPr>
          <a:xfrm>
            <a:off x="2499360" y="5515610"/>
            <a:ext cx="8382000" cy="744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900" b="1" dirty="0">
                <a:solidFill>
                  <a:srgbClr val="F2B7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 Head Self Attention Block</a:t>
            </a:r>
            <a:endParaRPr lang="en-US" sz="1900" dirty="0"/>
          </a:p>
        </p:txBody>
      </p:sp>
      <p:pic>
        <p:nvPicPr>
          <p:cNvPr id="703" name="Image 16" descr="/home/ahmed/Projects/ai_llm_slides/videos/deep-learning/002_transformers_part2/recreated_pptx/build/assets/s047_blkarrow_A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378710" y="6299200"/>
            <a:ext cx="203200" cy="254000"/>
          </a:xfrm>
          <a:prstGeom prst="rect">
            <a:avLst/>
          </a:prstGeom>
        </p:spPr>
      </p:pic>
      <p:pic>
        <p:nvPicPr>
          <p:cNvPr id="704" name="Image 17" descr="/home/ahmed/Projects/ai_llm_slides/videos/deep-learning/002_transformers_part2/recreated_pptx/build/assets/s047_blkarrow_B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385060" y="5327650"/>
            <a:ext cx="190500" cy="184150"/>
          </a:xfrm>
          <a:prstGeom prst="rect">
            <a:avLst/>
          </a:prstGeom>
        </p:spPr>
      </p:pic>
      <p:pic>
        <p:nvPicPr>
          <p:cNvPr id="705" name="Image 18" descr="/home/ahmed/Projects/ai_llm_slides/videos/deep-learning/002_transformers_part2/recreated_pptx/build/assets/s047_blkarrow_B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385060" y="2520950"/>
            <a:ext cx="190500" cy="184150"/>
          </a:xfrm>
          <a:prstGeom prst="rect">
            <a:avLst/>
          </a:prstGeom>
        </p:spPr>
      </p:pic>
      <p:pic>
        <p:nvPicPr>
          <p:cNvPr id="706" name="Image 19" descr="/home/ahmed/Projects/ai_llm_slides/videos/deep-learning/002_transformers_part2/recreated_pptx/build/assets/s047_blkarrow_B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385060" y="3536950"/>
            <a:ext cx="190500" cy="184150"/>
          </a:xfrm>
          <a:prstGeom prst="rect">
            <a:avLst/>
          </a:prstGeom>
        </p:spPr>
      </p:pic>
      <p:pic>
        <p:nvPicPr>
          <p:cNvPr id="707" name="Image 20" descr="/home/ahmed/Projects/ai_llm_slides/videos/deep-learning/002_transformers_part2/recreated_pptx/build/assets/s047_blkarrow_A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337560" y="6299200"/>
            <a:ext cx="203200" cy="254000"/>
          </a:xfrm>
          <a:prstGeom prst="rect">
            <a:avLst/>
          </a:prstGeom>
        </p:spPr>
      </p:pic>
      <p:pic>
        <p:nvPicPr>
          <p:cNvPr id="708" name="Image 21" descr="/home/ahmed/Projects/ai_llm_slides/videos/deep-learning/002_transformers_part2/recreated_pptx/build/assets/s047_blkarrow_B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343910" y="5327650"/>
            <a:ext cx="190500" cy="184150"/>
          </a:xfrm>
          <a:prstGeom prst="rect">
            <a:avLst/>
          </a:prstGeom>
        </p:spPr>
      </p:pic>
      <p:pic>
        <p:nvPicPr>
          <p:cNvPr id="709" name="Image 22" descr="/home/ahmed/Projects/ai_llm_slides/videos/deep-learning/002_transformers_part2/recreated_pptx/build/assets/s047_blkarrow_B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343910" y="2520950"/>
            <a:ext cx="190500" cy="184150"/>
          </a:xfrm>
          <a:prstGeom prst="rect">
            <a:avLst/>
          </a:prstGeom>
        </p:spPr>
      </p:pic>
      <p:pic>
        <p:nvPicPr>
          <p:cNvPr id="710" name="Image 23" descr="/home/ahmed/Projects/ai_llm_slides/videos/deep-learning/002_transformers_part2/recreated_pptx/build/assets/s047_blkarrow_B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3343910" y="3536950"/>
            <a:ext cx="190500" cy="184150"/>
          </a:xfrm>
          <a:prstGeom prst="rect">
            <a:avLst/>
          </a:prstGeom>
        </p:spPr>
      </p:pic>
      <p:pic>
        <p:nvPicPr>
          <p:cNvPr id="711" name="Image 24" descr="/home/ahmed/Projects/ai_llm_slides/videos/deep-learning/002_transformers_part2/recreated_pptx/build/assets/s047_blkarrow_A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305300" y="6299200"/>
            <a:ext cx="203200" cy="254000"/>
          </a:xfrm>
          <a:prstGeom prst="rect">
            <a:avLst/>
          </a:prstGeom>
        </p:spPr>
      </p:pic>
      <p:pic>
        <p:nvPicPr>
          <p:cNvPr id="712" name="Image 25" descr="/home/ahmed/Projects/ai_llm_slides/videos/deep-learning/002_transformers_part2/recreated_pptx/build/assets/s047_blkarrow_B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311650" y="5327650"/>
            <a:ext cx="190500" cy="184150"/>
          </a:xfrm>
          <a:prstGeom prst="rect">
            <a:avLst/>
          </a:prstGeom>
        </p:spPr>
      </p:pic>
      <p:pic>
        <p:nvPicPr>
          <p:cNvPr id="713" name="Image 26" descr="/home/ahmed/Projects/ai_llm_slides/videos/deep-learning/002_transformers_part2/recreated_pptx/build/assets/s047_blkarrow_B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4311650" y="2520950"/>
            <a:ext cx="190500" cy="184150"/>
          </a:xfrm>
          <a:prstGeom prst="rect">
            <a:avLst/>
          </a:prstGeom>
        </p:spPr>
      </p:pic>
      <p:pic>
        <p:nvPicPr>
          <p:cNvPr id="714" name="Image 27" descr="/home/ahmed/Projects/ai_llm_slides/videos/deep-learning/002_transformers_part2/recreated_pptx/build/assets/s047_blkarrow_B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311650" y="3536950"/>
            <a:ext cx="190500" cy="184150"/>
          </a:xfrm>
          <a:prstGeom prst="rect">
            <a:avLst/>
          </a:prstGeom>
        </p:spPr>
      </p:pic>
      <p:pic>
        <p:nvPicPr>
          <p:cNvPr id="715" name="Image 28" descr="/home/ahmed/Projects/ai_llm_slides/videos/deep-learning/002_transformers_part2/recreated_pptx/build/assets/s047_blkarrow_A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5270500" y="6299200"/>
            <a:ext cx="203200" cy="254000"/>
          </a:xfrm>
          <a:prstGeom prst="rect">
            <a:avLst/>
          </a:prstGeom>
        </p:spPr>
      </p:pic>
      <p:pic>
        <p:nvPicPr>
          <p:cNvPr id="716" name="Image 29" descr="/home/ahmed/Projects/ai_llm_slides/videos/deep-learning/002_transformers_part2/recreated_pptx/build/assets/s047_blkarrow_B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5276850" y="5327650"/>
            <a:ext cx="190500" cy="184150"/>
          </a:xfrm>
          <a:prstGeom prst="rect">
            <a:avLst/>
          </a:prstGeom>
        </p:spPr>
      </p:pic>
      <p:pic>
        <p:nvPicPr>
          <p:cNvPr id="717" name="Image 30" descr="/home/ahmed/Projects/ai_llm_slides/videos/deep-learning/002_transformers_part2/recreated_pptx/build/assets/s047_blkarrow_B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5276850" y="2520950"/>
            <a:ext cx="190500" cy="184150"/>
          </a:xfrm>
          <a:prstGeom prst="rect">
            <a:avLst/>
          </a:prstGeom>
        </p:spPr>
      </p:pic>
      <p:pic>
        <p:nvPicPr>
          <p:cNvPr id="718" name="Image 31" descr="/home/ahmed/Projects/ai_llm_slides/videos/deep-learning/002_transformers_part2/recreated_pptx/build/assets/s047_blkarrow_B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5276850" y="3536950"/>
            <a:ext cx="190500" cy="184150"/>
          </a:xfrm>
          <a:prstGeom prst="rect">
            <a:avLst/>
          </a:prstGeom>
        </p:spPr>
      </p:pic>
      <p:pic>
        <p:nvPicPr>
          <p:cNvPr id="719" name="Image 32" descr="/home/ahmed/Projects/ai_llm_slides/videos/deep-learning/002_transformers_part2/recreated_pptx/build/assets/s047_blkarrow_A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6229350" y="6299200"/>
            <a:ext cx="203200" cy="254000"/>
          </a:xfrm>
          <a:prstGeom prst="rect">
            <a:avLst/>
          </a:prstGeom>
        </p:spPr>
      </p:pic>
      <p:pic>
        <p:nvPicPr>
          <p:cNvPr id="720" name="Image 33" descr="/home/ahmed/Projects/ai_llm_slides/videos/deep-learning/002_transformers_part2/recreated_pptx/build/assets/s047_blkarrow_B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6235700" y="5327650"/>
            <a:ext cx="190500" cy="184150"/>
          </a:xfrm>
          <a:prstGeom prst="rect">
            <a:avLst/>
          </a:prstGeom>
        </p:spPr>
      </p:pic>
      <p:pic>
        <p:nvPicPr>
          <p:cNvPr id="721" name="Image 34" descr="/home/ahmed/Projects/ai_llm_slides/videos/deep-learning/002_transformers_part2/recreated_pptx/build/assets/s047_blkarrow_B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235700" y="2520950"/>
            <a:ext cx="190500" cy="184150"/>
          </a:xfrm>
          <a:prstGeom prst="rect">
            <a:avLst/>
          </a:prstGeom>
        </p:spPr>
      </p:pic>
      <p:pic>
        <p:nvPicPr>
          <p:cNvPr id="722" name="Image 35" descr="/home/ahmed/Projects/ai_llm_slides/videos/deep-learning/002_transformers_part2/recreated_pptx/build/assets/s047_blkarrow_B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6235700" y="3536950"/>
            <a:ext cx="190500" cy="184150"/>
          </a:xfrm>
          <a:prstGeom prst="rect">
            <a:avLst/>
          </a:prstGeom>
        </p:spPr>
      </p:pic>
      <p:pic>
        <p:nvPicPr>
          <p:cNvPr id="723" name="Image 36" descr="/home/ahmed/Projects/ai_llm_slides/videos/deep-learning/002_transformers_part2/recreated_pptx/build/assets/s047_blkarrow_A.png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7194550" y="6299200"/>
            <a:ext cx="203200" cy="254000"/>
          </a:xfrm>
          <a:prstGeom prst="rect">
            <a:avLst/>
          </a:prstGeom>
        </p:spPr>
      </p:pic>
      <p:pic>
        <p:nvPicPr>
          <p:cNvPr id="724" name="Image 37" descr="/home/ahmed/Projects/ai_llm_slides/videos/deep-learning/002_transformers_part2/recreated_pptx/build/assets/s047_blkarrow_B.png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7200900" y="5327650"/>
            <a:ext cx="190500" cy="184150"/>
          </a:xfrm>
          <a:prstGeom prst="rect">
            <a:avLst/>
          </a:prstGeom>
        </p:spPr>
      </p:pic>
      <p:pic>
        <p:nvPicPr>
          <p:cNvPr id="725" name="Image 38" descr="/home/ahmed/Projects/ai_llm_slides/videos/deep-learning/002_transformers_part2/recreated_pptx/build/assets/s047_blkarrow_B.png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7200900" y="2520950"/>
            <a:ext cx="190500" cy="184150"/>
          </a:xfrm>
          <a:prstGeom prst="rect">
            <a:avLst/>
          </a:prstGeom>
        </p:spPr>
      </p:pic>
      <p:pic>
        <p:nvPicPr>
          <p:cNvPr id="726" name="Image 39" descr="/home/ahmed/Projects/ai_llm_slides/videos/deep-learning/002_transformers_part2/recreated_pptx/build/assets/s047_blkarrow_B.png">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7200900" y="3536950"/>
            <a:ext cx="190500" cy="184150"/>
          </a:xfrm>
          <a:prstGeom prst="rect">
            <a:avLst/>
          </a:prstGeom>
        </p:spPr>
      </p:pic>
      <p:pic>
        <p:nvPicPr>
          <p:cNvPr id="727" name="Image 40" descr="/home/ahmed/Projects/ai_llm_slides/videos/deep-learning/002_transformers_part2/recreated_pptx/build/assets/s047_blkarrow_A.png">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9706610" y="6299200"/>
            <a:ext cx="203200" cy="254000"/>
          </a:xfrm>
          <a:prstGeom prst="rect">
            <a:avLst/>
          </a:prstGeom>
        </p:spPr>
      </p:pic>
      <p:pic>
        <p:nvPicPr>
          <p:cNvPr id="728" name="Image 41" descr="/home/ahmed/Projects/ai_llm_slides/videos/deep-learning/002_transformers_part2/recreated_pptx/build/assets/s047_blkarrow_B.png">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9712960" y="5327650"/>
            <a:ext cx="190500" cy="184150"/>
          </a:xfrm>
          <a:prstGeom prst="rect">
            <a:avLst/>
          </a:prstGeom>
        </p:spPr>
      </p:pic>
      <p:pic>
        <p:nvPicPr>
          <p:cNvPr id="729" name="Image 42" descr="/home/ahmed/Projects/ai_llm_slides/videos/deep-learning/002_transformers_part2/recreated_pptx/build/assets/s047_blkarrow_B.png">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9712960" y="2520950"/>
            <a:ext cx="190500" cy="184150"/>
          </a:xfrm>
          <a:prstGeom prst="rect">
            <a:avLst/>
          </a:prstGeom>
        </p:spPr>
      </p:pic>
      <p:pic>
        <p:nvPicPr>
          <p:cNvPr id="730" name="Image 43" descr="/home/ahmed/Projects/ai_llm_slides/videos/deep-learning/002_transformers_part2/recreated_pptx/build/assets/s047_blkarrow_B.png">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9712960" y="3536950"/>
            <a:ext cx="190500" cy="184150"/>
          </a:xfrm>
          <a:prstGeom prst="rect">
            <a:avLst/>
          </a:prstGeom>
        </p:spPr>
      </p:pic>
      <p:pic>
        <p:nvPicPr>
          <p:cNvPr id="731" name="Image 44" descr="/home/ahmed/Projects/ai_llm_slides/videos/deep-learning/002_transformers_part2/recreated_pptx/build/assets/s047_blkarrow_A.png">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10654030" y="6299200"/>
            <a:ext cx="203200" cy="254000"/>
          </a:xfrm>
          <a:prstGeom prst="rect">
            <a:avLst/>
          </a:prstGeom>
        </p:spPr>
      </p:pic>
      <p:pic>
        <p:nvPicPr>
          <p:cNvPr id="732" name="Image 45" descr="/home/ahmed/Projects/ai_llm_slides/videos/deep-learning/002_transformers_part2/recreated_pptx/build/assets/s047_blkarrow_B.png">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10660380" y="5327650"/>
            <a:ext cx="190500" cy="184150"/>
          </a:xfrm>
          <a:prstGeom prst="rect">
            <a:avLst/>
          </a:prstGeom>
        </p:spPr>
      </p:pic>
      <p:pic>
        <p:nvPicPr>
          <p:cNvPr id="733" name="Image 46" descr="/home/ahmed/Projects/ai_llm_slides/videos/deep-learning/002_transformers_part2/recreated_pptx/build/assets/s047_blkarrow_B.png">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10660380" y="2520950"/>
            <a:ext cx="190500" cy="184150"/>
          </a:xfrm>
          <a:prstGeom prst="rect">
            <a:avLst/>
          </a:prstGeom>
        </p:spPr>
      </p:pic>
      <p:pic>
        <p:nvPicPr>
          <p:cNvPr id="734" name="Image 47" descr="/home/ahmed/Projects/ai_llm_slides/videos/deep-learning/002_transformers_part2/recreated_pptx/build/assets/s047_blkarrow_B.png">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10660380" y="3536950"/>
            <a:ext cx="190500" cy="184150"/>
          </a:xfrm>
          <a:prstGeom prst="rect">
            <a:avLst/>
          </a:prstGeom>
        </p:spPr>
      </p:pic>
      <p:sp>
        <p:nvSpPr>
          <p:cNvPr id="735" name="Shape 685"/>
          <p:cNvSpPr/>
          <p:nvPr/>
        </p:nvSpPr>
        <p:spPr>
          <a:xfrm>
            <a:off x="2480310" y="2165350"/>
            <a:ext cx="0" cy="95250"/>
          </a:xfrm>
          <a:prstGeom prst="line">
            <a:avLst/>
          </a:prstGeom>
          <a:noFill/>
          <a:ln w="19050">
            <a:solidFill>
              <a:srgbClr val="6B3050"/>
            </a:solidFill>
            <a:prstDash val="solid"/>
            <a:headEnd type="triangle"/>
          </a:ln>
        </p:spPr>
      </p:sp>
      <p:sp>
        <p:nvSpPr>
          <p:cNvPr id="736" name="Shape 686"/>
          <p:cNvSpPr/>
          <p:nvPr/>
        </p:nvSpPr>
        <p:spPr>
          <a:xfrm>
            <a:off x="2480310" y="1752600"/>
            <a:ext cx="0" cy="107950"/>
          </a:xfrm>
          <a:prstGeom prst="line">
            <a:avLst/>
          </a:prstGeom>
          <a:noFill/>
          <a:ln w="22225">
            <a:solidFill>
              <a:srgbClr val="83860F"/>
            </a:solidFill>
            <a:prstDash val="solid"/>
            <a:headEnd type="triangle"/>
          </a:ln>
        </p:spPr>
      </p:sp>
      <p:sp>
        <p:nvSpPr>
          <p:cNvPr id="737" name="Shape 687"/>
          <p:cNvSpPr/>
          <p:nvPr/>
        </p:nvSpPr>
        <p:spPr>
          <a:xfrm>
            <a:off x="2480310" y="1016000"/>
            <a:ext cx="0" cy="317500"/>
          </a:xfrm>
          <a:prstGeom prst="line">
            <a:avLst/>
          </a:prstGeom>
          <a:noFill/>
          <a:ln w="22225">
            <a:solidFill>
              <a:srgbClr val="A01020"/>
            </a:solidFill>
            <a:prstDash val="solid"/>
            <a:headEnd type="triangle"/>
          </a:ln>
        </p:spPr>
      </p:sp>
      <p:sp>
        <p:nvSpPr>
          <p:cNvPr id="738" name="Shape 688"/>
          <p:cNvSpPr/>
          <p:nvPr/>
        </p:nvSpPr>
        <p:spPr>
          <a:xfrm>
            <a:off x="3439160" y="2165350"/>
            <a:ext cx="0" cy="95250"/>
          </a:xfrm>
          <a:prstGeom prst="line">
            <a:avLst/>
          </a:prstGeom>
          <a:noFill/>
          <a:ln w="19050">
            <a:solidFill>
              <a:srgbClr val="6B3050"/>
            </a:solidFill>
            <a:prstDash val="solid"/>
            <a:headEnd type="triangle"/>
          </a:ln>
        </p:spPr>
      </p:sp>
      <p:sp>
        <p:nvSpPr>
          <p:cNvPr id="739" name="Shape 689"/>
          <p:cNvSpPr/>
          <p:nvPr/>
        </p:nvSpPr>
        <p:spPr>
          <a:xfrm>
            <a:off x="3439160" y="1752600"/>
            <a:ext cx="0" cy="107950"/>
          </a:xfrm>
          <a:prstGeom prst="line">
            <a:avLst/>
          </a:prstGeom>
          <a:noFill/>
          <a:ln w="22225">
            <a:solidFill>
              <a:srgbClr val="83860F"/>
            </a:solidFill>
            <a:prstDash val="solid"/>
            <a:headEnd type="triangle"/>
          </a:ln>
        </p:spPr>
      </p:sp>
      <p:sp>
        <p:nvSpPr>
          <p:cNvPr id="740" name="Shape 690"/>
          <p:cNvSpPr/>
          <p:nvPr/>
        </p:nvSpPr>
        <p:spPr>
          <a:xfrm>
            <a:off x="3439160" y="1016000"/>
            <a:ext cx="0" cy="317500"/>
          </a:xfrm>
          <a:prstGeom prst="line">
            <a:avLst/>
          </a:prstGeom>
          <a:noFill/>
          <a:ln w="22225">
            <a:solidFill>
              <a:srgbClr val="A01020"/>
            </a:solidFill>
            <a:prstDash val="solid"/>
            <a:headEnd type="triangle"/>
          </a:ln>
        </p:spPr>
      </p:sp>
      <p:sp>
        <p:nvSpPr>
          <p:cNvPr id="741" name="Shape 691"/>
          <p:cNvSpPr/>
          <p:nvPr/>
        </p:nvSpPr>
        <p:spPr>
          <a:xfrm>
            <a:off x="4406900" y="2165350"/>
            <a:ext cx="0" cy="95250"/>
          </a:xfrm>
          <a:prstGeom prst="line">
            <a:avLst/>
          </a:prstGeom>
          <a:noFill/>
          <a:ln w="19050">
            <a:solidFill>
              <a:srgbClr val="6B3050"/>
            </a:solidFill>
            <a:prstDash val="solid"/>
            <a:headEnd type="triangle"/>
          </a:ln>
        </p:spPr>
      </p:sp>
      <p:sp>
        <p:nvSpPr>
          <p:cNvPr id="742" name="Shape 692"/>
          <p:cNvSpPr/>
          <p:nvPr/>
        </p:nvSpPr>
        <p:spPr>
          <a:xfrm>
            <a:off x="4406900" y="1752600"/>
            <a:ext cx="0" cy="107950"/>
          </a:xfrm>
          <a:prstGeom prst="line">
            <a:avLst/>
          </a:prstGeom>
          <a:noFill/>
          <a:ln w="22225">
            <a:solidFill>
              <a:srgbClr val="83860F"/>
            </a:solidFill>
            <a:prstDash val="solid"/>
            <a:headEnd type="triangle"/>
          </a:ln>
        </p:spPr>
      </p:sp>
      <p:sp>
        <p:nvSpPr>
          <p:cNvPr id="743" name="Shape 693"/>
          <p:cNvSpPr/>
          <p:nvPr/>
        </p:nvSpPr>
        <p:spPr>
          <a:xfrm>
            <a:off x="4406900" y="1016000"/>
            <a:ext cx="0" cy="317500"/>
          </a:xfrm>
          <a:prstGeom prst="line">
            <a:avLst/>
          </a:prstGeom>
          <a:noFill/>
          <a:ln w="22225">
            <a:solidFill>
              <a:srgbClr val="A01020"/>
            </a:solidFill>
            <a:prstDash val="solid"/>
            <a:headEnd type="triangle"/>
          </a:ln>
        </p:spPr>
      </p:sp>
      <p:sp>
        <p:nvSpPr>
          <p:cNvPr id="744" name="Shape 694"/>
          <p:cNvSpPr/>
          <p:nvPr/>
        </p:nvSpPr>
        <p:spPr>
          <a:xfrm>
            <a:off x="5372100" y="2165350"/>
            <a:ext cx="0" cy="95250"/>
          </a:xfrm>
          <a:prstGeom prst="line">
            <a:avLst/>
          </a:prstGeom>
          <a:noFill/>
          <a:ln w="19050">
            <a:solidFill>
              <a:srgbClr val="6B3050"/>
            </a:solidFill>
            <a:prstDash val="solid"/>
            <a:headEnd type="triangle"/>
          </a:ln>
        </p:spPr>
      </p:sp>
      <p:sp>
        <p:nvSpPr>
          <p:cNvPr id="745" name="Shape 695"/>
          <p:cNvSpPr/>
          <p:nvPr/>
        </p:nvSpPr>
        <p:spPr>
          <a:xfrm>
            <a:off x="5372100" y="1752600"/>
            <a:ext cx="0" cy="107950"/>
          </a:xfrm>
          <a:prstGeom prst="line">
            <a:avLst/>
          </a:prstGeom>
          <a:noFill/>
          <a:ln w="22225">
            <a:solidFill>
              <a:srgbClr val="83860F"/>
            </a:solidFill>
            <a:prstDash val="solid"/>
            <a:headEnd type="triangle"/>
          </a:ln>
        </p:spPr>
      </p:sp>
      <p:sp>
        <p:nvSpPr>
          <p:cNvPr id="746" name="Shape 696"/>
          <p:cNvSpPr/>
          <p:nvPr/>
        </p:nvSpPr>
        <p:spPr>
          <a:xfrm>
            <a:off x="5372100" y="1016000"/>
            <a:ext cx="0" cy="317500"/>
          </a:xfrm>
          <a:prstGeom prst="line">
            <a:avLst/>
          </a:prstGeom>
          <a:noFill/>
          <a:ln w="22225">
            <a:solidFill>
              <a:srgbClr val="A01020"/>
            </a:solidFill>
            <a:prstDash val="solid"/>
            <a:headEnd type="triangle"/>
          </a:ln>
        </p:spPr>
      </p:sp>
      <p:sp>
        <p:nvSpPr>
          <p:cNvPr id="747" name="Shape 697"/>
          <p:cNvSpPr/>
          <p:nvPr/>
        </p:nvSpPr>
        <p:spPr>
          <a:xfrm>
            <a:off x="6330950" y="2165350"/>
            <a:ext cx="0" cy="95250"/>
          </a:xfrm>
          <a:prstGeom prst="line">
            <a:avLst/>
          </a:prstGeom>
          <a:noFill/>
          <a:ln w="19050">
            <a:solidFill>
              <a:srgbClr val="6B3050"/>
            </a:solidFill>
            <a:prstDash val="solid"/>
            <a:headEnd type="triangle"/>
          </a:ln>
        </p:spPr>
      </p:sp>
      <p:sp>
        <p:nvSpPr>
          <p:cNvPr id="748" name="Shape 698"/>
          <p:cNvSpPr/>
          <p:nvPr/>
        </p:nvSpPr>
        <p:spPr>
          <a:xfrm>
            <a:off x="6330950" y="1752600"/>
            <a:ext cx="0" cy="107950"/>
          </a:xfrm>
          <a:prstGeom prst="line">
            <a:avLst/>
          </a:prstGeom>
          <a:noFill/>
          <a:ln w="22225">
            <a:solidFill>
              <a:srgbClr val="83860F"/>
            </a:solidFill>
            <a:prstDash val="solid"/>
            <a:headEnd type="triangle"/>
          </a:ln>
        </p:spPr>
      </p:sp>
      <p:sp>
        <p:nvSpPr>
          <p:cNvPr id="749" name="Shape 699"/>
          <p:cNvSpPr/>
          <p:nvPr/>
        </p:nvSpPr>
        <p:spPr>
          <a:xfrm>
            <a:off x="6330950" y="1016000"/>
            <a:ext cx="0" cy="317500"/>
          </a:xfrm>
          <a:prstGeom prst="line">
            <a:avLst/>
          </a:prstGeom>
          <a:noFill/>
          <a:ln w="22225">
            <a:solidFill>
              <a:srgbClr val="A01020"/>
            </a:solidFill>
            <a:prstDash val="solid"/>
            <a:headEnd type="triangle"/>
          </a:ln>
        </p:spPr>
      </p:sp>
      <p:sp>
        <p:nvSpPr>
          <p:cNvPr id="750" name="Shape 700"/>
          <p:cNvSpPr/>
          <p:nvPr/>
        </p:nvSpPr>
        <p:spPr>
          <a:xfrm>
            <a:off x="7296150" y="2165350"/>
            <a:ext cx="0" cy="95250"/>
          </a:xfrm>
          <a:prstGeom prst="line">
            <a:avLst/>
          </a:prstGeom>
          <a:noFill/>
          <a:ln w="19050">
            <a:solidFill>
              <a:srgbClr val="6B3050"/>
            </a:solidFill>
            <a:prstDash val="solid"/>
            <a:headEnd type="triangle"/>
          </a:ln>
        </p:spPr>
      </p:sp>
      <p:sp>
        <p:nvSpPr>
          <p:cNvPr id="751" name="Shape 701"/>
          <p:cNvSpPr/>
          <p:nvPr/>
        </p:nvSpPr>
        <p:spPr>
          <a:xfrm>
            <a:off x="7296150" y="1752600"/>
            <a:ext cx="0" cy="107950"/>
          </a:xfrm>
          <a:prstGeom prst="line">
            <a:avLst/>
          </a:prstGeom>
          <a:noFill/>
          <a:ln w="22225">
            <a:solidFill>
              <a:srgbClr val="83860F"/>
            </a:solidFill>
            <a:prstDash val="solid"/>
            <a:headEnd type="triangle"/>
          </a:ln>
        </p:spPr>
      </p:sp>
      <p:sp>
        <p:nvSpPr>
          <p:cNvPr id="752" name="Shape 702"/>
          <p:cNvSpPr/>
          <p:nvPr/>
        </p:nvSpPr>
        <p:spPr>
          <a:xfrm>
            <a:off x="7296150" y="1016000"/>
            <a:ext cx="0" cy="317500"/>
          </a:xfrm>
          <a:prstGeom prst="line">
            <a:avLst/>
          </a:prstGeom>
          <a:noFill/>
          <a:ln w="22225">
            <a:solidFill>
              <a:srgbClr val="A01020"/>
            </a:solidFill>
            <a:prstDash val="solid"/>
            <a:headEnd type="triangle"/>
          </a:ln>
        </p:spPr>
      </p:sp>
      <p:sp>
        <p:nvSpPr>
          <p:cNvPr id="753" name="Shape 703"/>
          <p:cNvSpPr/>
          <p:nvPr/>
        </p:nvSpPr>
        <p:spPr>
          <a:xfrm>
            <a:off x="9808210" y="2165350"/>
            <a:ext cx="0" cy="95250"/>
          </a:xfrm>
          <a:prstGeom prst="line">
            <a:avLst/>
          </a:prstGeom>
          <a:noFill/>
          <a:ln w="19050">
            <a:solidFill>
              <a:srgbClr val="6B3050"/>
            </a:solidFill>
            <a:prstDash val="solid"/>
            <a:headEnd type="triangle"/>
          </a:ln>
        </p:spPr>
      </p:sp>
      <p:sp>
        <p:nvSpPr>
          <p:cNvPr id="754" name="Shape 704"/>
          <p:cNvSpPr/>
          <p:nvPr/>
        </p:nvSpPr>
        <p:spPr>
          <a:xfrm>
            <a:off x="9808210" y="1752600"/>
            <a:ext cx="0" cy="107950"/>
          </a:xfrm>
          <a:prstGeom prst="line">
            <a:avLst/>
          </a:prstGeom>
          <a:noFill/>
          <a:ln w="22225">
            <a:solidFill>
              <a:srgbClr val="83860F"/>
            </a:solidFill>
            <a:prstDash val="solid"/>
            <a:headEnd type="triangle"/>
          </a:ln>
        </p:spPr>
      </p:sp>
      <p:sp>
        <p:nvSpPr>
          <p:cNvPr id="755" name="Shape 705"/>
          <p:cNvSpPr/>
          <p:nvPr/>
        </p:nvSpPr>
        <p:spPr>
          <a:xfrm>
            <a:off x="9808210" y="1016000"/>
            <a:ext cx="0" cy="317500"/>
          </a:xfrm>
          <a:prstGeom prst="line">
            <a:avLst/>
          </a:prstGeom>
          <a:noFill/>
          <a:ln w="22225">
            <a:solidFill>
              <a:srgbClr val="A01020"/>
            </a:solidFill>
            <a:prstDash val="solid"/>
            <a:headEnd type="triangle"/>
          </a:ln>
        </p:spPr>
      </p:sp>
      <p:sp>
        <p:nvSpPr>
          <p:cNvPr id="756" name="Shape 706"/>
          <p:cNvSpPr/>
          <p:nvPr/>
        </p:nvSpPr>
        <p:spPr>
          <a:xfrm>
            <a:off x="10755630" y="2165350"/>
            <a:ext cx="0" cy="95250"/>
          </a:xfrm>
          <a:prstGeom prst="line">
            <a:avLst/>
          </a:prstGeom>
          <a:noFill/>
          <a:ln w="19050">
            <a:solidFill>
              <a:srgbClr val="6B3050"/>
            </a:solidFill>
            <a:prstDash val="solid"/>
            <a:headEnd type="triangle"/>
          </a:ln>
        </p:spPr>
      </p:sp>
      <p:sp>
        <p:nvSpPr>
          <p:cNvPr id="757" name="Shape 707"/>
          <p:cNvSpPr/>
          <p:nvPr/>
        </p:nvSpPr>
        <p:spPr>
          <a:xfrm>
            <a:off x="10755630" y="1752600"/>
            <a:ext cx="0" cy="107950"/>
          </a:xfrm>
          <a:prstGeom prst="line">
            <a:avLst/>
          </a:prstGeom>
          <a:noFill/>
          <a:ln w="22225">
            <a:solidFill>
              <a:srgbClr val="83860F"/>
            </a:solidFill>
            <a:prstDash val="solid"/>
            <a:headEnd type="triangle"/>
          </a:ln>
        </p:spPr>
      </p:sp>
      <p:sp>
        <p:nvSpPr>
          <p:cNvPr id="758" name="Shape 708"/>
          <p:cNvSpPr/>
          <p:nvPr/>
        </p:nvSpPr>
        <p:spPr>
          <a:xfrm>
            <a:off x="10755630" y="1016000"/>
            <a:ext cx="0" cy="317500"/>
          </a:xfrm>
          <a:prstGeom prst="line">
            <a:avLst/>
          </a:prstGeom>
          <a:noFill/>
          <a:ln w="22225">
            <a:solidFill>
              <a:srgbClr val="A01020"/>
            </a:solidFill>
            <a:prstDash val="solid"/>
            <a:headEnd type="triangle"/>
          </a:ln>
        </p:spPr>
      </p:sp>
      <p:sp>
        <p:nvSpPr>
          <p:cNvPr id="759" name="Shape 709"/>
          <p:cNvSpPr/>
          <p:nvPr/>
        </p:nvSpPr>
        <p:spPr>
          <a:xfrm>
            <a:off x="2480310" y="4984750"/>
            <a:ext cx="0" cy="95250"/>
          </a:xfrm>
          <a:prstGeom prst="line">
            <a:avLst/>
          </a:prstGeom>
          <a:noFill/>
          <a:ln w="19050">
            <a:solidFill>
              <a:srgbClr val="6B3050"/>
            </a:solidFill>
            <a:prstDash val="solid"/>
            <a:headEnd type="triangle"/>
          </a:ln>
        </p:spPr>
      </p:sp>
      <p:sp>
        <p:nvSpPr>
          <p:cNvPr id="760" name="Shape 710"/>
          <p:cNvSpPr/>
          <p:nvPr/>
        </p:nvSpPr>
        <p:spPr>
          <a:xfrm>
            <a:off x="2480310" y="4552950"/>
            <a:ext cx="0" cy="120650"/>
          </a:xfrm>
          <a:prstGeom prst="line">
            <a:avLst/>
          </a:prstGeom>
          <a:noFill/>
          <a:ln w="22225">
            <a:solidFill>
              <a:srgbClr val="83860F"/>
            </a:solidFill>
            <a:prstDash val="solid"/>
            <a:headEnd type="triangle"/>
          </a:ln>
        </p:spPr>
      </p:sp>
      <p:sp>
        <p:nvSpPr>
          <p:cNvPr id="761" name="Shape 711"/>
          <p:cNvSpPr/>
          <p:nvPr/>
        </p:nvSpPr>
        <p:spPr>
          <a:xfrm>
            <a:off x="2480310" y="3975100"/>
            <a:ext cx="0" cy="165100"/>
          </a:xfrm>
          <a:prstGeom prst="line">
            <a:avLst/>
          </a:prstGeom>
          <a:noFill/>
          <a:ln w="22225">
            <a:solidFill>
              <a:srgbClr val="83860F"/>
            </a:solidFill>
            <a:prstDash val="solid"/>
            <a:headEnd type="triangle"/>
          </a:ln>
        </p:spPr>
      </p:sp>
      <p:sp>
        <p:nvSpPr>
          <p:cNvPr id="762" name="Shape 712"/>
          <p:cNvSpPr/>
          <p:nvPr/>
        </p:nvSpPr>
        <p:spPr>
          <a:xfrm>
            <a:off x="3439160" y="4984750"/>
            <a:ext cx="0" cy="95250"/>
          </a:xfrm>
          <a:prstGeom prst="line">
            <a:avLst/>
          </a:prstGeom>
          <a:noFill/>
          <a:ln w="19050">
            <a:solidFill>
              <a:srgbClr val="6B3050"/>
            </a:solidFill>
            <a:prstDash val="solid"/>
            <a:headEnd type="triangle"/>
          </a:ln>
        </p:spPr>
      </p:sp>
      <p:sp>
        <p:nvSpPr>
          <p:cNvPr id="763" name="Shape 713"/>
          <p:cNvSpPr/>
          <p:nvPr/>
        </p:nvSpPr>
        <p:spPr>
          <a:xfrm>
            <a:off x="3439160" y="4552950"/>
            <a:ext cx="0" cy="120650"/>
          </a:xfrm>
          <a:prstGeom prst="line">
            <a:avLst/>
          </a:prstGeom>
          <a:noFill/>
          <a:ln w="22225">
            <a:solidFill>
              <a:srgbClr val="83860F"/>
            </a:solidFill>
            <a:prstDash val="solid"/>
            <a:headEnd type="triangle"/>
          </a:ln>
        </p:spPr>
      </p:sp>
      <p:sp>
        <p:nvSpPr>
          <p:cNvPr id="764" name="Shape 714"/>
          <p:cNvSpPr/>
          <p:nvPr/>
        </p:nvSpPr>
        <p:spPr>
          <a:xfrm>
            <a:off x="3439160" y="3975100"/>
            <a:ext cx="0" cy="165100"/>
          </a:xfrm>
          <a:prstGeom prst="line">
            <a:avLst/>
          </a:prstGeom>
          <a:noFill/>
          <a:ln w="22225">
            <a:solidFill>
              <a:srgbClr val="83860F"/>
            </a:solidFill>
            <a:prstDash val="solid"/>
            <a:headEnd type="triangle"/>
          </a:ln>
        </p:spPr>
      </p:sp>
      <p:sp>
        <p:nvSpPr>
          <p:cNvPr id="765" name="Shape 715"/>
          <p:cNvSpPr/>
          <p:nvPr/>
        </p:nvSpPr>
        <p:spPr>
          <a:xfrm>
            <a:off x="4406900" y="4984750"/>
            <a:ext cx="0" cy="95250"/>
          </a:xfrm>
          <a:prstGeom prst="line">
            <a:avLst/>
          </a:prstGeom>
          <a:noFill/>
          <a:ln w="19050">
            <a:solidFill>
              <a:srgbClr val="6B3050"/>
            </a:solidFill>
            <a:prstDash val="solid"/>
            <a:headEnd type="triangle"/>
          </a:ln>
        </p:spPr>
      </p:sp>
      <p:sp>
        <p:nvSpPr>
          <p:cNvPr id="766" name="Shape 716"/>
          <p:cNvSpPr/>
          <p:nvPr/>
        </p:nvSpPr>
        <p:spPr>
          <a:xfrm>
            <a:off x="4406900" y="4552950"/>
            <a:ext cx="0" cy="120650"/>
          </a:xfrm>
          <a:prstGeom prst="line">
            <a:avLst/>
          </a:prstGeom>
          <a:noFill/>
          <a:ln w="22225">
            <a:solidFill>
              <a:srgbClr val="83860F"/>
            </a:solidFill>
            <a:prstDash val="solid"/>
            <a:headEnd type="triangle"/>
          </a:ln>
        </p:spPr>
      </p:sp>
      <p:sp>
        <p:nvSpPr>
          <p:cNvPr id="767" name="Shape 717"/>
          <p:cNvSpPr/>
          <p:nvPr/>
        </p:nvSpPr>
        <p:spPr>
          <a:xfrm>
            <a:off x="4406900" y="3975100"/>
            <a:ext cx="0" cy="165100"/>
          </a:xfrm>
          <a:prstGeom prst="line">
            <a:avLst/>
          </a:prstGeom>
          <a:noFill/>
          <a:ln w="22225">
            <a:solidFill>
              <a:srgbClr val="83860F"/>
            </a:solidFill>
            <a:prstDash val="solid"/>
            <a:headEnd type="triangle"/>
          </a:ln>
        </p:spPr>
      </p:sp>
      <p:sp>
        <p:nvSpPr>
          <p:cNvPr id="768" name="Shape 718"/>
          <p:cNvSpPr/>
          <p:nvPr/>
        </p:nvSpPr>
        <p:spPr>
          <a:xfrm>
            <a:off x="5372100" y="4984750"/>
            <a:ext cx="0" cy="95250"/>
          </a:xfrm>
          <a:prstGeom prst="line">
            <a:avLst/>
          </a:prstGeom>
          <a:noFill/>
          <a:ln w="19050">
            <a:solidFill>
              <a:srgbClr val="6B3050"/>
            </a:solidFill>
            <a:prstDash val="solid"/>
            <a:headEnd type="triangle"/>
          </a:ln>
        </p:spPr>
      </p:sp>
      <p:sp>
        <p:nvSpPr>
          <p:cNvPr id="769" name="Shape 719"/>
          <p:cNvSpPr/>
          <p:nvPr/>
        </p:nvSpPr>
        <p:spPr>
          <a:xfrm>
            <a:off x="5372100" y="4552950"/>
            <a:ext cx="0" cy="120650"/>
          </a:xfrm>
          <a:prstGeom prst="line">
            <a:avLst/>
          </a:prstGeom>
          <a:noFill/>
          <a:ln w="22225">
            <a:solidFill>
              <a:srgbClr val="83860F"/>
            </a:solidFill>
            <a:prstDash val="solid"/>
            <a:headEnd type="triangle"/>
          </a:ln>
        </p:spPr>
      </p:sp>
      <p:sp>
        <p:nvSpPr>
          <p:cNvPr id="770" name="Shape 720"/>
          <p:cNvSpPr/>
          <p:nvPr/>
        </p:nvSpPr>
        <p:spPr>
          <a:xfrm>
            <a:off x="5372100" y="3975100"/>
            <a:ext cx="0" cy="165100"/>
          </a:xfrm>
          <a:prstGeom prst="line">
            <a:avLst/>
          </a:prstGeom>
          <a:noFill/>
          <a:ln w="22225">
            <a:solidFill>
              <a:srgbClr val="83860F"/>
            </a:solidFill>
            <a:prstDash val="solid"/>
            <a:headEnd type="triangle"/>
          </a:ln>
        </p:spPr>
      </p:sp>
      <p:sp>
        <p:nvSpPr>
          <p:cNvPr id="771" name="Shape 721"/>
          <p:cNvSpPr/>
          <p:nvPr/>
        </p:nvSpPr>
        <p:spPr>
          <a:xfrm>
            <a:off x="6330950" y="4984750"/>
            <a:ext cx="0" cy="95250"/>
          </a:xfrm>
          <a:prstGeom prst="line">
            <a:avLst/>
          </a:prstGeom>
          <a:noFill/>
          <a:ln w="19050">
            <a:solidFill>
              <a:srgbClr val="6B3050"/>
            </a:solidFill>
            <a:prstDash val="solid"/>
            <a:headEnd type="triangle"/>
          </a:ln>
        </p:spPr>
      </p:sp>
      <p:sp>
        <p:nvSpPr>
          <p:cNvPr id="772" name="Shape 722"/>
          <p:cNvSpPr/>
          <p:nvPr/>
        </p:nvSpPr>
        <p:spPr>
          <a:xfrm>
            <a:off x="6330950" y="4552950"/>
            <a:ext cx="0" cy="120650"/>
          </a:xfrm>
          <a:prstGeom prst="line">
            <a:avLst/>
          </a:prstGeom>
          <a:noFill/>
          <a:ln w="22225">
            <a:solidFill>
              <a:srgbClr val="83860F"/>
            </a:solidFill>
            <a:prstDash val="solid"/>
            <a:headEnd type="triangle"/>
          </a:ln>
        </p:spPr>
      </p:sp>
      <p:sp>
        <p:nvSpPr>
          <p:cNvPr id="773" name="Shape 723"/>
          <p:cNvSpPr/>
          <p:nvPr/>
        </p:nvSpPr>
        <p:spPr>
          <a:xfrm>
            <a:off x="6330950" y="3975100"/>
            <a:ext cx="0" cy="165100"/>
          </a:xfrm>
          <a:prstGeom prst="line">
            <a:avLst/>
          </a:prstGeom>
          <a:noFill/>
          <a:ln w="22225">
            <a:solidFill>
              <a:srgbClr val="83860F"/>
            </a:solidFill>
            <a:prstDash val="solid"/>
            <a:headEnd type="triangle"/>
          </a:ln>
        </p:spPr>
      </p:sp>
      <p:sp>
        <p:nvSpPr>
          <p:cNvPr id="774" name="Shape 724"/>
          <p:cNvSpPr/>
          <p:nvPr/>
        </p:nvSpPr>
        <p:spPr>
          <a:xfrm>
            <a:off x="7296150" y="4984750"/>
            <a:ext cx="0" cy="95250"/>
          </a:xfrm>
          <a:prstGeom prst="line">
            <a:avLst/>
          </a:prstGeom>
          <a:noFill/>
          <a:ln w="19050">
            <a:solidFill>
              <a:srgbClr val="6B3050"/>
            </a:solidFill>
            <a:prstDash val="solid"/>
            <a:headEnd type="triangle"/>
          </a:ln>
        </p:spPr>
      </p:sp>
      <p:sp>
        <p:nvSpPr>
          <p:cNvPr id="775" name="Shape 725"/>
          <p:cNvSpPr/>
          <p:nvPr/>
        </p:nvSpPr>
        <p:spPr>
          <a:xfrm>
            <a:off x="7296150" y="4552950"/>
            <a:ext cx="0" cy="120650"/>
          </a:xfrm>
          <a:prstGeom prst="line">
            <a:avLst/>
          </a:prstGeom>
          <a:noFill/>
          <a:ln w="22225">
            <a:solidFill>
              <a:srgbClr val="83860F"/>
            </a:solidFill>
            <a:prstDash val="solid"/>
            <a:headEnd type="triangle"/>
          </a:ln>
        </p:spPr>
      </p:sp>
      <p:sp>
        <p:nvSpPr>
          <p:cNvPr id="776" name="Shape 726"/>
          <p:cNvSpPr/>
          <p:nvPr/>
        </p:nvSpPr>
        <p:spPr>
          <a:xfrm>
            <a:off x="7296150" y="3975100"/>
            <a:ext cx="0" cy="165100"/>
          </a:xfrm>
          <a:prstGeom prst="line">
            <a:avLst/>
          </a:prstGeom>
          <a:noFill/>
          <a:ln w="22225">
            <a:solidFill>
              <a:srgbClr val="83860F"/>
            </a:solidFill>
            <a:prstDash val="solid"/>
            <a:headEnd type="triangle"/>
          </a:ln>
        </p:spPr>
      </p:sp>
      <p:sp>
        <p:nvSpPr>
          <p:cNvPr id="777" name="Shape 727"/>
          <p:cNvSpPr/>
          <p:nvPr/>
        </p:nvSpPr>
        <p:spPr>
          <a:xfrm>
            <a:off x="9808210" y="4984750"/>
            <a:ext cx="0" cy="95250"/>
          </a:xfrm>
          <a:prstGeom prst="line">
            <a:avLst/>
          </a:prstGeom>
          <a:noFill/>
          <a:ln w="19050">
            <a:solidFill>
              <a:srgbClr val="6B3050"/>
            </a:solidFill>
            <a:prstDash val="solid"/>
            <a:headEnd type="triangle"/>
          </a:ln>
        </p:spPr>
      </p:sp>
      <p:sp>
        <p:nvSpPr>
          <p:cNvPr id="778" name="Shape 728"/>
          <p:cNvSpPr/>
          <p:nvPr/>
        </p:nvSpPr>
        <p:spPr>
          <a:xfrm>
            <a:off x="9808210" y="4552950"/>
            <a:ext cx="0" cy="120650"/>
          </a:xfrm>
          <a:prstGeom prst="line">
            <a:avLst/>
          </a:prstGeom>
          <a:noFill/>
          <a:ln w="22225">
            <a:solidFill>
              <a:srgbClr val="83860F"/>
            </a:solidFill>
            <a:prstDash val="solid"/>
            <a:headEnd type="triangle"/>
          </a:ln>
        </p:spPr>
      </p:sp>
      <p:sp>
        <p:nvSpPr>
          <p:cNvPr id="779" name="Shape 729"/>
          <p:cNvSpPr/>
          <p:nvPr/>
        </p:nvSpPr>
        <p:spPr>
          <a:xfrm>
            <a:off x="9808210" y="3975100"/>
            <a:ext cx="0" cy="165100"/>
          </a:xfrm>
          <a:prstGeom prst="line">
            <a:avLst/>
          </a:prstGeom>
          <a:noFill/>
          <a:ln w="22225">
            <a:solidFill>
              <a:srgbClr val="83860F"/>
            </a:solidFill>
            <a:prstDash val="solid"/>
            <a:headEnd type="triangle"/>
          </a:ln>
        </p:spPr>
      </p:sp>
      <p:sp>
        <p:nvSpPr>
          <p:cNvPr id="780" name="Shape 730"/>
          <p:cNvSpPr/>
          <p:nvPr/>
        </p:nvSpPr>
        <p:spPr>
          <a:xfrm>
            <a:off x="10755630" y="4984750"/>
            <a:ext cx="0" cy="95250"/>
          </a:xfrm>
          <a:prstGeom prst="line">
            <a:avLst/>
          </a:prstGeom>
          <a:noFill/>
          <a:ln w="19050">
            <a:solidFill>
              <a:srgbClr val="6B3050"/>
            </a:solidFill>
            <a:prstDash val="solid"/>
            <a:headEnd type="triangle"/>
          </a:ln>
        </p:spPr>
      </p:sp>
      <p:sp>
        <p:nvSpPr>
          <p:cNvPr id="781" name="Shape 731"/>
          <p:cNvSpPr/>
          <p:nvPr/>
        </p:nvSpPr>
        <p:spPr>
          <a:xfrm>
            <a:off x="10755630" y="4552950"/>
            <a:ext cx="0" cy="120650"/>
          </a:xfrm>
          <a:prstGeom prst="line">
            <a:avLst/>
          </a:prstGeom>
          <a:noFill/>
          <a:ln w="22225">
            <a:solidFill>
              <a:srgbClr val="83860F"/>
            </a:solidFill>
            <a:prstDash val="solid"/>
            <a:headEnd type="triangle"/>
          </a:ln>
        </p:spPr>
      </p:sp>
      <p:sp>
        <p:nvSpPr>
          <p:cNvPr id="782" name="Shape 732"/>
          <p:cNvSpPr/>
          <p:nvPr/>
        </p:nvSpPr>
        <p:spPr>
          <a:xfrm>
            <a:off x="10755630" y="3975100"/>
            <a:ext cx="0" cy="165100"/>
          </a:xfrm>
          <a:prstGeom prst="line">
            <a:avLst/>
          </a:prstGeom>
          <a:noFill/>
          <a:ln w="22225">
            <a:solidFill>
              <a:srgbClr val="83860F"/>
            </a:solidFill>
            <a:prstDash val="solid"/>
            <a:headEnd type="triangle"/>
          </a:ln>
        </p:spPr>
      </p:sp>
      <p:sp>
        <p:nvSpPr>
          <p:cNvPr id="783" name="Shape 733"/>
          <p:cNvSpPr/>
          <p:nvPr/>
        </p:nvSpPr>
        <p:spPr>
          <a:xfrm>
            <a:off x="2334260" y="1866900"/>
            <a:ext cx="292100" cy="292100"/>
          </a:xfrm>
          <a:prstGeom prst="ellipse">
            <a:avLst/>
          </a:prstGeom>
          <a:solidFill>
            <a:srgbClr val="B44414"/>
          </a:solidFill>
          <a:ln/>
        </p:spPr>
      </p:sp>
      <p:sp>
        <p:nvSpPr>
          <p:cNvPr id="784" name="Text 734"/>
          <p:cNvSpPr/>
          <p:nvPr/>
        </p:nvSpPr>
        <p:spPr>
          <a:xfrm>
            <a:off x="2334260" y="1866900"/>
            <a:ext cx="2921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785" name="Shape 735"/>
          <p:cNvSpPr/>
          <p:nvPr/>
        </p:nvSpPr>
        <p:spPr>
          <a:xfrm>
            <a:off x="3293110" y="1866900"/>
            <a:ext cx="292100" cy="292100"/>
          </a:xfrm>
          <a:prstGeom prst="ellipse">
            <a:avLst/>
          </a:prstGeom>
          <a:solidFill>
            <a:srgbClr val="B44414"/>
          </a:solidFill>
          <a:ln/>
        </p:spPr>
      </p:sp>
      <p:sp>
        <p:nvSpPr>
          <p:cNvPr id="786" name="Text 736"/>
          <p:cNvSpPr/>
          <p:nvPr/>
        </p:nvSpPr>
        <p:spPr>
          <a:xfrm>
            <a:off x="3293110" y="1866900"/>
            <a:ext cx="2921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787" name="Shape 737"/>
          <p:cNvSpPr/>
          <p:nvPr/>
        </p:nvSpPr>
        <p:spPr>
          <a:xfrm>
            <a:off x="4260850" y="1866900"/>
            <a:ext cx="292100" cy="292100"/>
          </a:xfrm>
          <a:prstGeom prst="ellipse">
            <a:avLst/>
          </a:prstGeom>
          <a:solidFill>
            <a:srgbClr val="B44414"/>
          </a:solidFill>
          <a:ln/>
        </p:spPr>
      </p:sp>
      <p:sp>
        <p:nvSpPr>
          <p:cNvPr id="788" name="Text 738"/>
          <p:cNvSpPr/>
          <p:nvPr/>
        </p:nvSpPr>
        <p:spPr>
          <a:xfrm>
            <a:off x="4260850" y="1866900"/>
            <a:ext cx="2921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789" name="Shape 739"/>
          <p:cNvSpPr/>
          <p:nvPr/>
        </p:nvSpPr>
        <p:spPr>
          <a:xfrm>
            <a:off x="5226050" y="1866900"/>
            <a:ext cx="292100" cy="292100"/>
          </a:xfrm>
          <a:prstGeom prst="ellipse">
            <a:avLst/>
          </a:prstGeom>
          <a:solidFill>
            <a:srgbClr val="B44414"/>
          </a:solidFill>
          <a:ln/>
        </p:spPr>
      </p:sp>
      <p:sp>
        <p:nvSpPr>
          <p:cNvPr id="790" name="Text 740"/>
          <p:cNvSpPr/>
          <p:nvPr/>
        </p:nvSpPr>
        <p:spPr>
          <a:xfrm>
            <a:off x="5226050" y="1866900"/>
            <a:ext cx="2921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791" name="Shape 741"/>
          <p:cNvSpPr/>
          <p:nvPr/>
        </p:nvSpPr>
        <p:spPr>
          <a:xfrm>
            <a:off x="6184900" y="1866900"/>
            <a:ext cx="292100" cy="292100"/>
          </a:xfrm>
          <a:prstGeom prst="ellipse">
            <a:avLst/>
          </a:prstGeom>
          <a:solidFill>
            <a:srgbClr val="B44414"/>
          </a:solidFill>
          <a:ln/>
        </p:spPr>
      </p:sp>
      <p:sp>
        <p:nvSpPr>
          <p:cNvPr id="792" name="Text 742"/>
          <p:cNvSpPr/>
          <p:nvPr/>
        </p:nvSpPr>
        <p:spPr>
          <a:xfrm>
            <a:off x="6184900" y="1866900"/>
            <a:ext cx="2921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793" name="Shape 743"/>
          <p:cNvSpPr/>
          <p:nvPr/>
        </p:nvSpPr>
        <p:spPr>
          <a:xfrm>
            <a:off x="7150100" y="1866900"/>
            <a:ext cx="292100" cy="292100"/>
          </a:xfrm>
          <a:prstGeom prst="ellipse">
            <a:avLst/>
          </a:prstGeom>
          <a:solidFill>
            <a:srgbClr val="B44414"/>
          </a:solidFill>
          <a:ln/>
        </p:spPr>
      </p:sp>
      <p:sp>
        <p:nvSpPr>
          <p:cNvPr id="794" name="Text 744"/>
          <p:cNvSpPr/>
          <p:nvPr/>
        </p:nvSpPr>
        <p:spPr>
          <a:xfrm>
            <a:off x="7150100" y="1866900"/>
            <a:ext cx="2921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795" name="Shape 745"/>
          <p:cNvSpPr/>
          <p:nvPr/>
        </p:nvSpPr>
        <p:spPr>
          <a:xfrm>
            <a:off x="9662160" y="1866900"/>
            <a:ext cx="292100" cy="292100"/>
          </a:xfrm>
          <a:prstGeom prst="ellipse">
            <a:avLst/>
          </a:prstGeom>
          <a:solidFill>
            <a:srgbClr val="B44414"/>
          </a:solidFill>
          <a:ln/>
        </p:spPr>
      </p:sp>
      <p:sp>
        <p:nvSpPr>
          <p:cNvPr id="796" name="Text 746"/>
          <p:cNvSpPr/>
          <p:nvPr/>
        </p:nvSpPr>
        <p:spPr>
          <a:xfrm>
            <a:off x="9662160" y="1866900"/>
            <a:ext cx="2921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797" name="Shape 747"/>
          <p:cNvSpPr/>
          <p:nvPr/>
        </p:nvSpPr>
        <p:spPr>
          <a:xfrm>
            <a:off x="10609580" y="1866900"/>
            <a:ext cx="292100" cy="292100"/>
          </a:xfrm>
          <a:prstGeom prst="ellipse">
            <a:avLst/>
          </a:prstGeom>
          <a:solidFill>
            <a:srgbClr val="B44414"/>
          </a:solidFill>
          <a:ln/>
        </p:spPr>
      </p:sp>
      <p:sp>
        <p:nvSpPr>
          <p:cNvPr id="798" name="Text 748"/>
          <p:cNvSpPr/>
          <p:nvPr/>
        </p:nvSpPr>
        <p:spPr>
          <a:xfrm>
            <a:off x="10609580" y="1866900"/>
            <a:ext cx="2921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799" name="Shape 749"/>
          <p:cNvSpPr/>
          <p:nvPr/>
        </p:nvSpPr>
        <p:spPr>
          <a:xfrm>
            <a:off x="2334260" y="4685030"/>
            <a:ext cx="292100" cy="292100"/>
          </a:xfrm>
          <a:prstGeom prst="ellipse">
            <a:avLst/>
          </a:prstGeom>
          <a:solidFill>
            <a:srgbClr val="B44414"/>
          </a:solidFill>
          <a:ln/>
        </p:spPr>
      </p:sp>
      <p:sp>
        <p:nvSpPr>
          <p:cNvPr id="800" name="Text 750"/>
          <p:cNvSpPr/>
          <p:nvPr/>
        </p:nvSpPr>
        <p:spPr>
          <a:xfrm>
            <a:off x="2334260" y="4685030"/>
            <a:ext cx="2921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801" name="Shape 751"/>
          <p:cNvSpPr/>
          <p:nvPr/>
        </p:nvSpPr>
        <p:spPr>
          <a:xfrm>
            <a:off x="3293110" y="4685030"/>
            <a:ext cx="292100" cy="292100"/>
          </a:xfrm>
          <a:prstGeom prst="ellipse">
            <a:avLst/>
          </a:prstGeom>
          <a:solidFill>
            <a:srgbClr val="B44414"/>
          </a:solidFill>
          <a:ln/>
        </p:spPr>
      </p:sp>
      <p:sp>
        <p:nvSpPr>
          <p:cNvPr id="802" name="Text 752"/>
          <p:cNvSpPr/>
          <p:nvPr/>
        </p:nvSpPr>
        <p:spPr>
          <a:xfrm>
            <a:off x="3293110" y="4685030"/>
            <a:ext cx="2921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803" name="Shape 753"/>
          <p:cNvSpPr/>
          <p:nvPr/>
        </p:nvSpPr>
        <p:spPr>
          <a:xfrm>
            <a:off x="4260850" y="4685030"/>
            <a:ext cx="292100" cy="292100"/>
          </a:xfrm>
          <a:prstGeom prst="ellipse">
            <a:avLst/>
          </a:prstGeom>
          <a:solidFill>
            <a:srgbClr val="B44414"/>
          </a:solidFill>
          <a:ln/>
        </p:spPr>
      </p:sp>
      <p:sp>
        <p:nvSpPr>
          <p:cNvPr id="804" name="Text 754"/>
          <p:cNvSpPr/>
          <p:nvPr/>
        </p:nvSpPr>
        <p:spPr>
          <a:xfrm>
            <a:off x="4260850" y="4685030"/>
            <a:ext cx="2921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805" name="Shape 755"/>
          <p:cNvSpPr/>
          <p:nvPr/>
        </p:nvSpPr>
        <p:spPr>
          <a:xfrm>
            <a:off x="5226050" y="4685030"/>
            <a:ext cx="292100" cy="292100"/>
          </a:xfrm>
          <a:prstGeom prst="ellipse">
            <a:avLst/>
          </a:prstGeom>
          <a:solidFill>
            <a:srgbClr val="B44414"/>
          </a:solidFill>
          <a:ln/>
        </p:spPr>
      </p:sp>
      <p:sp>
        <p:nvSpPr>
          <p:cNvPr id="806" name="Text 756"/>
          <p:cNvSpPr/>
          <p:nvPr/>
        </p:nvSpPr>
        <p:spPr>
          <a:xfrm>
            <a:off x="5226050" y="4685030"/>
            <a:ext cx="2921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807" name="Shape 757"/>
          <p:cNvSpPr/>
          <p:nvPr/>
        </p:nvSpPr>
        <p:spPr>
          <a:xfrm>
            <a:off x="6184900" y="4685030"/>
            <a:ext cx="292100" cy="292100"/>
          </a:xfrm>
          <a:prstGeom prst="ellipse">
            <a:avLst/>
          </a:prstGeom>
          <a:solidFill>
            <a:srgbClr val="B44414"/>
          </a:solidFill>
          <a:ln/>
        </p:spPr>
      </p:sp>
      <p:sp>
        <p:nvSpPr>
          <p:cNvPr id="808" name="Text 758"/>
          <p:cNvSpPr/>
          <p:nvPr/>
        </p:nvSpPr>
        <p:spPr>
          <a:xfrm>
            <a:off x="6184900" y="4685030"/>
            <a:ext cx="2921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809" name="Shape 759"/>
          <p:cNvSpPr/>
          <p:nvPr/>
        </p:nvSpPr>
        <p:spPr>
          <a:xfrm>
            <a:off x="7150100" y="4685030"/>
            <a:ext cx="292100" cy="292100"/>
          </a:xfrm>
          <a:prstGeom prst="ellipse">
            <a:avLst/>
          </a:prstGeom>
          <a:solidFill>
            <a:srgbClr val="B44414"/>
          </a:solidFill>
          <a:ln/>
        </p:spPr>
      </p:sp>
      <p:sp>
        <p:nvSpPr>
          <p:cNvPr id="810" name="Text 760"/>
          <p:cNvSpPr/>
          <p:nvPr/>
        </p:nvSpPr>
        <p:spPr>
          <a:xfrm>
            <a:off x="7150100" y="4685030"/>
            <a:ext cx="2921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811" name="Shape 761"/>
          <p:cNvSpPr/>
          <p:nvPr/>
        </p:nvSpPr>
        <p:spPr>
          <a:xfrm>
            <a:off x="9662160" y="4685030"/>
            <a:ext cx="292100" cy="292100"/>
          </a:xfrm>
          <a:prstGeom prst="ellipse">
            <a:avLst/>
          </a:prstGeom>
          <a:solidFill>
            <a:srgbClr val="B44414"/>
          </a:solidFill>
          <a:ln/>
        </p:spPr>
      </p:sp>
      <p:sp>
        <p:nvSpPr>
          <p:cNvPr id="812" name="Text 762"/>
          <p:cNvSpPr/>
          <p:nvPr/>
        </p:nvSpPr>
        <p:spPr>
          <a:xfrm>
            <a:off x="9662160" y="4685030"/>
            <a:ext cx="2921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813" name="Shape 763"/>
          <p:cNvSpPr/>
          <p:nvPr/>
        </p:nvSpPr>
        <p:spPr>
          <a:xfrm>
            <a:off x="10609580" y="4685030"/>
            <a:ext cx="292100" cy="292100"/>
          </a:xfrm>
          <a:prstGeom prst="ellipse">
            <a:avLst/>
          </a:prstGeom>
          <a:solidFill>
            <a:srgbClr val="B44414"/>
          </a:solidFill>
          <a:ln/>
        </p:spPr>
      </p:sp>
      <p:sp>
        <p:nvSpPr>
          <p:cNvPr id="814" name="Text 764"/>
          <p:cNvSpPr/>
          <p:nvPr/>
        </p:nvSpPr>
        <p:spPr>
          <a:xfrm>
            <a:off x="10609580" y="4685030"/>
            <a:ext cx="2921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00" dirty="0"/>
          </a:p>
        </p:txBody>
      </p:sp>
      <p:sp>
        <p:nvSpPr>
          <p:cNvPr id="815" name="Shape 765"/>
          <p:cNvSpPr/>
          <p:nvPr/>
        </p:nvSpPr>
        <p:spPr>
          <a:xfrm>
            <a:off x="2026920" y="770890"/>
            <a:ext cx="151130" cy="226060"/>
          </a:xfrm>
          <a:prstGeom prst="rect">
            <a:avLst/>
          </a:prstGeom>
          <a:solidFill>
            <a:srgbClr val="FDFDD0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16" name="Shape 766"/>
          <p:cNvSpPr/>
          <p:nvPr/>
        </p:nvSpPr>
        <p:spPr>
          <a:xfrm>
            <a:off x="2178050" y="770890"/>
            <a:ext cx="151130" cy="226060"/>
          </a:xfrm>
          <a:prstGeom prst="rect">
            <a:avLst/>
          </a:prstGeom>
          <a:solidFill>
            <a:srgbClr val="F2FFDE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17" name="Shape 767"/>
          <p:cNvSpPr/>
          <p:nvPr/>
        </p:nvSpPr>
        <p:spPr>
          <a:xfrm>
            <a:off x="2329180" y="770890"/>
            <a:ext cx="151130" cy="226060"/>
          </a:xfrm>
          <a:prstGeom prst="rect">
            <a:avLst/>
          </a:prstGeom>
          <a:solidFill>
            <a:srgbClr val="FAFFF2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18" name="Shape 768"/>
          <p:cNvSpPr/>
          <p:nvPr/>
        </p:nvSpPr>
        <p:spPr>
          <a:xfrm>
            <a:off x="2480310" y="770890"/>
            <a:ext cx="151130" cy="226060"/>
          </a:xfrm>
          <a:prstGeom prst="rect">
            <a:avLst/>
          </a:prstGeom>
          <a:solidFill>
            <a:srgbClr val="EDEDF8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19" name="Shape 769"/>
          <p:cNvSpPr/>
          <p:nvPr/>
        </p:nvSpPr>
        <p:spPr>
          <a:xfrm>
            <a:off x="2631440" y="770890"/>
            <a:ext cx="151130" cy="226060"/>
          </a:xfrm>
          <a:prstGeom prst="rect">
            <a:avLst/>
          </a:prstGeom>
          <a:solidFill>
            <a:srgbClr val="F6DFF5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20" name="Shape 770"/>
          <p:cNvSpPr/>
          <p:nvPr/>
        </p:nvSpPr>
        <p:spPr>
          <a:xfrm>
            <a:off x="2782570" y="770890"/>
            <a:ext cx="151130" cy="226060"/>
          </a:xfrm>
          <a:prstGeom prst="rect">
            <a:avLst/>
          </a:prstGeom>
          <a:solidFill>
            <a:srgbClr val="E9E8EC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21" name="Text 771"/>
          <p:cNvSpPr/>
          <p:nvPr/>
        </p:nvSpPr>
        <p:spPr>
          <a:xfrm>
            <a:off x="2315210" y="751840"/>
            <a:ext cx="3302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8E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4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400" dirty="0"/>
          </a:p>
        </p:txBody>
      </p:sp>
      <p:sp>
        <p:nvSpPr>
          <p:cNvPr id="822" name="Shape 772"/>
          <p:cNvSpPr/>
          <p:nvPr/>
        </p:nvSpPr>
        <p:spPr>
          <a:xfrm>
            <a:off x="2985770" y="770890"/>
            <a:ext cx="151130" cy="226060"/>
          </a:xfrm>
          <a:prstGeom prst="rect">
            <a:avLst/>
          </a:prstGeom>
          <a:solidFill>
            <a:srgbClr val="FDFDD0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23" name="Shape 773"/>
          <p:cNvSpPr/>
          <p:nvPr/>
        </p:nvSpPr>
        <p:spPr>
          <a:xfrm>
            <a:off x="3136900" y="770890"/>
            <a:ext cx="151130" cy="226060"/>
          </a:xfrm>
          <a:prstGeom prst="rect">
            <a:avLst/>
          </a:prstGeom>
          <a:solidFill>
            <a:srgbClr val="F2FFDE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24" name="Shape 774"/>
          <p:cNvSpPr/>
          <p:nvPr/>
        </p:nvSpPr>
        <p:spPr>
          <a:xfrm>
            <a:off x="3288030" y="770890"/>
            <a:ext cx="151130" cy="226060"/>
          </a:xfrm>
          <a:prstGeom prst="rect">
            <a:avLst/>
          </a:prstGeom>
          <a:solidFill>
            <a:srgbClr val="FAFFF2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25" name="Shape 775"/>
          <p:cNvSpPr/>
          <p:nvPr/>
        </p:nvSpPr>
        <p:spPr>
          <a:xfrm>
            <a:off x="3439160" y="770890"/>
            <a:ext cx="151130" cy="226060"/>
          </a:xfrm>
          <a:prstGeom prst="rect">
            <a:avLst/>
          </a:prstGeom>
          <a:solidFill>
            <a:srgbClr val="EDEDF8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26" name="Shape 776"/>
          <p:cNvSpPr/>
          <p:nvPr/>
        </p:nvSpPr>
        <p:spPr>
          <a:xfrm>
            <a:off x="3590290" y="770890"/>
            <a:ext cx="151130" cy="226060"/>
          </a:xfrm>
          <a:prstGeom prst="rect">
            <a:avLst/>
          </a:prstGeom>
          <a:solidFill>
            <a:srgbClr val="F6DFF5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27" name="Shape 777"/>
          <p:cNvSpPr/>
          <p:nvPr/>
        </p:nvSpPr>
        <p:spPr>
          <a:xfrm>
            <a:off x="3741420" y="770890"/>
            <a:ext cx="151130" cy="226060"/>
          </a:xfrm>
          <a:prstGeom prst="rect">
            <a:avLst/>
          </a:prstGeom>
          <a:solidFill>
            <a:srgbClr val="E9E8EC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28" name="Text 778"/>
          <p:cNvSpPr/>
          <p:nvPr/>
        </p:nvSpPr>
        <p:spPr>
          <a:xfrm>
            <a:off x="3274060" y="751840"/>
            <a:ext cx="3302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8E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4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829" name="Shape 779"/>
          <p:cNvSpPr/>
          <p:nvPr/>
        </p:nvSpPr>
        <p:spPr>
          <a:xfrm>
            <a:off x="3953510" y="770890"/>
            <a:ext cx="151130" cy="226060"/>
          </a:xfrm>
          <a:prstGeom prst="rect">
            <a:avLst/>
          </a:prstGeom>
          <a:solidFill>
            <a:srgbClr val="FDFDD0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30" name="Shape 780"/>
          <p:cNvSpPr/>
          <p:nvPr/>
        </p:nvSpPr>
        <p:spPr>
          <a:xfrm>
            <a:off x="4104640" y="770890"/>
            <a:ext cx="151130" cy="226060"/>
          </a:xfrm>
          <a:prstGeom prst="rect">
            <a:avLst/>
          </a:prstGeom>
          <a:solidFill>
            <a:srgbClr val="F2FFDE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31" name="Shape 781"/>
          <p:cNvSpPr/>
          <p:nvPr/>
        </p:nvSpPr>
        <p:spPr>
          <a:xfrm>
            <a:off x="4255770" y="770890"/>
            <a:ext cx="151130" cy="226060"/>
          </a:xfrm>
          <a:prstGeom prst="rect">
            <a:avLst/>
          </a:prstGeom>
          <a:solidFill>
            <a:srgbClr val="FAFFF2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32" name="Shape 782"/>
          <p:cNvSpPr/>
          <p:nvPr/>
        </p:nvSpPr>
        <p:spPr>
          <a:xfrm>
            <a:off x="4406900" y="770890"/>
            <a:ext cx="151130" cy="226060"/>
          </a:xfrm>
          <a:prstGeom prst="rect">
            <a:avLst/>
          </a:prstGeom>
          <a:solidFill>
            <a:srgbClr val="EDEDF8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33" name="Shape 783"/>
          <p:cNvSpPr/>
          <p:nvPr/>
        </p:nvSpPr>
        <p:spPr>
          <a:xfrm>
            <a:off x="4558030" y="770890"/>
            <a:ext cx="151130" cy="226060"/>
          </a:xfrm>
          <a:prstGeom prst="rect">
            <a:avLst/>
          </a:prstGeom>
          <a:solidFill>
            <a:srgbClr val="F6DFF5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34" name="Shape 784"/>
          <p:cNvSpPr/>
          <p:nvPr/>
        </p:nvSpPr>
        <p:spPr>
          <a:xfrm>
            <a:off x="4709160" y="770890"/>
            <a:ext cx="151130" cy="226060"/>
          </a:xfrm>
          <a:prstGeom prst="rect">
            <a:avLst/>
          </a:prstGeom>
          <a:solidFill>
            <a:srgbClr val="E9E8EC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35" name="Text 785"/>
          <p:cNvSpPr/>
          <p:nvPr/>
        </p:nvSpPr>
        <p:spPr>
          <a:xfrm>
            <a:off x="4241800" y="751840"/>
            <a:ext cx="3302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8E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4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836" name="Shape 786"/>
          <p:cNvSpPr/>
          <p:nvPr/>
        </p:nvSpPr>
        <p:spPr>
          <a:xfrm>
            <a:off x="4918710" y="770890"/>
            <a:ext cx="151130" cy="226060"/>
          </a:xfrm>
          <a:prstGeom prst="rect">
            <a:avLst/>
          </a:prstGeom>
          <a:solidFill>
            <a:srgbClr val="FDFDD0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37" name="Shape 787"/>
          <p:cNvSpPr/>
          <p:nvPr/>
        </p:nvSpPr>
        <p:spPr>
          <a:xfrm>
            <a:off x="5069840" y="770890"/>
            <a:ext cx="151130" cy="226060"/>
          </a:xfrm>
          <a:prstGeom prst="rect">
            <a:avLst/>
          </a:prstGeom>
          <a:solidFill>
            <a:srgbClr val="F2FFDE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38" name="Shape 788"/>
          <p:cNvSpPr/>
          <p:nvPr/>
        </p:nvSpPr>
        <p:spPr>
          <a:xfrm>
            <a:off x="5220970" y="770890"/>
            <a:ext cx="151130" cy="226060"/>
          </a:xfrm>
          <a:prstGeom prst="rect">
            <a:avLst/>
          </a:prstGeom>
          <a:solidFill>
            <a:srgbClr val="FAFFF2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39" name="Shape 789"/>
          <p:cNvSpPr/>
          <p:nvPr/>
        </p:nvSpPr>
        <p:spPr>
          <a:xfrm>
            <a:off x="5372100" y="770890"/>
            <a:ext cx="151130" cy="226060"/>
          </a:xfrm>
          <a:prstGeom prst="rect">
            <a:avLst/>
          </a:prstGeom>
          <a:solidFill>
            <a:srgbClr val="EDEDF8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40" name="Shape 790"/>
          <p:cNvSpPr/>
          <p:nvPr/>
        </p:nvSpPr>
        <p:spPr>
          <a:xfrm>
            <a:off x="5523230" y="770890"/>
            <a:ext cx="151130" cy="226060"/>
          </a:xfrm>
          <a:prstGeom prst="rect">
            <a:avLst/>
          </a:prstGeom>
          <a:solidFill>
            <a:srgbClr val="F6DFF5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41" name="Shape 791"/>
          <p:cNvSpPr/>
          <p:nvPr/>
        </p:nvSpPr>
        <p:spPr>
          <a:xfrm>
            <a:off x="5674360" y="770890"/>
            <a:ext cx="151130" cy="226060"/>
          </a:xfrm>
          <a:prstGeom prst="rect">
            <a:avLst/>
          </a:prstGeom>
          <a:solidFill>
            <a:srgbClr val="E9E8EC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42" name="Text 792"/>
          <p:cNvSpPr/>
          <p:nvPr/>
        </p:nvSpPr>
        <p:spPr>
          <a:xfrm>
            <a:off x="5207000" y="751840"/>
            <a:ext cx="3302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8E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4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843" name="Shape 793"/>
          <p:cNvSpPr/>
          <p:nvPr/>
        </p:nvSpPr>
        <p:spPr>
          <a:xfrm>
            <a:off x="5877560" y="770890"/>
            <a:ext cx="151130" cy="226060"/>
          </a:xfrm>
          <a:prstGeom prst="rect">
            <a:avLst/>
          </a:prstGeom>
          <a:solidFill>
            <a:srgbClr val="FDFDD0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44" name="Shape 794"/>
          <p:cNvSpPr/>
          <p:nvPr/>
        </p:nvSpPr>
        <p:spPr>
          <a:xfrm>
            <a:off x="6028690" y="770890"/>
            <a:ext cx="151130" cy="226060"/>
          </a:xfrm>
          <a:prstGeom prst="rect">
            <a:avLst/>
          </a:prstGeom>
          <a:solidFill>
            <a:srgbClr val="F2FFDE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45" name="Shape 795"/>
          <p:cNvSpPr/>
          <p:nvPr/>
        </p:nvSpPr>
        <p:spPr>
          <a:xfrm>
            <a:off x="6179820" y="770890"/>
            <a:ext cx="151130" cy="226060"/>
          </a:xfrm>
          <a:prstGeom prst="rect">
            <a:avLst/>
          </a:prstGeom>
          <a:solidFill>
            <a:srgbClr val="FAFFF2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46" name="Shape 796"/>
          <p:cNvSpPr/>
          <p:nvPr/>
        </p:nvSpPr>
        <p:spPr>
          <a:xfrm>
            <a:off x="6330950" y="770890"/>
            <a:ext cx="151130" cy="226060"/>
          </a:xfrm>
          <a:prstGeom prst="rect">
            <a:avLst/>
          </a:prstGeom>
          <a:solidFill>
            <a:srgbClr val="EDEDF8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47" name="Shape 797"/>
          <p:cNvSpPr/>
          <p:nvPr/>
        </p:nvSpPr>
        <p:spPr>
          <a:xfrm>
            <a:off x="6482080" y="770890"/>
            <a:ext cx="151130" cy="226060"/>
          </a:xfrm>
          <a:prstGeom prst="rect">
            <a:avLst/>
          </a:prstGeom>
          <a:solidFill>
            <a:srgbClr val="F6DFF5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48" name="Shape 798"/>
          <p:cNvSpPr/>
          <p:nvPr/>
        </p:nvSpPr>
        <p:spPr>
          <a:xfrm>
            <a:off x="6633210" y="770890"/>
            <a:ext cx="151130" cy="226060"/>
          </a:xfrm>
          <a:prstGeom prst="rect">
            <a:avLst/>
          </a:prstGeom>
          <a:solidFill>
            <a:srgbClr val="E9E8EC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49" name="Text 799"/>
          <p:cNvSpPr/>
          <p:nvPr/>
        </p:nvSpPr>
        <p:spPr>
          <a:xfrm>
            <a:off x="6165850" y="751840"/>
            <a:ext cx="3302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8E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4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850" name="Shape 800"/>
          <p:cNvSpPr/>
          <p:nvPr/>
        </p:nvSpPr>
        <p:spPr>
          <a:xfrm>
            <a:off x="6842760" y="770890"/>
            <a:ext cx="151130" cy="226060"/>
          </a:xfrm>
          <a:prstGeom prst="rect">
            <a:avLst/>
          </a:prstGeom>
          <a:solidFill>
            <a:srgbClr val="FDFDD0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51" name="Shape 801"/>
          <p:cNvSpPr/>
          <p:nvPr/>
        </p:nvSpPr>
        <p:spPr>
          <a:xfrm>
            <a:off x="6993890" y="770890"/>
            <a:ext cx="151130" cy="226060"/>
          </a:xfrm>
          <a:prstGeom prst="rect">
            <a:avLst/>
          </a:prstGeom>
          <a:solidFill>
            <a:srgbClr val="F2FFDE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52" name="Shape 802"/>
          <p:cNvSpPr/>
          <p:nvPr/>
        </p:nvSpPr>
        <p:spPr>
          <a:xfrm>
            <a:off x="7145020" y="770890"/>
            <a:ext cx="151130" cy="226060"/>
          </a:xfrm>
          <a:prstGeom prst="rect">
            <a:avLst/>
          </a:prstGeom>
          <a:solidFill>
            <a:srgbClr val="FAFFF2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53" name="Shape 803"/>
          <p:cNvSpPr/>
          <p:nvPr/>
        </p:nvSpPr>
        <p:spPr>
          <a:xfrm>
            <a:off x="7296150" y="770890"/>
            <a:ext cx="151130" cy="226060"/>
          </a:xfrm>
          <a:prstGeom prst="rect">
            <a:avLst/>
          </a:prstGeom>
          <a:solidFill>
            <a:srgbClr val="EDEDF8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54" name="Shape 804"/>
          <p:cNvSpPr/>
          <p:nvPr/>
        </p:nvSpPr>
        <p:spPr>
          <a:xfrm>
            <a:off x="7447280" y="770890"/>
            <a:ext cx="151130" cy="226060"/>
          </a:xfrm>
          <a:prstGeom prst="rect">
            <a:avLst/>
          </a:prstGeom>
          <a:solidFill>
            <a:srgbClr val="F6DFF5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55" name="Shape 805"/>
          <p:cNvSpPr/>
          <p:nvPr/>
        </p:nvSpPr>
        <p:spPr>
          <a:xfrm>
            <a:off x="7598410" y="770890"/>
            <a:ext cx="151130" cy="226060"/>
          </a:xfrm>
          <a:prstGeom prst="rect">
            <a:avLst/>
          </a:prstGeom>
          <a:solidFill>
            <a:srgbClr val="E9E8EC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56" name="Text 806"/>
          <p:cNvSpPr/>
          <p:nvPr/>
        </p:nvSpPr>
        <p:spPr>
          <a:xfrm>
            <a:off x="7131050" y="751840"/>
            <a:ext cx="3302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8E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4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857" name="Shape 807"/>
          <p:cNvSpPr/>
          <p:nvPr/>
        </p:nvSpPr>
        <p:spPr>
          <a:xfrm>
            <a:off x="9354820" y="770890"/>
            <a:ext cx="151130" cy="226060"/>
          </a:xfrm>
          <a:prstGeom prst="rect">
            <a:avLst/>
          </a:prstGeom>
          <a:solidFill>
            <a:srgbClr val="FDFDD0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58" name="Shape 808"/>
          <p:cNvSpPr/>
          <p:nvPr/>
        </p:nvSpPr>
        <p:spPr>
          <a:xfrm>
            <a:off x="9505950" y="770890"/>
            <a:ext cx="151130" cy="226060"/>
          </a:xfrm>
          <a:prstGeom prst="rect">
            <a:avLst/>
          </a:prstGeom>
          <a:solidFill>
            <a:srgbClr val="F2FFDE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59" name="Shape 809"/>
          <p:cNvSpPr/>
          <p:nvPr/>
        </p:nvSpPr>
        <p:spPr>
          <a:xfrm>
            <a:off x="9657080" y="770890"/>
            <a:ext cx="151130" cy="226060"/>
          </a:xfrm>
          <a:prstGeom prst="rect">
            <a:avLst/>
          </a:prstGeom>
          <a:solidFill>
            <a:srgbClr val="FAFFF2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60" name="Shape 810"/>
          <p:cNvSpPr/>
          <p:nvPr/>
        </p:nvSpPr>
        <p:spPr>
          <a:xfrm>
            <a:off x="9808210" y="770890"/>
            <a:ext cx="151130" cy="226060"/>
          </a:xfrm>
          <a:prstGeom prst="rect">
            <a:avLst/>
          </a:prstGeom>
          <a:solidFill>
            <a:srgbClr val="EDEDF8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61" name="Shape 811"/>
          <p:cNvSpPr/>
          <p:nvPr/>
        </p:nvSpPr>
        <p:spPr>
          <a:xfrm>
            <a:off x="9959340" y="770890"/>
            <a:ext cx="151130" cy="226060"/>
          </a:xfrm>
          <a:prstGeom prst="rect">
            <a:avLst/>
          </a:prstGeom>
          <a:solidFill>
            <a:srgbClr val="F6DFF5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62" name="Shape 812"/>
          <p:cNvSpPr/>
          <p:nvPr/>
        </p:nvSpPr>
        <p:spPr>
          <a:xfrm>
            <a:off x="10110470" y="770890"/>
            <a:ext cx="151130" cy="226060"/>
          </a:xfrm>
          <a:prstGeom prst="rect">
            <a:avLst/>
          </a:prstGeom>
          <a:solidFill>
            <a:srgbClr val="E9E8EC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63" name="Text 813"/>
          <p:cNvSpPr/>
          <p:nvPr/>
        </p:nvSpPr>
        <p:spPr>
          <a:xfrm>
            <a:off x="9643110" y="751840"/>
            <a:ext cx="3302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8E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4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N-2</a:t>
            </a:r>
            <a:endParaRPr lang="en-US" sz="1400" dirty="0"/>
          </a:p>
        </p:txBody>
      </p:sp>
      <p:sp>
        <p:nvSpPr>
          <p:cNvPr id="864" name="Shape 814"/>
          <p:cNvSpPr/>
          <p:nvPr/>
        </p:nvSpPr>
        <p:spPr>
          <a:xfrm>
            <a:off x="10302240" y="770890"/>
            <a:ext cx="151130" cy="226060"/>
          </a:xfrm>
          <a:prstGeom prst="rect">
            <a:avLst/>
          </a:prstGeom>
          <a:solidFill>
            <a:srgbClr val="FDFDD0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65" name="Shape 815"/>
          <p:cNvSpPr/>
          <p:nvPr/>
        </p:nvSpPr>
        <p:spPr>
          <a:xfrm>
            <a:off x="10453370" y="770890"/>
            <a:ext cx="151130" cy="226060"/>
          </a:xfrm>
          <a:prstGeom prst="rect">
            <a:avLst/>
          </a:prstGeom>
          <a:solidFill>
            <a:srgbClr val="F2FFDE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66" name="Shape 816"/>
          <p:cNvSpPr/>
          <p:nvPr/>
        </p:nvSpPr>
        <p:spPr>
          <a:xfrm>
            <a:off x="10604500" y="770890"/>
            <a:ext cx="151130" cy="226060"/>
          </a:xfrm>
          <a:prstGeom prst="rect">
            <a:avLst/>
          </a:prstGeom>
          <a:solidFill>
            <a:srgbClr val="FAFFF2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67" name="Shape 817"/>
          <p:cNvSpPr/>
          <p:nvPr/>
        </p:nvSpPr>
        <p:spPr>
          <a:xfrm>
            <a:off x="10755630" y="770890"/>
            <a:ext cx="151130" cy="226060"/>
          </a:xfrm>
          <a:prstGeom prst="rect">
            <a:avLst/>
          </a:prstGeom>
          <a:solidFill>
            <a:srgbClr val="EDEDF8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68" name="Shape 818"/>
          <p:cNvSpPr/>
          <p:nvPr/>
        </p:nvSpPr>
        <p:spPr>
          <a:xfrm>
            <a:off x="10906760" y="770890"/>
            <a:ext cx="151130" cy="226060"/>
          </a:xfrm>
          <a:prstGeom prst="rect">
            <a:avLst/>
          </a:prstGeom>
          <a:solidFill>
            <a:srgbClr val="F6DFF5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69" name="Shape 819"/>
          <p:cNvSpPr/>
          <p:nvPr/>
        </p:nvSpPr>
        <p:spPr>
          <a:xfrm>
            <a:off x="11057890" y="770890"/>
            <a:ext cx="151130" cy="226060"/>
          </a:xfrm>
          <a:prstGeom prst="rect">
            <a:avLst/>
          </a:prstGeom>
          <a:solidFill>
            <a:srgbClr val="E9E8EC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70" name="Text 820"/>
          <p:cNvSpPr/>
          <p:nvPr/>
        </p:nvSpPr>
        <p:spPr>
          <a:xfrm>
            <a:off x="10590530" y="751840"/>
            <a:ext cx="3302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8E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C4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N-1</a:t>
            </a:r>
            <a:endParaRPr lang="en-US" sz="1400" dirty="0"/>
          </a:p>
        </p:txBody>
      </p:sp>
      <p:sp>
        <p:nvSpPr>
          <p:cNvPr id="871" name="Shape 821"/>
          <p:cNvSpPr/>
          <p:nvPr/>
        </p:nvSpPr>
        <p:spPr>
          <a:xfrm>
            <a:off x="7970520" y="839470"/>
            <a:ext cx="88900" cy="88900"/>
          </a:xfrm>
          <a:prstGeom prst="ellipse">
            <a:avLst/>
          </a:prstGeom>
          <a:solidFill>
            <a:srgbClr val="04048C"/>
          </a:solidFill>
          <a:ln/>
        </p:spPr>
      </p:sp>
      <p:sp>
        <p:nvSpPr>
          <p:cNvPr id="872" name="Shape 822"/>
          <p:cNvSpPr/>
          <p:nvPr/>
        </p:nvSpPr>
        <p:spPr>
          <a:xfrm>
            <a:off x="8201660" y="839470"/>
            <a:ext cx="88900" cy="88900"/>
          </a:xfrm>
          <a:prstGeom prst="ellipse">
            <a:avLst/>
          </a:prstGeom>
          <a:solidFill>
            <a:srgbClr val="04048C"/>
          </a:solidFill>
          <a:ln/>
        </p:spPr>
      </p:sp>
      <p:sp>
        <p:nvSpPr>
          <p:cNvPr id="873" name="Shape 823"/>
          <p:cNvSpPr/>
          <p:nvPr/>
        </p:nvSpPr>
        <p:spPr>
          <a:xfrm>
            <a:off x="8431530" y="839470"/>
            <a:ext cx="88900" cy="88900"/>
          </a:xfrm>
          <a:prstGeom prst="ellipse">
            <a:avLst/>
          </a:prstGeom>
          <a:solidFill>
            <a:srgbClr val="04048C"/>
          </a:solidFill>
          <a:ln/>
        </p:spPr>
      </p:sp>
      <p:sp>
        <p:nvSpPr>
          <p:cNvPr id="874" name="Shape 824"/>
          <p:cNvSpPr/>
          <p:nvPr/>
        </p:nvSpPr>
        <p:spPr>
          <a:xfrm>
            <a:off x="8662670" y="839470"/>
            <a:ext cx="88900" cy="88900"/>
          </a:xfrm>
          <a:prstGeom prst="ellipse">
            <a:avLst/>
          </a:prstGeom>
          <a:solidFill>
            <a:srgbClr val="04048C"/>
          </a:solidFill>
          <a:ln/>
        </p:spPr>
      </p:sp>
      <p:sp>
        <p:nvSpPr>
          <p:cNvPr id="875" name="Shape 825"/>
          <p:cNvSpPr/>
          <p:nvPr/>
        </p:nvSpPr>
        <p:spPr>
          <a:xfrm>
            <a:off x="8892540" y="839470"/>
            <a:ext cx="88900" cy="88900"/>
          </a:xfrm>
          <a:prstGeom prst="ellipse">
            <a:avLst/>
          </a:prstGeom>
          <a:solidFill>
            <a:srgbClr val="04048C"/>
          </a:solidFill>
          <a:ln/>
        </p:spPr>
      </p:sp>
      <p:sp>
        <p:nvSpPr>
          <p:cNvPr id="876" name="Shape 826"/>
          <p:cNvSpPr/>
          <p:nvPr/>
        </p:nvSpPr>
        <p:spPr>
          <a:xfrm>
            <a:off x="2026920" y="6551930"/>
            <a:ext cx="151130" cy="213360"/>
          </a:xfrm>
          <a:prstGeom prst="rect">
            <a:avLst/>
          </a:prstGeom>
          <a:solidFill>
            <a:srgbClr val="FDFDD0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77" name="Shape 827"/>
          <p:cNvSpPr/>
          <p:nvPr/>
        </p:nvSpPr>
        <p:spPr>
          <a:xfrm>
            <a:off x="2178050" y="6551930"/>
            <a:ext cx="151130" cy="213360"/>
          </a:xfrm>
          <a:prstGeom prst="rect">
            <a:avLst/>
          </a:prstGeom>
          <a:solidFill>
            <a:srgbClr val="F2FFDE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78" name="Shape 828"/>
          <p:cNvSpPr/>
          <p:nvPr/>
        </p:nvSpPr>
        <p:spPr>
          <a:xfrm>
            <a:off x="2329180" y="6551930"/>
            <a:ext cx="151130" cy="213360"/>
          </a:xfrm>
          <a:prstGeom prst="rect">
            <a:avLst/>
          </a:prstGeom>
          <a:solidFill>
            <a:srgbClr val="FAFFF2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79" name="Shape 829"/>
          <p:cNvSpPr/>
          <p:nvPr/>
        </p:nvSpPr>
        <p:spPr>
          <a:xfrm>
            <a:off x="2480310" y="6551930"/>
            <a:ext cx="151130" cy="213360"/>
          </a:xfrm>
          <a:prstGeom prst="rect">
            <a:avLst/>
          </a:prstGeom>
          <a:solidFill>
            <a:srgbClr val="EDEDF8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80" name="Shape 830"/>
          <p:cNvSpPr/>
          <p:nvPr/>
        </p:nvSpPr>
        <p:spPr>
          <a:xfrm>
            <a:off x="2631440" y="6551930"/>
            <a:ext cx="151130" cy="213360"/>
          </a:xfrm>
          <a:prstGeom prst="rect">
            <a:avLst/>
          </a:prstGeom>
          <a:solidFill>
            <a:srgbClr val="F6DFF5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81" name="Shape 831"/>
          <p:cNvSpPr/>
          <p:nvPr/>
        </p:nvSpPr>
        <p:spPr>
          <a:xfrm>
            <a:off x="2782570" y="6551930"/>
            <a:ext cx="151130" cy="213360"/>
          </a:xfrm>
          <a:prstGeom prst="rect">
            <a:avLst/>
          </a:prstGeom>
          <a:solidFill>
            <a:srgbClr val="E9E8EC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82" name="Text 832"/>
          <p:cNvSpPr/>
          <p:nvPr/>
        </p:nvSpPr>
        <p:spPr>
          <a:xfrm>
            <a:off x="2315210" y="6532880"/>
            <a:ext cx="3302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7E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B06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400" dirty="0"/>
          </a:p>
        </p:txBody>
      </p:sp>
      <p:sp>
        <p:nvSpPr>
          <p:cNvPr id="883" name="Shape 833"/>
          <p:cNvSpPr/>
          <p:nvPr/>
        </p:nvSpPr>
        <p:spPr>
          <a:xfrm>
            <a:off x="2985770" y="6551930"/>
            <a:ext cx="151130" cy="213360"/>
          </a:xfrm>
          <a:prstGeom prst="rect">
            <a:avLst/>
          </a:prstGeom>
          <a:solidFill>
            <a:srgbClr val="FDFDD0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84" name="Shape 834"/>
          <p:cNvSpPr/>
          <p:nvPr/>
        </p:nvSpPr>
        <p:spPr>
          <a:xfrm>
            <a:off x="3136900" y="6551930"/>
            <a:ext cx="151130" cy="213360"/>
          </a:xfrm>
          <a:prstGeom prst="rect">
            <a:avLst/>
          </a:prstGeom>
          <a:solidFill>
            <a:srgbClr val="F2FFDE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85" name="Shape 835"/>
          <p:cNvSpPr/>
          <p:nvPr/>
        </p:nvSpPr>
        <p:spPr>
          <a:xfrm>
            <a:off x="3288030" y="6551930"/>
            <a:ext cx="151130" cy="213360"/>
          </a:xfrm>
          <a:prstGeom prst="rect">
            <a:avLst/>
          </a:prstGeom>
          <a:solidFill>
            <a:srgbClr val="FAFFF2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86" name="Shape 836"/>
          <p:cNvSpPr/>
          <p:nvPr/>
        </p:nvSpPr>
        <p:spPr>
          <a:xfrm>
            <a:off x="3439160" y="6551930"/>
            <a:ext cx="151130" cy="213360"/>
          </a:xfrm>
          <a:prstGeom prst="rect">
            <a:avLst/>
          </a:prstGeom>
          <a:solidFill>
            <a:srgbClr val="EDEDF8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87" name="Shape 837"/>
          <p:cNvSpPr/>
          <p:nvPr/>
        </p:nvSpPr>
        <p:spPr>
          <a:xfrm>
            <a:off x="3590290" y="6551930"/>
            <a:ext cx="151130" cy="213360"/>
          </a:xfrm>
          <a:prstGeom prst="rect">
            <a:avLst/>
          </a:prstGeom>
          <a:solidFill>
            <a:srgbClr val="F6DFF5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88" name="Shape 838"/>
          <p:cNvSpPr/>
          <p:nvPr/>
        </p:nvSpPr>
        <p:spPr>
          <a:xfrm>
            <a:off x="3741420" y="6551930"/>
            <a:ext cx="151130" cy="213360"/>
          </a:xfrm>
          <a:prstGeom prst="rect">
            <a:avLst/>
          </a:prstGeom>
          <a:solidFill>
            <a:srgbClr val="E9E8EC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89" name="Text 839"/>
          <p:cNvSpPr/>
          <p:nvPr/>
        </p:nvSpPr>
        <p:spPr>
          <a:xfrm>
            <a:off x="3274060" y="6532880"/>
            <a:ext cx="3302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7E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B06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890" name="Shape 840"/>
          <p:cNvSpPr/>
          <p:nvPr/>
        </p:nvSpPr>
        <p:spPr>
          <a:xfrm>
            <a:off x="3953510" y="6551930"/>
            <a:ext cx="151130" cy="213360"/>
          </a:xfrm>
          <a:prstGeom prst="rect">
            <a:avLst/>
          </a:prstGeom>
          <a:solidFill>
            <a:srgbClr val="FDFDD0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91" name="Shape 841"/>
          <p:cNvSpPr/>
          <p:nvPr/>
        </p:nvSpPr>
        <p:spPr>
          <a:xfrm>
            <a:off x="4104640" y="6551930"/>
            <a:ext cx="151130" cy="213360"/>
          </a:xfrm>
          <a:prstGeom prst="rect">
            <a:avLst/>
          </a:prstGeom>
          <a:solidFill>
            <a:srgbClr val="F2FFDE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92" name="Shape 842"/>
          <p:cNvSpPr/>
          <p:nvPr/>
        </p:nvSpPr>
        <p:spPr>
          <a:xfrm>
            <a:off x="4255770" y="6551930"/>
            <a:ext cx="151130" cy="213360"/>
          </a:xfrm>
          <a:prstGeom prst="rect">
            <a:avLst/>
          </a:prstGeom>
          <a:solidFill>
            <a:srgbClr val="FAFFF2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93" name="Shape 843"/>
          <p:cNvSpPr/>
          <p:nvPr/>
        </p:nvSpPr>
        <p:spPr>
          <a:xfrm>
            <a:off x="4406900" y="6551930"/>
            <a:ext cx="151130" cy="213360"/>
          </a:xfrm>
          <a:prstGeom prst="rect">
            <a:avLst/>
          </a:prstGeom>
          <a:solidFill>
            <a:srgbClr val="EDEDF8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94" name="Shape 844"/>
          <p:cNvSpPr/>
          <p:nvPr/>
        </p:nvSpPr>
        <p:spPr>
          <a:xfrm>
            <a:off x="4558030" y="6551930"/>
            <a:ext cx="151130" cy="213360"/>
          </a:xfrm>
          <a:prstGeom prst="rect">
            <a:avLst/>
          </a:prstGeom>
          <a:solidFill>
            <a:srgbClr val="F6DFF5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95" name="Shape 845"/>
          <p:cNvSpPr/>
          <p:nvPr/>
        </p:nvSpPr>
        <p:spPr>
          <a:xfrm>
            <a:off x="4709160" y="6551930"/>
            <a:ext cx="151130" cy="213360"/>
          </a:xfrm>
          <a:prstGeom prst="rect">
            <a:avLst/>
          </a:prstGeom>
          <a:solidFill>
            <a:srgbClr val="E9E8EC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96" name="Text 846"/>
          <p:cNvSpPr/>
          <p:nvPr/>
        </p:nvSpPr>
        <p:spPr>
          <a:xfrm>
            <a:off x="4241800" y="6532880"/>
            <a:ext cx="3302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7E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B06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897" name="Shape 847"/>
          <p:cNvSpPr/>
          <p:nvPr/>
        </p:nvSpPr>
        <p:spPr>
          <a:xfrm>
            <a:off x="4918710" y="6551930"/>
            <a:ext cx="151130" cy="213360"/>
          </a:xfrm>
          <a:prstGeom prst="rect">
            <a:avLst/>
          </a:prstGeom>
          <a:solidFill>
            <a:srgbClr val="FDFDD0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98" name="Shape 848"/>
          <p:cNvSpPr/>
          <p:nvPr/>
        </p:nvSpPr>
        <p:spPr>
          <a:xfrm>
            <a:off x="5069840" y="6551930"/>
            <a:ext cx="151130" cy="213360"/>
          </a:xfrm>
          <a:prstGeom prst="rect">
            <a:avLst/>
          </a:prstGeom>
          <a:solidFill>
            <a:srgbClr val="F2FFDE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899" name="Shape 849"/>
          <p:cNvSpPr/>
          <p:nvPr/>
        </p:nvSpPr>
        <p:spPr>
          <a:xfrm>
            <a:off x="5220970" y="6551930"/>
            <a:ext cx="151130" cy="213360"/>
          </a:xfrm>
          <a:prstGeom prst="rect">
            <a:avLst/>
          </a:prstGeom>
          <a:solidFill>
            <a:srgbClr val="FAFFF2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900" name="Shape 850"/>
          <p:cNvSpPr/>
          <p:nvPr/>
        </p:nvSpPr>
        <p:spPr>
          <a:xfrm>
            <a:off x="5372100" y="6551930"/>
            <a:ext cx="151130" cy="213360"/>
          </a:xfrm>
          <a:prstGeom prst="rect">
            <a:avLst/>
          </a:prstGeom>
          <a:solidFill>
            <a:srgbClr val="EDEDF8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901" name="Shape 851"/>
          <p:cNvSpPr/>
          <p:nvPr/>
        </p:nvSpPr>
        <p:spPr>
          <a:xfrm>
            <a:off x="5523230" y="6551930"/>
            <a:ext cx="151130" cy="213360"/>
          </a:xfrm>
          <a:prstGeom prst="rect">
            <a:avLst/>
          </a:prstGeom>
          <a:solidFill>
            <a:srgbClr val="F6DFF5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902" name="Shape 852"/>
          <p:cNvSpPr/>
          <p:nvPr/>
        </p:nvSpPr>
        <p:spPr>
          <a:xfrm>
            <a:off x="5674360" y="6551930"/>
            <a:ext cx="151130" cy="213360"/>
          </a:xfrm>
          <a:prstGeom prst="rect">
            <a:avLst/>
          </a:prstGeom>
          <a:solidFill>
            <a:srgbClr val="E9E8EC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903" name="Text 853"/>
          <p:cNvSpPr/>
          <p:nvPr/>
        </p:nvSpPr>
        <p:spPr>
          <a:xfrm>
            <a:off x="5207000" y="6532880"/>
            <a:ext cx="3302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7E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B06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904" name="Shape 854"/>
          <p:cNvSpPr/>
          <p:nvPr/>
        </p:nvSpPr>
        <p:spPr>
          <a:xfrm>
            <a:off x="5877560" y="6551930"/>
            <a:ext cx="151130" cy="213360"/>
          </a:xfrm>
          <a:prstGeom prst="rect">
            <a:avLst/>
          </a:prstGeom>
          <a:solidFill>
            <a:srgbClr val="FDFDD0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905" name="Shape 855"/>
          <p:cNvSpPr/>
          <p:nvPr/>
        </p:nvSpPr>
        <p:spPr>
          <a:xfrm>
            <a:off x="6028690" y="6551930"/>
            <a:ext cx="151130" cy="213360"/>
          </a:xfrm>
          <a:prstGeom prst="rect">
            <a:avLst/>
          </a:prstGeom>
          <a:solidFill>
            <a:srgbClr val="F2FFDE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906" name="Shape 856"/>
          <p:cNvSpPr/>
          <p:nvPr/>
        </p:nvSpPr>
        <p:spPr>
          <a:xfrm>
            <a:off x="6179820" y="6551930"/>
            <a:ext cx="151130" cy="213360"/>
          </a:xfrm>
          <a:prstGeom prst="rect">
            <a:avLst/>
          </a:prstGeom>
          <a:solidFill>
            <a:srgbClr val="FAFFF2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907" name="Shape 857"/>
          <p:cNvSpPr/>
          <p:nvPr/>
        </p:nvSpPr>
        <p:spPr>
          <a:xfrm>
            <a:off x="6330950" y="6551930"/>
            <a:ext cx="151130" cy="213360"/>
          </a:xfrm>
          <a:prstGeom prst="rect">
            <a:avLst/>
          </a:prstGeom>
          <a:solidFill>
            <a:srgbClr val="EDEDF8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908" name="Shape 858"/>
          <p:cNvSpPr/>
          <p:nvPr/>
        </p:nvSpPr>
        <p:spPr>
          <a:xfrm>
            <a:off x="6482080" y="6551930"/>
            <a:ext cx="151130" cy="213360"/>
          </a:xfrm>
          <a:prstGeom prst="rect">
            <a:avLst/>
          </a:prstGeom>
          <a:solidFill>
            <a:srgbClr val="F6DFF5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909" name="Shape 859"/>
          <p:cNvSpPr/>
          <p:nvPr/>
        </p:nvSpPr>
        <p:spPr>
          <a:xfrm>
            <a:off x="6633210" y="6551930"/>
            <a:ext cx="151130" cy="213360"/>
          </a:xfrm>
          <a:prstGeom prst="rect">
            <a:avLst/>
          </a:prstGeom>
          <a:solidFill>
            <a:srgbClr val="E9E8EC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910" name="Text 860"/>
          <p:cNvSpPr/>
          <p:nvPr/>
        </p:nvSpPr>
        <p:spPr>
          <a:xfrm>
            <a:off x="6165850" y="6532880"/>
            <a:ext cx="3302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7E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B06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911" name="Shape 861"/>
          <p:cNvSpPr/>
          <p:nvPr/>
        </p:nvSpPr>
        <p:spPr>
          <a:xfrm>
            <a:off x="6842760" y="6551930"/>
            <a:ext cx="151130" cy="213360"/>
          </a:xfrm>
          <a:prstGeom prst="rect">
            <a:avLst/>
          </a:prstGeom>
          <a:solidFill>
            <a:srgbClr val="FDFDD0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912" name="Shape 862"/>
          <p:cNvSpPr/>
          <p:nvPr/>
        </p:nvSpPr>
        <p:spPr>
          <a:xfrm>
            <a:off x="6993890" y="6551930"/>
            <a:ext cx="151130" cy="213360"/>
          </a:xfrm>
          <a:prstGeom prst="rect">
            <a:avLst/>
          </a:prstGeom>
          <a:solidFill>
            <a:srgbClr val="F2FFDE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913" name="Shape 863"/>
          <p:cNvSpPr/>
          <p:nvPr/>
        </p:nvSpPr>
        <p:spPr>
          <a:xfrm>
            <a:off x="7145020" y="6551930"/>
            <a:ext cx="151130" cy="213360"/>
          </a:xfrm>
          <a:prstGeom prst="rect">
            <a:avLst/>
          </a:prstGeom>
          <a:solidFill>
            <a:srgbClr val="FAFFF2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914" name="Shape 864"/>
          <p:cNvSpPr/>
          <p:nvPr/>
        </p:nvSpPr>
        <p:spPr>
          <a:xfrm>
            <a:off x="7296150" y="6551930"/>
            <a:ext cx="151130" cy="213360"/>
          </a:xfrm>
          <a:prstGeom prst="rect">
            <a:avLst/>
          </a:prstGeom>
          <a:solidFill>
            <a:srgbClr val="EDEDF8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915" name="Shape 865"/>
          <p:cNvSpPr/>
          <p:nvPr/>
        </p:nvSpPr>
        <p:spPr>
          <a:xfrm>
            <a:off x="7447280" y="6551930"/>
            <a:ext cx="151130" cy="213360"/>
          </a:xfrm>
          <a:prstGeom prst="rect">
            <a:avLst/>
          </a:prstGeom>
          <a:solidFill>
            <a:srgbClr val="F6DFF5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916" name="Shape 866"/>
          <p:cNvSpPr/>
          <p:nvPr/>
        </p:nvSpPr>
        <p:spPr>
          <a:xfrm>
            <a:off x="7598410" y="6551930"/>
            <a:ext cx="151130" cy="213360"/>
          </a:xfrm>
          <a:prstGeom prst="rect">
            <a:avLst/>
          </a:prstGeom>
          <a:solidFill>
            <a:srgbClr val="E9E8EC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917" name="Text 867"/>
          <p:cNvSpPr/>
          <p:nvPr/>
        </p:nvSpPr>
        <p:spPr>
          <a:xfrm>
            <a:off x="7131050" y="6532880"/>
            <a:ext cx="3302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7E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B06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918" name="Shape 868"/>
          <p:cNvSpPr/>
          <p:nvPr/>
        </p:nvSpPr>
        <p:spPr>
          <a:xfrm>
            <a:off x="9354820" y="6551930"/>
            <a:ext cx="151130" cy="213360"/>
          </a:xfrm>
          <a:prstGeom prst="rect">
            <a:avLst/>
          </a:prstGeom>
          <a:solidFill>
            <a:srgbClr val="FDFDD0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919" name="Shape 869"/>
          <p:cNvSpPr/>
          <p:nvPr/>
        </p:nvSpPr>
        <p:spPr>
          <a:xfrm>
            <a:off x="9505950" y="6551930"/>
            <a:ext cx="151130" cy="213360"/>
          </a:xfrm>
          <a:prstGeom prst="rect">
            <a:avLst/>
          </a:prstGeom>
          <a:solidFill>
            <a:srgbClr val="F2FFDE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920" name="Shape 870"/>
          <p:cNvSpPr/>
          <p:nvPr/>
        </p:nvSpPr>
        <p:spPr>
          <a:xfrm>
            <a:off x="9657080" y="6551930"/>
            <a:ext cx="151130" cy="213360"/>
          </a:xfrm>
          <a:prstGeom prst="rect">
            <a:avLst/>
          </a:prstGeom>
          <a:solidFill>
            <a:srgbClr val="FAFFF2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921" name="Shape 871"/>
          <p:cNvSpPr/>
          <p:nvPr/>
        </p:nvSpPr>
        <p:spPr>
          <a:xfrm>
            <a:off x="9808210" y="6551930"/>
            <a:ext cx="151130" cy="213360"/>
          </a:xfrm>
          <a:prstGeom prst="rect">
            <a:avLst/>
          </a:prstGeom>
          <a:solidFill>
            <a:srgbClr val="EDEDF8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922" name="Shape 872"/>
          <p:cNvSpPr/>
          <p:nvPr/>
        </p:nvSpPr>
        <p:spPr>
          <a:xfrm>
            <a:off x="9959340" y="6551930"/>
            <a:ext cx="151130" cy="213360"/>
          </a:xfrm>
          <a:prstGeom prst="rect">
            <a:avLst/>
          </a:prstGeom>
          <a:solidFill>
            <a:srgbClr val="F6DFF5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923" name="Shape 873"/>
          <p:cNvSpPr/>
          <p:nvPr/>
        </p:nvSpPr>
        <p:spPr>
          <a:xfrm>
            <a:off x="10110470" y="6551930"/>
            <a:ext cx="151130" cy="213360"/>
          </a:xfrm>
          <a:prstGeom prst="rect">
            <a:avLst/>
          </a:prstGeom>
          <a:solidFill>
            <a:srgbClr val="E9E8EC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924" name="Text 874"/>
          <p:cNvSpPr/>
          <p:nvPr/>
        </p:nvSpPr>
        <p:spPr>
          <a:xfrm>
            <a:off x="9643110" y="6532880"/>
            <a:ext cx="3302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7E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B06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N-2</a:t>
            </a:r>
            <a:endParaRPr lang="en-US" sz="1400" dirty="0"/>
          </a:p>
        </p:txBody>
      </p:sp>
      <p:sp>
        <p:nvSpPr>
          <p:cNvPr id="925" name="Shape 875"/>
          <p:cNvSpPr/>
          <p:nvPr/>
        </p:nvSpPr>
        <p:spPr>
          <a:xfrm>
            <a:off x="10302240" y="6551930"/>
            <a:ext cx="151130" cy="213360"/>
          </a:xfrm>
          <a:prstGeom prst="rect">
            <a:avLst/>
          </a:prstGeom>
          <a:solidFill>
            <a:srgbClr val="FDFDD0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926" name="Shape 876"/>
          <p:cNvSpPr/>
          <p:nvPr/>
        </p:nvSpPr>
        <p:spPr>
          <a:xfrm>
            <a:off x="10453370" y="6551930"/>
            <a:ext cx="151130" cy="213360"/>
          </a:xfrm>
          <a:prstGeom prst="rect">
            <a:avLst/>
          </a:prstGeom>
          <a:solidFill>
            <a:srgbClr val="F2FFDE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927" name="Shape 877"/>
          <p:cNvSpPr/>
          <p:nvPr/>
        </p:nvSpPr>
        <p:spPr>
          <a:xfrm>
            <a:off x="10604500" y="6551930"/>
            <a:ext cx="151130" cy="213360"/>
          </a:xfrm>
          <a:prstGeom prst="rect">
            <a:avLst/>
          </a:prstGeom>
          <a:solidFill>
            <a:srgbClr val="FAFFF2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928" name="Shape 878"/>
          <p:cNvSpPr/>
          <p:nvPr/>
        </p:nvSpPr>
        <p:spPr>
          <a:xfrm>
            <a:off x="10755630" y="6551930"/>
            <a:ext cx="151130" cy="213360"/>
          </a:xfrm>
          <a:prstGeom prst="rect">
            <a:avLst/>
          </a:prstGeom>
          <a:solidFill>
            <a:srgbClr val="EDEDF8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929" name="Shape 879"/>
          <p:cNvSpPr/>
          <p:nvPr/>
        </p:nvSpPr>
        <p:spPr>
          <a:xfrm>
            <a:off x="10906760" y="6551930"/>
            <a:ext cx="151130" cy="213360"/>
          </a:xfrm>
          <a:prstGeom prst="rect">
            <a:avLst/>
          </a:prstGeom>
          <a:solidFill>
            <a:srgbClr val="F6DFF5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930" name="Shape 880"/>
          <p:cNvSpPr/>
          <p:nvPr/>
        </p:nvSpPr>
        <p:spPr>
          <a:xfrm>
            <a:off x="11057890" y="6551930"/>
            <a:ext cx="151130" cy="213360"/>
          </a:xfrm>
          <a:prstGeom prst="rect">
            <a:avLst/>
          </a:prstGeom>
          <a:solidFill>
            <a:srgbClr val="E9E8EC"/>
          </a:solidFill>
          <a:ln w="9525">
            <a:solidFill>
              <a:srgbClr val="A8A898"/>
            </a:solidFill>
            <a:prstDash val="solid"/>
          </a:ln>
        </p:spPr>
      </p:sp>
      <p:sp>
        <p:nvSpPr>
          <p:cNvPr id="931" name="Text 881"/>
          <p:cNvSpPr/>
          <p:nvPr/>
        </p:nvSpPr>
        <p:spPr>
          <a:xfrm>
            <a:off x="10590530" y="6532880"/>
            <a:ext cx="3302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i="1" dirty="0">
                <a:solidFill>
                  <a:srgbClr val="7E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ctr" indent="0" marL="0">
              <a:lnSpc>
                <a:spcPts val="1400"/>
              </a:lnSpc>
              <a:buNone/>
            </a:pPr>
            <a:r>
              <a:rPr lang="en-US" sz="1400" b="1" i="1" baseline="-40000" dirty="0">
                <a:solidFill>
                  <a:srgbClr val="B06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N-1</a:t>
            </a:r>
            <a:endParaRPr lang="en-US" sz="1400" dirty="0"/>
          </a:p>
        </p:txBody>
      </p:sp>
      <p:sp>
        <p:nvSpPr>
          <p:cNvPr id="932" name="Shape 882"/>
          <p:cNvSpPr/>
          <p:nvPr/>
        </p:nvSpPr>
        <p:spPr>
          <a:xfrm>
            <a:off x="7970520" y="6614160"/>
            <a:ext cx="88900" cy="88900"/>
          </a:xfrm>
          <a:prstGeom prst="ellipse">
            <a:avLst/>
          </a:prstGeom>
          <a:solidFill>
            <a:srgbClr val="00E87A"/>
          </a:solidFill>
          <a:ln/>
        </p:spPr>
      </p:sp>
      <p:sp>
        <p:nvSpPr>
          <p:cNvPr id="933" name="Shape 883"/>
          <p:cNvSpPr/>
          <p:nvPr/>
        </p:nvSpPr>
        <p:spPr>
          <a:xfrm>
            <a:off x="8201660" y="6614160"/>
            <a:ext cx="88900" cy="88900"/>
          </a:xfrm>
          <a:prstGeom prst="ellipse">
            <a:avLst/>
          </a:prstGeom>
          <a:solidFill>
            <a:srgbClr val="00E87A"/>
          </a:solidFill>
          <a:ln/>
        </p:spPr>
      </p:sp>
      <p:sp>
        <p:nvSpPr>
          <p:cNvPr id="934" name="Shape 884"/>
          <p:cNvSpPr/>
          <p:nvPr/>
        </p:nvSpPr>
        <p:spPr>
          <a:xfrm>
            <a:off x="8431530" y="6614160"/>
            <a:ext cx="88900" cy="88900"/>
          </a:xfrm>
          <a:prstGeom prst="ellipse">
            <a:avLst/>
          </a:prstGeom>
          <a:solidFill>
            <a:srgbClr val="00E87A"/>
          </a:solidFill>
          <a:ln/>
        </p:spPr>
      </p:sp>
      <p:sp>
        <p:nvSpPr>
          <p:cNvPr id="935" name="Shape 885"/>
          <p:cNvSpPr/>
          <p:nvPr/>
        </p:nvSpPr>
        <p:spPr>
          <a:xfrm>
            <a:off x="8662670" y="6614160"/>
            <a:ext cx="88900" cy="88900"/>
          </a:xfrm>
          <a:prstGeom prst="ellipse">
            <a:avLst/>
          </a:prstGeom>
          <a:solidFill>
            <a:srgbClr val="00E87A"/>
          </a:solidFill>
          <a:ln/>
        </p:spPr>
      </p:sp>
      <p:sp>
        <p:nvSpPr>
          <p:cNvPr id="936" name="Shape 886"/>
          <p:cNvSpPr/>
          <p:nvPr/>
        </p:nvSpPr>
        <p:spPr>
          <a:xfrm>
            <a:off x="8892540" y="6614160"/>
            <a:ext cx="88900" cy="88900"/>
          </a:xfrm>
          <a:prstGeom prst="ellipse">
            <a:avLst/>
          </a:prstGeom>
          <a:solidFill>
            <a:srgbClr val="00E87A"/>
          </a:solidFill>
          <a:ln/>
        </p:spPr>
      </p:sp>
      <p:sp>
        <p:nvSpPr>
          <p:cNvPr id="937" name="Shape 887"/>
          <p:cNvSpPr/>
          <p:nvPr/>
        </p:nvSpPr>
        <p:spPr>
          <a:xfrm>
            <a:off x="11188700" y="770890"/>
            <a:ext cx="165100" cy="226060"/>
          </a:xfrm>
          <a:prstGeom prst="rect">
            <a:avLst/>
          </a:prstGeom>
          <a:solidFill>
            <a:srgbClr val="FEFF9C"/>
          </a:solidFill>
          <a:ln w="9525">
            <a:solidFill>
              <a:srgbClr val="8A7A30"/>
            </a:solidFill>
            <a:prstDash val="solid"/>
          </a:ln>
        </p:spPr>
      </p:sp>
      <p:sp>
        <p:nvSpPr>
          <p:cNvPr id="938" name="Shape 888"/>
          <p:cNvSpPr/>
          <p:nvPr/>
        </p:nvSpPr>
        <p:spPr>
          <a:xfrm>
            <a:off x="11353800" y="770890"/>
            <a:ext cx="165100" cy="226060"/>
          </a:xfrm>
          <a:prstGeom prst="rect">
            <a:avLst/>
          </a:prstGeom>
          <a:solidFill>
            <a:srgbClr val="FEFF9C"/>
          </a:solidFill>
          <a:ln w="9525">
            <a:solidFill>
              <a:srgbClr val="8A7A30"/>
            </a:solidFill>
            <a:prstDash val="solid"/>
          </a:ln>
        </p:spPr>
      </p:sp>
      <p:sp>
        <p:nvSpPr>
          <p:cNvPr id="939" name="Shape 889"/>
          <p:cNvSpPr/>
          <p:nvPr/>
        </p:nvSpPr>
        <p:spPr>
          <a:xfrm>
            <a:off x="508000" y="685800"/>
            <a:ext cx="1803400" cy="508000"/>
          </a:xfrm>
          <a:prstGeom prst="roundRect">
            <a:avLst>
              <a:gd name="adj" fmla="val 14400"/>
            </a:avLst>
          </a:prstGeom>
          <a:solidFill>
            <a:srgbClr val="FFF4F0"/>
          </a:solidFill>
          <a:ln w="22225">
            <a:solidFill>
              <a:srgbClr val="8E2E31"/>
            </a:solidFill>
            <a:prstDash val="solid"/>
          </a:ln>
        </p:spPr>
      </p:sp>
      <p:sp>
        <p:nvSpPr>
          <p:cNvPr id="940" name="Text 890"/>
          <p:cNvSpPr/>
          <p:nvPr/>
        </p:nvSpPr>
        <p:spPr>
          <a:xfrm>
            <a:off x="508000" y="685800"/>
            <a:ext cx="1803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900" b="1" i="1" dirty="0">
                <a:solidFill>
                  <a:srgbClr val="8E2E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Output</a:t>
            </a:r>
            <a:endParaRPr lang="en-US" sz="1900" dirty="0"/>
          </a:p>
        </p:txBody>
      </p:sp>
      <p:sp>
        <p:nvSpPr>
          <p:cNvPr id="941" name="Shape 891"/>
          <p:cNvSpPr/>
          <p:nvPr/>
        </p:nvSpPr>
        <p:spPr>
          <a:xfrm>
            <a:off x="508000" y="6248400"/>
            <a:ext cx="1803400" cy="584200"/>
          </a:xfrm>
          <a:prstGeom prst="roundRect">
            <a:avLst>
              <a:gd name="adj" fmla="val 12522"/>
            </a:avLst>
          </a:prstGeom>
          <a:solidFill>
            <a:srgbClr val="FFF4F0"/>
          </a:solidFill>
          <a:ln w="22225">
            <a:solidFill>
              <a:srgbClr val="8E2E31"/>
            </a:solidFill>
            <a:prstDash val="solid"/>
          </a:ln>
        </p:spPr>
      </p:sp>
      <p:sp>
        <p:nvSpPr>
          <p:cNvPr id="942" name="Text 892"/>
          <p:cNvSpPr/>
          <p:nvPr/>
        </p:nvSpPr>
        <p:spPr>
          <a:xfrm>
            <a:off x="508000" y="6248400"/>
            <a:ext cx="18034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900" b="1" i="1" dirty="0">
                <a:solidFill>
                  <a:srgbClr val="8E2E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Input</a:t>
            </a:r>
            <a:endParaRPr lang="en-US" sz="1900" dirty="0"/>
          </a:p>
        </p:txBody>
      </p:sp>
      <p:sp>
        <p:nvSpPr>
          <p:cNvPr id="943" name="Text 893"/>
          <p:cNvSpPr/>
          <p:nvPr/>
        </p:nvSpPr>
        <p:spPr>
          <a:xfrm rot="16200000">
            <a:off x="-1225550" y="3315970"/>
            <a:ext cx="4572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spc="1100" kern="0" dirty="0">
                <a:solidFill>
                  <a:srgbClr val="9A1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 Block</a:t>
            </a:r>
            <a:endParaRPr lang="en-US" sz="2600" dirty="0"/>
          </a:p>
        </p:txBody>
      </p:sp>
      <p:sp>
        <p:nvSpPr>
          <p:cNvPr id="944" name="Shape 894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945" name="Text 895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1800" dirty="0"/>
          </a:p>
        </p:txBody>
      </p:sp>
      <p:sp>
        <p:nvSpPr>
          <p:cNvPr id="946" name="Shape 896"/>
          <p:cNvSpPr/>
          <p:nvPr/>
        </p:nvSpPr>
        <p:spPr>
          <a:xfrm>
            <a:off x="4381500" y="1367790"/>
            <a:ext cx="3683000" cy="347980"/>
          </a:xfrm>
          <a:prstGeom prst="rect">
            <a:avLst/>
          </a:prstGeom>
          <a:solidFill>
            <a:srgbClr val="EDB671"/>
          </a:solidFill>
          <a:ln/>
        </p:spPr>
      </p:sp>
      <p:sp>
        <p:nvSpPr>
          <p:cNvPr id="947" name="Text 897"/>
          <p:cNvSpPr/>
          <p:nvPr/>
        </p:nvSpPr>
        <p:spPr>
          <a:xfrm>
            <a:off x="4089400" y="1342390"/>
            <a:ext cx="7112000" cy="398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900" b="1" i="1" dirty="0">
                <a:solidFill>
                  <a:srgbClr val="DC7D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</a:t>
            </a:r>
            <a:pPr algn="l" indent="0" marL="0">
              <a:lnSpc>
                <a:spcPts val="2200"/>
              </a:lnSpc>
              <a:buNone/>
            </a:pPr>
            <a:r>
              <a:rPr lang="en-US" sz="1900" b="1" i="1" dirty="0">
                <a:solidFill>
                  <a:srgbClr val="8146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Normalization (NOT Batch Norm)</a:t>
            </a:r>
            <a:endParaRPr lang="en-US" sz="1900" dirty="0"/>
          </a:p>
        </p:txBody>
      </p:sp>
      <p:sp>
        <p:nvSpPr>
          <p:cNvPr id="948" name="Shape 898"/>
          <p:cNvSpPr/>
          <p:nvPr/>
        </p:nvSpPr>
        <p:spPr>
          <a:xfrm>
            <a:off x="4381500" y="4171950"/>
            <a:ext cx="3683000" cy="347980"/>
          </a:xfrm>
          <a:prstGeom prst="rect">
            <a:avLst/>
          </a:prstGeom>
          <a:solidFill>
            <a:srgbClr val="EDB671"/>
          </a:solidFill>
          <a:ln/>
        </p:spPr>
      </p:sp>
      <p:sp>
        <p:nvSpPr>
          <p:cNvPr id="949" name="Text 899"/>
          <p:cNvSpPr/>
          <p:nvPr/>
        </p:nvSpPr>
        <p:spPr>
          <a:xfrm>
            <a:off x="4089400" y="4146550"/>
            <a:ext cx="7112000" cy="398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900" b="1" i="1" dirty="0">
                <a:solidFill>
                  <a:srgbClr val="DC7D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</a:t>
            </a:r>
            <a:pPr algn="l" indent="0" marL="0">
              <a:lnSpc>
                <a:spcPts val="2200"/>
              </a:lnSpc>
              <a:buNone/>
            </a:pPr>
            <a:r>
              <a:rPr lang="en-US" sz="1900" b="1" i="1" dirty="0">
                <a:solidFill>
                  <a:srgbClr val="8146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Normalization (NOT Batch Norm)</a:t>
            </a:r>
            <a:endParaRPr lang="en-US" sz="1900" dirty="0"/>
          </a:p>
        </p:txBody>
      </p:sp>
      <p:sp>
        <p:nvSpPr>
          <p:cNvPr id="950" name="Shape 900"/>
          <p:cNvSpPr/>
          <p:nvPr/>
        </p:nvSpPr>
        <p:spPr>
          <a:xfrm>
            <a:off x="7708900" y="927100"/>
            <a:ext cx="3581400" cy="5308600"/>
          </a:xfrm>
          <a:prstGeom prst="roundRect">
            <a:avLst>
              <a:gd name="adj" fmla="val 1532"/>
            </a:avLst>
          </a:prstGeom>
          <a:solidFill>
            <a:srgbClr val="F2F2F4"/>
          </a:solidFill>
          <a:ln w="31750">
            <a:solidFill>
              <a:srgbClr val="3A8220"/>
            </a:solidFill>
            <a:prstDash val="solid"/>
          </a:ln>
        </p:spPr>
      </p:sp>
      <p:sp>
        <p:nvSpPr>
          <p:cNvPr id="951" name="Shape 901"/>
          <p:cNvSpPr/>
          <p:nvPr/>
        </p:nvSpPr>
        <p:spPr>
          <a:xfrm>
            <a:off x="7962900" y="1397000"/>
            <a:ext cx="3162300" cy="4622800"/>
          </a:xfrm>
          <a:prstGeom prst="roundRect">
            <a:avLst>
              <a:gd name="adj" fmla="val 5494"/>
            </a:avLst>
          </a:prstGeom>
          <a:solidFill>
            <a:srgbClr val="F2F2F4"/>
          </a:solidFill>
          <a:ln w="31750">
            <a:solidFill>
              <a:srgbClr val="0A0A0A"/>
            </a:solidFill>
            <a:prstDash val="solid"/>
          </a:ln>
        </p:spPr>
      </p:sp>
      <p:sp>
        <p:nvSpPr>
          <p:cNvPr id="952" name="Shape 902"/>
          <p:cNvSpPr/>
          <p:nvPr/>
        </p:nvSpPr>
        <p:spPr>
          <a:xfrm>
            <a:off x="8178800" y="1917700"/>
            <a:ext cx="38100" cy="1435100"/>
          </a:xfrm>
          <a:prstGeom prst="rect">
            <a:avLst/>
          </a:prstGeom>
          <a:solidFill>
            <a:srgbClr val="0A0A0A"/>
          </a:solidFill>
          <a:ln/>
        </p:spPr>
      </p:sp>
      <p:sp>
        <p:nvSpPr>
          <p:cNvPr id="953" name="Shape 903"/>
          <p:cNvSpPr/>
          <p:nvPr/>
        </p:nvSpPr>
        <p:spPr>
          <a:xfrm>
            <a:off x="8178800" y="4089400"/>
            <a:ext cx="38100" cy="1625600"/>
          </a:xfrm>
          <a:prstGeom prst="rect">
            <a:avLst/>
          </a:prstGeom>
          <a:solidFill>
            <a:srgbClr val="0A0A0A"/>
          </a:solidFill>
          <a:ln/>
        </p:spPr>
      </p:sp>
      <p:sp>
        <p:nvSpPr>
          <p:cNvPr id="954" name="Shape 904"/>
          <p:cNvSpPr/>
          <p:nvPr/>
        </p:nvSpPr>
        <p:spPr>
          <a:xfrm>
            <a:off x="9055100" y="5219700"/>
            <a:ext cx="0" cy="241300"/>
          </a:xfrm>
          <a:prstGeom prst="line">
            <a:avLst/>
          </a:prstGeom>
          <a:noFill/>
          <a:ln w="25400">
            <a:solidFill>
              <a:srgbClr val="0A0A0A"/>
            </a:solidFill>
            <a:prstDash val="solid"/>
            <a:headEnd type="triangle"/>
          </a:ln>
        </p:spPr>
      </p:sp>
      <p:sp>
        <p:nvSpPr>
          <p:cNvPr id="955" name="Shape 905"/>
          <p:cNvSpPr/>
          <p:nvPr/>
        </p:nvSpPr>
        <p:spPr>
          <a:xfrm>
            <a:off x="9817100" y="5207000"/>
            <a:ext cx="0" cy="254000"/>
          </a:xfrm>
          <a:prstGeom prst="line">
            <a:avLst/>
          </a:prstGeom>
          <a:noFill/>
          <a:ln w="25400">
            <a:solidFill>
              <a:srgbClr val="0A0A0A"/>
            </a:solidFill>
            <a:prstDash val="solid"/>
            <a:headEnd type="triangle"/>
          </a:ln>
        </p:spPr>
      </p:sp>
      <p:sp>
        <p:nvSpPr>
          <p:cNvPr id="956" name="Shape 906"/>
          <p:cNvSpPr/>
          <p:nvPr/>
        </p:nvSpPr>
        <p:spPr>
          <a:xfrm>
            <a:off x="10579100" y="5219700"/>
            <a:ext cx="0" cy="228600"/>
          </a:xfrm>
          <a:prstGeom prst="line">
            <a:avLst/>
          </a:prstGeom>
          <a:noFill/>
          <a:ln w="25400">
            <a:solidFill>
              <a:srgbClr val="0A0A0A"/>
            </a:solidFill>
            <a:prstDash val="solid"/>
            <a:headEnd type="triangle"/>
          </a:ln>
        </p:spPr>
      </p:sp>
      <p:sp>
        <p:nvSpPr>
          <p:cNvPr id="957" name="Shape 907"/>
          <p:cNvSpPr/>
          <p:nvPr/>
        </p:nvSpPr>
        <p:spPr>
          <a:xfrm>
            <a:off x="9817100" y="3136900"/>
            <a:ext cx="0" cy="571500"/>
          </a:xfrm>
          <a:prstGeom prst="line">
            <a:avLst/>
          </a:prstGeom>
          <a:noFill/>
          <a:ln w="25400">
            <a:solidFill>
              <a:srgbClr val="0A0A0A"/>
            </a:solidFill>
            <a:prstDash val="solid"/>
            <a:headEnd type="triangle"/>
          </a:ln>
        </p:spPr>
      </p:sp>
      <p:sp>
        <p:nvSpPr>
          <p:cNvPr id="958" name="Shape 908"/>
          <p:cNvSpPr/>
          <p:nvPr/>
        </p:nvSpPr>
        <p:spPr>
          <a:xfrm>
            <a:off x="9817100" y="1244600"/>
            <a:ext cx="0" cy="266700"/>
          </a:xfrm>
          <a:prstGeom prst="line">
            <a:avLst/>
          </a:prstGeom>
          <a:noFill/>
          <a:ln w="25400">
            <a:solidFill>
              <a:srgbClr val="0A0A0A"/>
            </a:solidFill>
            <a:prstDash val="solid"/>
            <a:headEnd type="triangle"/>
          </a:ln>
        </p:spPr>
      </p:sp>
      <p:sp>
        <p:nvSpPr>
          <p:cNvPr id="959" name="Shape 909"/>
          <p:cNvSpPr/>
          <p:nvPr/>
        </p:nvSpPr>
        <p:spPr>
          <a:xfrm>
            <a:off x="9817100" y="5702300"/>
            <a:ext cx="0" cy="508000"/>
          </a:xfrm>
          <a:prstGeom prst="line">
            <a:avLst/>
          </a:prstGeom>
          <a:noFill/>
          <a:ln w="25400">
            <a:solidFill>
              <a:srgbClr val="0A0A0A"/>
            </a:solidFill>
            <a:prstDash val="solid"/>
          </a:ln>
        </p:spPr>
      </p:sp>
      <p:sp>
        <p:nvSpPr>
          <p:cNvPr id="960" name="Shape 910"/>
          <p:cNvSpPr/>
          <p:nvPr/>
        </p:nvSpPr>
        <p:spPr>
          <a:xfrm>
            <a:off x="8191500" y="5149850"/>
            <a:ext cx="2819400" cy="38100"/>
          </a:xfrm>
          <a:prstGeom prst="rect">
            <a:avLst/>
          </a:prstGeom>
          <a:solidFill>
            <a:srgbClr val="0A0A0A"/>
          </a:solidFill>
          <a:ln/>
        </p:spPr>
      </p:sp>
      <p:sp>
        <p:nvSpPr>
          <p:cNvPr id="961" name="Shape 911"/>
          <p:cNvSpPr/>
          <p:nvPr/>
        </p:nvSpPr>
        <p:spPr>
          <a:xfrm>
            <a:off x="8724900" y="1511300"/>
            <a:ext cx="2171700" cy="571500"/>
          </a:xfrm>
          <a:prstGeom prst="roundRect">
            <a:avLst>
              <a:gd name="adj" fmla="val 12800"/>
            </a:avLst>
          </a:prstGeom>
          <a:solidFill>
            <a:srgbClr val="B5FF63"/>
          </a:solidFill>
          <a:ln w="57150">
            <a:solidFill>
              <a:srgbClr val="3C7814"/>
            </a:solidFill>
            <a:prstDash val="solid"/>
          </a:ln>
        </p:spPr>
      </p:sp>
      <p:sp>
        <p:nvSpPr>
          <p:cNvPr id="962" name="Text 912"/>
          <p:cNvSpPr/>
          <p:nvPr/>
        </p:nvSpPr>
        <p:spPr>
          <a:xfrm>
            <a:off x="8724900" y="1574800"/>
            <a:ext cx="21717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6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&amp; Norm</a:t>
            </a:r>
            <a:endParaRPr lang="en-US" sz="2200" dirty="0"/>
          </a:p>
        </p:txBody>
      </p:sp>
      <p:sp>
        <p:nvSpPr>
          <p:cNvPr id="963" name="Shape 913"/>
          <p:cNvSpPr/>
          <p:nvPr/>
        </p:nvSpPr>
        <p:spPr>
          <a:xfrm>
            <a:off x="8623300" y="2146300"/>
            <a:ext cx="2362200" cy="990600"/>
          </a:xfrm>
          <a:prstGeom prst="roundRect">
            <a:avLst>
              <a:gd name="adj" fmla="val 7385"/>
            </a:avLst>
          </a:prstGeom>
          <a:solidFill>
            <a:srgbClr val="DFFC7C"/>
          </a:solidFill>
          <a:ln w="19050">
            <a:solidFill>
              <a:srgbClr val="828F0E"/>
            </a:solidFill>
            <a:prstDash val="solid"/>
          </a:ln>
        </p:spPr>
      </p:sp>
      <p:sp>
        <p:nvSpPr>
          <p:cNvPr id="964" name="Text 914"/>
          <p:cNvSpPr/>
          <p:nvPr/>
        </p:nvSpPr>
        <p:spPr>
          <a:xfrm>
            <a:off x="8623300" y="2019300"/>
            <a:ext cx="23622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800"/>
              </a:lnSpc>
              <a:buNone/>
            </a:pPr>
            <a:r>
              <a:rPr lang="en-US" sz="2100" b="1" dirty="0">
                <a:solidFill>
                  <a:srgbClr val="6E8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</a:t>
            </a:r>
            <a:endParaRPr lang="en-US" sz="2100" dirty="0"/>
          </a:p>
          <a:p>
            <a:pPr algn="ctr" indent="0" marL="0">
              <a:lnSpc>
                <a:spcPts val="2800"/>
              </a:lnSpc>
              <a:buNone/>
            </a:pPr>
            <a:r>
              <a:rPr lang="en-US" sz="2100" b="1" dirty="0">
                <a:solidFill>
                  <a:srgbClr val="6E8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</a:t>
            </a:r>
            <a:endParaRPr lang="en-US" sz="2100" dirty="0"/>
          </a:p>
        </p:txBody>
      </p:sp>
      <p:sp>
        <p:nvSpPr>
          <p:cNvPr id="965" name="Shape 915"/>
          <p:cNvSpPr/>
          <p:nvPr/>
        </p:nvSpPr>
        <p:spPr>
          <a:xfrm>
            <a:off x="8775700" y="4330700"/>
            <a:ext cx="2133600" cy="825500"/>
          </a:xfrm>
          <a:prstGeom prst="roundRect">
            <a:avLst>
              <a:gd name="adj" fmla="val 8862"/>
            </a:avLst>
          </a:prstGeom>
          <a:solidFill>
            <a:srgbClr val="F4DFBA"/>
          </a:solidFill>
          <a:ln w="25400">
            <a:solidFill>
              <a:srgbClr val="6E5B40"/>
            </a:solidFill>
            <a:prstDash val="solid"/>
          </a:ln>
        </p:spPr>
      </p:sp>
      <p:sp>
        <p:nvSpPr>
          <p:cNvPr id="966" name="Text 916"/>
          <p:cNvSpPr/>
          <p:nvPr/>
        </p:nvSpPr>
        <p:spPr>
          <a:xfrm>
            <a:off x="8775700" y="4267200"/>
            <a:ext cx="21336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10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Multi-Head</a:t>
            </a:r>
            <a:endParaRPr lang="en-US" sz="2200" dirty="0"/>
          </a:p>
          <a:p>
            <a:pPr algn="ctr" indent="0" marL="0">
              <a:lnSpc>
                <a:spcPts val="310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</a:t>
            </a:r>
            <a:endParaRPr lang="en-US" sz="2200" dirty="0"/>
          </a:p>
        </p:txBody>
      </p:sp>
      <p:sp>
        <p:nvSpPr>
          <p:cNvPr id="967" name="Shape 917"/>
          <p:cNvSpPr/>
          <p:nvPr/>
        </p:nvSpPr>
        <p:spPr>
          <a:xfrm>
            <a:off x="8724900" y="3746500"/>
            <a:ext cx="2171700" cy="520700"/>
          </a:xfrm>
          <a:prstGeom prst="roundRect">
            <a:avLst>
              <a:gd name="adj" fmla="val 14049"/>
            </a:avLst>
          </a:prstGeom>
          <a:solidFill>
            <a:srgbClr val="B5FF63"/>
          </a:solidFill>
          <a:ln w="57150">
            <a:solidFill>
              <a:srgbClr val="3C7814"/>
            </a:solidFill>
            <a:prstDash val="solid"/>
          </a:ln>
        </p:spPr>
      </p:sp>
      <p:sp>
        <p:nvSpPr>
          <p:cNvPr id="968" name="Text 918"/>
          <p:cNvSpPr/>
          <p:nvPr/>
        </p:nvSpPr>
        <p:spPr>
          <a:xfrm>
            <a:off x="8724900" y="3746500"/>
            <a:ext cx="2171700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66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&amp; Norm</a:t>
            </a:r>
            <a:endParaRPr lang="en-US" sz="2200" dirty="0"/>
          </a:p>
        </p:txBody>
      </p:sp>
      <p:sp>
        <p:nvSpPr>
          <p:cNvPr id="969" name="Shape 919"/>
          <p:cNvSpPr/>
          <p:nvPr/>
        </p:nvSpPr>
        <p:spPr>
          <a:xfrm>
            <a:off x="8328025" y="5457825"/>
            <a:ext cx="273050" cy="273050"/>
          </a:xfrm>
          <a:prstGeom prst="ellipse">
            <a:avLst/>
          </a:prstGeom>
          <a:solidFill>
            <a:srgbClr val="B51B2E"/>
          </a:solidFill>
          <a:ln w="9525">
            <a:solidFill>
              <a:srgbClr val="8E1424"/>
            </a:solidFill>
            <a:prstDash val="solid"/>
          </a:ln>
        </p:spPr>
      </p:sp>
      <p:sp>
        <p:nvSpPr>
          <p:cNvPr id="970" name="Text 920"/>
          <p:cNvSpPr/>
          <p:nvPr/>
        </p:nvSpPr>
        <p:spPr>
          <a:xfrm>
            <a:off x="8328025" y="5457825"/>
            <a:ext cx="27305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1200" dirty="0"/>
          </a:p>
        </p:txBody>
      </p:sp>
      <p:sp>
        <p:nvSpPr>
          <p:cNvPr id="971" name="Shape 921"/>
          <p:cNvSpPr/>
          <p:nvPr/>
        </p:nvSpPr>
        <p:spPr>
          <a:xfrm>
            <a:off x="9705975" y="5457825"/>
            <a:ext cx="273050" cy="273050"/>
          </a:xfrm>
          <a:prstGeom prst="ellipse">
            <a:avLst/>
          </a:prstGeom>
          <a:solidFill>
            <a:srgbClr val="B51B2E"/>
          </a:solidFill>
          <a:ln w="9525">
            <a:solidFill>
              <a:srgbClr val="8E1424"/>
            </a:solidFill>
            <a:prstDash val="solid"/>
          </a:ln>
        </p:spPr>
      </p:sp>
      <p:sp>
        <p:nvSpPr>
          <p:cNvPr id="972" name="Text 922"/>
          <p:cNvSpPr/>
          <p:nvPr/>
        </p:nvSpPr>
        <p:spPr>
          <a:xfrm>
            <a:off x="9705975" y="5457825"/>
            <a:ext cx="27305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endParaRPr lang="en-US" sz="1200" dirty="0"/>
          </a:p>
        </p:txBody>
      </p:sp>
      <p:sp>
        <p:nvSpPr>
          <p:cNvPr id="973" name="Shape 923"/>
          <p:cNvSpPr/>
          <p:nvPr/>
        </p:nvSpPr>
        <p:spPr>
          <a:xfrm>
            <a:off x="10556875" y="5457825"/>
            <a:ext cx="273050" cy="273050"/>
          </a:xfrm>
          <a:prstGeom prst="ellipse">
            <a:avLst/>
          </a:prstGeom>
          <a:solidFill>
            <a:srgbClr val="B51B2E"/>
          </a:solidFill>
          <a:ln w="9525">
            <a:solidFill>
              <a:srgbClr val="8E1424"/>
            </a:solidFill>
            <a:prstDash val="solid"/>
          </a:ln>
        </p:spPr>
      </p:sp>
      <p:sp>
        <p:nvSpPr>
          <p:cNvPr id="974" name="Text 924"/>
          <p:cNvSpPr/>
          <p:nvPr/>
        </p:nvSpPr>
        <p:spPr>
          <a:xfrm>
            <a:off x="10556875" y="5457825"/>
            <a:ext cx="27305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endParaRPr lang="en-US" sz="1200" dirty="0"/>
          </a:p>
        </p:txBody>
      </p:sp>
      <p:sp>
        <p:nvSpPr>
          <p:cNvPr id="975" name="Shape 925"/>
          <p:cNvSpPr/>
          <p:nvPr/>
        </p:nvSpPr>
        <p:spPr>
          <a:xfrm>
            <a:off x="895350" y="5410200"/>
            <a:ext cx="1041400" cy="717550"/>
          </a:xfrm>
          <a:prstGeom prst="roundRect">
            <a:avLst>
              <a:gd name="adj" fmla="val 6372"/>
            </a:avLst>
          </a:prstGeom>
          <a:solidFill>
            <a:srgbClr val="FFFFFF"/>
          </a:solidFill>
          <a:ln w="25400">
            <a:solidFill>
              <a:srgbClr val="1E7A3C"/>
            </a:solidFill>
            <a:prstDash val="solid"/>
          </a:ln>
        </p:spPr>
      </p:sp>
      <p:sp>
        <p:nvSpPr>
          <p:cNvPr id="976" name="Text 926"/>
          <p:cNvSpPr/>
          <p:nvPr/>
        </p:nvSpPr>
        <p:spPr>
          <a:xfrm>
            <a:off x="939800" y="5467350"/>
            <a:ext cx="558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0"/>
              </a:lnSpc>
              <a:buNone/>
            </a:pPr>
            <a:r>
              <a:rPr lang="en-US" sz="5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Positional</a:t>
            </a:r>
            <a:endParaRPr lang="en-US" sz="500" dirty="0"/>
          </a:p>
          <a:p>
            <a:pPr algn="l" indent="0" marL="0">
              <a:lnSpc>
                <a:spcPts val="600"/>
              </a:lnSpc>
              <a:buNone/>
            </a:pPr>
            <a:r>
              <a:rPr lang="en-US" sz="5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Encoding</a:t>
            </a:r>
            <a:endParaRPr lang="en-US" sz="500" dirty="0"/>
          </a:p>
        </p:txBody>
      </p:sp>
      <p:sp>
        <p:nvSpPr>
          <p:cNvPr id="977" name="Shape 927"/>
          <p:cNvSpPr/>
          <p:nvPr/>
        </p:nvSpPr>
        <p:spPr>
          <a:xfrm>
            <a:off x="1454150" y="5480050"/>
            <a:ext cx="184150" cy="18415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78" name="Shape 928"/>
          <p:cNvSpPr/>
          <p:nvPr/>
        </p:nvSpPr>
        <p:spPr>
          <a:xfrm>
            <a:off x="1473200" y="5511800"/>
            <a:ext cx="76200" cy="76200"/>
          </a:xfrm>
          <a:prstGeom prst="arc">
            <a:avLst>
              <a:gd name="adj1" fmla="val 10800000"/>
              <a:gd name="adj2" fmla="val 21600000"/>
            </a:avLst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79" name="Shape 929"/>
          <p:cNvSpPr/>
          <p:nvPr/>
        </p:nvSpPr>
        <p:spPr>
          <a:xfrm>
            <a:off x="1536700" y="5556250"/>
            <a:ext cx="76200" cy="76200"/>
          </a:xfrm>
          <a:prstGeom prst="arc">
            <a:avLst>
              <a:gd name="adj1" fmla="val 0"/>
              <a:gd name="adj2" fmla="val 10800000"/>
            </a:avLst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80" name="Shape 930"/>
          <p:cNvSpPr/>
          <p:nvPr/>
        </p:nvSpPr>
        <p:spPr>
          <a:xfrm>
            <a:off x="1644650" y="5505450"/>
            <a:ext cx="101600" cy="101600"/>
          </a:xfrm>
          <a:prstGeom prst="ellipse">
            <a:avLst/>
          </a:prstGeom>
          <a:solidFill>
            <a:srgbClr val="D9D9D9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81" name="Text 931"/>
          <p:cNvSpPr/>
          <p:nvPr/>
        </p:nvSpPr>
        <p:spPr>
          <a:xfrm>
            <a:off x="1644650" y="5505450"/>
            <a:ext cx="101600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500" dirty="0"/>
          </a:p>
        </p:txBody>
      </p:sp>
      <p:sp>
        <p:nvSpPr>
          <p:cNvPr id="982" name="Shape 932"/>
          <p:cNvSpPr/>
          <p:nvPr/>
        </p:nvSpPr>
        <p:spPr>
          <a:xfrm>
            <a:off x="1371600" y="5664200"/>
            <a:ext cx="476250" cy="184150"/>
          </a:xfrm>
          <a:prstGeom prst="roundRect">
            <a:avLst>
              <a:gd name="adj" fmla="val 29793"/>
            </a:avLst>
          </a:prstGeom>
          <a:solidFill>
            <a:srgbClr val="F6E2E3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983" name="Text 933"/>
          <p:cNvSpPr/>
          <p:nvPr/>
        </p:nvSpPr>
        <p:spPr>
          <a:xfrm>
            <a:off x="1371600" y="5664200"/>
            <a:ext cx="476250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500"/>
              </a:lnSpc>
              <a:buNone/>
            </a:pPr>
            <a:r>
              <a:rPr lang="en-US" sz="4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</a:t>
            </a:r>
            <a:endParaRPr lang="en-US" sz="450" dirty="0"/>
          </a:p>
          <a:p>
            <a:pPr algn="ctr" indent="0" marL="0">
              <a:lnSpc>
                <a:spcPts val="500"/>
              </a:lnSpc>
              <a:buNone/>
            </a:pPr>
            <a:r>
              <a:rPr lang="en-US" sz="4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</a:t>
            </a:r>
            <a:endParaRPr lang="en-US" sz="450" dirty="0"/>
          </a:p>
        </p:txBody>
      </p:sp>
      <p:sp>
        <p:nvSpPr>
          <p:cNvPr id="984" name="Shape 934"/>
          <p:cNvSpPr/>
          <p:nvPr/>
        </p:nvSpPr>
        <p:spPr>
          <a:xfrm>
            <a:off x="1612900" y="5854700"/>
            <a:ext cx="0" cy="101600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headEnd type="triangle"/>
          </a:ln>
        </p:spPr>
      </p:sp>
      <p:sp>
        <p:nvSpPr>
          <p:cNvPr id="985" name="Text 935"/>
          <p:cNvSpPr/>
          <p:nvPr/>
        </p:nvSpPr>
        <p:spPr>
          <a:xfrm>
            <a:off x="1409700" y="6000750"/>
            <a:ext cx="406400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</a:t>
            </a:r>
            <a:endParaRPr lang="en-US" sz="5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71500"/>
            <a:ext cx="11137900" cy="6286500"/>
          </a:xfrm>
          <a:prstGeom prst="rect">
            <a:avLst/>
          </a:prstGeom>
          <a:solidFill>
            <a:srgbClr val="E9E9E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762143" y="1049960"/>
            <a:ext cx="9763844" cy="58080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1296237" y="637951"/>
            <a:ext cx="10668000" cy="3455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spc="170" kern="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Transformer Stacked Encoder Blocks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1920690" y="1063251"/>
            <a:ext cx="9433538" cy="5728264"/>
          </a:xfrm>
          <a:prstGeom prst="rect">
            <a:avLst/>
          </a:prstGeom>
          <a:ln w="25400">
            <a:solidFill>
              <a:srgbClr val="00008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920690" y="6772908"/>
            <a:ext cx="9433538" cy="0"/>
          </a:xfrm>
          <a:prstGeom prst="line">
            <a:avLst/>
          </a:prstGeom>
          <a:noFill/>
          <a:ln w="44450">
            <a:solidFill>
              <a:srgbClr val="00008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7114" y="1687911"/>
            <a:ext cx="9393902" cy="3149881"/>
          </a:xfrm>
          <a:prstGeom prst="rect">
            <a:avLst/>
          </a:prstGeom>
          <a:solidFill>
            <a:srgbClr val="C9DFF0"/>
          </a:solidFill>
          <a:ln w="31750">
            <a:solidFill>
              <a:srgbClr val="00008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2812" y="1754364"/>
            <a:ext cx="9195718" cy="358847"/>
          </a:xfrm>
          <a:prstGeom prst="rect">
            <a:avLst/>
          </a:prstGeom>
          <a:solidFill>
            <a:srgbClr val="353BB7"/>
          </a:solidFill>
          <a:ln/>
        </p:spPr>
      </p:sp>
      <p:sp>
        <p:nvSpPr>
          <p:cNvPr id="11" name="Text 9"/>
          <p:cNvSpPr/>
          <p:nvPr/>
        </p:nvSpPr>
        <p:spPr>
          <a:xfrm>
            <a:off x="2052812" y="1754364"/>
            <a:ext cx="9195718" cy="3588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 Block M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2052812" y="3163171"/>
            <a:ext cx="9195718" cy="372138"/>
          </a:xfrm>
          <a:prstGeom prst="rect">
            <a:avLst/>
          </a:prstGeom>
          <a:solidFill>
            <a:srgbClr val="353BB7"/>
          </a:solidFill>
          <a:ln/>
        </p:spPr>
      </p:sp>
      <p:sp>
        <p:nvSpPr>
          <p:cNvPr id="13" name="Text 11"/>
          <p:cNvSpPr/>
          <p:nvPr/>
        </p:nvSpPr>
        <p:spPr>
          <a:xfrm>
            <a:off x="2052812" y="3163171"/>
            <a:ext cx="9195718" cy="372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 Block 2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2052812" y="3774541"/>
            <a:ext cx="9195718" cy="358847"/>
          </a:xfrm>
          <a:prstGeom prst="rect">
            <a:avLst/>
          </a:prstGeom>
          <a:solidFill>
            <a:srgbClr val="353BB7"/>
          </a:solidFill>
          <a:ln/>
        </p:spPr>
      </p:sp>
      <p:sp>
        <p:nvSpPr>
          <p:cNvPr id="15" name="Text 13"/>
          <p:cNvSpPr/>
          <p:nvPr/>
        </p:nvSpPr>
        <p:spPr>
          <a:xfrm>
            <a:off x="2052812" y="3774541"/>
            <a:ext cx="9195718" cy="3588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 Block 1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2052812" y="4385910"/>
            <a:ext cx="9195718" cy="358847"/>
          </a:xfrm>
          <a:prstGeom prst="rect">
            <a:avLst/>
          </a:prstGeom>
          <a:solidFill>
            <a:srgbClr val="353BB7"/>
          </a:solidFill>
          <a:ln/>
        </p:spPr>
      </p:sp>
      <p:sp>
        <p:nvSpPr>
          <p:cNvPr id="17" name="Text 15"/>
          <p:cNvSpPr/>
          <p:nvPr/>
        </p:nvSpPr>
        <p:spPr>
          <a:xfrm>
            <a:off x="2052812" y="4385910"/>
            <a:ext cx="9195718" cy="3588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 Block 0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2402936" y="3575181"/>
            <a:ext cx="132122" cy="186069"/>
          </a:xfrm>
          <a:prstGeom prst="upArrow">
            <a:avLst/>
          </a:prstGeom>
          <a:solidFill>
            <a:srgbClr val="F2C9D6"/>
          </a:solidFill>
          <a:ln w="9525">
            <a:solidFill>
              <a:srgbClr val="C000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402936" y="4186550"/>
            <a:ext cx="132122" cy="186069"/>
          </a:xfrm>
          <a:prstGeom prst="upArrow">
            <a:avLst/>
          </a:prstGeom>
          <a:solidFill>
            <a:srgbClr val="F2C9D6"/>
          </a:solidFill>
          <a:ln w="9525">
            <a:solidFill>
              <a:srgbClr val="C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67430" y="3575181"/>
            <a:ext cx="132122" cy="186069"/>
          </a:xfrm>
          <a:prstGeom prst="upArrow">
            <a:avLst/>
          </a:prstGeom>
          <a:solidFill>
            <a:srgbClr val="F2C9D6"/>
          </a:solidFill>
          <a:ln w="9525">
            <a:solidFill>
              <a:srgbClr val="C0000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67430" y="4186550"/>
            <a:ext cx="132122" cy="186069"/>
          </a:xfrm>
          <a:prstGeom prst="upArrow">
            <a:avLst/>
          </a:prstGeom>
          <a:solidFill>
            <a:srgbClr val="F2C9D6"/>
          </a:solidFill>
          <a:ln w="9525">
            <a:solidFill>
              <a:srgbClr val="C000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38529" y="3575181"/>
            <a:ext cx="132122" cy="186069"/>
          </a:xfrm>
          <a:prstGeom prst="upArrow">
            <a:avLst/>
          </a:prstGeom>
          <a:solidFill>
            <a:srgbClr val="F2C9D6"/>
          </a:solidFill>
          <a:ln w="9525">
            <a:solidFill>
              <a:srgbClr val="C000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338529" y="4186550"/>
            <a:ext cx="132122" cy="186069"/>
          </a:xfrm>
          <a:prstGeom prst="upArrow">
            <a:avLst/>
          </a:prstGeom>
          <a:solidFill>
            <a:srgbClr val="F2C9D6"/>
          </a:solidFill>
          <a:ln w="9525">
            <a:solidFill>
              <a:srgbClr val="C000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09629" y="3575181"/>
            <a:ext cx="132122" cy="186069"/>
          </a:xfrm>
          <a:prstGeom prst="upArrow">
            <a:avLst/>
          </a:prstGeom>
          <a:solidFill>
            <a:srgbClr val="F2C9D6"/>
          </a:solidFill>
          <a:ln w="9525">
            <a:solidFill>
              <a:srgbClr val="C000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309629" y="4186550"/>
            <a:ext cx="132122" cy="186069"/>
          </a:xfrm>
          <a:prstGeom prst="upArrow">
            <a:avLst/>
          </a:prstGeom>
          <a:solidFill>
            <a:srgbClr val="F2C9D6"/>
          </a:solidFill>
          <a:ln w="9525">
            <a:solidFill>
              <a:srgbClr val="C000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80728" y="3575181"/>
            <a:ext cx="132122" cy="186069"/>
          </a:xfrm>
          <a:prstGeom prst="upArrow">
            <a:avLst/>
          </a:prstGeom>
          <a:solidFill>
            <a:srgbClr val="F2C9D6"/>
          </a:solidFill>
          <a:ln w="9525">
            <a:solidFill>
              <a:srgbClr val="C0000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280728" y="4186550"/>
            <a:ext cx="132122" cy="186069"/>
          </a:xfrm>
          <a:prstGeom prst="upArrow">
            <a:avLst/>
          </a:prstGeom>
          <a:solidFill>
            <a:srgbClr val="F2C9D6"/>
          </a:solidFill>
          <a:ln w="9525">
            <a:solidFill>
              <a:srgbClr val="C000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238616" y="3575181"/>
            <a:ext cx="132122" cy="186069"/>
          </a:xfrm>
          <a:prstGeom prst="upArrow">
            <a:avLst/>
          </a:prstGeom>
          <a:solidFill>
            <a:srgbClr val="F2C9D6"/>
          </a:solidFill>
          <a:ln w="9525">
            <a:solidFill>
              <a:srgbClr val="C000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38616" y="4186550"/>
            <a:ext cx="132122" cy="186069"/>
          </a:xfrm>
          <a:prstGeom prst="upArrow">
            <a:avLst/>
          </a:prstGeom>
          <a:solidFill>
            <a:srgbClr val="F2C9D6"/>
          </a:solidFill>
          <a:ln w="9525">
            <a:solidFill>
              <a:srgbClr val="C00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775365" y="3575181"/>
            <a:ext cx="132122" cy="186069"/>
          </a:xfrm>
          <a:prstGeom prst="upArrow">
            <a:avLst/>
          </a:prstGeom>
          <a:solidFill>
            <a:srgbClr val="F2C9D6"/>
          </a:solidFill>
          <a:ln w="9525">
            <a:solidFill>
              <a:srgbClr val="C000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775365" y="4186550"/>
            <a:ext cx="132122" cy="186069"/>
          </a:xfrm>
          <a:prstGeom prst="upArrow">
            <a:avLst/>
          </a:prstGeom>
          <a:solidFill>
            <a:srgbClr val="F2C9D6"/>
          </a:solidFill>
          <a:ln w="9525">
            <a:solidFill>
              <a:srgbClr val="C000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739859" y="3575181"/>
            <a:ext cx="132122" cy="186069"/>
          </a:xfrm>
          <a:prstGeom prst="upArrow">
            <a:avLst/>
          </a:prstGeom>
          <a:solidFill>
            <a:srgbClr val="F2C9D6"/>
          </a:solidFill>
          <a:ln w="9525">
            <a:solidFill>
              <a:srgbClr val="C000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739859" y="4186550"/>
            <a:ext cx="132122" cy="186069"/>
          </a:xfrm>
          <a:prstGeom prst="upArrow">
            <a:avLst/>
          </a:prstGeom>
          <a:solidFill>
            <a:srgbClr val="F2C9D6"/>
          </a:solidFill>
          <a:ln w="9525">
            <a:solidFill>
              <a:srgbClr val="C0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429361" y="2246117"/>
            <a:ext cx="79273" cy="79744"/>
          </a:xfrm>
          <a:prstGeom prst="ellipse">
            <a:avLst/>
          </a:prstGeom>
          <a:solidFill>
            <a:srgbClr val="00008B"/>
          </a:solidFill>
          <a:ln/>
        </p:spPr>
      </p:sp>
      <p:sp>
        <p:nvSpPr>
          <p:cNvPr id="35" name="Shape 33"/>
          <p:cNvSpPr/>
          <p:nvPr/>
        </p:nvSpPr>
        <p:spPr>
          <a:xfrm>
            <a:off x="2429361" y="2392314"/>
            <a:ext cx="79273" cy="79744"/>
          </a:xfrm>
          <a:prstGeom prst="ellipse">
            <a:avLst/>
          </a:prstGeom>
          <a:solidFill>
            <a:srgbClr val="00008B"/>
          </a:solidFill>
          <a:ln/>
        </p:spPr>
      </p:sp>
      <p:sp>
        <p:nvSpPr>
          <p:cNvPr id="36" name="Shape 34"/>
          <p:cNvSpPr/>
          <p:nvPr/>
        </p:nvSpPr>
        <p:spPr>
          <a:xfrm>
            <a:off x="2429361" y="2538511"/>
            <a:ext cx="79273" cy="79744"/>
          </a:xfrm>
          <a:prstGeom prst="ellipse">
            <a:avLst/>
          </a:prstGeom>
          <a:solidFill>
            <a:srgbClr val="00008B"/>
          </a:solidFill>
          <a:ln/>
        </p:spPr>
      </p:sp>
      <p:sp>
        <p:nvSpPr>
          <p:cNvPr id="37" name="Shape 35"/>
          <p:cNvSpPr/>
          <p:nvPr/>
        </p:nvSpPr>
        <p:spPr>
          <a:xfrm>
            <a:off x="2429361" y="2678063"/>
            <a:ext cx="79273" cy="79744"/>
          </a:xfrm>
          <a:prstGeom prst="ellipse">
            <a:avLst/>
          </a:prstGeom>
          <a:solidFill>
            <a:srgbClr val="00008B"/>
          </a:solidFill>
          <a:ln/>
        </p:spPr>
      </p:sp>
      <p:sp>
        <p:nvSpPr>
          <p:cNvPr id="38" name="Shape 36"/>
          <p:cNvSpPr/>
          <p:nvPr/>
        </p:nvSpPr>
        <p:spPr>
          <a:xfrm>
            <a:off x="2429361" y="2810969"/>
            <a:ext cx="79273" cy="79744"/>
          </a:xfrm>
          <a:prstGeom prst="ellipse">
            <a:avLst/>
          </a:prstGeom>
          <a:solidFill>
            <a:srgbClr val="00008B"/>
          </a:solidFill>
          <a:ln/>
        </p:spPr>
      </p:sp>
      <p:sp>
        <p:nvSpPr>
          <p:cNvPr id="39" name="Shape 37"/>
          <p:cNvSpPr/>
          <p:nvPr/>
        </p:nvSpPr>
        <p:spPr>
          <a:xfrm>
            <a:off x="3393854" y="2246117"/>
            <a:ext cx="79273" cy="79744"/>
          </a:xfrm>
          <a:prstGeom prst="ellipse">
            <a:avLst/>
          </a:prstGeom>
          <a:solidFill>
            <a:srgbClr val="00008B"/>
          </a:solidFill>
          <a:ln/>
        </p:spPr>
      </p:sp>
      <p:sp>
        <p:nvSpPr>
          <p:cNvPr id="40" name="Shape 38"/>
          <p:cNvSpPr/>
          <p:nvPr/>
        </p:nvSpPr>
        <p:spPr>
          <a:xfrm>
            <a:off x="3393854" y="2392314"/>
            <a:ext cx="79273" cy="79744"/>
          </a:xfrm>
          <a:prstGeom prst="ellipse">
            <a:avLst/>
          </a:prstGeom>
          <a:solidFill>
            <a:srgbClr val="00008B"/>
          </a:solidFill>
          <a:ln/>
        </p:spPr>
      </p:sp>
      <p:sp>
        <p:nvSpPr>
          <p:cNvPr id="41" name="Shape 39"/>
          <p:cNvSpPr/>
          <p:nvPr/>
        </p:nvSpPr>
        <p:spPr>
          <a:xfrm>
            <a:off x="3393854" y="2538511"/>
            <a:ext cx="79273" cy="79744"/>
          </a:xfrm>
          <a:prstGeom prst="ellipse">
            <a:avLst/>
          </a:prstGeom>
          <a:solidFill>
            <a:srgbClr val="00008B"/>
          </a:solidFill>
          <a:ln/>
        </p:spPr>
      </p:sp>
      <p:sp>
        <p:nvSpPr>
          <p:cNvPr id="42" name="Shape 40"/>
          <p:cNvSpPr/>
          <p:nvPr/>
        </p:nvSpPr>
        <p:spPr>
          <a:xfrm>
            <a:off x="3393854" y="2678063"/>
            <a:ext cx="79273" cy="79744"/>
          </a:xfrm>
          <a:prstGeom prst="ellipse">
            <a:avLst/>
          </a:prstGeom>
          <a:solidFill>
            <a:srgbClr val="00008B"/>
          </a:solidFill>
          <a:ln/>
        </p:spPr>
      </p:sp>
      <p:sp>
        <p:nvSpPr>
          <p:cNvPr id="43" name="Shape 41"/>
          <p:cNvSpPr/>
          <p:nvPr/>
        </p:nvSpPr>
        <p:spPr>
          <a:xfrm>
            <a:off x="3393854" y="2810969"/>
            <a:ext cx="79273" cy="79744"/>
          </a:xfrm>
          <a:prstGeom prst="ellipse">
            <a:avLst/>
          </a:prstGeom>
          <a:solidFill>
            <a:srgbClr val="00008B"/>
          </a:solidFill>
          <a:ln/>
        </p:spPr>
      </p:sp>
      <p:sp>
        <p:nvSpPr>
          <p:cNvPr id="44" name="Shape 42"/>
          <p:cNvSpPr/>
          <p:nvPr/>
        </p:nvSpPr>
        <p:spPr>
          <a:xfrm>
            <a:off x="4364954" y="2246117"/>
            <a:ext cx="79273" cy="79744"/>
          </a:xfrm>
          <a:prstGeom prst="ellipse">
            <a:avLst/>
          </a:prstGeom>
          <a:solidFill>
            <a:srgbClr val="00008B"/>
          </a:solidFill>
          <a:ln/>
        </p:spPr>
      </p:sp>
      <p:sp>
        <p:nvSpPr>
          <p:cNvPr id="45" name="Shape 43"/>
          <p:cNvSpPr/>
          <p:nvPr/>
        </p:nvSpPr>
        <p:spPr>
          <a:xfrm>
            <a:off x="4364954" y="2392314"/>
            <a:ext cx="79273" cy="79744"/>
          </a:xfrm>
          <a:prstGeom prst="ellipse">
            <a:avLst/>
          </a:prstGeom>
          <a:solidFill>
            <a:srgbClr val="00008B"/>
          </a:solidFill>
          <a:ln/>
        </p:spPr>
      </p:sp>
      <p:sp>
        <p:nvSpPr>
          <p:cNvPr id="46" name="Shape 44"/>
          <p:cNvSpPr/>
          <p:nvPr/>
        </p:nvSpPr>
        <p:spPr>
          <a:xfrm>
            <a:off x="4364954" y="2538511"/>
            <a:ext cx="79273" cy="79744"/>
          </a:xfrm>
          <a:prstGeom prst="ellipse">
            <a:avLst/>
          </a:prstGeom>
          <a:solidFill>
            <a:srgbClr val="00008B"/>
          </a:solidFill>
          <a:ln/>
        </p:spPr>
      </p:sp>
      <p:sp>
        <p:nvSpPr>
          <p:cNvPr id="47" name="Shape 45"/>
          <p:cNvSpPr/>
          <p:nvPr/>
        </p:nvSpPr>
        <p:spPr>
          <a:xfrm>
            <a:off x="4364954" y="2678063"/>
            <a:ext cx="79273" cy="79744"/>
          </a:xfrm>
          <a:prstGeom prst="ellipse">
            <a:avLst/>
          </a:prstGeom>
          <a:solidFill>
            <a:srgbClr val="00008B"/>
          </a:solidFill>
          <a:ln/>
        </p:spPr>
      </p:sp>
      <p:sp>
        <p:nvSpPr>
          <p:cNvPr id="48" name="Shape 46"/>
          <p:cNvSpPr/>
          <p:nvPr/>
        </p:nvSpPr>
        <p:spPr>
          <a:xfrm>
            <a:off x="4364954" y="2810969"/>
            <a:ext cx="79273" cy="79744"/>
          </a:xfrm>
          <a:prstGeom prst="ellipse">
            <a:avLst/>
          </a:prstGeom>
          <a:solidFill>
            <a:srgbClr val="00008B"/>
          </a:solidFill>
          <a:ln/>
        </p:spPr>
      </p:sp>
      <p:sp>
        <p:nvSpPr>
          <p:cNvPr id="49" name="Shape 47"/>
          <p:cNvSpPr/>
          <p:nvPr/>
        </p:nvSpPr>
        <p:spPr>
          <a:xfrm>
            <a:off x="5336053" y="2246117"/>
            <a:ext cx="79273" cy="79744"/>
          </a:xfrm>
          <a:prstGeom prst="ellipse">
            <a:avLst/>
          </a:prstGeom>
          <a:solidFill>
            <a:srgbClr val="00008B"/>
          </a:solidFill>
          <a:ln/>
        </p:spPr>
      </p:sp>
      <p:sp>
        <p:nvSpPr>
          <p:cNvPr id="50" name="Shape 48"/>
          <p:cNvSpPr/>
          <p:nvPr/>
        </p:nvSpPr>
        <p:spPr>
          <a:xfrm>
            <a:off x="5336053" y="2392314"/>
            <a:ext cx="79273" cy="79744"/>
          </a:xfrm>
          <a:prstGeom prst="ellipse">
            <a:avLst/>
          </a:prstGeom>
          <a:solidFill>
            <a:srgbClr val="00008B"/>
          </a:solidFill>
          <a:ln/>
        </p:spPr>
      </p:sp>
      <p:sp>
        <p:nvSpPr>
          <p:cNvPr id="51" name="Shape 49"/>
          <p:cNvSpPr/>
          <p:nvPr/>
        </p:nvSpPr>
        <p:spPr>
          <a:xfrm>
            <a:off x="5336053" y="2538511"/>
            <a:ext cx="79273" cy="79744"/>
          </a:xfrm>
          <a:prstGeom prst="ellipse">
            <a:avLst/>
          </a:prstGeom>
          <a:solidFill>
            <a:srgbClr val="00008B"/>
          </a:solidFill>
          <a:ln/>
        </p:spPr>
      </p:sp>
      <p:sp>
        <p:nvSpPr>
          <p:cNvPr id="52" name="Shape 50"/>
          <p:cNvSpPr/>
          <p:nvPr/>
        </p:nvSpPr>
        <p:spPr>
          <a:xfrm>
            <a:off x="5336053" y="2678063"/>
            <a:ext cx="79273" cy="79744"/>
          </a:xfrm>
          <a:prstGeom prst="ellipse">
            <a:avLst/>
          </a:prstGeom>
          <a:solidFill>
            <a:srgbClr val="00008B"/>
          </a:solidFill>
          <a:ln/>
        </p:spPr>
      </p:sp>
      <p:sp>
        <p:nvSpPr>
          <p:cNvPr id="53" name="Shape 51"/>
          <p:cNvSpPr/>
          <p:nvPr/>
        </p:nvSpPr>
        <p:spPr>
          <a:xfrm>
            <a:off x="5336053" y="2810969"/>
            <a:ext cx="79273" cy="79744"/>
          </a:xfrm>
          <a:prstGeom prst="ellipse">
            <a:avLst/>
          </a:prstGeom>
          <a:solidFill>
            <a:srgbClr val="00008B"/>
          </a:solidFill>
          <a:ln/>
        </p:spPr>
      </p:sp>
      <p:sp>
        <p:nvSpPr>
          <p:cNvPr id="54" name="Shape 52"/>
          <p:cNvSpPr/>
          <p:nvPr/>
        </p:nvSpPr>
        <p:spPr>
          <a:xfrm>
            <a:off x="6307153" y="2246117"/>
            <a:ext cx="79273" cy="79744"/>
          </a:xfrm>
          <a:prstGeom prst="ellipse">
            <a:avLst/>
          </a:prstGeom>
          <a:solidFill>
            <a:srgbClr val="00008B"/>
          </a:solidFill>
          <a:ln/>
        </p:spPr>
      </p:sp>
      <p:sp>
        <p:nvSpPr>
          <p:cNvPr id="55" name="Shape 53"/>
          <p:cNvSpPr/>
          <p:nvPr/>
        </p:nvSpPr>
        <p:spPr>
          <a:xfrm>
            <a:off x="6307153" y="2392314"/>
            <a:ext cx="79273" cy="79744"/>
          </a:xfrm>
          <a:prstGeom prst="ellipse">
            <a:avLst/>
          </a:prstGeom>
          <a:solidFill>
            <a:srgbClr val="00008B"/>
          </a:solidFill>
          <a:ln/>
        </p:spPr>
      </p:sp>
      <p:sp>
        <p:nvSpPr>
          <p:cNvPr id="56" name="Shape 54"/>
          <p:cNvSpPr/>
          <p:nvPr/>
        </p:nvSpPr>
        <p:spPr>
          <a:xfrm>
            <a:off x="6307153" y="2538511"/>
            <a:ext cx="79273" cy="79744"/>
          </a:xfrm>
          <a:prstGeom prst="ellipse">
            <a:avLst/>
          </a:prstGeom>
          <a:solidFill>
            <a:srgbClr val="00008B"/>
          </a:solidFill>
          <a:ln/>
        </p:spPr>
      </p:sp>
      <p:sp>
        <p:nvSpPr>
          <p:cNvPr id="57" name="Shape 55"/>
          <p:cNvSpPr/>
          <p:nvPr/>
        </p:nvSpPr>
        <p:spPr>
          <a:xfrm>
            <a:off x="6307153" y="2678063"/>
            <a:ext cx="79273" cy="79744"/>
          </a:xfrm>
          <a:prstGeom prst="ellipse">
            <a:avLst/>
          </a:prstGeom>
          <a:solidFill>
            <a:srgbClr val="00008B"/>
          </a:solidFill>
          <a:ln/>
        </p:spPr>
      </p:sp>
      <p:sp>
        <p:nvSpPr>
          <p:cNvPr id="58" name="Shape 56"/>
          <p:cNvSpPr/>
          <p:nvPr/>
        </p:nvSpPr>
        <p:spPr>
          <a:xfrm>
            <a:off x="6307153" y="2810969"/>
            <a:ext cx="79273" cy="79744"/>
          </a:xfrm>
          <a:prstGeom prst="ellipse">
            <a:avLst/>
          </a:prstGeom>
          <a:solidFill>
            <a:srgbClr val="00008B"/>
          </a:solidFill>
          <a:ln/>
        </p:spPr>
      </p:sp>
      <p:sp>
        <p:nvSpPr>
          <p:cNvPr id="59" name="Shape 57"/>
          <p:cNvSpPr/>
          <p:nvPr/>
        </p:nvSpPr>
        <p:spPr>
          <a:xfrm>
            <a:off x="7265040" y="2246117"/>
            <a:ext cx="79273" cy="79744"/>
          </a:xfrm>
          <a:prstGeom prst="ellipse">
            <a:avLst/>
          </a:prstGeom>
          <a:solidFill>
            <a:srgbClr val="00008B"/>
          </a:solidFill>
          <a:ln/>
        </p:spPr>
      </p:sp>
      <p:sp>
        <p:nvSpPr>
          <p:cNvPr id="60" name="Shape 58"/>
          <p:cNvSpPr/>
          <p:nvPr/>
        </p:nvSpPr>
        <p:spPr>
          <a:xfrm>
            <a:off x="7265040" y="2392314"/>
            <a:ext cx="79273" cy="79744"/>
          </a:xfrm>
          <a:prstGeom prst="ellipse">
            <a:avLst/>
          </a:prstGeom>
          <a:solidFill>
            <a:srgbClr val="00008B"/>
          </a:solidFill>
          <a:ln/>
        </p:spPr>
      </p:sp>
      <p:sp>
        <p:nvSpPr>
          <p:cNvPr id="61" name="Shape 59"/>
          <p:cNvSpPr/>
          <p:nvPr/>
        </p:nvSpPr>
        <p:spPr>
          <a:xfrm>
            <a:off x="7265040" y="2538511"/>
            <a:ext cx="79273" cy="79744"/>
          </a:xfrm>
          <a:prstGeom prst="ellipse">
            <a:avLst/>
          </a:prstGeom>
          <a:solidFill>
            <a:srgbClr val="00008B"/>
          </a:solidFill>
          <a:ln/>
        </p:spPr>
      </p:sp>
      <p:sp>
        <p:nvSpPr>
          <p:cNvPr id="62" name="Shape 60"/>
          <p:cNvSpPr/>
          <p:nvPr/>
        </p:nvSpPr>
        <p:spPr>
          <a:xfrm>
            <a:off x="7265040" y="2678063"/>
            <a:ext cx="79273" cy="79744"/>
          </a:xfrm>
          <a:prstGeom prst="ellipse">
            <a:avLst/>
          </a:prstGeom>
          <a:solidFill>
            <a:srgbClr val="00008B"/>
          </a:solidFill>
          <a:ln/>
        </p:spPr>
      </p:sp>
      <p:sp>
        <p:nvSpPr>
          <p:cNvPr id="63" name="Shape 61"/>
          <p:cNvSpPr/>
          <p:nvPr/>
        </p:nvSpPr>
        <p:spPr>
          <a:xfrm>
            <a:off x="7265040" y="2810969"/>
            <a:ext cx="79273" cy="79744"/>
          </a:xfrm>
          <a:prstGeom prst="ellipse">
            <a:avLst/>
          </a:prstGeom>
          <a:solidFill>
            <a:srgbClr val="00008B"/>
          </a:solidFill>
          <a:ln/>
        </p:spPr>
      </p:sp>
      <p:sp>
        <p:nvSpPr>
          <p:cNvPr id="64" name="Shape 62"/>
          <p:cNvSpPr/>
          <p:nvPr/>
        </p:nvSpPr>
        <p:spPr>
          <a:xfrm>
            <a:off x="9801790" y="2246117"/>
            <a:ext cx="79273" cy="79744"/>
          </a:xfrm>
          <a:prstGeom prst="ellipse">
            <a:avLst/>
          </a:prstGeom>
          <a:solidFill>
            <a:srgbClr val="00008B"/>
          </a:solidFill>
          <a:ln/>
        </p:spPr>
      </p:sp>
      <p:sp>
        <p:nvSpPr>
          <p:cNvPr id="65" name="Shape 63"/>
          <p:cNvSpPr/>
          <p:nvPr/>
        </p:nvSpPr>
        <p:spPr>
          <a:xfrm>
            <a:off x="9801790" y="2392314"/>
            <a:ext cx="79273" cy="79744"/>
          </a:xfrm>
          <a:prstGeom prst="ellipse">
            <a:avLst/>
          </a:prstGeom>
          <a:solidFill>
            <a:srgbClr val="00008B"/>
          </a:solidFill>
          <a:ln/>
        </p:spPr>
      </p:sp>
      <p:sp>
        <p:nvSpPr>
          <p:cNvPr id="66" name="Shape 64"/>
          <p:cNvSpPr/>
          <p:nvPr/>
        </p:nvSpPr>
        <p:spPr>
          <a:xfrm>
            <a:off x="9801790" y="2538511"/>
            <a:ext cx="79273" cy="79744"/>
          </a:xfrm>
          <a:prstGeom prst="ellipse">
            <a:avLst/>
          </a:prstGeom>
          <a:solidFill>
            <a:srgbClr val="00008B"/>
          </a:solidFill>
          <a:ln/>
        </p:spPr>
      </p:sp>
      <p:sp>
        <p:nvSpPr>
          <p:cNvPr id="67" name="Shape 65"/>
          <p:cNvSpPr/>
          <p:nvPr/>
        </p:nvSpPr>
        <p:spPr>
          <a:xfrm>
            <a:off x="9801790" y="2678063"/>
            <a:ext cx="79273" cy="79744"/>
          </a:xfrm>
          <a:prstGeom prst="ellipse">
            <a:avLst/>
          </a:prstGeom>
          <a:solidFill>
            <a:srgbClr val="00008B"/>
          </a:solidFill>
          <a:ln/>
        </p:spPr>
      </p:sp>
      <p:sp>
        <p:nvSpPr>
          <p:cNvPr id="68" name="Shape 66"/>
          <p:cNvSpPr/>
          <p:nvPr/>
        </p:nvSpPr>
        <p:spPr>
          <a:xfrm>
            <a:off x="9801790" y="2810969"/>
            <a:ext cx="79273" cy="79744"/>
          </a:xfrm>
          <a:prstGeom prst="ellipse">
            <a:avLst/>
          </a:prstGeom>
          <a:solidFill>
            <a:srgbClr val="00008B"/>
          </a:solidFill>
          <a:ln/>
        </p:spPr>
      </p:sp>
      <p:sp>
        <p:nvSpPr>
          <p:cNvPr id="69" name="Shape 67"/>
          <p:cNvSpPr/>
          <p:nvPr/>
        </p:nvSpPr>
        <p:spPr>
          <a:xfrm>
            <a:off x="10766283" y="2246117"/>
            <a:ext cx="79273" cy="79744"/>
          </a:xfrm>
          <a:prstGeom prst="ellipse">
            <a:avLst/>
          </a:prstGeom>
          <a:solidFill>
            <a:srgbClr val="00008B"/>
          </a:solidFill>
          <a:ln/>
        </p:spPr>
      </p:sp>
      <p:sp>
        <p:nvSpPr>
          <p:cNvPr id="70" name="Shape 68"/>
          <p:cNvSpPr/>
          <p:nvPr/>
        </p:nvSpPr>
        <p:spPr>
          <a:xfrm>
            <a:off x="10766283" y="2392314"/>
            <a:ext cx="79273" cy="79744"/>
          </a:xfrm>
          <a:prstGeom prst="ellipse">
            <a:avLst/>
          </a:prstGeom>
          <a:solidFill>
            <a:srgbClr val="00008B"/>
          </a:solidFill>
          <a:ln/>
        </p:spPr>
      </p:sp>
      <p:sp>
        <p:nvSpPr>
          <p:cNvPr id="71" name="Shape 69"/>
          <p:cNvSpPr/>
          <p:nvPr/>
        </p:nvSpPr>
        <p:spPr>
          <a:xfrm>
            <a:off x="10766283" y="2538511"/>
            <a:ext cx="79273" cy="79744"/>
          </a:xfrm>
          <a:prstGeom prst="ellipse">
            <a:avLst/>
          </a:prstGeom>
          <a:solidFill>
            <a:srgbClr val="00008B"/>
          </a:solidFill>
          <a:ln/>
        </p:spPr>
      </p:sp>
      <p:sp>
        <p:nvSpPr>
          <p:cNvPr id="72" name="Shape 70"/>
          <p:cNvSpPr/>
          <p:nvPr/>
        </p:nvSpPr>
        <p:spPr>
          <a:xfrm>
            <a:off x="10766283" y="2678063"/>
            <a:ext cx="79273" cy="79744"/>
          </a:xfrm>
          <a:prstGeom prst="ellipse">
            <a:avLst/>
          </a:prstGeom>
          <a:solidFill>
            <a:srgbClr val="00008B"/>
          </a:solidFill>
          <a:ln/>
        </p:spPr>
      </p:sp>
      <p:sp>
        <p:nvSpPr>
          <p:cNvPr id="73" name="Shape 71"/>
          <p:cNvSpPr/>
          <p:nvPr/>
        </p:nvSpPr>
        <p:spPr>
          <a:xfrm>
            <a:off x="10766283" y="2810969"/>
            <a:ext cx="79273" cy="79744"/>
          </a:xfrm>
          <a:prstGeom prst="ellipse">
            <a:avLst/>
          </a:prstGeom>
          <a:solidFill>
            <a:srgbClr val="00008B"/>
          </a:solidFill>
          <a:ln/>
        </p:spPr>
      </p:sp>
      <p:sp>
        <p:nvSpPr>
          <p:cNvPr id="74" name="Shape 72"/>
          <p:cNvSpPr/>
          <p:nvPr/>
        </p:nvSpPr>
        <p:spPr>
          <a:xfrm>
            <a:off x="2369906" y="1422098"/>
            <a:ext cx="198184" cy="212650"/>
          </a:xfrm>
          <a:prstGeom prst="upArrow">
            <a:avLst/>
          </a:prstGeom>
          <a:solidFill>
            <a:srgbClr val="BAEDC2"/>
          </a:solidFill>
          <a:ln w="9525">
            <a:solidFill>
              <a:srgbClr val="2E8B57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3334399" y="1422098"/>
            <a:ext cx="198184" cy="212650"/>
          </a:xfrm>
          <a:prstGeom prst="upArrow">
            <a:avLst/>
          </a:prstGeom>
          <a:solidFill>
            <a:srgbClr val="BAEDC2"/>
          </a:solidFill>
          <a:ln w="9525">
            <a:solidFill>
              <a:srgbClr val="2E8B57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4305499" y="1422098"/>
            <a:ext cx="198184" cy="212650"/>
          </a:xfrm>
          <a:prstGeom prst="upArrow">
            <a:avLst/>
          </a:prstGeom>
          <a:solidFill>
            <a:srgbClr val="BAEDC2"/>
          </a:solidFill>
          <a:ln w="9525">
            <a:solidFill>
              <a:srgbClr val="2E8B57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5276598" y="1422098"/>
            <a:ext cx="198184" cy="212650"/>
          </a:xfrm>
          <a:prstGeom prst="upArrow">
            <a:avLst/>
          </a:prstGeom>
          <a:solidFill>
            <a:srgbClr val="BAEDC2"/>
          </a:solidFill>
          <a:ln w="9525">
            <a:solidFill>
              <a:srgbClr val="2E8B57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247698" y="1422098"/>
            <a:ext cx="198184" cy="212650"/>
          </a:xfrm>
          <a:prstGeom prst="upArrow">
            <a:avLst/>
          </a:prstGeom>
          <a:solidFill>
            <a:srgbClr val="BAEDC2"/>
          </a:solidFill>
          <a:ln w="9525">
            <a:solidFill>
              <a:srgbClr val="2E8B57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7205585" y="1422098"/>
            <a:ext cx="198184" cy="212650"/>
          </a:xfrm>
          <a:prstGeom prst="upArrow">
            <a:avLst/>
          </a:prstGeom>
          <a:solidFill>
            <a:srgbClr val="BAEDC2"/>
          </a:solidFill>
          <a:ln w="9525">
            <a:solidFill>
              <a:srgbClr val="2E8B57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9742335" y="1422098"/>
            <a:ext cx="198184" cy="212650"/>
          </a:xfrm>
          <a:prstGeom prst="upArrow">
            <a:avLst/>
          </a:prstGeom>
          <a:solidFill>
            <a:srgbClr val="BAEDC2"/>
          </a:solidFill>
          <a:ln w="9525">
            <a:solidFill>
              <a:srgbClr val="2E8B57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0706828" y="1422098"/>
            <a:ext cx="198184" cy="212650"/>
          </a:xfrm>
          <a:prstGeom prst="upArrow">
            <a:avLst/>
          </a:prstGeom>
          <a:solidFill>
            <a:srgbClr val="BAEDC2"/>
          </a:solidFill>
          <a:ln w="9525">
            <a:solidFill>
              <a:srgbClr val="2E8B57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2072630" y="1169576"/>
            <a:ext cx="158547" cy="199360"/>
          </a:xfrm>
          <a:prstGeom prst="rect">
            <a:avLst/>
          </a:prstGeom>
          <a:solidFill>
            <a:srgbClr val="FFFFCC"/>
          </a:solidFill>
          <a:ln/>
        </p:spPr>
      </p:sp>
      <p:sp>
        <p:nvSpPr>
          <p:cNvPr id="83" name="Shape 81"/>
          <p:cNvSpPr/>
          <p:nvPr/>
        </p:nvSpPr>
        <p:spPr>
          <a:xfrm>
            <a:off x="2231177" y="1169576"/>
            <a:ext cx="158547" cy="199360"/>
          </a:xfrm>
          <a:prstGeom prst="rect">
            <a:avLst/>
          </a:prstGeom>
          <a:solidFill>
            <a:srgbClr val="E4F6DC"/>
          </a:solidFill>
          <a:ln/>
        </p:spPr>
      </p:sp>
      <p:sp>
        <p:nvSpPr>
          <p:cNvPr id="84" name="Shape 82"/>
          <p:cNvSpPr/>
          <p:nvPr/>
        </p:nvSpPr>
        <p:spPr>
          <a:xfrm>
            <a:off x="2389724" y="1169576"/>
            <a:ext cx="158547" cy="199360"/>
          </a:xfrm>
          <a:prstGeom prst="rect">
            <a:avLst/>
          </a:prstGeom>
          <a:solidFill>
            <a:srgbClr val="FBE0CC"/>
          </a:solidFill>
          <a:ln/>
        </p:spPr>
      </p:sp>
      <p:sp>
        <p:nvSpPr>
          <p:cNvPr id="85" name="Shape 83"/>
          <p:cNvSpPr/>
          <p:nvPr/>
        </p:nvSpPr>
        <p:spPr>
          <a:xfrm>
            <a:off x="2548271" y="1169576"/>
            <a:ext cx="158547" cy="199360"/>
          </a:xfrm>
          <a:prstGeom prst="rect">
            <a:avLst/>
          </a:prstGeom>
          <a:solidFill>
            <a:srgbClr val="DEDEF8"/>
          </a:solidFill>
          <a:ln/>
        </p:spPr>
      </p:sp>
      <p:sp>
        <p:nvSpPr>
          <p:cNvPr id="86" name="Shape 84"/>
          <p:cNvSpPr/>
          <p:nvPr/>
        </p:nvSpPr>
        <p:spPr>
          <a:xfrm>
            <a:off x="2706818" y="1169576"/>
            <a:ext cx="158547" cy="199360"/>
          </a:xfrm>
          <a:prstGeom prst="rect">
            <a:avLst/>
          </a:prstGeom>
          <a:solidFill>
            <a:srgbClr val="F6D8EE"/>
          </a:solidFill>
          <a:ln/>
        </p:spPr>
      </p:sp>
      <p:sp>
        <p:nvSpPr>
          <p:cNvPr id="87" name="Shape 85"/>
          <p:cNvSpPr/>
          <p:nvPr/>
        </p:nvSpPr>
        <p:spPr>
          <a:xfrm>
            <a:off x="2072630" y="1169576"/>
            <a:ext cx="792734" cy="199360"/>
          </a:xfrm>
          <a:prstGeom prst="rect">
            <a:avLst/>
          </a:prstGeom>
          <a:ln w="9525">
            <a:solidFill>
              <a:srgbClr val="999999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2066024" y="1116413"/>
            <a:ext cx="805947" cy="279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9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</a:t>
            </a:r>
            <a:pPr algn="ctr" indent="0" marL="0">
              <a:buNone/>
            </a:pPr>
            <a:r>
              <a:rPr lang="en-US" sz="1600" i="1" baseline="-40000" dirty="0">
                <a:solidFill>
                  <a:srgbClr val="99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endParaRPr lang="en-US" sz="1600" dirty="0"/>
          </a:p>
        </p:txBody>
      </p:sp>
      <p:sp>
        <p:nvSpPr>
          <p:cNvPr id="89" name="Shape 87"/>
          <p:cNvSpPr/>
          <p:nvPr/>
        </p:nvSpPr>
        <p:spPr>
          <a:xfrm>
            <a:off x="3037124" y="1169576"/>
            <a:ext cx="158547" cy="199360"/>
          </a:xfrm>
          <a:prstGeom prst="rect">
            <a:avLst/>
          </a:prstGeom>
          <a:solidFill>
            <a:srgbClr val="FFFFCC"/>
          </a:solidFill>
          <a:ln/>
        </p:spPr>
      </p:sp>
      <p:sp>
        <p:nvSpPr>
          <p:cNvPr id="90" name="Shape 88"/>
          <p:cNvSpPr/>
          <p:nvPr/>
        </p:nvSpPr>
        <p:spPr>
          <a:xfrm>
            <a:off x="3195671" y="1169576"/>
            <a:ext cx="158547" cy="199360"/>
          </a:xfrm>
          <a:prstGeom prst="rect">
            <a:avLst/>
          </a:prstGeom>
          <a:solidFill>
            <a:srgbClr val="E4F6DC"/>
          </a:solidFill>
          <a:ln/>
        </p:spPr>
      </p:sp>
      <p:sp>
        <p:nvSpPr>
          <p:cNvPr id="91" name="Shape 89"/>
          <p:cNvSpPr/>
          <p:nvPr/>
        </p:nvSpPr>
        <p:spPr>
          <a:xfrm>
            <a:off x="3354217" y="1169576"/>
            <a:ext cx="158547" cy="199360"/>
          </a:xfrm>
          <a:prstGeom prst="rect">
            <a:avLst/>
          </a:prstGeom>
          <a:solidFill>
            <a:srgbClr val="FBE0CC"/>
          </a:solidFill>
          <a:ln/>
        </p:spPr>
      </p:sp>
      <p:sp>
        <p:nvSpPr>
          <p:cNvPr id="92" name="Shape 90"/>
          <p:cNvSpPr/>
          <p:nvPr/>
        </p:nvSpPr>
        <p:spPr>
          <a:xfrm>
            <a:off x="3512764" y="1169576"/>
            <a:ext cx="158547" cy="199360"/>
          </a:xfrm>
          <a:prstGeom prst="rect">
            <a:avLst/>
          </a:prstGeom>
          <a:solidFill>
            <a:srgbClr val="DEDEF8"/>
          </a:solidFill>
          <a:ln/>
        </p:spPr>
      </p:sp>
      <p:sp>
        <p:nvSpPr>
          <p:cNvPr id="93" name="Shape 91"/>
          <p:cNvSpPr/>
          <p:nvPr/>
        </p:nvSpPr>
        <p:spPr>
          <a:xfrm>
            <a:off x="3671311" y="1169576"/>
            <a:ext cx="158547" cy="199360"/>
          </a:xfrm>
          <a:prstGeom prst="rect">
            <a:avLst/>
          </a:prstGeom>
          <a:solidFill>
            <a:srgbClr val="F6D8EE"/>
          </a:solidFill>
          <a:ln/>
        </p:spPr>
      </p:sp>
      <p:sp>
        <p:nvSpPr>
          <p:cNvPr id="94" name="Shape 92"/>
          <p:cNvSpPr/>
          <p:nvPr/>
        </p:nvSpPr>
        <p:spPr>
          <a:xfrm>
            <a:off x="3037124" y="1169576"/>
            <a:ext cx="792734" cy="199360"/>
          </a:xfrm>
          <a:prstGeom prst="rect">
            <a:avLst/>
          </a:prstGeom>
          <a:ln w="9525">
            <a:solidFill>
              <a:srgbClr val="999999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3030518" y="1116413"/>
            <a:ext cx="805947" cy="279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9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</a:t>
            </a:r>
            <a:pPr algn="ctr" indent="0" marL="0">
              <a:buNone/>
            </a:pPr>
            <a:r>
              <a:rPr lang="en-US" sz="1600" i="1" baseline="-40000" dirty="0">
                <a:solidFill>
                  <a:srgbClr val="99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600" dirty="0"/>
          </a:p>
        </p:txBody>
      </p:sp>
      <p:sp>
        <p:nvSpPr>
          <p:cNvPr id="96" name="Shape 94"/>
          <p:cNvSpPr/>
          <p:nvPr/>
        </p:nvSpPr>
        <p:spPr>
          <a:xfrm>
            <a:off x="4008223" y="1169576"/>
            <a:ext cx="158547" cy="199360"/>
          </a:xfrm>
          <a:prstGeom prst="rect">
            <a:avLst/>
          </a:prstGeom>
          <a:solidFill>
            <a:srgbClr val="FFFFCC"/>
          </a:solidFill>
          <a:ln/>
        </p:spPr>
      </p:sp>
      <p:sp>
        <p:nvSpPr>
          <p:cNvPr id="97" name="Shape 95"/>
          <p:cNvSpPr/>
          <p:nvPr/>
        </p:nvSpPr>
        <p:spPr>
          <a:xfrm>
            <a:off x="4166770" y="1169576"/>
            <a:ext cx="158547" cy="199360"/>
          </a:xfrm>
          <a:prstGeom prst="rect">
            <a:avLst/>
          </a:prstGeom>
          <a:solidFill>
            <a:srgbClr val="E4F6DC"/>
          </a:solidFill>
          <a:ln/>
        </p:spPr>
      </p:sp>
      <p:sp>
        <p:nvSpPr>
          <p:cNvPr id="98" name="Shape 96"/>
          <p:cNvSpPr/>
          <p:nvPr/>
        </p:nvSpPr>
        <p:spPr>
          <a:xfrm>
            <a:off x="4325317" y="1169576"/>
            <a:ext cx="158547" cy="199360"/>
          </a:xfrm>
          <a:prstGeom prst="rect">
            <a:avLst/>
          </a:prstGeom>
          <a:solidFill>
            <a:srgbClr val="FBE0CC"/>
          </a:solidFill>
          <a:ln/>
        </p:spPr>
      </p:sp>
      <p:sp>
        <p:nvSpPr>
          <p:cNvPr id="99" name="Shape 97"/>
          <p:cNvSpPr/>
          <p:nvPr/>
        </p:nvSpPr>
        <p:spPr>
          <a:xfrm>
            <a:off x="4483864" y="1169576"/>
            <a:ext cx="158547" cy="199360"/>
          </a:xfrm>
          <a:prstGeom prst="rect">
            <a:avLst/>
          </a:prstGeom>
          <a:solidFill>
            <a:srgbClr val="DEDEF8"/>
          </a:solidFill>
          <a:ln/>
        </p:spPr>
      </p:sp>
      <p:sp>
        <p:nvSpPr>
          <p:cNvPr id="100" name="Shape 98"/>
          <p:cNvSpPr/>
          <p:nvPr/>
        </p:nvSpPr>
        <p:spPr>
          <a:xfrm>
            <a:off x="4642411" y="1169576"/>
            <a:ext cx="158547" cy="199360"/>
          </a:xfrm>
          <a:prstGeom prst="rect">
            <a:avLst/>
          </a:prstGeom>
          <a:solidFill>
            <a:srgbClr val="F6D8EE"/>
          </a:solidFill>
          <a:ln/>
        </p:spPr>
      </p:sp>
      <p:sp>
        <p:nvSpPr>
          <p:cNvPr id="101" name="Shape 99"/>
          <p:cNvSpPr/>
          <p:nvPr/>
        </p:nvSpPr>
        <p:spPr>
          <a:xfrm>
            <a:off x="4008223" y="1169576"/>
            <a:ext cx="792734" cy="199360"/>
          </a:xfrm>
          <a:prstGeom prst="rect">
            <a:avLst/>
          </a:prstGeom>
          <a:ln w="9525">
            <a:solidFill>
              <a:srgbClr val="999999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001617" y="1116413"/>
            <a:ext cx="805947" cy="279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9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</a:t>
            </a:r>
            <a:pPr algn="ctr" indent="0" marL="0">
              <a:buNone/>
            </a:pPr>
            <a:r>
              <a:rPr lang="en-US" sz="1600" i="1" baseline="-40000" dirty="0">
                <a:solidFill>
                  <a:srgbClr val="99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600" dirty="0"/>
          </a:p>
        </p:txBody>
      </p:sp>
      <p:sp>
        <p:nvSpPr>
          <p:cNvPr id="103" name="Shape 101"/>
          <p:cNvSpPr/>
          <p:nvPr/>
        </p:nvSpPr>
        <p:spPr>
          <a:xfrm>
            <a:off x="4979323" y="1169576"/>
            <a:ext cx="158547" cy="199360"/>
          </a:xfrm>
          <a:prstGeom prst="rect">
            <a:avLst/>
          </a:prstGeom>
          <a:solidFill>
            <a:srgbClr val="FFFFCC"/>
          </a:solidFill>
          <a:ln/>
        </p:spPr>
      </p:sp>
      <p:sp>
        <p:nvSpPr>
          <p:cNvPr id="104" name="Shape 102"/>
          <p:cNvSpPr/>
          <p:nvPr/>
        </p:nvSpPr>
        <p:spPr>
          <a:xfrm>
            <a:off x="5137870" y="1169576"/>
            <a:ext cx="158547" cy="199360"/>
          </a:xfrm>
          <a:prstGeom prst="rect">
            <a:avLst/>
          </a:prstGeom>
          <a:solidFill>
            <a:srgbClr val="E4F6DC"/>
          </a:solidFill>
          <a:ln/>
        </p:spPr>
      </p:sp>
      <p:sp>
        <p:nvSpPr>
          <p:cNvPr id="105" name="Shape 103"/>
          <p:cNvSpPr/>
          <p:nvPr/>
        </p:nvSpPr>
        <p:spPr>
          <a:xfrm>
            <a:off x="5296416" y="1169576"/>
            <a:ext cx="158547" cy="199360"/>
          </a:xfrm>
          <a:prstGeom prst="rect">
            <a:avLst/>
          </a:prstGeom>
          <a:solidFill>
            <a:srgbClr val="FBE0CC"/>
          </a:solidFill>
          <a:ln/>
        </p:spPr>
      </p:sp>
      <p:sp>
        <p:nvSpPr>
          <p:cNvPr id="106" name="Shape 104"/>
          <p:cNvSpPr/>
          <p:nvPr/>
        </p:nvSpPr>
        <p:spPr>
          <a:xfrm>
            <a:off x="5454963" y="1169576"/>
            <a:ext cx="158547" cy="199360"/>
          </a:xfrm>
          <a:prstGeom prst="rect">
            <a:avLst/>
          </a:prstGeom>
          <a:solidFill>
            <a:srgbClr val="DEDEF8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613510" y="1169576"/>
            <a:ext cx="158547" cy="199360"/>
          </a:xfrm>
          <a:prstGeom prst="rect">
            <a:avLst/>
          </a:prstGeom>
          <a:solidFill>
            <a:srgbClr val="F6D8EE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979323" y="1169576"/>
            <a:ext cx="792734" cy="199360"/>
          </a:xfrm>
          <a:prstGeom prst="rect">
            <a:avLst/>
          </a:prstGeom>
          <a:ln w="9525">
            <a:solidFill>
              <a:srgbClr val="999999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972717" y="1116413"/>
            <a:ext cx="805947" cy="279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9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</a:t>
            </a:r>
            <a:pPr algn="ctr" indent="0" marL="0">
              <a:buNone/>
            </a:pPr>
            <a:r>
              <a:rPr lang="en-US" sz="1600" i="1" baseline="-40000" dirty="0">
                <a:solidFill>
                  <a:srgbClr val="99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600" dirty="0"/>
          </a:p>
        </p:txBody>
      </p:sp>
      <p:sp>
        <p:nvSpPr>
          <p:cNvPr id="110" name="Shape 108"/>
          <p:cNvSpPr/>
          <p:nvPr/>
        </p:nvSpPr>
        <p:spPr>
          <a:xfrm>
            <a:off x="5950422" y="1169576"/>
            <a:ext cx="158547" cy="199360"/>
          </a:xfrm>
          <a:prstGeom prst="rect">
            <a:avLst/>
          </a:prstGeom>
          <a:solidFill>
            <a:srgbClr val="FFFFCC"/>
          </a:solidFill>
          <a:ln/>
        </p:spPr>
      </p:sp>
      <p:sp>
        <p:nvSpPr>
          <p:cNvPr id="111" name="Shape 109"/>
          <p:cNvSpPr/>
          <p:nvPr/>
        </p:nvSpPr>
        <p:spPr>
          <a:xfrm>
            <a:off x="6108969" y="1169576"/>
            <a:ext cx="158547" cy="199360"/>
          </a:xfrm>
          <a:prstGeom prst="rect">
            <a:avLst/>
          </a:prstGeom>
          <a:solidFill>
            <a:srgbClr val="E4F6DC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267516" y="1169576"/>
            <a:ext cx="158547" cy="199360"/>
          </a:xfrm>
          <a:prstGeom prst="rect">
            <a:avLst/>
          </a:prstGeom>
          <a:solidFill>
            <a:srgbClr val="FBE0CC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426063" y="1169576"/>
            <a:ext cx="158547" cy="199360"/>
          </a:xfrm>
          <a:prstGeom prst="rect">
            <a:avLst/>
          </a:prstGeom>
          <a:solidFill>
            <a:srgbClr val="DEDEF8"/>
          </a:solidFill>
          <a:ln/>
        </p:spPr>
      </p:sp>
      <p:sp>
        <p:nvSpPr>
          <p:cNvPr id="114" name="Shape 112"/>
          <p:cNvSpPr/>
          <p:nvPr/>
        </p:nvSpPr>
        <p:spPr>
          <a:xfrm>
            <a:off x="6584610" y="1169576"/>
            <a:ext cx="158547" cy="199360"/>
          </a:xfrm>
          <a:prstGeom prst="rect">
            <a:avLst/>
          </a:prstGeom>
          <a:solidFill>
            <a:srgbClr val="F6D8EE"/>
          </a:solidFill>
          <a:ln/>
        </p:spPr>
      </p:sp>
      <p:sp>
        <p:nvSpPr>
          <p:cNvPr id="115" name="Shape 113"/>
          <p:cNvSpPr/>
          <p:nvPr/>
        </p:nvSpPr>
        <p:spPr>
          <a:xfrm>
            <a:off x="5950422" y="1169576"/>
            <a:ext cx="792734" cy="199360"/>
          </a:xfrm>
          <a:prstGeom prst="rect">
            <a:avLst/>
          </a:prstGeom>
          <a:ln w="9525">
            <a:solidFill>
              <a:srgbClr val="999999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5943816" y="1116413"/>
            <a:ext cx="805947" cy="279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9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</a:t>
            </a:r>
            <a:pPr algn="ctr" indent="0" marL="0">
              <a:buNone/>
            </a:pPr>
            <a:r>
              <a:rPr lang="en-US" sz="1600" i="1" baseline="-40000" dirty="0">
                <a:solidFill>
                  <a:srgbClr val="99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600" dirty="0"/>
          </a:p>
        </p:txBody>
      </p:sp>
      <p:sp>
        <p:nvSpPr>
          <p:cNvPr id="117" name="Shape 115"/>
          <p:cNvSpPr/>
          <p:nvPr/>
        </p:nvSpPr>
        <p:spPr>
          <a:xfrm>
            <a:off x="6908310" y="1169576"/>
            <a:ext cx="158547" cy="199360"/>
          </a:xfrm>
          <a:prstGeom prst="rect">
            <a:avLst/>
          </a:prstGeom>
          <a:solidFill>
            <a:srgbClr val="FFFFCC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066856" y="1169576"/>
            <a:ext cx="158547" cy="199360"/>
          </a:xfrm>
          <a:prstGeom prst="rect">
            <a:avLst/>
          </a:prstGeom>
          <a:solidFill>
            <a:srgbClr val="E4F6DC"/>
          </a:solidFill>
          <a:ln/>
        </p:spPr>
      </p:sp>
      <p:sp>
        <p:nvSpPr>
          <p:cNvPr id="119" name="Shape 117"/>
          <p:cNvSpPr/>
          <p:nvPr/>
        </p:nvSpPr>
        <p:spPr>
          <a:xfrm>
            <a:off x="7225403" y="1169576"/>
            <a:ext cx="158547" cy="199360"/>
          </a:xfrm>
          <a:prstGeom prst="rect">
            <a:avLst/>
          </a:prstGeom>
          <a:solidFill>
            <a:srgbClr val="FBE0CC"/>
          </a:solidFill>
          <a:ln/>
        </p:spPr>
      </p:sp>
      <p:sp>
        <p:nvSpPr>
          <p:cNvPr id="120" name="Shape 118"/>
          <p:cNvSpPr/>
          <p:nvPr/>
        </p:nvSpPr>
        <p:spPr>
          <a:xfrm>
            <a:off x="7383950" y="1169576"/>
            <a:ext cx="158547" cy="199360"/>
          </a:xfrm>
          <a:prstGeom prst="rect">
            <a:avLst/>
          </a:prstGeom>
          <a:solidFill>
            <a:srgbClr val="DEDEF8"/>
          </a:solidFill>
          <a:ln/>
        </p:spPr>
      </p:sp>
      <p:sp>
        <p:nvSpPr>
          <p:cNvPr id="121" name="Shape 119"/>
          <p:cNvSpPr/>
          <p:nvPr/>
        </p:nvSpPr>
        <p:spPr>
          <a:xfrm>
            <a:off x="7542497" y="1169576"/>
            <a:ext cx="158547" cy="199360"/>
          </a:xfrm>
          <a:prstGeom prst="rect">
            <a:avLst/>
          </a:prstGeom>
          <a:solidFill>
            <a:srgbClr val="F6D8EE"/>
          </a:solidFill>
          <a:ln/>
        </p:spPr>
      </p:sp>
      <p:sp>
        <p:nvSpPr>
          <p:cNvPr id="122" name="Shape 120"/>
          <p:cNvSpPr/>
          <p:nvPr/>
        </p:nvSpPr>
        <p:spPr>
          <a:xfrm>
            <a:off x="6908310" y="1169576"/>
            <a:ext cx="792734" cy="199360"/>
          </a:xfrm>
          <a:prstGeom prst="rect">
            <a:avLst/>
          </a:prstGeom>
          <a:ln w="9525">
            <a:solidFill>
              <a:srgbClr val="999999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6901703" y="1116413"/>
            <a:ext cx="805947" cy="279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9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</a:t>
            </a:r>
            <a:pPr algn="ctr" indent="0" marL="0">
              <a:buNone/>
            </a:pPr>
            <a:r>
              <a:rPr lang="en-US" sz="1600" i="1" baseline="-40000" dirty="0">
                <a:solidFill>
                  <a:srgbClr val="99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600" dirty="0"/>
          </a:p>
        </p:txBody>
      </p:sp>
      <p:sp>
        <p:nvSpPr>
          <p:cNvPr id="124" name="Shape 122"/>
          <p:cNvSpPr/>
          <p:nvPr/>
        </p:nvSpPr>
        <p:spPr>
          <a:xfrm>
            <a:off x="9445059" y="1169576"/>
            <a:ext cx="158547" cy="199360"/>
          </a:xfrm>
          <a:prstGeom prst="rect">
            <a:avLst/>
          </a:prstGeom>
          <a:solidFill>
            <a:srgbClr val="FFFFCC"/>
          </a:solidFill>
          <a:ln/>
        </p:spPr>
      </p:sp>
      <p:sp>
        <p:nvSpPr>
          <p:cNvPr id="125" name="Shape 123"/>
          <p:cNvSpPr/>
          <p:nvPr/>
        </p:nvSpPr>
        <p:spPr>
          <a:xfrm>
            <a:off x="9603606" y="1169576"/>
            <a:ext cx="158547" cy="199360"/>
          </a:xfrm>
          <a:prstGeom prst="rect">
            <a:avLst/>
          </a:prstGeom>
          <a:solidFill>
            <a:srgbClr val="E4F6DC"/>
          </a:solidFill>
          <a:ln/>
        </p:spPr>
      </p:sp>
      <p:sp>
        <p:nvSpPr>
          <p:cNvPr id="126" name="Shape 124"/>
          <p:cNvSpPr/>
          <p:nvPr/>
        </p:nvSpPr>
        <p:spPr>
          <a:xfrm>
            <a:off x="9762153" y="1169576"/>
            <a:ext cx="158547" cy="199360"/>
          </a:xfrm>
          <a:prstGeom prst="rect">
            <a:avLst/>
          </a:prstGeom>
          <a:solidFill>
            <a:srgbClr val="FBE0CC"/>
          </a:solidFill>
          <a:ln/>
        </p:spPr>
      </p:sp>
      <p:sp>
        <p:nvSpPr>
          <p:cNvPr id="127" name="Shape 125"/>
          <p:cNvSpPr/>
          <p:nvPr/>
        </p:nvSpPr>
        <p:spPr>
          <a:xfrm>
            <a:off x="9920700" y="1169576"/>
            <a:ext cx="158547" cy="199360"/>
          </a:xfrm>
          <a:prstGeom prst="rect">
            <a:avLst/>
          </a:prstGeom>
          <a:solidFill>
            <a:srgbClr val="DEDEF8"/>
          </a:solidFill>
          <a:ln/>
        </p:spPr>
      </p:sp>
      <p:sp>
        <p:nvSpPr>
          <p:cNvPr id="128" name="Shape 126"/>
          <p:cNvSpPr/>
          <p:nvPr/>
        </p:nvSpPr>
        <p:spPr>
          <a:xfrm>
            <a:off x="10079247" y="1169576"/>
            <a:ext cx="158547" cy="199360"/>
          </a:xfrm>
          <a:prstGeom prst="rect">
            <a:avLst/>
          </a:prstGeom>
          <a:solidFill>
            <a:srgbClr val="F6D8EE"/>
          </a:solidFill>
          <a:ln/>
        </p:spPr>
      </p:sp>
      <p:sp>
        <p:nvSpPr>
          <p:cNvPr id="129" name="Shape 127"/>
          <p:cNvSpPr/>
          <p:nvPr/>
        </p:nvSpPr>
        <p:spPr>
          <a:xfrm>
            <a:off x="9445059" y="1169576"/>
            <a:ext cx="792734" cy="199360"/>
          </a:xfrm>
          <a:prstGeom prst="rect">
            <a:avLst/>
          </a:prstGeom>
          <a:ln w="9525">
            <a:solidFill>
              <a:srgbClr val="999999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9438453" y="1116413"/>
            <a:ext cx="805947" cy="279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9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</a:t>
            </a:r>
            <a:pPr algn="ctr" indent="0" marL="0">
              <a:buNone/>
            </a:pPr>
            <a:r>
              <a:rPr lang="en-US" sz="1600" i="1" baseline="-40000" dirty="0">
                <a:solidFill>
                  <a:srgbClr val="99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N-2</a:t>
            </a:r>
            <a:endParaRPr lang="en-US" sz="1600" dirty="0"/>
          </a:p>
        </p:txBody>
      </p:sp>
      <p:sp>
        <p:nvSpPr>
          <p:cNvPr id="131" name="Shape 129"/>
          <p:cNvSpPr/>
          <p:nvPr/>
        </p:nvSpPr>
        <p:spPr>
          <a:xfrm>
            <a:off x="10409553" y="1169576"/>
            <a:ext cx="158547" cy="199360"/>
          </a:xfrm>
          <a:prstGeom prst="rect">
            <a:avLst/>
          </a:prstGeom>
          <a:solidFill>
            <a:srgbClr val="FFFFCC"/>
          </a:solidFill>
          <a:ln/>
        </p:spPr>
      </p:sp>
      <p:sp>
        <p:nvSpPr>
          <p:cNvPr id="132" name="Shape 130"/>
          <p:cNvSpPr/>
          <p:nvPr/>
        </p:nvSpPr>
        <p:spPr>
          <a:xfrm>
            <a:off x="10568100" y="1169576"/>
            <a:ext cx="158547" cy="199360"/>
          </a:xfrm>
          <a:prstGeom prst="rect">
            <a:avLst/>
          </a:prstGeom>
          <a:solidFill>
            <a:srgbClr val="E4F6DC"/>
          </a:solidFill>
          <a:ln/>
        </p:spPr>
      </p:sp>
      <p:sp>
        <p:nvSpPr>
          <p:cNvPr id="133" name="Shape 131"/>
          <p:cNvSpPr/>
          <p:nvPr/>
        </p:nvSpPr>
        <p:spPr>
          <a:xfrm>
            <a:off x="10726646" y="1169576"/>
            <a:ext cx="158547" cy="199360"/>
          </a:xfrm>
          <a:prstGeom prst="rect">
            <a:avLst/>
          </a:prstGeom>
          <a:solidFill>
            <a:srgbClr val="FBE0CC"/>
          </a:solidFill>
          <a:ln/>
        </p:spPr>
      </p:sp>
      <p:sp>
        <p:nvSpPr>
          <p:cNvPr id="134" name="Shape 132"/>
          <p:cNvSpPr/>
          <p:nvPr/>
        </p:nvSpPr>
        <p:spPr>
          <a:xfrm>
            <a:off x="10885193" y="1169576"/>
            <a:ext cx="158547" cy="199360"/>
          </a:xfrm>
          <a:prstGeom prst="rect">
            <a:avLst/>
          </a:prstGeom>
          <a:solidFill>
            <a:srgbClr val="DEDEF8"/>
          </a:solidFill>
          <a:ln/>
        </p:spPr>
      </p:sp>
      <p:sp>
        <p:nvSpPr>
          <p:cNvPr id="135" name="Shape 133"/>
          <p:cNvSpPr/>
          <p:nvPr/>
        </p:nvSpPr>
        <p:spPr>
          <a:xfrm>
            <a:off x="11043740" y="1169576"/>
            <a:ext cx="158547" cy="199360"/>
          </a:xfrm>
          <a:prstGeom prst="rect">
            <a:avLst/>
          </a:prstGeom>
          <a:solidFill>
            <a:srgbClr val="F6D8EE"/>
          </a:solidFill>
          <a:ln/>
        </p:spPr>
      </p:sp>
      <p:sp>
        <p:nvSpPr>
          <p:cNvPr id="136" name="Shape 134"/>
          <p:cNvSpPr/>
          <p:nvPr/>
        </p:nvSpPr>
        <p:spPr>
          <a:xfrm>
            <a:off x="10409553" y="1169576"/>
            <a:ext cx="792734" cy="199360"/>
          </a:xfrm>
          <a:prstGeom prst="rect">
            <a:avLst/>
          </a:prstGeom>
          <a:ln w="9525">
            <a:solidFill>
              <a:srgbClr val="999999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10402947" y="1116413"/>
            <a:ext cx="805947" cy="279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9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</a:t>
            </a:r>
            <a:pPr algn="ctr" indent="0" marL="0">
              <a:buNone/>
            </a:pPr>
            <a:r>
              <a:rPr lang="en-US" sz="1600" i="1" baseline="-40000" dirty="0">
                <a:solidFill>
                  <a:srgbClr val="99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N-1</a:t>
            </a:r>
            <a:endParaRPr lang="en-US" sz="1600" dirty="0"/>
          </a:p>
        </p:txBody>
      </p:sp>
      <p:sp>
        <p:nvSpPr>
          <p:cNvPr id="138" name="Shape 136"/>
          <p:cNvSpPr/>
          <p:nvPr/>
        </p:nvSpPr>
        <p:spPr>
          <a:xfrm>
            <a:off x="7995016" y="1179544"/>
            <a:ext cx="112304" cy="112970"/>
          </a:xfrm>
          <a:prstGeom prst="ellipse">
            <a:avLst/>
          </a:prstGeom>
          <a:solidFill>
            <a:srgbClr val="00008B"/>
          </a:solidFill>
          <a:ln/>
        </p:spPr>
      </p:sp>
      <p:sp>
        <p:nvSpPr>
          <p:cNvPr id="139" name="Shape 137"/>
          <p:cNvSpPr/>
          <p:nvPr/>
        </p:nvSpPr>
        <p:spPr>
          <a:xfrm>
            <a:off x="8206412" y="1179544"/>
            <a:ext cx="112304" cy="112970"/>
          </a:xfrm>
          <a:prstGeom prst="ellipse">
            <a:avLst/>
          </a:prstGeom>
          <a:solidFill>
            <a:srgbClr val="00008B"/>
          </a:solidFill>
          <a:ln/>
        </p:spPr>
      </p:sp>
      <p:sp>
        <p:nvSpPr>
          <p:cNvPr id="140" name="Shape 138"/>
          <p:cNvSpPr/>
          <p:nvPr/>
        </p:nvSpPr>
        <p:spPr>
          <a:xfrm>
            <a:off x="8470657" y="1179544"/>
            <a:ext cx="112304" cy="112970"/>
          </a:xfrm>
          <a:prstGeom prst="ellipse">
            <a:avLst/>
          </a:prstGeom>
          <a:solidFill>
            <a:srgbClr val="00008B"/>
          </a:solidFill>
          <a:ln/>
        </p:spPr>
      </p:sp>
      <p:sp>
        <p:nvSpPr>
          <p:cNvPr id="141" name="Shape 139"/>
          <p:cNvSpPr/>
          <p:nvPr/>
        </p:nvSpPr>
        <p:spPr>
          <a:xfrm>
            <a:off x="8682053" y="1179544"/>
            <a:ext cx="112304" cy="112970"/>
          </a:xfrm>
          <a:prstGeom prst="ellipse">
            <a:avLst/>
          </a:prstGeom>
          <a:solidFill>
            <a:srgbClr val="00008B"/>
          </a:solidFill>
          <a:ln/>
        </p:spPr>
      </p:sp>
      <p:sp>
        <p:nvSpPr>
          <p:cNvPr id="142" name="Shape 140"/>
          <p:cNvSpPr/>
          <p:nvPr/>
        </p:nvSpPr>
        <p:spPr>
          <a:xfrm>
            <a:off x="8893448" y="1179544"/>
            <a:ext cx="112304" cy="112970"/>
          </a:xfrm>
          <a:prstGeom prst="ellipse">
            <a:avLst/>
          </a:prstGeom>
          <a:solidFill>
            <a:srgbClr val="00008B"/>
          </a:solidFill>
          <a:ln/>
        </p:spPr>
      </p:sp>
      <p:sp>
        <p:nvSpPr>
          <p:cNvPr id="143" name="Shape 141"/>
          <p:cNvSpPr/>
          <p:nvPr/>
        </p:nvSpPr>
        <p:spPr>
          <a:xfrm>
            <a:off x="2072630" y="5090314"/>
            <a:ext cx="158547" cy="212650"/>
          </a:xfrm>
          <a:prstGeom prst="rect">
            <a:avLst/>
          </a:prstGeom>
          <a:solidFill>
            <a:srgbClr val="FFFFCC"/>
          </a:solidFill>
          <a:ln/>
        </p:spPr>
      </p:sp>
      <p:sp>
        <p:nvSpPr>
          <p:cNvPr id="144" name="Shape 142"/>
          <p:cNvSpPr/>
          <p:nvPr/>
        </p:nvSpPr>
        <p:spPr>
          <a:xfrm>
            <a:off x="2231177" y="5090314"/>
            <a:ext cx="158547" cy="212650"/>
          </a:xfrm>
          <a:prstGeom prst="rect">
            <a:avLst/>
          </a:prstGeom>
          <a:solidFill>
            <a:srgbClr val="E4F6DC"/>
          </a:solidFill>
          <a:ln/>
        </p:spPr>
      </p:sp>
      <p:sp>
        <p:nvSpPr>
          <p:cNvPr id="145" name="Shape 143"/>
          <p:cNvSpPr/>
          <p:nvPr/>
        </p:nvSpPr>
        <p:spPr>
          <a:xfrm>
            <a:off x="2389724" y="5090314"/>
            <a:ext cx="158547" cy="212650"/>
          </a:xfrm>
          <a:prstGeom prst="rect">
            <a:avLst/>
          </a:prstGeom>
          <a:solidFill>
            <a:srgbClr val="FBE0CC"/>
          </a:solidFill>
          <a:ln/>
        </p:spPr>
      </p:sp>
      <p:sp>
        <p:nvSpPr>
          <p:cNvPr id="146" name="Shape 144"/>
          <p:cNvSpPr/>
          <p:nvPr/>
        </p:nvSpPr>
        <p:spPr>
          <a:xfrm>
            <a:off x="2548271" y="5090314"/>
            <a:ext cx="158547" cy="212650"/>
          </a:xfrm>
          <a:prstGeom prst="rect">
            <a:avLst/>
          </a:prstGeom>
          <a:solidFill>
            <a:srgbClr val="DEDEF8"/>
          </a:solidFill>
          <a:ln/>
        </p:spPr>
      </p:sp>
      <p:sp>
        <p:nvSpPr>
          <p:cNvPr id="147" name="Shape 145"/>
          <p:cNvSpPr/>
          <p:nvPr/>
        </p:nvSpPr>
        <p:spPr>
          <a:xfrm>
            <a:off x="2706818" y="5090314"/>
            <a:ext cx="158547" cy="212650"/>
          </a:xfrm>
          <a:prstGeom prst="rect">
            <a:avLst/>
          </a:prstGeom>
          <a:solidFill>
            <a:srgbClr val="F6D8EE"/>
          </a:solidFill>
          <a:ln/>
        </p:spPr>
      </p:sp>
      <p:sp>
        <p:nvSpPr>
          <p:cNvPr id="148" name="Shape 146"/>
          <p:cNvSpPr/>
          <p:nvPr/>
        </p:nvSpPr>
        <p:spPr>
          <a:xfrm>
            <a:off x="2072630" y="5090314"/>
            <a:ext cx="792734" cy="212650"/>
          </a:xfrm>
          <a:prstGeom prst="rect">
            <a:avLst/>
          </a:prstGeom>
          <a:ln w="9525">
            <a:solidFill>
              <a:srgbClr val="999999"/>
            </a:solidFill>
            <a:prstDash val="solid"/>
          </a:ln>
        </p:spPr>
      </p:sp>
      <p:sp>
        <p:nvSpPr>
          <p:cNvPr id="149" name="Text 147"/>
          <p:cNvSpPr/>
          <p:nvPr/>
        </p:nvSpPr>
        <p:spPr>
          <a:xfrm>
            <a:off x="2066024" y="5037151"/>
            <a:ext cx="805947" cy="279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9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pPr algn="ctr" indent="0" marL="0">
              <a:buNone/>
            </a:pPr>
            <a:r>
              <a:rPr lang="en-US" sz="1600" i="1" baseline="-40000" dirty="0">
                <a:solidFill>
                  <a:srgbClr val="99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endParaRPr lang="en-US" sz="1600" dirty="0"/>
          </a:p>
        </p:txBody>
      </p:sp>
      <p:sp>
        <p:nvSpPr>
          <p:cNvPr id="150" name="Shape 148"/>
          <p:cNvSpPr/>
          <p:nvPr/>
        </p:nvSpPr>
        <p:spPr>
          <a:xfrm>
            <a:off x="3037124" y="5090314"/>
            <a:ext cx="158547" cy="212650"/>
          </a:xfrm>
          <a:prstGeom prst="rect">
            <a:avLst/>
          </a:prstGeom>
          <a:solidFill>
            <a:srgbClr val="FFFFCC"/>
          </a:solidFill>
          <a:ln/>
        </p:spPr>
      </p:sp>
      <p:sp>
        <p:nvSpPr>
          <p:cNvPr id="151" name="Shape 149"/>
          <p:cNvSpPr/>
          <p:nvPr/>
        </p:nvSpPr>
        <p:spPr>
          <a:xfrm>
            <a:off x="3195671" y="5090314"/>
            <a:ext cx="158547" cy="212650"/>
          </a:xfrm>
          <a:prstGeom prst="rect">
            <a:avLst/>
          </a:prstGeom>
          <a:solidFill>
            <a:srgbClr val="E4F6DC"/>
          </a:solidFill>
          <a:ln/>
        </p:spPr>
      </p:sp>
      <p:sp>
        <p:nvSpPr>
          <p:cNvPr id="152" name="Shape 150"/>
          <p:cNvSpPr/>
          <p:nvPr/>
        </p:nvSpPr>
        <p:spPr>
          <a:xfrm>
            <a:off x="3354217" y="5090314"/>
            <a:ext cx="158547" cy="212650"/>
          </a:xfrm>
          <a:prstGeom prst="rect">
            <a:avLst/>
          </a:prstGeom>
          <a:solidFill>
            <a:srgbClr val="FBE0CC"/>
          </a:solidFill>
          <a:ln/>
        </p:spPr>
      </p:sp>
      <p:sp>
        <p:nvSpPr>
          <p:cNvPr id="153" name="Shape 151"/>
          <p:cNvSpPr/>
          <p:nvPr/>
        </p:nvSpPr>
        <p:spPr>
          <a:xfrm>
            <a:off x="3512764" y="5090314"/>
            <a:ext cx="158547" cy="212650"/>
          </a:xfrm>
          <a:prstGeom prst="rect">
            <a:avLst/>
          </a:prstGeom>
          <a:solidFill>
            <a:srgbClr val="DEDEF8"/>
          </a:solidFill>
          <a:ln/>
        </p:spPr>
      </p:sp>
      <p:sp>
        <p:nvSpPr>
          <p:cNvPr id="154" name="Shape 152"/>
          <p:cNvSpPr/>
          <p:nvPr/>
        </p:nvSpPr>
        <p:spPr>
          <a:xfrm>
            <a:off x="3671311" y="5090314"/>
            <a:ext cx="158547" cy="212650"/>
          </a:xfrm>
          <a:prstGeom prst="rect">
            <a:avLst/>
          </a:prstGeom>
          <a:solidFill>
            <a:srgbClr val="F6D8EE"/>
          </a:solidFill>
          <a:ln/>
        </p:spPr>
      </p:sp>
      <p:sp>
        <p:nvSpPr>
          <p:cNvPr id="155" name="Shape 153"/>
          <p:cNvSpPr/>
          <p:nvPr/>
        </p:nvSpPr>
        <p:spPr>
          <a:xfrm>
            <a:off x="3037124" y="5090314"/>
            <a:ext cx="792734" cy="212650"/>
          </a:xfrm>
          <a:prstGeom prst="rect">
            <a:avLst/>
          </a:prstGeom>
          <a:ln w="9525">
            <a:solidFill>
              <a:srgbClr val="999999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3030518" y="5037151"/>
            <a:ext cx="805947" cy="279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9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pPr algn="ctr" indent="0" marL="0">
              <a:buNone/>
            </a:pPr>
            <a:r>
              <a:rPr lang="en-US" sz="1600" i="1" baseline="-40000" dirty="0">
                <a:solidFill>
                  <a:srgbClr val="99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600" dirty="0"/>
          </a:p>
        </p:txBody>
      </p:sp>
      <p:sp>
        <p:nvSpPr>
          <p:cNvPr id="157" name="Shape 155"/>
          <p:cNvSpPr/>
          <p:nvPr/>
        </p:nvSpPr>
        <p:spPr>
          <a:xfrm>
            <a:off x="4008223" y="5090314"/>
            <a:ext cx="158547" cy="212650"/>
          </a:xfrm>
          <a:prstGeom prst="rect">
            <a:avLst/>
          </a:prstGeom>
          <a:solidFill>
            <a:srgbClr val="FFFFCC"/>
          </a:solidFill>
          <a:ln/>
        </p:spPr>
      </p:sp>
      <p:sp>
        <p:nvSpPr>
          <p:cNvPr id="158" name="Shape 156"/>
          <p:cNvSpPr/>
          <p:nvPr/>
        </p:nvSpPr>
        <p:spPr>
          <a:xfrm>
            <a:off x="4166770" y="5090314"/>
            <a:ext cx="158547" cy="212650"/>
          </a:xfrm>
          <a:prstGeom prst="rect">
            <a:avLst/>
          </a:prstGeom>
          <a:solidFill>
            <a:srgbClr val="E4F6DC"/>
          </a:solidFill>
          <a:ln/>
        </p:spPr>
      </p:sp>
      <p:sp>
        <p:nvSpPr>
          <p:cNvPr id="159" name="Shape 157"/>
          <p:cNvSpPr/>
          <p:nvPr/>
        </p:nvSpPr>
        <p:spPr>
          <a:xfrm>
            <a:off x="4325317" y="5090314"/>
            <a:ext cx="158547" cy="212650"/>
          </a:xfrm>
          <a:prstGeom prst="rect">
            <a:avLst/>
          </a:prstGeom>
          <a:solidFill>
            <a:srgbClr val="FBE0CC"/>
          </a:solidFill>
          <a:ln/>
        </p:spPr>
      </p:sp>
      <p:sp>
        <p:nvSpPr>
          <p:cNvPr id="160" name="Shape 158"/>
          <p:cNvSpPr/>
          <p:nvPr/>
        </p:nvSpPr>
        <p:spPr>
          <a:xfrm>
            <a:off x="4483864" y="5090314"/>
            <a:ext cx="158547" cy="212650"/>
          </a:xfrm>
          <a:prstGeom prst="rect">
            <a:avLst/>
          </a:prstGeom>
          <a:solidFill>
            <a:srgbClr val="DEDEF8"/>
          </a:solidFill>
          <a:ln/>
        </p:spPr>
      </p:sp>
      <p:sp>
        <p:nvSpPr>
          <p:cNvPr id="161" name="Shape 159"/>
          <p:cNvSpPr/>
          <p:nvPr/>
        </p:nvSpPr>
        <p:spPr>
          <a:xfrm>
            <a:off x="4642411" y="5090314"/>
            <a:ext cx="158547" cy="212650"/>
          </a:xfrm>
          <a:prstGeom prst="rect">
            <a:avLst/>
          </a:prstGeom>
          <a:solidFill>
            <a:srgbClr val="F6D8EE"/>
          </a:solidFill>
          <a:ln/>
        </p:spPr>
      </p:sp>
      <p:sp>
        <p:nvSpPr>
          <p:cNvPr id="162" name="Shape 160"/>
          <p:cNvSpPr/>
          <p:nvPr/>
        </p:nvSpPr>
        <p:spPr>
          <a:xfrm>
            <a:off x="4008223" y="5090314"/>
            <a:ext cx="792734" cy="212650"/>
          </a:xfrm>
          <a:prstGeom prst="rect">
            <a:avLst/>
          </a:prstGeom>
          <a:ln w="9525">
            <a:solidFill>
              <a:srgbClr val="999999"/>
            </a:solidFill>
            <a:prstDash val="solid"/>
          </a:ln>
        </p:spPr>
      </p:sp>
      <p:sp>
        <p:nvSpPr>
          <p:cNvPr id="163" name="Text 161"/>
          <p:cNvSpPr/>
          <p:nvPr/>
        </p:nvSpPr>
        <p:spPr>
          <a:xfrm>
            <a:off x="4001617" y="5037151"/>
            <a:ext cx="805947" cy="279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9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pPr algn="ctr" indent="0" marL="0">
              <a:buNone/>
            </a:pPr>
            <a:r>
              <a:rPr lang="en-US" sz="1600" i="1" baseline="-40000" dirty="0">
                <a:solidFill>
                  <a:srgbClr val="99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600" dirty="0"/>
          </a:p>
        </p:txBody>
      </p:sp>
      <p:sp>
        <p:nvSpPr>
          <p:cNvPr id="164" name="Shape 162"/>
          <p:cNvSpPr/>
          <p:nvPr/>
        </p:nvSpPr>
        <p:spPr>
          <a:xfrm>
            <a:off x="4979323" y="5090314"/>
            <a:ext cx="158547" cy="212650"/>
          </a:xfrm>
          <a:prstGeom prst="rect">
            <a:avLst/>
          </a:prstGeom>
          <a:solidFill>
            <a:srgbClr val="FFFFCC"/>
          </a:solidFill>
          <a:ln/>
        </p:spPr>
      </p:sp>
      <p:sp>
        <p:nvSpPr>
          <p:cNvPr id="165" name="Shape 163"/>
          <p:cNvSpPr/>
          <p:nvPr/>
        </p:nvSpPr>
        <p:spPr>
          <a:xfrm>
            <a:off x="5137870" y="5090314"/>
            <a:ext cx="158547" cy="212650"/>
          </a:xfrm>
          <a:prstGeom prst="rect">
            <a:avLst/>
          </a:prstGeom>
          <a:solidFill>
            <a:srgbClr val="E4F6DC"/>
          </a:solidFill>
          <a:ln/>
        </p:spPr>
      </p:sp>
      <p:sp>
        <p:nvSpPr>
          <p:cNvPr id="166" name="Shape 164"/>
          <p:cNvSpPr/>
          <p:nvPr/>
        </p:nvSpPr>
        <p:spPr>
          <a:xfrm>
            <a:off x="5296416" y="5090314"/>
            <a:ext cx="158547" cy="212650"/>
          </a:xfrm>
          <a:prstGeom prst="rect">
            <a:avLst/>
          </a:prstGeom>
          <a:solidFill>
            <a:srgbClr val="FBE0CC"/>
          </a:solidFill>
          <a:ln/>
        </p:spPr>
      </p:sp>
      <p:sp>
        <p:nvSpPr>
          <p:cNvPr id="167" name="Shape 165"/>
          <p:cNvSpPr/>
          <p:nvPr/>
        </p:nvSpPr>
        <p:spPr>
          <a:xfrm>
            <a:off x="5454963" y="5090314"/>
            <a:ext cx="158547" cy="212650"/>
          </a:xfrm>
          <a:prstGeom prst="rect">
            <a:avLst/>
          </a:prstGeom>
          <a:solidFill>
            <a:srgbClr val="DEDEF8"/>
          </a:solidFill>
          <a:ln/>
        </p:spPr>
      </p:sp>
      <p:sp>
        <p:nvSpPr>
          <p:cNvPr id="168" name="Shape 166"/>
          <p:cNvSpPr/>
          <p:nvPr/>
        </p:nvSpPr>
        <p:spPr>
          <a:xfrm>
            <a:off x="5613510" y="5090314"/>
            <a:ext cx="158547" cy="212650"/>
          </a:xfrm>
          <a:prstGeom prst="rect">
            <a:avLst/>
          </a:prstGeom>
          <a:solidFill>
            <a:srgbClr val="F6D8EE"/>
          </a:solidFill>
          <a:ln/>
        </p:spPr>
      </p:sp>
      <p:sp>
        <p:nvSpPr>
          <p:cNvPr id="169" name="Shape 167"/>
          <p:cNvSpPr/>
          <p:nvPr/>
        </p:nvSpPr>
        <p:spPr>
          <a:xfrm>
            <a:off x="4979323" y="5090314"/>
            <a:ext cx="792734" cy="212650"/>
          </a:xfrm>
          <a:prstGeom prst="rect">
            <a:avLst/>
          </a:prstGeom>
          <a:ln w="9525">
            <a:solidFill>
              <a:srgbClr val="999999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4972717" y="5037151"/>
            <a:ext cx="805947" cy="279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9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pPr algn="ctr" indent="0" marL="0">
              <a:buNone/>
            </a:pPr>
            <a:r>
              <a:rPr lang="en-US" sz="1600" i="1" baseline="-40000" dirty="0">
                <a:solidFill>
                  <a:srgbClr val="99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600" dirty="0"/>
          </a:p>
        </p:txBody>
      </p:sp>
      <p:sp>
        <p:nvSpPr>
          <p:cNvPr id="171" name="Shape 169"/>
          <p:cNvSpPr/>
          <p:nvPr/>
        </p:nvSpPr>
        <p:spPr>
          <a:xfrm>
            <a:off x="5950422" y="5090314"/>
            <a:ext cx="158547" cy="212650"/>
          </a:xfrm>
          <a:prstGeom prst="rect">
            <a:avLst/>
          </a:prstGeom>
          <a:solidFill>
            <a:srgbClr val="FFFFCC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108969" y="5090314"/>
            <a:ext cx="158547" cy="212650"/>
          </a:xfrm>
          <a:prstGeom prst="rect">
            <a:avLst/>
          </a:prstGeom>
          <a:solidFill>
            <a:srgbClr val="E4F6DC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267516" y="5090314"/>
            <a:ext cx="158547" cy="212650"/>
          </a:xfrm>
          <a:prstGeom prst="rect">
            <a:avLst/>
          </a:prstGeom>
          <a:solidFill>
            <a:srgbClr val="FBE0CC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426063" y="5090314"/>
            <a:ext cx="158547" cy="212650"/>
          </a:xfrm>
          <a:prstGeom prst="rect">
            <a:avLst/>
          </a:prstGeom>
          <a:solidFill>
            <a:srgbClr val="DEDEF8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584610" y="5090314"/>
            <a:ext cx="158547" cy="212650"/>
          </a:xfrm>
          <a:prstGeom prst="rect">
            <a:avLst/>
          </a:prstGeom>
          <a:solidFill>
            <a:srgbClr val="F6D8EE"/>
          </a:solidFill>
          <a:ln/>
        </p:spPr>
      </p:sp>
      <p:sp>
        <p:nvSpPr>
          <p:cNvPr id="176" name="Shape 174"/>
          <p:cNvSpPr/>
          <p:nvPr/>
        </p:nvSpPr>
        <p:spPr>
          <a:xfrm>
            <a:off x="5950422" y="5090314"/>
            <a:ext cx="792734" cy="212650"/>
          </a:xfrm>
          <a:prstGeom prst="rect">
            <a:avLst/>
          </a:prstGeom>
          <a:ln w="9525">
            <a:solidFill>
              <a:srgbClr val="999999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5943816" y="5037151"/>
            <a:ext cx="805947" cy="279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9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pPr algn="ctr" indent="0" marL="0">
              <a:buNone/>
            </a:pPr>
            <a:r>
              <a:rPr lang="en-US" sz="1600" i="1" baseline="-40000" dirty="0">
                <a:solidFill>
                  <a:srgbClr val="99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600" dirty="0"/>
          </a:p>
        </p:txBody>
      </p:sp>
      <p:sp>
        <p:nvSpPr>
          <p:cNvPr id="178" name="Shape 176"/>
          <p:cNvSpPr/>
          <p:nvPr/>
        </p:nvSpPr>
        <p:spPr>
          <a:xfrm>
            <a:off x="6908310" y="5090314"/>
            <a:ext cx="158547" cy="212650"/>
          </a:xfrm>
          <a:prstGeom prst="rect">
            <a:avLst/>
          </a:prstGeom>
          <a:solidFill>
            <a:srgbClr val="FFFFCC"/>
          </a:solidFill>
          <a:ln/>
        </p:spPr>
      </p:sp>
      <p:sp>
        <p:nvSpPr>
          <p:cNvPr id="179" name="Shape 177"/>
          <p:cNvSpPr/>
          <p:nvPr/>
        </p:nvSpPr>
        <p:spPr>
          <a:xfrm>
            <a:off x="7066856" y="5090314"/>
            <a:ext cx="158547" cy="212650"/>
          </a:xfrm>
          <a:prstGeom prst="rect">
            <a:avLst/>
          </a:prstGeom>
          <a:solidFill>
            <a:srgbClr val="E4F6DC"/>
          </a:solidFill>
          <a:ln/>
        </p:spPr>
      </p:sp>
      <p:sp>
        <p:nvSpPr>
          <p:cNvPr id="180" name="Shape 178"/>
          <p:cNvSpPr/>
          <p:nvPr/>
        </p:nvSpPr>
        <p:spPr>
          <a:xfrm>
            <a:off x="7225403" y="5090314"/>
            <a:ext cx="158547" cy="212650"/>
          </a:xfrm>
          <a:prstGeom prst="rect">
            <a:avLst/>
          </a:prstGeom>
          <a:solidFill>
            <a:srgbClr val="FBE0CC"/>
          </a:solidFill>
          <a:ln/>
        </p:spPr>
      </p:sp>
      <p:sp>
        <p:nvSpPr>
          <p:cNvPr id="181" name="Shape 179"/>
          <p:cNvSpPr/>
          <p:nvPr/>
        </p:nvSpPr>
        <p:spPr>
          <a:xfrm>
            <a:off x="7383950" y="5090314"/>
            <a:ext cx="158547" cy="212650"/>
          </a:xfrm>
          <a:prstGeom prst="rect">
            <a:avLst/>
          </a:prstGeom>
          <a:solidFill>
            <a:srgbClr val="DEDEF8"/>
          </a:solidFill>
          <a:ln/>
        </p:spPr>
      </p:sp>
      <p:sp>
        <p:nvSpPr>
          <p:cNvPr id="182" name="Shape 180"/>
          <p:cNvSpPr/>
          <p:nvPr/>
        </p:nvSpPr>
        <p:spPr>
          <a:xfrm>
            <a:off x="7542497" y="5090314"/>
            <a:ext cx="158547" cy="212650"/>
          </a:xfrm>
          <a:prstGeom prst="rect">
            <a:avLst/>
          </a:prstGeom>
          <a:solidFill>
            <a:srgbClr val="F6D8EE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08310" y="5090314"/>
            <a:ext cx="792734" cy="212650"/>
          </a:xfrm>
          <a:prstGeom prst="rect">
            <a:avLst/>
          </a:prstGeom>
          <a:ln w="9525">
            <a:solidFill>
              <a:srgbClr val="999999"/>
            </a:solidFill>
            <a:prstDash val="solid"/>
          </a:ln>
        </p:spPr>
      </p:sp>
      <p:sp>
        <p:nvSpPr>
          <p:cNvPr id="184" name="Text 182"/>
          <p:cNvSpPr/>
          <p:nvPr/>
        </p:nvSpPr>
        <p:spPr>
          <a:xfrm>
            <a:off x="6901703" y="5037151"/>
            <a:ext cx="805947" cy="279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9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pPr algn="ctr" indent="0" marL="0">
              <a:buNone/>
            </a:pPr>
            <a:r>
              <a:rPr lang="en-US" sz="1600" i="1" baseline="-40000" dirty="0">
                <a:solidFill>
                  <a:srgbClr val="99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600" dirty="0"/>
          </a:p>
        </p:txBody>
      </p:sp>
      <p:sp>
        <p:nvSpPr>
          <p:cNvPr id="185" name="Shape 183"/>
          <p:cNvSpPr/>
          <p:nvPr/>
        </p:nvSpPr>
        <p:spPr>
          <a:xfrm>
            <a:off x="9445059" y="5090314"/>
            <a:ext cx="158547" cy="212650"/>
          </a:xfrm>
          <a:prstGeom prst="rect">
            <a:avLst/>
          </a:prstGeom>
          <a:solidFill>
            <a:srgbClr val="FFFFCC"/>
          </a:solidFill>
          <a:ln/>
        </p:spPr>
      </p:sp>
      <p:sp>
        <p:nvSpPr>
          <p:cNvPr id="186" name="Shape 184"/>
          <p:cNvSpPr/>
          <p:nvPr/>
        </p:nvSpPr>
        <p:spPr>
          <a:xfrm>
            <a:off x="9603606" y="5090314"/>
            <a:ext cx="158547" cy="212650"/>
          </a:xfrm>
          <a:prstGeom prst="rect">
            <a:avLst/>
          </a:prstGeom>
          <a:solidFill>
            <a:srgbClr val="E4F6DC"/>
          </a:solidFill>
          <a:ln/>
        </p:spPr>
      </p:sp>
      <p:sp>
        <p:nvSpPr>
          <p:cNvPr id="187" name="Shape 185"/>
          <p:cNvSpPr/>
          <p:nvPr/>
        </p:nvSpPr>
        <p:spPr>
          <a:xfrm>
            <a:off x="9762153" y="5090314"/>
            <a:ext cx="158547" cy="212650"/>
          </a:xfrm>
          <a:prstGeom prst="rect">
            <a:avLst/>
          </a:prstGeom>
          <a:solidFill>
            <a:srgbClr val="FBE0CC"/>
          </a:solidFill>
          <a:ln/>
        </p:spPr>
      </p:sp>
      <p:sp>
        <p:nvSpPr>
          <p:cNvPr id="188" name="Shape 186"/>
          <p:cNvSpPr/>
          <p:nvPr/>
        </p:nvSpPr>
        <p:spPr>
          <a:xfrm>
            <a:off x="9920700" y="5090314"/>
            <a:ext cx="158547" cy="212650"/>
          </a:xfrm>
          <a:prstGeom prst="rect">
            <a:avLst/>
          </a:prstGeom>
          <a:solidFill>
            <a:srgbClr val="DEDEF8"/>
          </a:solidFill>
          <a:ln/>
        </p:spPr>
      </p:sp>
      <p:sp>
        <p:nvSpPr>
          <p:cNvPr id="189" name="Shape 187"/>
          <p:cNvSpPr/>
          <p:nvPr/>
        </p:nvSpPr>
        <p:spPr>
          <a:xfrm>
            <a:off x="10079247" y="5090314"/>
            <a:ext cx="158547" cy="212650"/>
          </a:xfrm>
          <a:prstGeom prst="rect">
            <a:avLst/>
          </a:prstGeom>
          <a:solidFill>
            <a:srgbClr val="F6D8EE"/>
          </a:solidFill>
          <a:ln/>
        </p:spPr>
      </p:sp>
      <p:sp>
        <p:nvSpPr>
          <p:cNvPr id="190" name="Shape 188"/>
          <p:cNvSpPr/>
          <p:nvPr/>
        </p:nvSpPr>
        <p:spPr>
          <a:xfrm>
            <a:off x="9445059" y="5090314"/>
            <a:ext cx="792734" cy="212650"/>
          </a:xfrm>
          <a:prstGeom prst="rect">
            <a:avLst/>
          </a:prstGeom>
          <a:ln w="9525">
            <a:solidFill>
              <a:srgbClr val="999999"/>
            </a:solidFill>
            <a:prstDash val="solid"/>
          </a:ln>
        </p:spPr>
      </p:sp>
      <p:sp>
        <p:nvSpPr>
          <p:cNvPr id="191" name="Text 189"/>
          <p:cNvSpPr/>
          <p:nvPr/>
        </p:nvSpPr>
        <p:spPr>
          <a:xfrm>
            <a:off x="9438453" y="5037151"/>
            <a:ext cx="805947" cy="279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9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pPr algn="ctr" indent="0" marL="0">
              <a:buNone/>
            </a:pPr>
            <a:r>
              <a:rPr lang="en-US" sz="1600" i="1" baseline="-40000" dirty="0">
                <a:solidFill>
                  <a:srgbClr val="99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N-2</a:t>
            </a:r>
            <a:endParaRPr lang="en-US" sz="1600" dirty="0"/>
          </a:p>
        </p:txBody>
      </p:sp>
      <p:sp>
        <p:nvSpPr>
          <p:cNvPr id="192" name="Shape 190"/>
          <p:cNvSpPr/>
          <p:nvPr/>
        </p:nvSpPr>
        <p:spPr>
          <a:xfrm>
            <a:off x="10409553" y="5090314"/>
            <a:ext cx="158547" cy="212650"/>
          </a:xfrm>
          <a:prstGeom prst="rect">
            <a:avLst/>
          </a:prstGeom>
          <a:solidFill>
            <a:srgbClr val="FFFFCC"/>
          </a:solidFill>
          <a:ln/>
        </p:spPr>
      </p:sp>
      <p:sp>
        <p:nvSpPr>
          <p:cNvPr id="193" name="Shape 191"/>
          <p:cNvSpPr/>
          <p:nvPr/>
        </p:nvSpPr>
        <p:spPr>
          <a:xfrm>
            <a:off x="10568100" y="5090314"/>
            <a:ext cx="158547" cy="212650"/>
          </a:xfrm>
          <a:prstGeom prst="rect">
            <a:avLst/>
          </a:prstGeom>
          <a:solidFill>
            <a:srgbClr val="E4F6DC"/>
          </a:solidFill>
          <a:ln/>
        </p:spPr>
      </p:sp>
      <p:sp>
        <p:nvSpPr>
          <p:cNvPr id="194" name="Shape 192"/>
          <p:cNvSpPr/>
          <p:nvPr/>
        </p:nvSpPr>
        <p:spPr>
          <a:xfrm>
            <a:off x="10726646" y="5090314"/>
            <a:ext cx="158547" cy="212650"/>
          </a:xfrm>
          <a:prstGeom prst="rect">
            <a:avLst/>
          </a:prstGeom>
          <a:solidFill>
            <a:srgbClr val="FBE0CC"/>
          </a:solidFill>
          <a:ln/>
        </p:spPr>
      </p:sp>
      <p:sp>
        <p:nvSpPr>
          <p:cNvPr id="195" name="Shape 193"/>
          <p:cNvSpPr/>
          <p:nvPr/>
        </p:nvSpPr>
        <p:spPr>
          <a:xfrm>
            <a:off x="10885193" y="5090314"/>
            <a:ext cx="158547" cy="212650"/>
          </a:xfrm>
          <a:prstGeom prst="rect">
            <a:avLst/>
          </a:prstGeom>
          <a:solidFill>
            <a:srgbClr val="DEDEF8"/>
          </a:solidFill>
          <a:ln/>
        </p:spPr>
      </p:sp>
      <p:sp>
        <p:nvSpPr>
          <p:cNvPr id="196" name="Shape 194"/>
          <p:cNvSpPr/>
          <p:nvPr/>
        </p:nvSpPr>
        <p:spPr>
          <a:xfrm>
            <a:off x="11043740" y="5090314"/>
            <a:ext cx="158547" cy="212650"/>
          </a:xfrm>
          <a:prstGeom prst="rect">
            <a:avLst/>
          </a:prstGeom>
          <a:solidFill>
            <a:srgbClr val="F6D8EE"/>
          </a:solidFill>
          <a:ln/>
        </p:spPr>
      </p:sp>
      <p:sp>
        <p:nvSpPr>
          <p:cNvPr id="197" name="Shape 195"/>
          <p:cNvSpPr/>
          <p:nvPr/>
        </p:nvSpPr>
        <p:spPr>
          <a:xfrm>
            <a:off x="10409553" y="5090314"/>
            <a:ext cx="792734" cy="212650"/>
          </a:xfrm>
          <a:prstGeom prst="rect">
            <a:avLst/>
          </a:prstGeom>
          <a:ln w="9525">
            <a:solidFill>
              <a:srgbClr val="999999"/>
            </a:solidFill>
            <a:prstDash val="solid"/>
          </a:ln>
        </p:spPr>
      </p:sp>
      <p:sp>
        <p:nvSpPr>
          <p:cNvPr id="198" name="Text 196"/>
          <p:cNvSpPr/>
          <p:nvPr/>
        </p:nvSpPr>
        <p:spPr>
          <a:xfrm>
            <a:off x="10402947" y="5037151"/>
            <a:ext cx="805947" cy="279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9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pPr algn="ctr" indent="0" marL="0">
              <a:buNone/>
            </a:pPr>
            <a:r>
              <a:rPr lang="en-US" sz="1600" i="1" baseline="-40000" dirty="0">
                <a:solidFill>
                  <a:srgbClr val="99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N-1</a:t>
            </a:r>
            <a:endParaRPr lang="en-US" sz="1600" dirty="0"/>
          </a:p>
        </p:txBody>
      </p:sp>
      <p:sp>
        <p:nvSpPr>
          <p:cNvPr id="199" name="Shape 197"/>
          <p:cNvSpPr/>
          <p:nvPr/>
        </p:nvSpPr>
        <p:spPr>
          <a:xfrm>
            <a:off x="7995016" y="5140153"/>
            <a:ext cx="112304" cy="11297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00" name="Shape 198"/>
          <p:cNvSpPr/>
          <p:nvPr/>
        </p:nvSpPr>
        <p:spPr>
          <a:xfrm>
            <a:off x="8232836" y="5140153"/>
            <a:ext cx="112304" cy="11297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01" name="Shape 199"/>
          <p:cNvSpPr/>
          <p:nvPr/>
        </p:nvSpPr>
        <p:spPr>
          <a:xfrm>
            <a:off x="8477263" y="5140153"/>
            <a:ext cx="112304" cy="11297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02" name="Shape 200"/>
          <p:cNvSpPr/>
          <p:nvPr/>
        </p:nvSpPr>
        <p:spPr>
          <a:xfrm>
            <a:off x="8715083" y="5140153"/>
            <a:ext cx="112304" cy="11297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03" name="Shape 201"/>
          <p:cNvSpPr/>
          <p:nvPr/>
        </p:nvSpPr>
        <p:spPr>
          <a:xfrm>
            <a:off x="8919873" y="5140153"/>
            <a:ext cx="112304" cy="11297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04" name="Shape 202"/>
          <p:cNvSpPr/>
          <p:nvPr/>
        </p:nvSpPr>
        <p:spPr>
          <a:xfrm>
            <a:off x="1920690" y="4970698"/>
            <a:ext cx="9433538" cy="0"/>
          </a:xfrm>
          <a:prstGeom prst="line">
            <a:avLst/>
          </a:prstGeom>
          <a:noFill/>
          <a:ln w="31750">
            <a:solidFill>
              <a:srgbClr val="00008B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 rot="10800000">
            <a:off x="2369906" y="4864373"/>
            <a:ext cx="198184" cy="93034"/>
          </a:xfrm>
          <a:prstGeom prst="triangle">
            <a:avLst/>
          </a:prstGeom>
          <a:solidFill>
            <a:srgbClr val="00008B"/>
          </a:solidFill>
          <a:ln/>
        </p:spPr>
      </p:sp>
      <p:sp>
        <p:nvSpPr>
          <p:cNvPr id="206" name="Shape 204"/>
          <p:cNvSpPr/>
          <p:nvPr/>
        </p:nvSpPr>
        <p:spPr>
          <a:xfrm>
            <a:off x="2409542" y="4983988"/>
            <a:ext cx="118910" cy="79744"/>
          </a:xfrm>
          <a:prstGeom prst="rect">
            <a:avLst/>
          </a:prstGeom>
          <a:solidFill>
            <a:srgbClr val="00008B"/>
          </a:solidFill>
          <a:ln/>
        </p:spPr>
      </p:sp>
      <p:sp>
        <p:nvSpPr>
          <p:cNvPr id="207" name="Shape 205"/>
          <p:cNvSpPr/>
          <p:nvPr/>
        </p:nvSpPr>
        <p:spPr>
          <a:xfrm rot="10800000">
            <a:off x="3334399" y="4864373"/>
            <a:ext cx="198184" cy="93034"/>
          </a:xfrm>
          <a:prstGeom prst="triangle">
            <a:avLst/>
          </a:prstGeom>
          <a:solidFill>
            <a:srgbClr val="00008B"/>
          </a:solidFill>
          <a:ln/>
        </p:spPr>
      </p:sp>
      <p:sp>
        <p:nvSpPr>
          <p:cNvPr id="208" name="Shape 206"/>
          <p:cNvSpPr/>
          <p:nvPr/>
        </p:nvSpPr>
        <p:spPr>
          <a:xfrm>
            <a:off x="3374036" y="4983988"/>
            <a:ext cx="118910" cy="79744"/>
          </a:xfrm>
          <a:prstGeom prst="rect">
            <a:avLst/>
          </a:prstGeom>
          <a:solidFill>
            <a:srgbClr val="00008B"/>
          </a:solidFill>
          <a:ln/>
        </p:spPr>
      </p:sp>
      <p:sp>
        <p:nvSpPr>
          <p:cNvPr id="209" name="Shape 207"/>
          <p:cNvSpPr/>
          <p:nvPr/>
        </p:nvSpPr>
        <p:spPr>
          <a:xfrm rot="10800000">
            <a:off x="4305499" y="4864373"/>
            <a:ext cx="198184" cy="93034"/>
          </a:xfrm>
          <a:prstGeom prst="triangle">
            <a:avLst/>
          </a:prstGeom>
          <a:solidFill>
            <a:srgbClr val="00008B"/>
          </a:solidFill>
          <a:ln/>
        </p:spPr>
      </p:sp>
      <p:sp>
        <p:nvSpPr>
          <p:cNvPr id="210" name="Shape 208"/>
          <p:cNvSpPr/>
          <p:nvPr/>
        </p:nvSpPr>
        <p:spPr>
          <a:xfrm>
            <a:off x="4345135" y="4983988"/>
            <a:ext cx="118910" cy="79744"/>
          </a:xfrm>
          <a:prstGeom prst="rect">
            <a:avLst/>
          </a:prstGeom>
          <a:solidFill>
            <a:srgbClr val="00008B"/>
          </a:solidFill>
          <a:ln/>
        </p:spPr>
      </p:sp>
      <p:sp>
        <p:nvSpPr>
          <p:cNvPr id="211" name="Shape 209"/>
          <p:cNvSpPr/>
          <p:nvPr/>
        </p:nvSpPr>
        <p:spPr>
          <a:xfrm rot="10800000">
            <a:off x="5276598" y="4864373"/>
            <a:ext cx="198184" cy="93034"/>
          </a:xfrm>
          <a:prstGeom prst="triangle">
            <a:avLst/>
          </a:prstGeom>
          <a:solidFill>
            <a:srgbClr val="00008B"/>
          </a:solidFill>
          <a:ln/>
        </p:spPr>
      </p:sp>
      <p:sp>
        <p:nvSpPr>
          <p:cNvPr id="212" name="Shape 210"/>
          <p:cNvSpPr/>
          <p:nvPr/>
        </p:nvSpPr>
        <p:spPr>
          <a:xfrm>
            <a:off x="5316235" y="4983988"/>
            <a:ext cx="118910" cy="79744"/>
          </a:xfrm>
          <a:prstGeom prst="rect">
            <a:avLst/>
          </a:prstGeom>
          <a:solidFill>
            <a:srgbClr val="00008B"/>
          </a:solidFill>
          <a:ln/>
        </p:spPr>
      </p:sp>
      <p:sp>
        <p:nvSpPr>
          <p:cNvPr id="213" name="Shape 211"/>
          <p:cNvSpPr/>
          <p:nvPr/>
        </p:nvSpPr>
        <p:spPr>
          <a:xfrm rot="10800000">
            <a:off x="6247698" y="4864373"/>
            <a:ext cx="198184" cy="93034"/>
          </a:xfrm>
          <a:prstGeom prst="triangle">
            <a:avLst/>
          </a:prstGeom>
          <a:solidFill>
            <a:srgbClr val="00008B"/>
          </a:solidFill>
          <a:ln/>
        </p:spPr>
      </p:sp>
      <p:sp>
        <p:nvSpPr>
          <p:cNvPr id="214" name="Shape 212"/>
          <p:cNvSpPr/>
          <p:nvPr/>
        </p:nvSpPr>
        <p:spPr>
          <a:xfrm>
            <a:off x="6287334" y="4983988"/>
            <a:ext cx="118910" cy="79744"/>
          </a:xfrm>
          <a:prstGeom prst="rect">
            <a:avLst/>
          </a:prstGeom>
          <a:solidFill>
            <a:srgbClr val="00008B"/>
          </a:solidFill>
          <a:ln/>
        </p:spPr>
      </p:sp>
      <p:sp>
        <p:nvSpPr>
          <p:cNvPr id="215" name="Shape 213"/>
          <p:cNvSpPr/>
          <p:nvPr/>
        </p:nvSpPr>
        <p:spPr>
          <a:xfrm rot="10800000">
            <a:off x="7205585" y="4864373"/>
            <a:ext cx="198184" cy="93034"/>
          </a:xfrm>
          <a:prstGeom prst="triangle">
            <a:avLst/>
          </a:prstGeom>
          <a:solidFill>
            <a:srgbClr val="00008B"/>
          </a:solidFill>
          <a:ln/>
        </p:spPr>
      </p:sp>
      <p:sp>
        <p:nvSpPr>
          <p:cNvPr id="216" name="Shape 214"/>
          <p:cNvSpPr/>
          <p:nvPr/>
        </p:nvSpPr>
        <p:spPr>
          <a:xfrm>
            <a:off x="7245222" y="4983988"/>
            <a:ext cx="118910" cy="79744"/>
          </a:xfrm>
          <a:prstGeom prst="rect">
            <a:avLst/>
          </a:prstGeom>
          <a:solidFill>
            <a:srgbClr val="00008B"/>
          </a:solidFill>
          <a:ln/>
        </p:spPr>
      </p:sp>
      <p:sp>
        <p:nvSpPr>
          <p:cNvPr id="217" name="Shape 215"/>
          <p:cNvSpPr/>
          <p:nvPr/>
        </p:nvSpPr>
        <p:spPr>
          <a:xfrm rot="10800000">
            <a:off x="9742335" y="4864373"/>
            <a:ext cx="198184" cy="93034"/>
          </a:xfrm>
          <a:prstGeom prst="triangle">
            <a:avLst/>
          </a:prstGeom>
          <a:solidFill>
            <a:srgbClr val="00008B"/>
          </a:solidFill>
          <a:ln/>
        </p:spPr>
      </p:sp>
      <p:sp>
        <p:nvSpPr>
          <p:cNvPr id="218" name="Shape 216"/>
          <p:cNvSpPr/>
          <p:nvPr/>
        </p:nvSpPr>
        <p:spPr>
          <a:xfrm>
            <a:off x="9781971" y="4983988"/>
            <a:ext cx="118910" cy="79744"/>
          </a:xfrm>
          <a:prstGeom prst="rect">
            <a:avLst/>
          </a:prstGeom>
          <a:solidFill>
            <a:srgbClr val="00008B"/>
          </a:solidFill>
          <a:ln/>
        </p:spPr>
      </p:sp>
      <p:sp>
        <p:nvSpPr>
          <p:cNvPr id="219" name="Shape 217"/>
          <p:cNvSpPr/>
          <p:nvPr/>
        </p:nvSpPr>
        <p:spPr>
          <a:xfrm rot="10800000">
            <a:off x="10706828" y="4864373"/>
            <a:ext cx="198184" cy="93034"/>
          </a:xfrm>
          <a:prstGeom prst="triangle">
            <a:avLst/>
          </a:prstGeom>
          <a:solidFill>
            <a:srgbClr val="00008B"/>
          </a:solidFill>
          <a:ln/>
        </p:spPr>
      </p:sp>
      <p:sp>
        <p:nvSpPr>
          <p:cNvPr id="220" name="Shape 218"/>
          <p:cNvSpPr/>
          <p:nvPr/>
        </p:nvSpPr>
        <p:spPr>
          <a:xfrm>
            <a:off x="10746465" y="4983988"/>
            <a:ext cx="118910" cy="79744"/>
          </a:xfrm>
          <a:prstGeom prst="rect">
            <a:avLst/>
          </a:prstGeom>
          <a:solidFill>
            <a:srgbClr val="00008B"/>
          </a:solidFill>
          <a:ln/>
        </p:spPr>
      </p:sp>
      <p:sp>
        <p:nvSpPr>
          <p:cNvPr id="221" name="Shape 219"/>
          <p:cNvSpPr/>
          <p:nvPr/>
        </p:nvSpPr>
        <p:spPr>
          <a:xfrm>
            <a:off x="2383118" y="5329545"/>
            <a:ext cx="171759" cy="199360"/>
          </a:xfrm>
          <a:prstGeom prst="upArrow">
            <a:avLst/>
          </a:prstGeom>
          <a:solidFill>
            <a:srgbClr val="FFFFFF"/>
          </a:solidFill>
          <a:ln w="9525">
            <a:solidFill>
              <a:srgbClr val="00008B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3347611" y="5329545"/>
            <a:ext cx="171759" cy="199360"/>
          </a:xfrm>
          <a:prstGeom prst="upArrow">
            <a:avLst/>
          </a:prstGeom>
          <a:solidFill>
            <a:srgbClr val="FFFFFF"/>
          </a:solidFill>
          <a:ln w="9525">
            <a:solidFill>
              <a:srgbClr val="00008B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4318711" y="5329545"/>
            <a:ext cx="171759" cy="199360"/>
          </a:xfrm>
          <a:prstGeom prst="upArrow">
            <a:avLst/>
          </a:prstGeom>
          <a:solidFill>
            <a:srgbClr val="FFFFFF"/>
          </a:solidFill>
          <a:ln w="9525">
            <a:solidFill>
              <a:srgbClr val="00008B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5289810" y="5329545"/>
            <a:ext cx="171759" cy="199360"/>
          </a:xfrm>
          <a:prstGeom prst="upArrow">
            <a:avLst/>
          </a:prstGeom>
          <a:solidFill>
            <a:srgbClr val="FFFFFF"/>
          </a:solidFill>
          <a:ln w="9525">
            <a:solidFill>
              <a:srgbClr val="00008B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6260910" y="5329545"/>
            <a:ext cx="171759" cy="199360"/>
          </a:xfrm>
          <a:prstGeom prst="upArrow">
            <a:avLst/>
          </a:prstGeom>
          <a:solidFill>
            <a:srgbClr val="FFFFFF"/>
          </a:solidFill>
          <a:ln w="9525">
            <a:solidFill>
              <a:srgbClr val="00008B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218797" y="5329545"/>
            <a:ext cx="171759" cy="199360"/>
          </a:xfrm>
          <a:prstGeom prst="upArrow">
            <a:avLst/>
          </a:prstGeom>
          <a:solidFill>
            <a:srgbClr val="FFFFFF"/>
          </a:solidFill>
          <a:ln w="9525">
            <a:solidFill>
              <a:srgbClr val="00008B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9755547" y="5329545"/>
            <a:ext cx="171759" cy="199360"/>
          </a:xfrm>
          <a:prstGeom prst="upArrow">
            <a:avLst/>
          </a:prstGeom>
          <a:solidFill>
            <a:srgbClr val="FFFFFF"/>
          </a:solidFill>
          <a:ln w="9525">
            <a:solidFill>
              <a:srgbClr val="00008B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10720040" y="5329545"/>
            <a:ext cx="171759" cy="199360"/>
          </a:xfrm>
          <a:prstGeom prst="upArrow">
            <a:avLst/>
          </a:prstGeom>
          <a:solidFill>
            <a:srgbClr val="FFFFFF"/>
          </a:solidFill>
          <a:ln w="9525">
            <a:solidFill>
              <a:srgbClr val="00008B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2026387" y="5542195"/>
            <a:ext cx="9235355" cy="651241"/>
          </a:xfrm>
          <a:prstGeom prst="rect">
            <a:avLst/>
          </a:prstGeom>
          <a:solidFill>
            <a:srgbClr val="FFFFFF"/>
          </a:solidFill>
          <a:ln w="31750">
            <a:solidFill>
              <a:srgbClr val="111111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2052812" y="5568776"/>
            <a:ext cx="9182506" cy="305685"/>
          </a:xfrm>
          <a:prstGeom prst="rect">
            <a:avLst/>
          </a:prstGeom>
          <a:solidFill>
            <a:srgbClr val="FDE9D9"/>
          </a:solidFill>
          <a:ln/>
        </p:spPr>
      </p:sp>
      <p:sp>
        <p:nvSpPr>
          <p:cNvPr id="231" name="Shape 229"/>
          <p:cNvSpPr/>
          <p:nvPr/>
        </p:nvSpPr>
        <p:spPr>
          <a:xfrm>
            <a:off x="2052812" y="5874461"/>
            <a:ext cx="9182506" cy="292394"/>
          </a:xfrm>
          <a:prstGeom prst="rect">
            <a:avLst/>
          </a:prstGeom>
          <a:solidFill>
            <a:srgbClr val="CCFFFF"/>
          </a:solidFill>
          <a:ln/>
        </p:spPr>
      </p:sp>
      <p:sp>
        <p:nvSpPr>
          <p:cNvPr id="232" name="Text 230"/>
          <p:cNvSpPr/>
          <p:nvPr/>
        </p:nvSpPr>
        <p:spPr>
          <a:xfrm>
            <a:off x="2052812" y="5568776"/>
            <a:ext cx="9182506" cy="3056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36C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Embedding</a:t>
            </a:r>
            <a:endParaRPr lang="en-US" sz="1300" dirty="0"/>
          </a:p>
        </p:txBody>
      </p:sp>
      <p:sp>
        <p:nvSpPr>
          <p:cNvPr id="233" name="Text 231"/>
          <p:cNvSpPr/>
          <p:nvPr/>
        </p:nvSpPr>
        <p:spPr>
          <a:xfrm>
            <a:off x="2052812" y="5874461"/>
            <a:ext cx="9182506" cy="292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Positional  Encoding / Embedding</a:t>
            </a:r>
            <a:endParaRPr lang="en-US" sz="1200" dirty="0"/>
          </a:p>
        </p:txBody>
      </p:sp>
      <p:sp>
        <p:nvSpPr>
          <p:cNvPr id="234" name="Shape 232"/>
          <p:cNvSpPr/>
          <p:nvPr/>
        </p:nvSpPr>
        <p:spPr>
          <a:xfrm>
            <a:off x="2383118" y="6206727"/>
            <a:ext cx="171759" cy="199360"/>
          </a:xfrm>
          <a:prstGeom prst="upArrow">
            <a:avLst/>
          </a:prstGeom>
          <a:solidFill>
            <a:srgbClr val="FFFFFF"/>
          </a:solidFill>
          <a:ln w="9525">
            <a:solidFill>
              <a:srgbClr val="00008B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3347611" y="6206727"/>
            <a:ext cx="171759" cy="199360"/>
          </a:xfrm>
          <a:prstGeom prst="upArrow">
            <a:avLst/>
          </a:prstGeom>
          <a:solidFill>
            <a:srgbClr val="FFFFFF"/>
          </a:solidFill>
          <a:ln w="9525">
            <a:solidFill>
              <a:srgbClr val="00008B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4318711" y="6206727"/>
            <a:ext cx="171759" cy="199360"/>
          </a:xfrm>
          <a:prstGeom prst="upArrow">
            <a:avLst/>
          </a:prstGeom>
          <a:solidFill>
            <a:srgbClr val="FFFFFF"/>
          </a:solidFill>
          <a:ln w="9525">
            <a:solidFill>
              <a:srgbClr val="00008B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5289810" y="6206727"/>
            <a:ext cx="171759" cy="199360"/>
          </a:xfrm>
          <a:prstGeom prst="upArrow">
            <a:avLst/>
          </a:prstGeom>
          <a:solidFill>
            <a:srgbClr val="FFFFFF"/>
          </a:solidFill>
          <a:ln w="9525">
            <a:solidFill>
              <a:srgbClr val="00008B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6260910" y="6206727"/>
            <a:ext cx="171759" cy="199360"/>
          </a:xfrm>
          <a:prstGeom prst="upArrow">
            <a:avLst/>
          </a:prstGeom>
          <a:solidFill>
            <a:srgbClr val="FFFFFF"/>
          </a:solidFill>
          <a:ln w="9525">
            <a:solidFill>
              <a:srgbClr val="00008B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7218797" y="6206727"/>
            <a:ext cx="171759" cy="199360"/>
          </a:xfrm>
          <a:prstGeom prst="upArrow">
            <a:avLst/>
          </a:prstGeom>
          <a:solidFill>
            <a:srgbClr val="FFFFFF"/>
          </a:solidFill>
          <a:ln w="9525">
            <a:solidFill>
              <a:srgbClr val="00008B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9755547" y="6206727"/>
            <a:ext cx="171759" cy="199360"/>
          </a:xfrm>
          <a:prstGeom prst="upArrow">
            <a:avLst/>
          </a:prstGeom>
          <a:solidFill>
            <a:srgbClr val="FFFFFF"/>
          </a:solidFill>
          <a:ln w="9525">
            <a:solidFill>
              <a:srgbClr val="00008B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10720040" y="6206727"/>
            <a:ext cx="171759" cy="199360"/>
          </a:xfrm>
          <a:prstGeom prst="upArrow">
            <a:avLst/>
          </a:prstGeom>
          <a:solidFill>
            <a:srgbClr val="FFFFFF"/>
          </a:solidFill>
          <a:ln w="9525">
            <a:solidFill>
              <a:srgbClr val="00008B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2072630" y="6406086"/>
            <a:ext cx="792734" cy="279103"/>
          </a:xfrm>
          <a:prstGeom prst="rect">
            <a:avLst/>
          </a:prstGeom>
          <a:solidFill>
            <a:srgbClr val="FFFFFF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243" name="Text 241"/>
          <p:cNvSpPr/>
          <p:nvPr/>
        </p:nvSpPr>
        <p:spPr>
          <a:xfrm>
            <a:off x="2072630" y="6406086"/>
            <a:ext cx="792734" cy="27910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9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Word 0</a:t>
            </a:r>
            <a:endParaRPr lang="en-US" sz="1600" dirty="0"/>
          </a:p>
        </p:txBody>
      </p:sp>
      <p:sp>
        <p:nvSpPr>
          <p:cNvPr id="244" name="Shape 242"/>
          <p:cNvSpPr/>
          <p:nvPr/>
        </p:nvSpPr>
        <p:spPr>
          <a:xfrm>
            <a:off x="3037124" y="6406086"/>
            <a:ext cx="792734" cy="279103"/>
          </a:xfrm>
          <a:prstGeom prst="rect">
            <a:avLst/>
          </a:prstGeom>
          <a:solidFill>
            <a:srgbClr val="FFFFFF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245" name="Text 243"/>
          <p:cNvSpPr/>
          <p:nvPr/>
        </p:nvSpPr>
        <p:spPr>
          <a:xfrm>
            <a:off x="3037124" y="6406086"/>
            <a:ext cx="792734" cy="27910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9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Word 1</a:t>
            </a:r>
            <a:endParaRPr lang="en-US" sz="1600" dirty="0"/>
          </a:p>
        </p:txBody>
      </p:sp>
      <p:sp>
        <p:nvSpPr>
          <p:cNvPr id="246" name="Shape 244"/>
          <p:cNvSpPr/>
          <p:nvPr/>
        </p:nvSpPr>
        <p:spPr>
          <a:xfrm>
            <a:off x="4008223" y="6406086"/>
            <a:ext cx="792734" cy="279103"/>
          </a:xfrm>
          <a:prstGeom prst="rect">
            <a:avLst/>
          </a:prstGeom>
          <a:solidFill>
            <a:srgbClr val="FFFFFF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247" name="Text 245"/>
          <p:cNvSpPr/>
          <p:nvPr/>
        </p:nvSpPr>
        <p:spPr>
          <a:xfrm>
            <a:off x="4008223" y="6406086"/>
            <a:ext cx="792734" cy="27910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9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Word 2</a:t>
            </a:r>
            <a:endParaRPr lang="en-US" sz="1600" dirty="0"/>
          </a:p>
        </p:txBody>
      </p:sp>
      <p:sp>
        <p:nvSpPr>
          <p:cNvPr id="248" name="Shape 246"/>
          <p:cNvSpPr/>
          <p:nvPr/>
        </p:nvSpPr>
        <p:spPr>
          <a:xfrm>
            <a:off x="4979323" y="6406086"/>
            <a:ext cx="792734" cy="279103"/>
          </a:xfrm>
          <a:prstGeom prst="rect">
            <a:avLst/>
          </a:prstGeom>
          <a:solidFill>
            <a:srgbClr val="FFFFFF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249" name="Text 247"/>
          <p:cNvSpPr/>
          <p:nvPr/>
        </p:nvSpPr>
        <p:spPr>
          <a:xfrm>
            <a:off x="4979323" y="6406086"/>
            <a:ext cx="792734" cy="27910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9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Word 3</a:t>
            </a:r>
            <a:endParaRPr lang="en-US" sz="1600" dirty="0"/>
          </a:p>
        </p:txBody>
      </p:sp>
      <p:sp>
        <p:nvSpPr>
          <p:cNvPr id="250" name="Shape 248"/>
          <p:cNvSpPr/>
          <p:nvPr/>
        </p:nvSpPr>
        <p:spPr>
          <a:xfrm>
            <a:off x="5950422" y="6406086"/>
            <a:ext cx="792734" cy="279103"/>
          </a:xfrm>
          <a:prstGeom prst="rect">
            <a:avLst/>
          </a:prstGeom>
          <a:solidFill>
            <a:srgbClr val="FFFFFF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251" name="Text 249"/>
          <p:cNvSpPr/>
          <p:nvPr/>
        </p:nvSpPr>
        <p:spPr>
          <a:xfrm>
            <a:off x="5950422" y="6406086"/>
            <a:ext cx="792734" cy="27910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9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Word 4</a:t>
            </a:r>
            <a:endParaRPr lang="en-US" sz="1600" dirty="0"/>
          </a:p>
        </p:txBody>
      </p:sp>
      <p:sp>
        <p:nvSpPr>
          <p:cNvPr id="252" name="Shape 250"/>
          <p:cNvSpPr/>
          <p:nvPr/>
        </p:nvSpPr>
        <p:spPr>
          <a:xfrm>
            <a:off x="6908310" y="6406086"/>
            <a:ext cx="792734" cy="279103"/>
          </a:xfrm>
          <a:prstGeom prst="rect">
            <a:avLst/>
          </a:prstGeom>
          <a:solidFill>
            <a:srgbClr val="FFFFFF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253" name="Text 251"/>
          <p:cNvSpPr/>
          <p:nvPr/>
        </p:nvSpPr>
        <p:spPr>
          <a:xfrm>
            <a:off x="6908310" y="6406086"/>
            <a:ext cx="792734" cy="27910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9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Word 5</a:t>
            </a:r>
            <a:endParaRPr lang="en-US" sz="1600" dirty="0"/>
          </a:p>
        </p:txBody>
      </p:sp>
      <p:sp>
        <p:nvSpPr>
          <p:cNvPr id="254" name="Shape 252"/>
          <p:cNvSpPr/>
          <p:nvPr/>
        </p:nvSpPr>
        <p:spPr>
          <a:xfrm>
            <a:off x="9445059" y="6406086"/>
            <a:ext cx="792734" cy="279103"/>
          </a:xfrm>
          <a:prstGeom prst="rect">
            <a:avLst/>
          </a:prstGeom>
          <a:solidFill>
            <a:srgbClr val="FFFFFF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255" name="Text 253"/>
          <p:cNvSpPr/>
          <p:nvPr/>
        </p:nvSpPr>
        <p:spPr>
          <a:xfrm>
            <a:off x="9445059" y="6406086"/>
            <a:ext cx="792734" cy="27910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9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Word N-2</a:t>
            </a:r>
            <a:endParaRPr lang="en-US" sz="1600" dirty="0"/>
          </a:p>
        </p:txBody>
      </p:sp>
      <p:sp>
        <p:nvSpPr>
          <p:cNvPr id="256" name="Shape 254"/>
          <p:cNvSpPr/>
          <p:nvPr/>
        </p:nvSpPr>
        <p:spPr>
          <a:xfrm>
            <a:off x="10409553" y="6406086"/>
            <a:ext cx="792734" cy="279103"/>
          </a:xfrm>
          <a:prstGeom prst="rect">
            <a:avLst/>
          </a:prstGeom>
          <a:solidFill>
            <a:srgbClr val="FFFFFF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257" name="Text 255"/>
          <p:cNvSpPr/>
          <p:nvPr/>
        </p:nvSpPr>
        <p:spPr>
          <a:xfrm>
            <a:off x="10409553" y="6406086"/>
            <a:ext cx="792734" cy="27910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9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Word N-1</a:t>
            </a:r>
            <a:endParaRPr lang="en-US" sz="1600" dirty="0"/>
          </a:p>
        </p:txBody>
      </p:sp>
      <p:sp>
        <p:nvSpPr>
          <p:cNvPr id="258" name="Shape 256"/>
          <p:cNvSpPr/>
          <p:nvPr/>
        </p:nvSpPr>
        <p:spPr>
          <a:xfrm>
            <a:off x="8024744" y="6512412"/>
            <a:ext cx="105698" cy="106325"/>
          </a:xfrm>
          <a:prstGeom prst="ellipse">
            <a:avLst/>
          </a:prstGeom>
          <a:solidFill>
            <a:srgbClr val="A6A6A6"/>
          </a:solidFill>
          <a:ln/>
        </p:spPr>
      </p:sp>
      <p:sp>
        <p:nvSpPr>
          <p:cNvPr id="259" name="Shape 257"/>
          <p:cNvSpPr/>
          <p:nvPr/>
        </p:nvSpPr>
        <p:spPr>
          <a:xfrm>
            <a:off x="8262564" y="6512412"/>
            <a:ext cx="105698" cy="106325"/>
          </a:xfrm>
          <a:prstGeom prst="ellipse">
            <a:avLst/>
          </a:prstGeom>
          <a:solidFill>
            <a:srgbClr val="A6A6A6"/>
          </a:solidFill>
          <a:ln/>
        </p:spPr>
      </p:sp>
      <p:sp>
        <p:nvSpPr>
          <p:cNvPr id="260" name="Shape 258"/>
          <p:cNvSpPr/>
          <p:nvPr/>
        </p:nvSpPr>
        <p:spPr>
          <a:xfrm>
            <a:off x="8500384" y="6512412"/>
            <a:ext cx="105698" cy="106325"/>
          </a:xfrm>
          <a:prstGeom prst="ellipse">
            <a:avLst/>
          </a:prstGeom>
          <a:solidFill>
            <a:srgbClr val="A6A6A6"/>
          </a:solidFill>
          <a:ln/>
        </p:spPr>
      </p:sp>
      <p:sp>
        <p:nvSpPr>
          <p:cNvPr id="261" name="Shape 259"/>
          <p:cNvSpPr/>
          <p:nvPr/>
        </p:nvSpPr>
        <p:spPr>
          <a:xfrm>
            <a:off x="8738205" y="6512412"/>
            <a:ext cx="105698" cy="106325"/>
          </a:xfrm>
          <a:prstGeom prst="ellipse">
            <a:avLst/>
          </a:prstGeom>
          <a:solidFill>
            <a:srgbClr val="A6A6A6"/>
          </a:solidFill>
          <a:ln/>
        </p:spPr>
      </p:sp>
      <p:sp>
        <p:nvSpPr>
          <p:cNvPr id="262" name="Shape 260"/>
          <p:cNvSpPr/>
          <p:nvPr/>
        </p:nvSpPr>
        <p:spPr>
          <a:xfrm>
            <a:off x="8949600" y="6512412"/>
            <a:ext cx="105698" cy="106325"/>
          </a:xfrm>
          <a:prstGeom prst="ellipse">
            <a:avLst/>
          </a:prstGeom>
          <a:solidFill>
            <a:srgbClr val="A6A6A6"/>
          </a:solidFill>
          <a:ln/>
        </p:spPr>
      </p:sp>
      <p:sp>
        <p:nvSpPr>
          <p:cNvPr id="263" name="Shape 261"/>
          <p:cNvSpPr/>
          <p:nvPr/>
        </p:nvSpPr>
        <p:spPr>
          <a:xfrm>
            <a:off x="612678" y="996798"/>
            <a:ext cx="1056979" cy="598079"/>
          </a:xfrm>
          <a:prstGeom prst="rect">
            <a:avLst/>
          </a:prstGeom>
          <a:solidFill>
            <a:srgbClr val="F9E8D6"/>
          </a:solidFill>
          <a:ln w="15875">
            <a:solidFill>
              <a:srgbClr val="C00000"/>
            </a:solidFill>
            <a:prstDash val="solid"/>
          </a:ln>
        </p:spPr>
      </p:sp>
      <p:sp>
        <p:nvSpPr>
          <p:cNvPr id="264" name="Text 262"/>
          <p:cNvSpPr/>
          <p:nvPr/>
        </p:nvSpPr>
        <p:spPr>
          <a:xfrm>
            <a:off x="612678" y="996798"/>
            <a:ext cx="1056979" cy="5980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</a:t>
            </a:r>
            <a:endParaRPr lang="en-US" sz="14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1400" dirty="0"/>
          </a:p>
        </p:txBody>
      </p:sp>
      <p:sp>
        <p:nvSpPr>
          <p:cNvPr id="265" name="Shape 263"/>
          <p:cNvSpPr/>
          <p:nvPr/>
        </p:nvSpPr>
        <p:spPr>
          <a:xfrm>
            <a:off x="612678" y="5010570"/>
            <a:ext cx="1056979" cy="598079"/>
          </a:xfrm>
          <a:prstGeom prst="rect">
            <a:avLst/>
          </a:prstGeom>
          <a:solidFill>
            <a:srgbClr val="F9E8D6"/>
          </a:solidFill>
          <a:ln w="15875">
            <a:solidFill>
              <a:srgbClr val="C00000"/>
            </a:solidFill>
            <a:prstDash val="solid"/>
          </a:ln>
        </p:spPr>
      </p:sp>
      <p:sp>
        <p:nvSpPr>
          <p:cNvPr id="266" name="Text 264"/>
          <p:cNvSpPr/>
          <p:nvPr/>
        </p:nvSpPr>
        <p:spPr>
          <a:xfrm>
            <a:off x="612678" y="5010570"/>
            <a:ext cx="1056979" cy="5980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</a:t>
            </a:r>
            <a:endParaRPr lang="en-US" sz="14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</a:t>
            </a:r>
            <a:endParaRPr lang="en-US" sz="1400" dirty="0"/>
          </a:p>
        </p:txBody>
      </p:sp>
      <p:sp>
        <p:nvSpPr>
          <p:cNvPr id="267" name="Text 265"/>
          <p:cNvSpPr/>
          <p:nvPr/>
        </p:nvSpPr>
        <p:spPr>
          <a:xfrm>
            <a:off x="876923" y="2153083"/>
            <a:ext cx="647400" cy="2192955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vert270"/>
          <a:lstStyle/>
          <a:p>
            <a:pPr algn="ctr" indent="0" marL="0">
              <a:lnSpc>
                <a:spcPts val="2950"/>
              </a:lnSpc>
              <a:buNone/>
            </a:pPr>
            <a:r>
              <a:rPr lang="en-US" sz="2850" b="1" i="1" dirty="0">
                <a:solidFill>
                  <a:srgbClr val="333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Transformer</a:t>
            </a:r>
            <a:endParaRPr lang="en-US" sz="2850" dirty="0"/>
          </a:p>
          <a:p>
            <a:pPr algn="ctr" indent="0" marL="0">
              <a:lnSpc>
                <a:spcPts val="2950"/>
              </a:lnSpc>
              <a:buNone/>
            </a:pPr>
            <a:r>
              <a:rPr lang="en-US" sz="2850" b="1" i="1" dirty="0">
                <a:solidFill>
                  <a:srgbClr val="333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</a:t>
            </a:r>
            <a:endParaRPr lang="en-US" sz="2850" dirty="0"/>
          </a:p>
        </p:txBody>
      </p:sp>
      <p:sp>
        <p:nvSpPr>
          <p:cNvPr id="268" name="Text 266"/>
          <p:cNvSpPr/>
          <p:nvPr/>
        </p:nvSpPr>
        <p:spPr>
          <a:xfrm>
            <a:off x="573041" y="5741555"/>
            <a:ext cx="1136253" cy="3987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5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</a:t>
            </a:r>
            <a:endParaRPr lang="en-US" sz="13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35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Words &amp; Pos.</a:t>
            </a:r>
            <a:endParaRPr lang="en-US" sz="1350" dirty="0"/>
          </a:p>
        </p:txBody>
      </p:sp>
      <p:sp>
        <p:nvSpPr>
          <p:cNvPr id="269" name="Shape 267"/>
          <p:cNvSpPr/>
          <p:nvPr/>
        </p:nvSpPr>
        <p:spPr>
          <a:xfrm>
            <a:off x="612678" y="6406086"/>
            <a:ext cx="1056979" cy="385428"/>
          </a:xfrm>
          <a:prstGeom prst="rect">
            <a:avLst/>
          </a:prstGeom>
          <a:solidFill>
            <a:srgbClr val="F9E8D6"/>
          </a:solidFill>
          <a:ln w="15875">
            <a:solidFill>
              <a:srgbClr val="C00000"/>
            </a:solidFill>
            <a:prstDash val="solid"/>
          </a:ln>
        </p:spPr>
      </p:sp>
      <p:sp>
        <p:nvSpPr>
          <p:cNvPr id="270" name="Text 268"/>
          <p:cNvSpPr/>
          <p:nvPr/>
        </p:nvSpPr>
        <p:spPr>
          <a:xfrm>
            <a:off x="612678" y="6406086"/>
            <a:ext cx="1056979" cy="3854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Seq</a:t>
            </a:r>
            <a:endParaRPr lang="en-US" sz="14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71500"/>
            <a:ext cx="11137900" cy="6286500"/>
          </a:xfrm>
          <a:prstGeom prst="rect">
            <a:avLst/>
          </a:prstGeom>
          <a:solidFill>
            <a:srgbClr val="E9E9E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467102" y="3417251"/>
            <a:ext cx="7112000" cy="927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87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Transformer Decoder</a:t>
            </a:r>
            <a:endParaRPr lang="en-US" sz="487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71500"/>
            <a:ext cx="11137900" cy="6286500"/>
          </a:xfrm>
          <a:prstGeom prst="rect">
            <a:avLst/>
          </a:prstGeom>
          <a:solidFill>
            <a:srgbClr val="E9E9E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138680" y="648498"/>
            <a:ext cx="7927302" cy="531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53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 – Decoder Transformer</a:t>
            </a:r>
            <a:endParaRPr lang="en-US" sz="3530" dirty="0"/>
          </a:p>
        </p:txBody>
      </p:sp>
      <p:sp>
        <p:nvSpPr>
          <p:cNvPr id="6" name="Shape 4"/>
          <p:cNvSpPr/>
          <p:nvPr/>
        </p:nvSpPr>
        <p:spPr>
          <a:xfrm>
            <a:off x="1557345" y="1354817"/>
            <a:ext cx="4075954" cy="5323940"/>
          </a:xfrm>
          <a:prstGeom prst="rect">
            <a:avLst/>
          </a:prstGeom>
          <a:solidFill>
            <a:srgbClr val="FBECDB"/>
          </a:solidFill>
          <a:ln w="12700">
            <a:solidFill>
              <a:srgbClr val="00A0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18443" y="1368093"/>
            <a:ext cx="2008250" cy="5284110"/>
          </a:xfrm>
          <a:prstGeom prst="rect">
            <a:avLst/>
          </a:prstGeom>
          <a:solidFill>
            <a:srgbClr val="11FF74"/>
          </a:solidFill>
          <a:ln/>
        </p:spPr>
      </p:sp>
      <p:sp>
        <p:nvSpPr>
          <p:cNvPr id="8" name="Text 6"/>
          <p:cNvSpPr/>
          <p:nvPr/>
        </p:nvSpPr>
        <p:spPr>
          <a:xfrm>
            <a:off x="1689467" y="1447753"/>
            <a:ext cx="924852" cy="2124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891774" y="3226825"/>
            <a:ext cx="687033" cy="199150"/>
          </a:xfrm>
          <a:prstGeom prst="rect">
            <a:avLst/>
          </a:prstGeom>
          <a:solidFill>
            <a:srgbClr val="FFFF00"/>
          </a:solidFill>
          <a:ln/>
        </p:spPr>
      </p:sp>
      <p:sp>
        <p:nvSpPr>
          <p:cNvPr id="10" name="Shape 8"/>
          <p:cNvSpPr/>
          <p:nvPr/>
        </p:nvSpPr>
        <p:spPr>
          <a:xfrm>
            <a:off x="3525958" y="3425975"/>
            <a:ext cx="66061" cy="690386"/>
          </a:xfrm>
          <a:prstGeom prst="rect">
            <a:avLst/>
          </a:prstGeom>
          <a:solidFill>
            <a:srgbClr val="FFFF00"/>
          </a:solidFill>
          <a:ln/>
        </p:spPr>
      </p:sp>
      <p:sp>
        <p:nvSpPr>
          <p:cNvPr id="11" name="Shape 9"/>
          <p:cNvSpPr/>
          <p:nvPr/>
        </p:nvSpPr>
        <p:spPr>
          <a:xfrm>
            <a:off x="2574682" y="3532189"/>
            <a:ext cx="832367" cy="132767"/>
          </a:xfrm>
          <a:prstGeom prst="rect">
            <a:avLst/>
          </a:prstGeom>
          <a:solidFill>
            <a:srgbClr val="6D99B4"/>
          </a:solidFill>
          <a:ln w="6350">
            <a:solidFill>
              <a:srgbClr val="2F647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74682" y="3532189"/>
            <a:ext cx="832367" cy="1327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&amp; Norm</a:t>
            </a:r>
            <a:endParaRPr lang="en-US" sz="550" dirty="0"/>
          </a:p>
        </p:txBody>
      </p:sp>
      <p:sp>
        <p:nvSpPr>
          <p:cNvPr id="13" name="Shape 11"/>
          <p:cNvSpPr/>
          <p:nvPr/>
        </p:nvSpPr>
        <p:spPr>
          <a:xfrm>
            <a:off x="2601106" y="3731338"/>
            <a:ext cx="792730" cy="305363"/>
          </a:xfrm>
          <a:prstGeom prst="rect">
            <a:avLst/>
          </a:prstGeom>
          <a:solidFill>
            <a:srgbClr val="888575"/>
          </a:solidFill>
          <a:ln w="6350">
            <a:solidFill>
              <a:srgbClr val="3E3A2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01106" y="3731338"/>
            <a:ext cx="792730" cy="305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750"/>
              </a:lnSpc>
              <a:buNone/>
            </a:pPr>
            <a:r>
              <a:rPr lang="en-US" sz="650" b="1" dirty="0">
                <a:solidFill>
                  <a:srgbClr val="5548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</a:t>
            </a:r>
            <a:endParaRPr lang="en-US" sz="650" dirty="0"/>
          </a:p>
          <a:p>
            <a:pPr algn="ctr" indent="0" marL="0">
              <a:lnSpc>
                <a:spcPts val="750"/>
              </a:lnSpc>
              <a:buNone/>
            </a:pPr>
            <a:r>
              <a:rPr lang="en-US" sz="650" b="1" dirty="0">
                <a:solidFill>
                  <a:srgbClr val="5548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</a:t>
            </a:r>
            <a:endParaRPr lang="en-US" sz="650" dirty="0"/>
          </a:p>
        </p:txBody>
      </p:sp>
      <p:sp>
        <p:nvSpPr>
          <p:cNvPr id="15" name="Shape 13"/>
          <p:cNvSpPr/>
          <p:nvPr/>
        </p:nvSpPr>
        <p:spPr>
          <a:xfrm>
            <a:off x="2429348" y="3751253"/>
            <a:ext cx="251031" cy="252257"/>
          </a:xfrm>
          <a:prstGeom prst="ellipse">
            <a:avLst/>
          </a:prstGeom>
          <a:solidFill>
            <a:srgbClr val="1A1A1A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496070" y="3861450"/>
            <a:ext cx="47960" cy="36511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2544030" y="3817637"/>
            <a:ext cx="90107" cy="80324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87894" y="4381895"/>
            <a:ext cx="819155" cy="132767"/>
          </a:xfrm>
          <a:prstGeom prst="rect">
            <a:avLst/>
          </a:prstGeom>
          <a:solidFill>
            <a:srgbClr val="6D99B4"/>
          </a:solidFill>
          <a:ln w="6350">
            <a:solidFill>
              <a:srgbClr val="2F647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87894" y="4381895"/>
            <a:ext cx="819155" cy="1327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&amp; Norm</a:t>
            </a:r>
            <a:endParaRPr lang="en-US" sz="550" dirty="0"/>
          </a:p>
        </p:txBody>
      </p:sp>
      <p:sp>
        <p:nvSpPr>
          <p:cNvPr id="20" name="Shape 18"/>
          <p:cNvSpPr/>
          <p:nvPr/>
        </p:nvSpPr>
        <p:spPr>
          <a:xfrm>
            <a:off x="2601106" y="4541215"/>
            <a:ext cx="805942" cy="358470"/>
          </a:xfrm>
          <a:prstGeom prst="rect">
            <a:avLst/>
          </a:prstGeom>
          <a:solidFill>
            <a:srgbClr val="C87E57"/>
          </a:solidFill>
          <a:ln w="15875">
            <a:solidFill>
              <a:srgbClr val="C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01106" y="4541215"/>
            <a:ext cx="805942" cy="3584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750"/>
              </a:lnSpc>
              <a:buNone/>
            </a:pPr>
            <a:r>
              <a:rPr lang="en-US" sz="650" b="1" dirty="0">
                <a:solidFill>
                  <a:srgbClr val="7038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Multi-Head</a:t>
            </a:r>
            <a:endParaRPr lang="en-US" sz="650" dirty="0"/>
          </a:p>
          <a:p>
            <a:pPr algn="ctr" indent="0" marL="0">
              <a:lnSpc>
                <a:spcPts val="750"/>
              </a:lnSpc>
              <a:buNone/>
            </a:pPr>
            <a:r>
              <a:rPr lang="en-US" sz="650" b="1" dirty="0">
                <a:solidFill>
                  <a:srgbClr val="7038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2336863" y="3545465"/>
            <a:ext cx="52849" cy="1646306"/>
          </a:xfrm>
          <a:prstGeom prst="rect">
            <a:avLst/>
          </a:prstGeom>
          <a:solidFill>
            <a:srgbClr val="7FB421"/>
          </a:solidFill>
          <a:ln/>
        </p:spPr>
      </p:sp>
      <p:sp>
        <p:nvSpPr>
          <p:cNvPr id="23" name="Shape 21"/>
          <p:cNvSpPr/>
          <p:nvPr/>
        </p:nvSpPr>
        <p:spPr>
          <a:xfrm>
            <a:off x="2389712" y="3558742"/>
            <a:ext cx="158546" cy="92937"/>
          </a:xfrm>
          <a:prstGeom prst="rect">
            <a:avLst/>
          </a:prstGeom>
          <a:solidFill>
            <a:srgbClr val="8CC62E"/>
          </a:solidFill>
          <a:ln/>
        </p:spPr>
      </p:sp>
      <p:sp>
        <p:nvSpPr>
          <p:cNvPr id="24" name="Shape 22"/>
          <p:cNvSpPr/>
          <p:nvPr/>
        </p:nvSpPr>
        <p:spPr>
          <a:xfrm>
            <a:off x="2389712" y="4169468"/>
            <a:ext cx="660608" cy="92937"/>
          </a:xfrm>
          <a:prstGeom prst="rect">
            <a:avLst/>
          </a:prstGeom>
          <a:solidFill>
            <a:srgbClr val="7FB421"/>
          </a:solidFill>
          <a:ln/>
        </p:spPr>
      </p:sp>
      <p:sp>
        <p:nvSpPr>
          <p:cNvPr id="25" name="Shape 23"/>
          <p:cNvSpPr/>
          <p:nvPr/>
        </p:nvSpPr>
        <p:spPr>
          <a:xfrm>
            <a:off x="2720016" y="4169468"/>
            <a:ext cx="330304" cy="92937"/>
          </a:xfrm>
          <a:prstGeom prst="rect">
            <a:avLst/>
          </a:prstGeom>
          <a:solidFill>
            <a:srgbClr val="8CC62E"/>
          </a:solidFill>
          <a:ln/>
        </p:spPr>
      </p:sp>
      <p:sp>
        <p:nvSpPr>
          <p:cNvPr id="26" name="Shape 24"/>
          <p:cNvSpPr/>
          <p:nvPr/>
        </p:nvSpPr>
        <p:spPr>
          <a:xfrm>
            <a:off x="2389712" y="4421725"/>
            <a:ext cx="158546" cy="92937"/>
          </a:xfrm>
          <a:prstGeom prst="rect">
            <a:avLst/>
          </a:prstGeom>
          <a:solidFill>
            <a:srgbClr val="8CC62E"/>
          </a:solidFill>
          <a:ln/>
        </p:spPr>
      </p:sp>
      <p:sp>
        <p:nvSpPr>
          <p:cNvPr id="27" name="Shape 25"/>
          <p:cNvSpPr/>
          <p:nvPr/>
        </p:nvSpPr>
        <p:spPr>
          <a:xfrm>
            <a:off x="2336863" y="3545465"/>
            <a:ext cx="105697" cy="106213"/>
          </a:xfrm>
          <a:prstGeom prst="rect">
            <a:avLst/>
          </a:prstGeom>
          <a:solidFill>
            <a:srgbClr val="8CC62E"/>
          </a:solidFill>
          <a:ln/>
        </p:spPr>
      </p:sp>
      <p:sp>
        <p:nvSpPr>
          <p:cNvPr id="28" name="Shape 26"/>
          <p:cNvSpPr/>
          <p:nvPr/>
        </p:nvSpPr>
        <p:spPr>
          <a:xfrm>
            <a:off x="2336863" y="4142915"/>
            <a:ext cx="105697" cy="119490"/>
          </a:xfrm>
          <a:prstGeom prst="rect">
            <a:avLst/>
          </a:prstGeom>
          <a:solidFill>
            <a:srgbClr val="7FB421"/>
          </a:solidFill>
          <a:ln/>
        </p:spPr>
      </p:sp>
      <p:sp>
        <p:nvSpPr>
          <p:cNvPr id="29" name="Shape 27"/>
          <p:cNvSpPr/>
          <p:nvPr/>
        </p:nvSpPr>
        <p:spPr>
          <a:xfrm>
            <a:off x="2336863" y="4408448"/>
            <a:ext cx="105697" cy="106213"/>
          </a:xfrm>
          <a:prstGeom prst="rect">
            <a:avLst/>
          </a:prstGeom>
          <a:solidFill>
            <a:srgbClr val="8CC62E"/>
          </a:solidFill>
          <a:ln/>
        </p:spPr>
      </p:sp>
      <p:sp>
        <p:nvSpPr>
          <p:cNvPr id="30" name="Shape 28"/>
          <p:cNvSpPr/>
          <p:nvPr/>
        </p:nvSpPr>
        <p:spPr>
          <a:xfrm>
            <a:off x="2997471" y="3671593"/>
            <a:ext cx="0" cy="3983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97471" y="4063255"/>
            <a:ext cx="0" cy="66383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71047" y="4056617"/>
            <a:ext cx="52849" cy="53107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997471" y="4275681"/>
            <a:ext cx="0" cy="66383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50075" y="5078919"/>
            <a:ext cx="660608" cy="112852"/>
          </a:xfrm>
          <a:prstGeom prst="rect">
            <a:avLst/>
          </a:prstGeom>
          <a:solidFill>
            <a:srgbClr val="7FB421"/>
          </a:solidFill>
          <a:ln/>
        </p:spPr>
      </p:sp>
      <p:sp>
        <p:nvSpPr>
          <p:cNvPr id="35" name="Shape 33"/>
          <p:cNvSpPr/>
          <p:nvPr/>
        </p:nvSpPr>
        <p:spPr>
          <a:xfrm>
            <a:off x="2825713" y="5078919"/>
            <a:ext cx="184970" cy="112852"/>
          </a:xfrm>
          <a:prstGeom prst="rect">
            <a:avLst/>
          </a:prstGeom>
          <a:solidFill>
            <a:srgbClr val="8CC62E"/>
          </a:solidFill>
          <a:ln/>
        </p:spPr>
      </p:sp>
      <p:sp>
        <p:nvSpPr>
          <p:cNvPr id="36" name="Shape 34"/>
          <p:cNvSpPr/>
          <p:nvPr/>
        </p:nvSpPr>
        <p:spPr>
          <a:xfrm>
            <a:off x="3004077" y="5205048"/>
            <a:ext cx="0" cy="106213"/>
          </a:xfrm>
          <a:prstGeom prst="line">
            <a:avLst/>
          </a:prstGeom>
          <a:noFill/>
          <a:ln w="12700">
            <a:solidFill>
              <a:srgbClr val="6E442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290620" y="3598572"/>
            <a:ext cx="0" cy="1500262"/>
          </a:xfrm>
          <a:prstGeom prst="line">
            <a:avLst/>
          </a:prstGeom>
          <a:noFill/>
          <a:ln w="19050">
            <a:solidFill>
              <a:srgbClr val="C8A88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454612" y="4695224"/>
            <a:ext cx="52320" cy="39830"/>
          </a:xfrm>
          <a:prstGeom prst="line">
            <a:avLst/>
          </a:prstGeom>
          <a:noFill/>
          <a:ln w="19050">
            <a:solidFill>
              <a:srgbClr val="C000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3506933" y="4647428"/>
            <a:ext cx="98299" cy="87626"/>
          </a:xfrm>
          <a:prstGeom prst="line">
            <a:avLst/>
          </a:prstGeom>
          <a:noFill/>
          <a:ln w="19050">
            <a:solidFill>
              <a:srgbClr val="C0000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462379" y="3293209"/>
            <a:ext cx="264243" cy="265533"/>
          </a:xfrm>
          <a:prstGeom prst="ellipse">
            <a:avLst/>
          </a:prstGeom>
          <a:solidFill>
            <a:srgbClr val="2A26A0"/>
          </a:solidFill>
          <a:ln w="6350">
            <a:solidFill>
              <a:srgbClr val="2A26A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527911" y="3412168"/>
            <a:ext cx="48832" cy="37175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2576743" y="3367558"/>
            <a:ext cx="91745" cy="81784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360806" y="4242490"/>
            <a:ext cx="264243" cy="265533"/>
          </a:xfrm>
          <a:prstGeom prst="ellipse">
            <a:avLst/>
          </a:prstGeom>
          <a:solidFill>
            <a:srgbClr val="2A26A0"/>
          </a:solidFill>
          <a:ln w="6350">
            <a:solidFill>
              <a:srgbClr val="2A26A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426338" y="4361449"/>
            <a:ext cx="48832" cy="37175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flipV="1">
            <a:off x="3475171" y="4316839"/>
            <a:ext cx="91745" cy="81784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010684" y="5059004"/>
            <a:ext cx="132122" cy="132767"/>
          </a:xfrm>
          <a:prstGeom prst="ellipse">
            <a:avLst/>
          </a:prstGeom>
          <a:solidFill>
            <a:srgbClr val="2A26A0"/>
          </a:solidFill>
          <a:ln w="6350">
            <a:solidFill>
              <a:srgbClr val="2A26A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010684" y="5059004"/>
            <a:ext cx="132122" cy="1327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endParaRPr lang="en-US" sz="550" dirty="0"/>
          </a:p>
        </p:txBody>
      </p:sp>
      <p:sp>
        <p:nvSpPr>
          <p:cNvPr id="48" name="Shape 46"/>
          <p:cNvSpPr/>
          <p:nvPr/>
        </p:nvSpPr>
        <p:spPr>
          <a:xfrm>
            <a:off x="3142805" y="5059004"/>
            <a:ext cx="132122" cy="132767"/>
          </a:xfrm>
          <a:prstGeom prst="ellipse">
            <a:avLst/>
          </a:prstGeom>
          <a:solidFill>
            <a:srgbClr val="55A044"/>
          </a:solidFill>
          <a:ln w="6350">
            <a:solidFill>
              <a:srgbClr val="55A04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142805" y="5059004"/>
            <a:ext cx="132122" cy="1327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550" dirty="0"/>
          </a:p>
        </p:txBody>
      </p:sp>
      <p:sp>
        <p:nvSpPr>
          <p:cNvPr id="50" name="Shape 48"/>
          <p:cNvSpPr/>
          <p:nvPr/>
        </p:nvSpPr>
        <p:spPr>
          <a:xfrm>
            <a:off x="3255109" y="5052366"/>
            <a:ext cx="145334" cy="146043"/>
          </a:xfrm>
          <a:prstGeom prst="ellipse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255109" y="5052366"/>
            <a:ext cx="145334" cy="1460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endParaRPr lang="en-US" sz="550" dirty="0"/>
          </a:p>
        </p:txBody>
      </p:sp>
      <p:sp>
        <p:nvSpPr>
          <p:cNvPr id="52" name="Shape 50"/>
          <p:cNvSpPr/>
          <p:nvPr/>
        </p:nvSpPr>
        <p:spPr>
          <a:xfrm>
            <a:off x="1881043" y="4242490"/>
            <a:ext cx="277456" cy="278810"/>
          </a:xfrm>
          <a:prstGeom prst="ellipse">
            <a:avLst/>
          </a:prstGeom>
          <a:solidFill>
            <a:srgbClr val="C8A888"/>
          </a:solidFill>
          <a:ln w="9525">
            <a:solidFill>
              <a:srgbClr val="7B4B2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881043" y="4242490"/>
            <a:ext cx="277456" cy="27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x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1788558" y="4056617"/>
            <a:ext cx="251031" cy="252257"/>
          </a:xfrm>
          <a:prstGeom prst="ellipse">
            <a:avLst/>
          </a:prstGeom>
          <a:solidFill>
            <a:srgbClr val="3C8A32"/>
          </a:solidFill>
          <a:ln w="6350">
            <a:solidFill>
              <a:srgbClr val="3C8A32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850814" y="4169628"/>
            <a:ext cx="46391" cy="353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1897204" y="4127248"/>
            <a:ext cx="87158" cy="77695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834800" y="5311261"/>
            <a:ext cx="660608" cy="345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800"/>
              </a:lnSpc>
              <a:buNone/>
            </a:pPr>
            <a:r>
              <a:rPr lang="en-US" sz="65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Positional</a:t>
            </a:r>
            <a:endParaRPr lang="en-US" sz="650" dirty="0"/>
          </a:p>
          <a:p>
            <a:pPr algn="ctr" indent="0" marL="0">
              <a:lnSpc>
                <a:spcPts val="800"/>
              </a:lnSpc>
              <a:buNone/>
            </a:pPr>
            <a:r>
              <a:rPr lang="en-US" sz="65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Encoding</a:t>
            </a:r>
            <a:endParaRPr lang="en-US" sz="650" dirty="0"/>
          </a:p>
        </p:txBody>
      </p:sp>
      <p:sp>
        <p:nvSpPr>
          <p:cNvPr id="58" name="Shape 56"/>
          <p:cNvSpPr/>
          <p:nvPr/>
        </p:nvSpPr>
        <p:spPr>
          <a:xfrm>
            <a:off x="2350075" y="5218324"/>
            <a:ext cx="1070186" cy="39830"/>
          </a:xfrm>
          <a:prstGeom prst="rect">
            <a:avLst/>
          </a:prstGeom>
          <a:solidFill>
            <a:srgbClr val="563C21"/>
          </a:solidFill>
          <a:ln/>
        </p:spPr>
      </p:sp>
      <p:sp>
        <p:nvSpPr>
          <p:cNvPr id="59" name="Shape 57"/>
          <p:cNvSpPr/>
          <p:nvPr/>
        </p:nvSpPr>
        <p:spPr>
          <a:xfrm>
            <a:off x="2548258" y="5311261"/>
            <a:ext cx="938064" cy="836429"/>
          </a:xfrm>
          <a:prstGeom prst="rect">
            <a:avLst/>
          </a:prstGeom>
          <a:solidFill>
            <a:srgbClr val="B08058"/>
          </a:solidFill>
          <a:ln w="12700">
            <a:solidFill>
              <a:srgbClr val="6E4423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548258" y="5311261"/>
            <a:ext cx="938064" cy="836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00" b="1" dirty="0">
                <a:solidFill>
                  <a:srgbClr val="5A33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700" dirty="0"/>
          </a:p>
          <a:p>
            <a:pPr algn="ctr" indent="0" marL="0">
              <a:lnSpc>
                <a:spcPts val="900"/>
              </a:lnSpc>
              <a:buNone/>
            </a:pPr>
            <a:r>
              <a:rPr lang="en-US" sz="700" b="1" dirty="0">
                <a:solidFill>
                  <a:srgbClr val="5A33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</a:t>
            </a:r>
            <a:endParaRPr lang="en-US" sz="700" dirty="0"/>
          </a:p>
        </p:txBody>
      </p:sp>
      <p:sp>
        <p:nvSpPr>
          <p:cNvPr id="61" name="Shape 59"/>
          <p:cNvSpPr/>
          <p:nvPr/>
        </p:nvSpPr>
        <p:spPr>
          <a:xfrm>
            <a:off x="2587894" y="6240627"/>
            <a:ext cx="145334" cy="92937"/>
          </a:xfrm>
          <a:prstGeom prst="triangle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607712" y="6333563"/>
            <a:ext cx="105697" cy="185873"/>
          </a:xfrm>
          <a:prstGeom prst="rect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759652" y="6333563"/>
            <a:ext cx="449214" cy="159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</a:t>
            </a:r>
            <a:endParaRPr lang="en-US" sz="700" dirty="0"/>
          </a:p>
        </p:txBody>
      </p:sp>
      <p:sp>
        <p:nvSpPr>
          <p:cNvPr id="64" name="Shape 62"/>
          <p:cNvSpPr/>
          <p:nvPr/>
        </p:nvSpPr>
        <p:spPr>
          <a:xfrm>
            <a:off x="7304639" y="1368093"/>
            <a:ext cx="2021462" cy="5297387"/>
          </a:xfrm>
          <a:prstGeom prst="rect">
            <a:avLst/>
          </a:prstGeom>
          <a:solidFill>
            <a:srgbClr val="F2A557"/>
          </a:solidFill>
          <a:ln/>
        </p:spPr>
      </p:sp>
      <p:sp>
        <p:nvSpPr>
          <p:cNvPr id="65" name="Shape 63"/>
          <p:cNvSpPr/>
          <p:nvPr/>
        </p:nvSpPr>
        <p:spPr>
          <a:xfrm>
            <a:off x="9365737" y="1368093"/>
            <a:ext cx="1968613" cy="5297387"/>
          </a:xfrm>
          <a:prstGeom prst="rect">
            <a:avLst/>
          </a:prstGeom>
          <a:solidFill>
            <a:srgbClr val="C8F8E0"/>
          </a:solidFill>
          <a:ln/>
        </p:spPr>
      </p:sp>
      <p:sp>
        <p:nvSpPr>
          <p:cNvPr id="66" name="Shape 64"/>
          <p:cNvSpPr/>
          <p:nvPr/>
        </p:nvSpPr>
        <p:spPr>
          <a:xfrm>
            <a:off x="9326101" y="1368093"/>
            <a:ext cx="39637" cy="5297387"/>
          </a:xfrm>
          <a:prstGeom prst="rect">
            <a:avLst/>
          </a:prstGeom>
          <a:solidFill>
            <a:srgbClr val="EADFB8"/>
          </a:solidFill>
          <a:ln/>
        </p:spPr>
      </p:sp>
      <p:sp>
        <p:nvSpPr>
          <p:cNvPr id="67" name="Shape 65"/>
          <p:cNvSpPr/>
          <p:nvPr/>
        </p:nvSpPr>
        <p:spPr>
          <a:xfrm>
            <a:off x="7271608" y="1354817"/>
            <a:ext cx="4075954" cy="5323940"/>
          </a:xfrm>
          <a:prstGeom prst="rect">
            <a:avLst/>
          </a:prstGeom>
          <a:ln w="12700">
            <a:solidFill>
              <a:srgbClr val="00A00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10303801" y="1461030"/>
            <a:ext cx="924852" cy="2124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i="1" dirty="0">
                <a:solidFill>
                  <a:srgbClr val="0E7D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Decoder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9332707" y="1514137"/>
            <a:ext cx="237819" cy="132767"/>
          </a:xfrm>
          <a:prstGeom prst="triangle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398768" y="1633626"/>
            <a:ext cx="105697" cy="185873"/>
          </a:xfrm>
          <a:prstGeom prst="rect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696041" y="1461030"/>
            <a:ext cx="581335" cy="172597"/>
          </a:xfrm>
          <a:prstGeom prst="rect">
            <a:avLst/>
          </a:prstGeom>
          <a:solidFill>
            <a:srgbClr val="FFFF00"/>
          </a:solidFill>
          <a:ln/>
        </p:spPr>
      </p:sp>
      <p:sp>
        <p:nvSpPr>
          <p:cNvPr id="72" name="Text 70"/>
          <p:cNvSpPr/>
          <p:nvPr/>
        </p:nvSpPr>
        <p:spPr>
          <a:xfrm>
            <a:off x="9696041" y="1461030"/>
            <a:ext cx="581335" cy="172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9563920" y="1660180"/>
            <a:ext cx="792730" cy="1460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B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Probabilities</a:t>
            </a:r>
            <a:endParaRPr lang="en-US" sz="700" dirty="0"/>
          </a:p>
        </p:txBody>
      </p:sp>
      <p:sp>
        <p:nvSpPr>
          <p:cNvPr id="74" name="Shape 72"/>
          <p:cNvSpPr/>
          <p:nvPr/>
        </p:nvSpPr>
        <p:spPr>
          <a:xfrm>
            <a:off x="9114706" y="1806223"/>
            <a:ext cx="1598673" cy="318640"/>
          </a:xfrm>
          <a:prstGeom prst="ellipse">
            <a:avLst/>
          </a:prstGeom>
          <a:ln w="12700">
            <a:solidFill>
              <a:srgbClr val="8B1010"/>
            </a:solidFill>
            <a:prstDash val="dash"/>
          </a:ln>
        </p:spPr>
      </p:sp>
      <p:sp>
        <p:nvSpPr>
          <p:cNvPr id="75" name="Shape 73"/>
          <p:cNvSpPr/>
          <p:nvPr/>
        </p:nvSpPr>
        <p:spPr>
          <a:xfrm>
            <a:off x="9511071" y="1899160"/>
            <a:ext cx="819155" cy="159320"/>
          </a:xfrm>
          <a:prstGeom prst="roundRect">
            <a:avLst>
              <a:gd name="adj" fmla="val 22958"/>
            </a:avLst>
          </a:prstGeom>
          <a:solidFill>
            <a:srgbClr val="A8ECBC"/>
          </a:solidFill>
          <a:ln w="9525">
            <a:solidFill>
              <a:srgbClr val="23655C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9511071" y="1899160"/>
            <a:ext cx="819155" cy="159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D5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Softmax</a:t>
            </a:r>
            <a:endParaRPr lang="en-US" sz="650" dirty="0"/>
          </a:p>
        </p:txBody>
      </p:sp>
      <p:sp>
        <p:nvSpPr>
          <p:cNvPr id="77" name="Shape 75"/>
          <p:cNvSpPr/>
          <p:nvPr/>
        </p:nvSpPr>
        <p:spPr>
          <a:xfrm>
            <a:off x="9009009" y="2111586"/>
            <a:ext cx="1770431" cy="331916"/>
          </a:xfrm>
          <a:prstGeom prst="ellipse">
            <a:avLst/>
          </a:prstGeom>
          <a:ln w="12700">
            <a:solidFill>
              <a:srgbClr val="8B1010"/>
            </a:solidFill>
            <a:prstDash val="dash"/>
          </a:ln>
        </p:spPr>
      </p:sp>
      <p:sp>
        <p:nvSpPr>
          <p:cNvPr id="78" name="Shape 76"/>
          <p:cNvSpPr/>
          <p:nvPr/>
        </p:nvSpPr>
        <p:spPr>
          <a:xfrm>
            <a:off x="9563920" y="2204523"/>
            <a:ext cx="872003" cy="172597"/>
          </a:xfrm>
          <a:prstGeom prst="roundRect">
            <a:avLst>
              <a:gd name="adj" fmla="val 21192"/>
            </a:avLst>
          </a:prstGeom>
          <a:solidFill>
            <a:srgbClr val="B0E4CE"/>
          </a:solidFill>
          <a:ln w="9525">
            <a:solidFill>
              <a:srgbClr val="23655C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563920" y="2204523"/>
            <a:ext cx="872003" cy="172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D5A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</a:t>
            </a:r>
            <a:endParaRPr lang="en-US" sz="650" dirty="0"/>
          </a:p>
        </p:txBody>
      </p:sp>
      <p:sp>
        <p:nvSpPr>
          <p:cNvPr id="80" name="Shape 78"/>
          <p:cNvSpPr/>
          <p:nvPr/>
        </p:nvSpPr>
        <p:spPr>
          <a:xfrm>
            <a:off x="9927254" y="1806223"/>
            <a:ext cx="0" cy="92937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9927254" y="2058479"/>
            <a:ext cx="0" cy="146043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9927254" y="2377119"/>
            <a:ext cx="0" cy="292086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9385555" y="2496609"/>
            <a:ext cx="251031" cy="252257"/>
          </a:xfrm>
          <a:prstGeom prst="ellipse">
            <a:avLst/>
          </a:prstGeom>
          <a:solidFill>
            <a:srgbClr val="2A26A0"/>
          </a:solidFill>
          <a:ln w="6350">
            <a:solidFill>
              <a:srgbClr val="2A26A0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9447811" y="2609620"/>
            <a:ext cx="46391" cy="353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V="1">
            <a:off x="9494202" y="2567241"/>
            <a:ext cx="87158" cy="77695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0336832" y="4142915"/>
            <a:ext cx="237819" cy="238980"/>
          </a:xfrm>
          <a:prstGeom prst="ellipse">
            <a:avLst/>
          </a:prstGeom>
          <a:solidFill>
            <a:srgbClr val="2A26A0"/>
          </a:solidFill>
          <a:ln w="6350">
            <a:solidFill>
              <a:srgbClr val="2A26A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0378450" y="4241162"/>
            <a:ext cx="56680" cy="43149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10435130" y="4189383"/>
            <a:ext cx="106490" cy="94928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0713379" y="3837552"/>
            <a:ext cx="251031" cy="278810"/>
          </a:xfrm>
          <a:prstGeom prst="ellipse">
            <a:avLst/>
          </a:prstGeom>
          <a:solidFill>
            <a:srgbClr val="C8A888"/>
          </a:solidFill>
          <a:ln w="9525">
            <a:solidFill>
              <a:srgbClr val="7B4B2A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10713379" y="3837552"/>
            <a:ext cx="251031" cy="27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Nx</a:t>
            </a:r>
            <a:endParaRPr lang="en-US" sz="600" dirty="0"/>
          </a:p>
        </p:txBody>
      </p:sp>
      <p:sp>
        <p:nvSpPr>
          <p:cNvPr id="91" name="Shape 89"/>
          <p:cNvSpPr/>
          <p:nvPr/>
        </p:nvSpPr>
        <p:spPr>
          <a:xfrm>
            <a:off x="10904955" y="3724700"/>
            <a:ext cx="251031" cy="252257"/>
          </a:xfrm>
          <a:prstGeom prst="ellipse">
            <a:avLst/>
          </a:prstGeom>
          <a:solidFill>
            <a:srgbClr val="3C8A32"/>
          </a:solidFill>
          <a:ln w="6350">
            <a:solidFill>
              <a:srgbClr val="3C8A32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10967211" y="3837711"/>
            <a:ext cx="46391" cy="35316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V="1">
            <a:off x="11013601" y="3795332"/>
            <a:ext cx="87158" cy="77695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9550708" y="2669206"/>
            <a:ext cx="805942" cy="132767"/>
          </a:xfrm>
          <a:prstGeom prst="rect">
            <a:avLst/>
          </a:prstGeom>
          <a:solidFill>
            <a:srgbClr val="5C9CB7"/>
          </a:solidFill>
          <a:ln w="6350">
            <a:solidFill>
              <a:srgbClr val="2F6476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9550708" y="2669206"/>
            <a:ext cx="805942" cy="1327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&amp; Norm</a:t>
            </a:r>
            <a:endParaRPr lang="en-US" sz="550" dirty="0"/>
          </a:p>
        </p:txBody>
      </p:sp>
      <p:sp>
        <p:nvSpPr>
          <p:cNvPr id="96" name="Shape 94"/>
          <p:cNvSpPr/>
          <p:nvPr/>
        </p:nvSpPr>
        <p:spPr>
          <a:xfrm>
            <a:off x="9563920" y="2828526"/>
            <a:ext cx="792730" cy="358470"/>
          </a:xfrm>
          <a:prstGeom prst="rect">
            <a:avLst/>
          </a:prstGeom>
          <a:solidFill>
            <a:srgbClr val="6E7E62"/>
          </a:solidFill>
          <a:ln w="6350">
            <a:solidFill>
              <a:srgbClr val="3E3A28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9563920" y="2828526"/>
            <a:ext cx="792730" cy="3584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800"/>
              </a:lnSpc>
              <a:buNone/>
            </a:pPr>
            <a:r>
              <a:rPr lang="en-US" sz="650" b="1" dirty="0">
                <a:solidFill>
                  <a:srgbClr val="3A4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</a:t>
            </a:r>
            <a:endParaRPr lang="en-US" sz="650" dirty="0"/>
          </a:p>
          <a:p>
            <a:pPr algn="ctr" indent="0" marL="0">
              <a:lnSpc>
                <a:spcPts val="800"/>
              </a:lnSpc>
              <a:buNone/>
            </a:pPr>
            <a:r>
              <a:rPr lang="en-US" sz="650" b="1" dirty="0">
                <a:solidFill>
                  <a:srgbClr val="3A4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</a:t>
            </a:r>
            <a:endParaRPr lang="en-US" sz="650" dirty="0"/>
          </a:p>
        </p:txBody>
      </p:sp>
      <p:sp>
        <p:nvSpPr>
          <p:cNvPr id="98" name="Shape 96"/>
          <p:cNvSpPr/>
          <p:nvPr/>
        </p:nvSpPr>
        <p:spPr>
          <a:xfrm>
            <a:off x="9550708" y="3386145"/>
            <a:ext cx="805942" cy="132767"/>
          </a:xfrm>
          <a:prstGeom prst="rect">
            <a:avLst/>
          </a:prstGeom>
          <a:solidFill>
            <a:srgbClr val="5C9CB7"/>
          </a:solidFill>
          <a:ln w="6350">
            <a:solidFill>
              <a:srgbClr val="2F6476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9550708" y="3386145"/>
            <a:ext cx="805942" cy="1327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&amp; Norm</a:t>
            </a:r>
            <a:endParaRPr lang="en-US" sz="550" dirty="0"/>
          </a:p>
        </p:txBody>
      </p:sp>
      <p:sp>
        <p:nvSpPr>
          <p:cNvPr id="100" name="Shape 98"/>
          <p:cNvSpPr/>
          <p:nvPr/>
        </p:nvSpPr>
        <p:spPr>
          <a:xfrm>
            <a:off x="9471435" y="3518912"/>
            <a:ext cx="1109822" cy="570896"/>
          </a:xfrm>
          <a:prstGeom prst="ellipse">
            <a:avLst/>
          </a:prstGeom>
          <a:ln w="12700">
            <a:solidFill>
              <a:srgbClr val="C00000"/>
            </a:solidFill>
            <a:prstDash val="dash"/>
          </a:ln>
        </p:spPr>
      </p:sp>
      <p:sp>
        <p:nvSpPr>
          <p:cNvPr id="101" name="Shape 99"/>
          <p:cNvSpPr/>
          <p:nvPr/>
        </p:nvSpPr>
        <p:spPr>
          <a:xfrm>
            <a:off x="9563920" y="3598572"/>
            <a:ext cx="792730" cy="318640"/>
          </a:xfrm>
          <a:prstGeom prst="rect">
            <a:avLst/>
          </a:prstGeom>
          <a:solidFill>
            <a:srgbClr val="B28659"/>
          </a:solidFill>
          <a:ln w="9525">
            <a:solidFill>
              <a:srgbClr val="7B4B2A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9563920" y="3598572"/>
            <a:ext cx="792730" cy="31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750"/>
              </a:lnSpc>
              <a:buNone/>
            </a:pPr>
            <a:r>
              <a:rPr lang="en-US" sz="650" b="1" dirty="0">
                <a:solidFill>
                  <a:srgbClr val="7038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Multi-Head</a:t>
            </a:r>
            <a:endParaRPr lang="en-US" sz="650" dirty="0"/>
          </a:p>
          <a:p>
            <a:pPr algn="ctr" indent="0" marL="0">
              <a:lnSpc>
                <a:spcPts val="750"/>
              </a:lnSpc>
              <a:buNone/>
            </a:pPr>
            <a:r>
              <a:rPr lang="en-US" sz="650" b="1" dirty="0">
                <a:solidFill>
                  <a:srgbClr val="7038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</a:t>
            </a:r>
            <a:endParaRPr lang="en-US" sz="650" dirty="0"/>
          </a:p>
        </p:txBody>
      </p:sp>
      <p:sp>
        <p:nvSpPr>
          <p:cNvPr id="103" name="Shape 101"/>
          <p:cNvSpPr/>
          <p:nvPr/>
        </p:nvSpPr>
        <p:spPr>
          <a:xfrm>
            <a:off x="10352026" y="3876054"/>
            <a:ext cx="56680" cy="43149"/>
          </a:xfrm>
          <a:prstGeom prst="line">
            <a:avLst/>
          </a:prstGeom>
          <a:noFill/>
          <a:ln w="19050">
            <a:solidFill>
              <a:srgbClr val="C0000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 flipV="1">
            <a:off x="10408706" y="3824275"/>
            <a:ext cx="106490" cy="94928"/>
          </a:xfrm>
          <a:prstGeom prst="line">
            <a:avLst/>
          </a:prstGeom>
          <a:noFill/>
          <a:ln w="19050">
            <a:solidFill>
              <a:srgbClr val="C0000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9563920" y="4222575"/>
            <a:ext cx="766306" cy="146043"/>
          </a:xfrm>
          <a:prstGeom prst="rect">
            <a:avLst/>
          </a:prstGeom>
          <a:solidFill>
            <a:srgbClr val="6E87E0"/>
          </a:solidFill>
          <a:ln w="6350">
            <a:solidFill>
              <a:srgbClr val="3A5697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9563920" y="4222575"/>
            <a:ext cx="766306" cy="1460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2E3E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&amp; Norm</a:t>
            </a:r>
            <a:endParaRPr lang="en-US" sz="550" dirty="0"/>
          </a:p>
        </p:txBody>
      </p:sp>
      <p:sp>
        <p:nvSpPr>
          <p:cNvPr id="107" name="Shape 105"/>
          <p:cNvSpPr/>
          <p:nvPr/>
        </p:nvSpPr>
        <p:spPr>
          <a:xfrm>
            <a:off x="9960285" y="2801972"/>
            <a:ext cx="0" cy="73022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9960285" y="3200272"/>
            <a:ext cx="0" cy="172597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9960285" y="4103085"/>
            <a:ext cx="0" cy="106213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9497859" y="4395171"/>
            <a:ext cx="1017337" cy="796600"/>
          </a:xfrm>
          <a:prstGeom prst="rect">
            <a:avLst/>
          </a:prstGeom>
          <a:solidFill>
            <a:srgbClr val="CE8ADC"/>
          </a:solidFill>
          <a:ln w="12700">
            <a:solidFill>
              <a:srgbClr val="562366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9497859" y="4395171"/>
            <a:ext cx="1017337" cy="796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800"/>
              </a:lnSpc>
              <a:buNone/>
            </a:pPr>
            <a:r>
              <a:rPr lang="en-US" sz="650" b="1" dirty="0">
                <a:solidFill>
                  <a:srgbClr val="562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Masked</a:t>
            </a:r>
            <a:endParaRPr lang="en-US" sz="650" dirty="0"/>
          </a:p>
          <a:p>
            <a:pPr algn="ctr" indent="0" marL="0">
              <a:lnSpc>
                <a:spcPts val="800"/>
              </a:lnSpc>
              <a:buNone/>
            </a:pPr>
            <a:r>
              <a:rPr lang="en-US" sz="650" b="1" dirty="0">
                <a:solidFill>
                  <a:srgbClr val="562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Multi-Head</a:t>
            </a:r>
            <a:endParaRPr lang="en-US" sz="650" dirty="0"/>
          </a:p>
          <a:p>
            <a:pPr algn="ctr" indent="0" marL="0">
              <a:lnSpc>
                <a:spcPts val="800"/>
              </a:lnSpc>
              <a:buNone/>
            </a:pPr>
            <a:r>
              <a:rPr lang="en-US" sz="650" b="1" dirty="0">
                <a:solidFill>
                  <a:srgbClr val="562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</a:t>
            </a:r>
            <a:endParaRPr lang="en-US" sz="650" dirty="0"/>
          </a:p>
        </p:txBody>
      </p:sp>
      <p:sp>
        <p:nvSpPr>
          <p:cNvPr id="112" name="Text 110"/>
          <p:cNvSpPr/>
          <p:nvPr/>
        </p:nvSpPr>
        <p:spPr>
          <a:xfrm>
            <a:off x="9365737" y="4527938"/>
            <a:ext cx="290668" cy="2655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</a:t>
            </a:r>
            <a:endParaRPr lang="en-US" sz="1100" dirty="0"/>
          </a:p>
        </p:txBody>
      </p:sp>
      <p:sp>
        <p:nvSpPr>
          <p:cNvPr id="113" name="Shape 111"/>
          <p:cNvSpPr/>
          <p:nvPr/>
        </p:nvSpPr>
        <p:spPr>
          <a:xfrm>
            <a:off x="9425192" y="3976957"/>
            <a:ext cx="132122" cy="132767"/>
          </a:xfrm>
          <a:prstGeom prst="ellipse">
            <a:avLst/>
          </a:prstGeom>
          <a:solidFill>
            <a:srgbClr val="2A26A0"/>
          </a:solidFill>
          <a:ln w="6350">
            <a:solidFill>
              <a:srgbClr val="2A26A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9768708" y="3990233"/>
            <a:ext cx="105697" cy="106213"/>
          </a:xfrm>
          <a:prstGeom prst="ellipse">
            <a:avLst/>
          </a:prstGeom>
          <a:solidFill>
            <a:srgbClr val="2A26A0"/>
          </a:solidFill>
          <a:ln w="6350">
            <a:solidFill>
              <a:srgbClr val="2A26A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9445010" y="4919599"/>
            <a:ext cx="145334" cy="146043"/>
          </a:xfrm>
          <a:prstGeom prst="ellipse">
            <a:avLst/>
          </a:prstGeom>
          <a:solidFill>
            <a:srgbClr val="2A26A0"/>
          </a:solidFill>
          <a:ln w="6350">
            <a:solidFill>
              <a:srgbClr val="2A26A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10013134" y="4912961"/>
            <a:ext cx="158546" cy="159320"/>
          </a:xfrm>
          <a:prstGeom prst="ellipse">
            <a:avLst/>
          </a:prstGeom>
          <a:solidFill>
            <a:srgbClr val="2A26A0"/>
          </a:solidFill>
          <a:ln w="6350">
            <a:solidFill>
              <a:srgbClr val="2A26A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10283983" y="3253379"/>
            <a:ext cx="264243" cy="265533"/>
          </a:xfrm>
          <a:prstGeom prst="ellipse">
            <a:avLst/>
          </a:prstGeom>
          <a:solidFill>
            <a:srgbClr val="2A26A0"/>
          </a:solidFill>
          <a:ln w="6350">
            <a:solidFill>
              <a:srgbClr val="2A26A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10349515" y="3372338"/>
            <a:ext cx="48832" cy="37175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 flipV="1">
            <a:off x="10398348" y="3327728"/>
            <a:ext cx="91745" cy="81784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10508590" y="2642652"/>
            <a:ext cx="132122" cy="2535842"/>
          </a:xfrm>
          <a:prstGeom prst="rect">
            <a:avLst/>
          </a:prstGeom>
          <a:solidFill>
            <a:srgbClr val="8CC62E"/>
          </a:solidFill>
          <a:ln/>
        </p:spPr>
      </p:sp>
      <p:sp>
        <p:nvSpPr>
          <p:cNvPr id="121" name="Shape 119"/>
          <p:cNvSpPr/>
          <p:nvPr/>
        </p:nvSpPr>
        <p:spPr>
          <a:xfrm>
            <a:off x="10039558" y="5092196"/>
            <a:ext cx="475638" cy="99575"/>
          </a:xfrm>
          <a:prstGeom prst="rect">
            <a:avLst/>
          </a:prstGeom>
          <a:solidFill>
            <a:srgbClr val="7FB421"/>
          </a:solidFill>
          <a:ln/>
        </p:spPr>
      </p:sp>
      <p:sp>
        <p:nvSpPr>
          <p:cNvPr id="122" name="Shape 120"/>
          <p:cNvSpPr/>
          <p:nvPr/>
        </p:nvSpPr>
        <p:spPr>
          <a:xfrm>
            <a:off x="10013134" y="3253379"/>
            <a:ext cx="502062" cy="79660"/>
          </a:xfrm>
          <a:prstGeom prst="rect">
            <a:avLst/>
          </a:prstGeom>
          <a:solidFill>
            <a:srgbClr val="7FB421"/>
          </a:solidFill>
          <a:ln/>
        </p:spPr>
      </p:sp>
      <p:sp>
        <p:nvSpPr>
          <p:cNvPr id="123" name="Shape 121"/>
          <p:cNvSpPr/>
          <p:nvPr/>
        </p:nvSpPr>
        <p:spPr>
          <a:xfrm>
            <a:off x="9986709" y="4089808"/>
            <a:ext cx="528487" cy="79660"/>
          </a:xfrm>
          <a:prstGeom prst="rect">
            <a:avLst/>
          </a:prstGeom>
          <a:solidFill>
            <a:srgbClr val="7FB421"/>
          </a:solidFill>
          <a:ln/>
        </p:spPr>
      </p:sp>
      <p:sp>
        <p:nvSpPr>
          <p:cNvPr id="124" name="Shape 122"/>
          <p:cNvSpPr/>
          <p:nvPr/>
        </p:nvSpPr>
        <p:spPr>
          <a:xfrm>
            <a:off x="7357487" y="1925713"/>
            <a:ext cx="1070186" cy="225703"/>
          </a:xfrm>
          <a:prstGeom prst="rect">
            <a:avLst/>
          </a:prstGeom>
          <a:solidFill>
            <a:srgbClr val="FFFFFF"/>
          </a:solidFill>
          <a:ln w="6350">
            <a:solidFill>
              <a:srgbClr val="D8C8B8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7357487" y="1925713"/>
            <a:ext cx="1070186" cy="22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Decoder Only</a:t>
            </a:r>
            <a:endParaRPr lang="en-US" sz="650" dirty="0"/>
          </a:p>
        </p:txBody>
      </p:sp>
      <p:sp>
        <p:nvSpPr>
          <p:cNvPr id="126" name="Shape 124"/>
          <p:cNvSpPr/>
          <p:nvPr/>
        </p:nvSpPr>
        <p:spPr>
          <a:xfrm>
            <a:off x="8520158" y="1958905"/>
            <a:ext cx="488850" cy="172597"/>
          </a:xfrm>
          <a:prstGeom prst="rightArrow">
            <a:avLst/>
          </a:prstGeom>
          <a:solidFill>
            <a:srgbClr val="FFFFFF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357487" y="2244353"/>
            <a:ext cx="1070186" cy="212427"/>
          </a:xfrm>
          <a:prstGeom prst="rect">
            <a:avLst/>
          </a:prstGeom>
          <a:solidFill>
            <a:srgbClr val="FFFFFF"/>
          </a:solidFill>
          <a:ln w="6350">
            <a:solidFill>
              <a:srgbClr val="D8C8B8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7357487" y="2244353"/>
            <a:ext cx="1070186" cy="2124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Decoder Only</a:t>
            </a:r>
            <a:endParaRPr lang="en-US" sz="650" dirty="0"/>
          </a:p>
        </p:txBody>
      </p:sp>
      <p:sp>
        <p:nvSpPr>
          <p:cNvPr id="129" name="Shape 127"/>
          <p:cNvSpPr/>
          <p:nvPr/>
        </p:nvSpPr>
        <p:spPr>
          <a:xfrm>
            <a:off x="8520158" y="2277544"/>
            <a:ext cx="488850" cy="172597"/>
          </a:xfrm>
          <a:prstGeom prst="rightArrow">
            <a:avLst/>
          </a:prstGeom>
          <a:solidFill>
            <a:srgbClr val="FFFFFF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357487" y="3797722"/>
            <a:ext cx="1070186" cy="557620"/>
          </a:xfrm>
          <a:prstGeom prst="rect">
            <a:avLst/>
          </a:prstGeom>
          <a:solidFill>
            <a:srgbClr val="FFFFFF"/>
          </a:solidFill>
          <a:ln w="6350">
            <a:solidFill>
              <a:srgbClr val="D8C8B8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7357487" y="3797722"/>
            <a:ext cx="1070186" cy="557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800"/>
              </a:lnSpc>
              <a:buNone/>
            </a:pPr>
            <a:r>
              <a:rPr lang="en-US" sz="6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 –</a:t>
            </a:r>
            <a:endParaRPr lang="en-US" sz="650" dirty="0"/>
          </a:p>
          <a:p>
            <a:pPr algn="ctr" indent="0" marL="0">
              <a:lnSpc>
                <a:spcPts val="800"/>
              </a:lnSpc>
              <a:buNone/>
            </a:pPr>
            <a:r>
              <a:rPr lang="en-US" sz="6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Decoder</a:t>
            </a:r>
            <a:endParaRPr lang="en-US" sz="650" dirty="0"/>
          </a:p>
          <a:p>
            <a:pPr algn="ctr" indent="0" marL="0">
              <a:lnSpc>
                <a:spcPts val="800"/>
              </a:lnSpc>
              <a:buNone/>
            </a:pPr>
            <a:r>
              <a:rPr lang="en-US" sz="6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</a:t>
            </a:r>
            <a:endParaRPr lang="en-US" sz="650" dirty="0"/>
          </a:p>
        </p:txBody>
      </p:sp>
      <p:sp>
        <p:nvSpPr>
          <p:cNvPr id="132" name="Shape 130"/>
          <p:cNvSpPr/>
          <p:nvPr/>
        </p:nvSpPr>
        <p:spPr>
          <a:xfrm>
            <a:off x="8546583" y="3943765"/>
            <a:ext cx="449214" cy="199150"/>
          </a:xfrm>
          <a:prstGeom prst="rightArrow">
            <a:avLst/>
          </a:prstGeom>
          <a:solidFill>
            <a:srgbClr val="FFFFFF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357487" y="4554491"/>
            <a:ext cx="1070186" cy="212427"/>
          </a:xfrm>
          <a:prstGeom prst="rect">
            <a:avLst/>
          </a:prstGeom>
          <a:solidFill>
            <a:srgbClr val="FFFFFF"/>
          </a:solidFill>
          <a:ln w="6350">
            <a:solidFill>
              <a:srgbClr val="D8C8B8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7357487" y="4554491"/>
            <a:ext cx="1070186" cy="2124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Adding Mask</a:t>
            </a:r>
            <a:endParaRPr lang="en-US" sz="650" dirty="0"/>
          </a:p>
        </p:txBody>
      </p:sp>
      <p:sp>
        <p:nvSpPr>
          <p:cNvPr id="135" name="Shape 133"/>
          <p:cNvSpPr/>
          <p:nvPr/>
        </p:nvSpPr>
        <p:spPr>
          <a:xfrm>
            <a:off x="8546583" y="4594321"/>
            <a:ext cx="436002" cy="132767"/>
          </a:xfrm>
          <a:prstGeom prst="rightArrow">
            <a:avLst/>
          </a:prstGeom>
          <a:solidFill>
            <a:srgbClr val="FFFFFF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9497859" y="5311261"/>
            <a:ext cx="924852" cy="836429"/>
          </a:xfrm>
          <a:prstGeom prst="rect">
            <a:avLst/>
          </a:prstGeom>
          <a:solidFill>
            <a:srgbClr val="B8706C"/>
          </a:solidFill>
          <a:ln w="12700">
            <a:solidFill>
              <a:srgbClr val="753029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9497859" y="5311261"/>
            <a:ext cx="924852" cy="836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00" b="1" dirty="0">
                <a:solidFill>
                  <a:srgbClr val="4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700" dirty="0"/>
          </a:p>
          <a:p>
            <a:pPr algn="ctr" indent="0" marL="0">
              <a:lnSpc>
                <a:spcPts val="900"/>
              </a:lnSpc>
              <a:buNone/>
            </a:pPr>
            <a:r>
              <a:rPr lang="en-US" sz="700" b="1" dirty="0">
                <a:solidFill>
                  <a:srgbClr val="4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</a:t>
            </a:r>
            <a:endParaRPr lang="en-US" sz="700" dirty="0"/>
          </a:p>
        </p:txBody>
      </p:sp>
      <p:sp>
        <p:nvSpPr>
          <p:cNvPr id="138" name="Shape 136"/>
          <p:cNvSpPr/>
          <p:nvPr/>
        </p:nvSpPr>
        <p:spPr>
          <a:xfrm>
            <a:off x="9359131" y="5842327"/>
            <a:ext cx="59455" cy="99575"/>
          </a:xfrm>
          <a:prstGeom prst="line">
            <a:avLst/>
          </a:prstGeom>
          <a:noFill/>
          <a:ln w="25400">
            <a:solidFill>
              <a:srgbClr val="6E4423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 flipV="1">
            <a:off x="9418586" y="5689646"/>
            <a:ext cx="85879" cy="252257"/>
          </a:xfrm>
          <a:prstGeom prst="line">
            <a:avLst/>
          </a:prstGeom>
          <a:noFill/>
          <a:ln w="25400">
            <a:solidFill>
              <a:srgbClr val="6E4423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10409499" y="5337814"/>
            <a:ext cx="713457" cy="31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800"/>
              </a:lnSpc>
              <a:buNone/>
            </a:pPr>
            <a:r>
              <a:rPr lang="en-US" sz="650" b="1" dirty="0">
                <a:solidFill>
                  <a:srgbClr val="3B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Positional</a:t>
            </a:r>
            <a:endParaRPr lang="en-US" sz="650" dirty="0"/>
          </a:p>
          <a:p>
            <a:pPr algn="ctr" indent="0" marL="0">
              <a:lnSpc>
                <a:spcPts val="800"/>
              </a:lnSpc>
              <a:buNone/>
            </a:pPr>
            <a:r>
              <a:rPr lang="en-US" sz="650" b="1" dirty="0">
                <a:solidFill>
                  <a:srgbClr val="3B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Encoding</a:t>
            </a:r>
            <a:endParaRPr lang="en-US" sz="650" dirty="0"/>
          </a:p>
        </p:txBody>
      </p:sp>
      <p:sp>
        <p:nvSpPr>
          <p:cNvPr id="141" name="Shape 139"/>
          <p:cNvSpPr/>
          <p:nvPr/>
        </p:nvSpPr>
        <p:spPr>
          <a:xfrm>
            <a:off x="9682829" y="6293734"/>
            <a:ext cx="594548" cy="199150"/>
          </a:xfrm>
          <a:prstGeom prst="rect">
            <a:avLst/>
          </a:prstGeom>
          <a:solidFill>
            <a:srgbClr val="FFFF00"/>
          </a:solidFill>
          <a:ln/>
        </p:spPr>
      </p:sp>
      <p:sp>
        <p:nvSpPr>
          <p:cNvPr id="142" name="Text 140"/>
          <p:cNvSpPr/>
          <p:nvPr/>
        </p:nvSpPr>
        <p:spPr>
          <a:xfrm>
            <a:off x="9682829" y="6293734"/>
            <a:ext cx="594548" cy="199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</a:t>
            </a:r>
            <a:endParaRPr lang="en-US" sz="650" dirty="0"/>
          </a:p>
        </p:txBody>
      </p:sp>
      <p:sp>
        <p:nvSpPr>
          <p:cNvPr id="143" name="Text 141"/>
          <p:cNvSpPr/>
          <p:nvPr/>
        </p:nvSpPr>
        <p:spPr>
          <a:xfrm>
            <a:off x="9563920" y="6492883"/>
            <a:ext cx="951276" cy="1460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C8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(shifted right)</a:t>
            </a:r>
            <a:endParaRPr lang="en-US" sz="6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71500"/>
            <a:ext cx="11137900" cy="6286500"/>
          </a:xfrm>
          <a:prstGeom prst="rect">
            <a:avLst/>
          </a:prstGeom>
          <a:solidFill>
            <a:srgbClr val="E9E9E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955348" y="956926"/>
            <a:ext cx="7293156" cy="2591674"/>
          </a:xfrm>
          <a:prstGeom prst="rect">
            <a:avLst/>
          </a:prstGeom>
          <a:solidFill>
            <a:srgbClr val="D6C6B4"/>
          </a:solidFill>
          <a:ln w="19050">
            <a:solidFill>
              <a:srgbClr val="A8987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94985" y="1049960"/>
            <a:ext cx="1268375" cy="2432186"/>
          </a:xfrm>
          <a:prstGeom prst="rect">
            <a:avLst/>
          </a:prstGeom>
          <a:solidFill>
            <a:srgbClr val="F4F8D2"/>
          </a:solidFill>
          <a:ln/>
        </p:spPr>
      </p:sp>
      <p:sp>
        <p:nvSpPr>
          <p:cNvPr id="7" name="Shape 5"/>
          <p:cNvSpPr/>
          <p:nvPr/>
        </p:nvSpPr>
        <p:spPr>
          <a:xfrm>
            <a:off x="5421906" y="1049960"/>
            <a:ext cx="1281587" cy="2432186"/>
          </a:xfrm>
          <a:prstGeom prst="rect">
            <a:avLst/>
          </a:prstGeom>
          <a:solidFill>
            <a:srgbClr val="F4F8D2"/>
          </a:solidFill>
          <a:ln/>
        </p:spPr>
      </p:sp>
      <p:sp>
        <p:nvSpPr>
          <p:cNvPr id="8" name="Shape 6"/>
          <p:cNvSpPr/>
          <p:nvPr/>
        </p:nvSpPr>
        <p:spPr>
          <a:xfrm>
            <a:off x="6862040" y="1049960"/>
            <a:ext cx="1281587" cy="2432186"/>
          </a:xfrm>
          <a:prstGeom prst="rect">
            <a:avLst/>
          </a:prstGeom>
          <a:solidFill>
            <a:srgbClr val="F4F8D2"/>
          </a:solidFill>
          <a:ln/>
        </p:spPr>
      </p:sp>
      <p:sp>
        <p:nvSpPr>
          <p:cNvPr id="9" name="Shape 7"/>
          <p:cNvSpPr/>
          <p:nvPr/>
        </p:nvSpPr>
        <p:spPr>
          <a:xfrm>
            <a:off x="8341811" y="1049960"/>
            <a:ext cx="1268375" cy="2432186"/>
          </a:xfrm>
          <a:prstGeom prst="rect">
            <a:avLst/>
          </a:prstGeom>
          <a:solidFill>
            <a:srgbClr val="F4F8D2"/>
          </a:solidFill>
          <a:ln/>
        </p:spPr>
      </p:sp>
      <p:sp>
        <p:nvSpPr>
          <p:cNvPr id="10" name="Shape 8"/>
          <p:cNvSpPr/>
          <p:nvPr/>
        </p:nvSpPr>
        <p:spPr>
          <a:xfrm>
            <a:off x="9808369" y="1049960"/>
            <a:ext cx="1030555" cy="2432186"/>
          </a:xfrm>
          <a:prstGeom prst="rect">
            <a:avLst/>
          </a:prstGeom>
          <a:solidFill>
            <a:srgbClr val="F4F8D2"/>
          </a:solidFill>
          <a:ln/>
        </p:spPr>
      </p:sp>
      <p:sp>
        <p:nvSpPr>
          <p:cNvPr id="11" name="Shape 9"/>
          <p:cNvSpPr/>
          <p:nvPr/>
        </p:nvSpPr>
        <p:spPr>
          <a:xfrm>
            <a:off x="3889287" y="3907447"/>
            <a:ext cx="7332792" cy="2950521"/>
          </a:xfrm>
          <a:prstGeom prst="rect">
            <a:avLst/>
          </a:prstGeom>
          <a:solidFill>
            <a:srgbClr val="F2DDF6"/>
          </a:solidFill>
          <a:ln w="15875">
            <a:solidFill>
              <a:srgbClr val="C24AC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994985" y="4040353"/>
            <a:ext cx="1268375" cy="2737871"/>
          </a:xfrm>
          <a:prstGeom prst="rect">
            <a:avLst/>
          </a:prstGeom>
          <a:solidFill>
            <a:srgbClr val="F4F8D2"/>
          </a:solidFill>
          <a:ln/>
        </p:spPr>
      </p:sp>
      <p:sp>
        <p:nvSpPr>
          <p:cNvPr id="13" name="Shape 11"/>
          <p:cNvSpPr/>
          <p:nvPr/>
        </p:nvSpPr>
        <p:spPr>
          <a:xfrm>
            <a:off x="5421906" y="4040353"/>
            <a:ext cx="1281587" cy="2737871"/>
          </a:xfrm>
          <a:prstGeom prst="rect">
            <a:avLst/>
          </a:prstGeom>
          <a:solidFill>
            <a:srgbClr val="F4F8D2"/>
          </a:solidFill>
          <a:ln/>
        </p:spPr>
      </p:sp>
      <p:sp>
        <p:nvSpPr>
          <p:cNvPr id="14" name="Shape 12"/>
          <p:cNvSpPr/>
          <p:nvPr/>
        </p:nvSpPr>
        <p:spPr>
          <a:xfrm>
            <a:off x="6862040" y="4040353"/>
            <a:ext cx="1281587" cy="2737871"/>
          </a:xfrm>
          <a:prstGeom prst="rect">
            <a:avLst/>
          </a:prstGeom>
          <a:solidFill>
            <a:srgbClr val="F4F8D2"/>
          </a:solidFill>
          <a:ln/>
        </p:spPr>
      </p:sp>
      <p:sp>
        <p:nvSpPr>
          <p:cNvPr id="15" name="Shape 13"/>
          <p:cNvSpPr/>
          <p:nvPr/>
        </p:nvSpPr>
        <p:spPr>
          <a:xfrm>
            <a:off x="8341811" y="4040353"/>
            <a:ext cx="1268375" cy="2737871"/>
          </a:xfrm>
          <a:prstGeom prst="rect">
            <a:avLst/>
          </a:prstGeom>
          <a:solidFill>
            <a:srgbClr val="F4F8D2"/>
          </a:solidFill>
          <a:ln/>
        </p:spPr>
      </p:sp>
      <p:sp>
        <p:nvSpPr>
          <p:cNvPr id="16" name="Shape 14"/>
          <p:cNvSpPr/>
          <p:nvPr/>
        </p:nvSpPr>
        <p:spPr>
          <a:xfrm>
            <a:off x="9808369" y="4040353"/>
            <a:ext cx="1030555" cy="2737871"/>
          </a:xfrm>
          <a:prstGeom prst="rect">
            <a:avLst/>
          </a:prstGeom>
          <a:solidFill>
            <a:srgbClr val="F4F8D2"/>
          </a:solidFill>
          <a:ln/>
        </p:spPr>
      </p:sp>
      <p:sp>
        <p:nvSpPr>
          <p:cNvPr id="17" name="Text 15"/>
          <p:cNvSpPr/>
          <p:nvPr/>
        </p:nvSpPr>
        <p:spPr>
          <a:xfrm>
            <a:off x="4219593" y="1116413"/>
            <a:ext cx="6553270" cy="318975"/>
          </a:xfrm>
          <a:prstGeom prst="rect">
            <a:avLst/>
          </a:prstGeom>
          <a:solidFill>
            <a:srgbClr val="9900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Residual Connection and Layer Normalization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4219593" y="1541714"/>
            <a:ext cx="6553270" cy="292394"/>
          </a:xfrm>
          <a:prstGeom prst="rect">
            <a:avLst/>
          </a:prstGeom>
          <a:solidFill>
            <a:srgbClr val="0A9A0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 Forward Networks [ One Hidden with  </a:t>
            </a:r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RELU</a:t>
            </a:r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Activation]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219593" y="1940433"/>
            <a:ext cx="6553270" cy="292394"/>
          </a:xfrm>
          <a:prstGeom prst="rect">
            <a:avLst/>
          </a:prstGeom>
          <a:solidFill>
            <a:srgbClr val="9900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Residual Connection and Layer Normalization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4034621" y="2684708"/>
            <a:ext cx="7346005" cy="0"/>
          </a:xfrm>
          <a:prstGeom prst="line">
            <a:avLst/>
          </a:prstGeom>
          <a:noFill/>
          <a:ln w="57150">
            <a:solidFill>
              <a:srgbClr val="D98A8E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4061046" y="2963812"/>
            <a:ext cx="7319580" cy="0"/>
          </a:xfrm>
          <a:prstGeom prst="line">
            <a:avLst/>
          </a:prstGeom>
          <a:noFill/>
          <a:ln w="57150">
            <a:solidFill>
              <a:srgbClr val="9CCDA8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4232805" y="2339152"/>
            <a:ext cx="924857" cy="33227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23" name="Shape 21"/>
          <p:cNvSpPr/>
          <p:nvPr/>
        </p:nvSpPr>
        <p:spPr>
          <a:xfrm>
            <a:off x="4166744" y="2365733"/>
            <a:ext cx="1070191" cy="863891"/>
          </a:xfrm>
          <a:prstGeom prst="rect">
            <a:avLst/>
          </a:prstGeom>
          <a:solidFill>
            <a:srgbClr val="0010B4"/>
          </a:solidFill>
          <a:ln w="9525">
            <a:solidFill>
              <a:srgbClr val="00008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66744" y="2586358"/>
            <a:ext cx="1070191" cy="27910"/>
          </a:xfrm>
          <a:prstGeom prst="rect">
            <a:avLst/>
          </a:prstGeom>
          <a:solidFill>
            <a:srgbClr val="0A1A6E"/>
          </a:solidFill>
          <a:ln/>
        </p:spPr>
      </p:sp>
      <p:sp>
        <p:nvSpPr>
          <p:cNvPr id="25" name="Shape 23"/>
          <p:cNvSpPr/>
          <p:nvPr/>
        </p:nvSpPr>
        <p:spPr>
          <a:xfrm>
            <a:off x="4166744" y="2785717"/>
            <a:ext cx="1070191" cy="27910"/>
          </a:xfrm>
          <a:prstGeom prst="rect">
            <a:avLst/>
          </a:prstGeom>
          <a:solidFill>
            <a:srgbClr val="0A1A6E"/>
          </a:solidFill>
          <a:ln/>
        </p:spPr>
      </p:sp>
      <p:sp>
        <p:nvSpPr>
          <p:cNvPr id="26" name="Shape 24"/>
          <p:cNvSpPr/>
          <p:nvPr/>
        </p:nvSpPr>
        <p:spPr>
          <a:xfrm>
            <a:off x="4166744" y="2998367"/>
            <a:ext cx="1070191" cy="27910"/>
          </a:xfrm>
          <a:prstGeom prst="rect">
            <a:avLst/>
          </a:prstGeom>
          <a:solidFill>
            <a:srgbClr val="0A1A6E"/>
          </a:solidFill>
          <a:ln/>
        </p:spPr>
      </p:sp>
      <p:sp>
        <p:nvSpPr>
          <p:cNvPr id="27" name="Shape 25"/>
          <p:cNvSpPr/>
          <p:nvPr/>
        </p:nvSpPr>
        <p:spPr>
          <a:xfrm>
            <a:off x="5256753" y="2418896"/>
            <a:ext cx="26424" cy="704404"/>
          </a:xfrm>
          <a:prstGeom prst="rect">
            <a:avLst/>
          </a:prstGeom>
          <a:solidFill>
            <a:srgbClr val="3A50CC"/>
          </a:solidFill>
          <a:ln/>
        </p:spPr>
      </p:sp>
      <p:sp>
        <p:nvSpPr>
          <p:cNvPr id="28" name="Shape 26"/>
          <p:cNvSpPr/>
          <p:nvPr/>
        </p:nvSpPr>
        <p:spPr>
          <a:xfrm>
            <a:off x="4140319" y="2472058"/>
            <a:ext cx="26424" cy="757566"/>
          </a:xfrm>
          <a:prstGeom prst="rect">
            <a:avLst/>
          </a:prstGeom>
          <a:solidFill>
            <a:srgbClr val="0A1878"/>
          </a:solidFill>
          <a:ln/>
        </p:spPr>
      </p:sp>
      <p:sp>
        <p:nvSpPr>
          <p:cNvPr id="29" name="Text 27"/>
          <p:cNvSpPr/>
          <p:nvPr/>
        </p:nvSpPr>
        <p:spPr>
          <a:xfrm>
            <a:off x="4166744" y="2365733"/>
            <a:ext cx="1070191" cy="863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</a:t>
            </a:r>
            <a:endParaRPr lang="en-US" sz="13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Decoder</a:t>
            </a:r>
            <a:endParaRPr lang="en-US" sz="13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593665" y="2339152"/>
            <a:ext cx="938069" cy="33227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31" name="Shape 29"/>
          <p:cNvSpPr/>
          <p:nvPr/>
        </p:nvSpPr>
        <p:spPr>
          <a:xfrm>
            <a:off x="5527604" y="2365733"/>
            <a:ext cx="1083404" cy="863891"/>
          </a:xfrm>
          <a:prstGeom prst="rect">
            <a:avLst/>
          </a:prstGeom>
          <a:solidFill>
            <a:srgbClr val="0010B4"/>
          </a:solidFill>
          <a:ln w="9525">
            <a:solidFill>
              <a:srgbClr val="00008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27604" y="2586358"/>
            <a:ext cx="1083404" cy="27910"/>
          </a:xfrm>
          <a:prstGeom prst="rect">
            <a:avLst/>
          </a:prstGeom>
          <a:solidFill>
            <a:srgbClr val="0A1A6E"/>
          </a:solidFill>
          <a:ln/>
        </p:spPr>
      </p:sp>
      <p:sp>
        <p:nvSpPr>
          <p:cNvPr id="33" name="Shape 31"/>
          <p:cNvSpPr/>
          <p:nvPr/>
        </p:nvSpPr>
        <p:spPr>
          <a:xfrm>
            <a:off x="5527604" y="2785717"/>
            <a:ext cx="1083404" cy="27910"/>
          </a:xfrm>
          <a:prstGeom prst="rect">
            <a:avLst/>
          </a:prstGeom>
          <a:solidFill>
            <a:srgbClr val="0A1A6E"/>
          </a:solidFill>
          <a:ln/>
        </p:spPr>
      </p:sp>
      <p:sp>
        <p:nvSpPr>
          <p:cNvPr id="34" name="Shape 32"/>
          <p:cNvSpPr/>
          <p:nvPr/>
        </p:nvSpPr>
        <p:spPr>
          <a:xfrm>
            <a:off x="5527604" y="2998367"/>
            <a:ext cx="1083404" cy="27910"/>
          </a:xfrm>
          <a:prstGeom prst="rect">
            <a:avLst/>
          </a:prstGeom>
          <a:solidFill>
            <a:srgbClr val="0A1A6E"/>
          </a:solidFill>
          <a:ln/>
        </p:spPr>
      </p:sp>
      <p:sp>
        <p:nvSpPr>
          <p:cNvPr id="35" name="Shape 33"/>
          <p:cNvSpPr/>
          <p:nvPr/>
        </p:nvSpPr>
        <p:spPr>
          <a:xfrm>
            <a:off x="6630826" y="2418896"/>
            <a:ext cx="26424" cy="704404"/>
          </a:xfrm>
          <a:prstGeom prst="rect">
            <a:avLst/>
          </a:prstGeom>
          <a:solidFill>
            <a:srgbClr val="3A50CC"/>
          </a:solidFill>
          <a:ln/>
        </p:spPr>
      </p:sp>
      <p:sp>
        <p:nvSpPr>
          <p:cNvPr id="36" name="Shape 34"/>
          <p:cNvSpPr/>
          <p:nvPr/>
        </p:nvSpPr>
        <p:spPr>
          <a:xfrm>
            <a:off x="5501180" y="2472058"/>
            <a:ext cx="26424" cy="757566"/>
          </a:xfrm>
          <a:prstGeom prst="rect">
            <a:avLst/>
          </a:prstGeom>
          <a:solidFill>
            <a:srgbClr val="0A1878"/>
          </a:solidFill>
          <a:ln/>
        </p:spPr>
      </p:sp>
      <p:sp>
        <p:nvSpPr>
          <p:cNvPr id="37" name="Text 35"/>
          <p:cNvSpPr/>
          <p:nvPr/>
        </p:nvSpPr>
        <p:spPr>
          <a:xfrm>
            <a:off x="5527604" y="2365733"/>
            <a:ext cx="1083404" cy="863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</a:t>
            </a:r>
            <a:endParaRPr lang="en-US" sz="13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Decoder</a:t>
            </a:r>
            <a:endParaRPr lang="en-US" sz="13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7020587" y="2339152"/>
            <a:ext cx="924857" cy="33227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39" name="Shape 37"/>
          <p:cNvSpPr/>
          <p:nvPr/>
        </p:nvSpPr>
        <p:spPr>
          <a:xfrm>
            <a:off x="6954526" y="2365733"/>
            <a:ext cx="1070191" cy="863891"/>
          </a:xfrm>
          <a:prstGeom prst="rect">
            <a:avLst/>
          </a:prstGeom>
          <a:solidFill>
            <a:srgbClr val="0010B4"/>
          </a:solidFill>
          <a:ln w="9525">
            <a:solidFill>
              <a:srgbClr val="00008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954526" y="2586358"/>
            <a:ext cx="1070191" cy="27910"/>
          </a:xfrm>
          <a:prstGeom prst="rect">
            <a:avLst/>
          </a:prstGeom>
          <a:solidFill>
            <a:srgbClr val="0A1A6E"/>
          </a:solidFill>
          <a:ln/>
        </p:spPr>
      </p:sp>
      <p:sp>
        <p:nvSpPr>
          <p:cNvPr id="41" name="Shape 39"/>
          <p:cNvSpPr/>
          <p:nvPr/>
        </p:nvSpPr>
        <p:spPr>
          <a:xfrm>
            <a:off x="6954526" y="2785717"/>
            <a:ext cx="1070191" cy="27910"/>
          </a:xfrm>
          <a:prstGeom prst="rect">
            <a:avLst/>
          </a:prstGeom>
          <a:solidFill>
            <a:srgbClr val="0A1A6E"/>
          </a:solidFill>
          <a:ln/>
        </p:spPr>
      </p:sp>
      <p:sp>
        <p:nvSpPr>
          <p:cNvPr id="42" name="Shape 40"/>
          <p:cNvSpPr/>
          <p:nvPr/>
        </p:nvSpPr>
        <p:spPr>
          <a:xfrm>
            <a:off x="6954526" y="2998367"/>
            <a:ext cx="1070191" cy="27910"/>
          </a:xfrm>
          <a:prstGeom prst="rect">
            <a:avLst/>
          </a:prstGeom>
          <a:solidFill>
            <a:srgbClr val="0A1A6E"/>
          </a:solidFill>
          <a:ln/>
        </p:spPr>
      </p:sp>
      <p:sp>
        <p:nvSpPr>
          <p:cNvPr id="43" name="Shape 41"/>
          <p:cNvSpPr/>
          <p:nvPr/>
        </p:nvSpPr>
        <p:spPr>
          <a:xfrm>
            <a:off x="8044536" y="2418896"/>
            <a:ext cx="26424" cy="704404"/>
          </a:xfrm>
          <a:prstGeom prst="rect">
            <a:avLst/>
          </a:prstGeom>
          <a:solidFill>
            <a:srgbClr val="3A50CC"/>
          </a:solidFill>
          <a:ln/>
        </p:spPr>
      </p:sp>
      <p:sp>
        <p:nvSpPr>
          <p:cNvPr id="44" name="Shape 42"/>
          <p:cNvSpPr/>
          <p:nvPr/>
        </p:nvSpPr>
        <p:spPr>
          <a:xfrm>
            <a:off x="6928101" y="2472058"/>
            <a:ext cx="26424" cy="757566"/>
          </a:xfrm>
          <a:prstGeom prst="rect">
            <a:avLst/>
          </a:prstGeom>
          <a:solidFill>
            <a:srgbClr val="0A1878"/>
          </a:solidFill>
          <a:ln/>
        </p:spPr>
      </p:sp>
      <p:sp>
        <p:nvSpPr>
          <p:cNvPr id="45" name="Text 43"/>
          <p:cNvSpPr/>
          <p:nvPr/>
        </p:nvSpPr>
        <p:spPr>
          <a:xfrm>
            <a:off x="6954526" y="2365733"/>
            <a:ext cx="1070191" cy="863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</a:t>
            </a:r>
            <a:endParaRPr lang="en-US" sz="13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Decoder</a:t>
            </a:r>
            <a:endParaRPr lang="en-US" sz="13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8539995" y="2339152"/>
            <a:ext cx="938069" cy="33227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47" name="Shape 45"/>
          <p:cNvSpPr/>
          <p:nvPr/>
        </p:nvSpPr>
        <p:spPr>
          <a:xfrm>
            <a:off x="8473933" y="2365733"/>
            <a:ext cx="1083404" cy="863891"/>
          </a:xfrm>
          <a:prstGeom prst="rect">
            <a:avLst/>
          </a:prstGeom>
          <a:solidFill>
            <a:srgbClr val="0010B4"/>
          </a:solidFill>
          <a:ln w="9525">
            <a:solidFill>
              <a:srgbClr val="00008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473933" y="2586358"/>
            <a:ext cx="1083404" cy="27910"/>
          </a:xfrm>
          <a:prstGeom prst="rect">
            <a:avLst/>
          </a:prstGeom>
          <a:solidFill>
            <a:srgbClr val="0A1A6E"/>
          </a:solidFill>
          <a:ln/>
        </p:spPr>
      </p:sp>
      <p:sp>
        <p:nvSpPr>
          <p:cNvPr id="49" name="Shape 47"/>
          <p:cNvSpPr/>
          <p:nvPr/>
        </p:nvSpPr>
        <p:spPr>
          <a:xfrm>
            <a:off x="8473933" y="2785717"/>
            <a:ext cx="1083404" cy="27910"/>
          </a:xfrm>
          <a:prstGeom prst="rect">
            <a:avLst/>
          </a:prstGeom>
          <a:solidFill>
            <a:srgbClr val="0A1A6E"/>
          </a:solidFill>
          <a:ln/>
        </p:spPr>
      </p:sp>
      <p:sp>
        <p:nvSpPr>
          <p:cNvPr id="50" name="Shape 48"/>
          <p:cNvSpPr/>
          <p:nvPr/>
        </p:nvSpPr>
        <p:spPr>
          <a:xfrm>
            <a:off x="8473933" y="2998367"/>
            <a:ext cx="1083404" cy="27910"/>
          </a:xfrm>
          <a:prstGeom prst="rect">
            <a:avLst/>
          </a:prstGeom>
          <a:solidFill>
            <a:srgbClr val="0A1A6E"/>
          </a:solidFill>
          <a:ln/>
        </p:spPr>
      </p:sp>
      <p:sp>
        <p:nvSpPr>
          <p:cNvPr id="51" name="Shape 49"/>
          <p:cNvSpPr/>
          <p:nvPr/>
        </p:nvSpPr>
        <p:spPr>
          <a:xfrm>
            <a:off x="9577155" y="2418896"/>
            <a:ext cx="26424" cy="704404"/>
          </a:xfrm>
          <a:prstGeom prst="rect">
            <a:avLst/>
          </a:prstGeom>
          <a:solidFill>
            <a:srgbClr val="3A50CC"/>
          </a:solidFill>
          <a:ln/>
        </p:spPr>
      </p:sp>
      <p:sp>
        <p:nvSpPr>
          <p:cNvPr id="52" name="Shape 50"/>
          <p:cNvSpPr/>
          <p:nvPr/>
        </p:nvSpPr>
        <p:spPr>
          <a:xfrm>
            <a:off x="8447509" y="2472058"/>
            <a:ext cx="26424" cy="757566"/>
          </a:xfrm>
          <a:prstGeom prst="rect">
            <a:avLst/>
          </a:prstGeom>
          <a:solidFill>
            <a:srgbClr val="0A1878"/>
          </a:solidFill>
          <a:ln/>
        </p:spPr>
      </p:sp>
      <p:sp>
        <p:nvSpPr>
          <p:cNvPr id="53" name="Text 51"/>
          <p:cNvSpPr/>
          <p:nvPr/>
        </p:nvSpPr>
        <p:spPr>
          <a:xfrm>
            <a:off x="8473933" y="2365733"/>
            <a:ext cx="1083404" cy="863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</a:t>
            </a:r>
            <a:endParaRPr lang="en-US" sz="13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Decoder</a:t>
            </a:r>
            <a:endParaRPr lang="en-US" sz="13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9900855" y="2339152"/>
            <a:ext cx="924857" cy="33227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55" name="Shape 53"/>
          <p:cNvSpPr/>
          <p:nvPr/>
        </p:nvSpPr>
        <p:spPr>
          <a:xfrm>
            <a:off x="9834794" y="2365733"/>
            <a:ext cx="1070191" cy="863891"/>
          </a:xfrm>
          <a:prstGeom prst="rect">
            <a:avLst/>
          </a:prstGeom>
          <a:solidFill>
            <a:srgbClr val="0010B4"/>
          </a:solidFill>
          <a:ln w="9525">
            <a:solidFill>
              <a:srgbClr val="00008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834794" y="2586358"/>
            <a:ext cx="1070191" cy="27910"/>
          </a:xfrm>
          <a:prstGeom prst="rect">
            <a:avLst/>
          </a:prstGeom>
          <a:solidFill>
            <a:srgbClr val="0A1A6E"/>
          </a:solidFill>
          <a:ln/>
        </p:spPr>
      </p:sp>
      <p:sp>
        <p:nvSpPr>
          <p:cNvPr id="57" name="Shape 55"/>
          <p:cNvSpPr/>
          <p:nvPr/>
        </p:nvSpPr>
        <p:spPr>
          <a:xfrm>
            <a:off x="9834794" y="2785717"/>
            <a:ext cx="1070191" cy="27910"/>
          </a:xfrm>
          <a:prstGeom prst="rect">
            <a:avLst/>
          </a:prstGeom>
          <a:solidFill>
            <a:srgbClr val="0A1A6E"/>
          </a:solidFill>
          <a:ln/>
        </p:spPr>
      </p:sp>
      <p:sp>
        <p:nvSpPr>
          <p:cNvPr id="58" name="Shape 56"/>
          <p:cNvSpPr/>
          <p:nvPr/>
        </p:nvSpPr>
        <p:spPr>
          <a:xfrm>
            <a:off x="9834794" y="2998367"/>
            <a:ext cx="1070191" cy="27910"/>
          </a:xfrm>
          <a:prstGeom prst="rect">
            <a:avLst/>
          </a:prstGeom>
          <a:solidFill>
            <a:srgbClr val="0A1A6E"/>
          </a:solidFill>
          <a:ln/>
        </p:spPr>
      </p:sp>
      <p:sp>
        <p:nvSpPr>
          <p:cNvPr id="59" name="Shape 57"/>
          <p:cNvSpPr/>
          <p:nvPr/>
        </p:nvSpPr>
        <p:spPr>
          <a:xfrm>
            <a:off x="10924804" y="2418896"/>
            <a:ext cx="26424" cy="704404"/>
          </a:xfrm>
          <a:prstGeom prst="rect">
            <a:avLst/>
          </a:prstGeom>
          <a:solidFill>
            <a:srgbClr val="3A50CC"/>
          </a:solidFill>
          <a:ln/>
        </p:spPr>
      </p:sp>
      <p:sp>
        <p:nvSpPr>
          <p:cNvPr id="60" name="Shape 58"/>
          <p:cNvSpPr/>
          <p:nvPr/>
        </p:nvSpPr>
        <p:spPr>
          <a:xfrm>
            <a:off x="9808369" y="2472058"/>
            <a:ext cx="26424" cy="757566"/>
          </a:xfrm>
          <a:prstGeom prst="rect">
            <a:avLst/>
          </a:prstGeom>
          <a:solidFill>
            <a:srgbClr val="0A1878"/>
          </a:solidFill>
          <a:ln/>
        </p:spPr>
      </p:sp>
      <p:sp>
        <p:nvSpPr>
          <p:cNvPr id="61" name="Text 59"/>
          <p:cNvSpPr/>
          <p:nvPr/>
        </p:nvSpPr>
        <p:spPr>
          <a:xfrm>
            <a:off x="9834794" y="2365733"/>
            <a:ext cx="1070191" cy="863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</a:t>
            </a:r>
            <a:endParaRPr lang="en-US" sz="13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Decoder</a:t>
            </a:r>
            <a:endParaRPr lang="en-US" sz="13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</a:t>
            </a:r>
            <a:endParaRPr lang="en-US" sz="1300" dirty="0"/>
          </a:p>
        </p:txBody>
      </p:sp>
      <p:sp>
        <p:nvSpPr>
          <p:cNvPr id="62" name="Text 60"/>
          <p:cNvSpPr/>
          <p:nvPr/>
        </p:nvSpPr>
        <p:spPr>
          <a:xfrm>
            <a:off x="3836438" y="2392314"/>
            <a:ext cx="198184" cy="212650"/>
          </a:xfrm>
          <a:prstGeom prst="ellipse">
            <a:avLst/>
          </a:prstGeom>
          <a:solidFill>
            <a:srgbClr val="C050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3849650" y="3070137"/>
            <a:ext cx="198184" cy="212650"/>
          </a:xfrm>
          <a:prstGeom prst="ellipse">
            <a:avLst/>
          </a:prstGeom>
          <a:solidFill>
            <a:srgbClr val="3E8A3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4840568" y="3269496"/>
            <a:ext cx="0" cy="637951"/>
          </a:xfrm>
          <a:prstGeom prst="line">
            <a:avLst/>
          </a:prstGeom>
          <a:noFill/>
          <a:ln w="12700">
            <a:solidFill>
              <a:srgbClr val="808080"/>
            </a:solidFill>
            <a:prstDash val="solid"/>
            <a:headEnd type="triangle"/>
          </a:ln>
        </p:spPr>
      </p:sp>
      <p:sp>
        <p:nvSpPr>
          <p:cNvPr id="65" name="Text 63"/>
          <p:cNvSpPr/>
          <p:nvPr/>
        </p:nvSpPr>
        <p:spPr>
          <a:xfrm>
            <a:off x="4754688" y="3289432"/>
            <a:ext cx="171759" cy="172778"/>
          </a:xfrm>
          <a:prstGeom prst="ellipse">
            <a:avLst/>
          </a:prstGeom>
          <a:solidFill>
            <a:srgbClr val="2320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6214641" y="3269496"/>
            <a:ext cx="0" cy="637951"/>
          </a:xfrm>
          <a:prstGeom prst="line">
            <a:avLst/>
          </a:prstGeom>
          <a:noFill/>
          <a:ln w="12700">
            <a:solidFill>
              <a:srgbClr val="808080"/>
            </a:solidFill>
            <a:prstDash val="solid"/>
            <a:headEnd type="triangle"/>
          </a:ln>
        </p:spPr>
      </p:sp>
      <p:sp>
        <p:nvSpPr>
          <p:cNvPr id="67" name="Text 65"/>
          <p:cNvSpPr/>
          <p:nvPr/>
        </p:nvSpPr>
        <p:spPr>
          <a:xfrm>
            <a:off x="6128761" y="3289432"/>
            <a:ext cx="171759" cy="172778"/>
          </a:xfrm>
          <a:prstGeom prst="ellipse">
            <a:avLst/>
          </a:prstGeom>
          <a:solidFill>
            <a:srgbClr val="2320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7694411" y="3269496"/>
            <a:ext cx="0" cy="637951"/>
          </a:xfrm>
          <a:prstGeom prst="line">
            <a:avLst/>
          </a:prstGeom>
          <a:noFill/>
          <a:ln w="12700">
            <a:solidFill>
              <a:srgbClr val="808080"/>
            </a:solidFill>
            <a:prstDash val="solid"/>
            <a:headEnd type="triangle"/>
          </a:ln>
        </p:spPr>
      </p:sp>
      <p:sp>
        <p:nvSpPr>
          <p:cNvPr id="69" name="Text 67"/>
          <p:cNvSpPr/>
          <p:nvPr/>
        </p:nvSpPr>
        <p:spPr>
          <a:xfrm>
            <a:off x="7608532" y="3302723"/>
            <a:ext cx="171759" cy="172778"/>
          </a:xfrm>
          <a:prstGeom prst="ellipse">
            <a:avLst/>
          </a:prstGeom>
          <a:solidFill>
            <a:srgbClr val="2320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9200607" y="3269496"/>
            <a:ext cx="0" cy="637951"/>
          </a:xfrm>
          <a:prstGeom prst="line">
            <a:avLst/>
          </a:prstGeom>
          <a:noFill/>
          <a:ln w="12700">
            <a:solidFill>
              <a:srgbClr val="808080"/>
            </a:solidFill>
            <a:prstDash val="solid"/>
            <a:headEnd type="triangle"/>
          </a:ln>
        </p:spPr>
      </p:sp>
      <p:sp>
        <p:nvSpPr>
          <p:cNvPr id="71" name="Text 69"/>
          <p:cNvSpPr/>
          <p:nvPr/>
        </p:nvSpPr>
        <p:spPr>
          <a:xfrm>
            <a:off x="9114727" y="3289432"/>
            <a:ext cx="171759" cy="172778"/>
          </a:xfrm>
          <a:prstGeom prst="ellipse">
            <a:avLst/>
          </a:prstGeom>
          <a:solidFill>
            <a:srgbClr val="2320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10495406" y="3269496"/>
            <a:ext cx="0" cy="637951"/>
          </a:xfrm>
          <a:prstGeom prst="line">
            <a:avLst/>
          </a:prstGeom>
          <a:noFill/>
          <a:ln w="12700">
            <a:solidFill>
              <a:srgbClr val="808080"/>
            </a:solidFill>
            <a:prstDash val="solid"/>
            <a:headEnd type="triangle"/>
          </a:ln>
        </p:spPr>
      </p:sp>
      <p:sp>
        <p:nvSpPr>
          <p:cNvPr id="73" name="Text 71"/>
          <p:cNvSpPr/>
          <p:nvPr/>
        </p:nvSpPr>
        <p:spPr>
          <a:xfrm>
            <a:off x="10409526" y="3276142"/>
            <a:ext cx="171759" cy="172778"/>
          </a:xfrm>
          <a:prstGeom prst="ellipse">
            <a:avLst/>
          </a:prstGeom>
          <a:solidFill>
            <a:srgbClr val="2320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4219593" y="4146678"/>
            <a:ext cx="6553270" cy="292394"/>
          </a:xfrm>
          <a:prstGeom prst="rect">
            <a:avLst/>
          </a:prstGeom>
          <a:solidFill>
            <a:srgbClr val="9900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Residual Connection and Layer Normalization</a:t>
            </a:r>
            <a:endParaRPr lang="en-US" sz="1550" dirty="0"/>
          </a:p>
        </p:txBody>
      </p:sp>
      <p:sp>
        <p:nvSpPr>
          <p:cNvPr id="75" name="Shape 73"/>
          <p:cNvSpPr/>
          <p:nvPr/>
        </p:nvSpPr>
        <p:spPr>
          <a:xfrm>
            <a:off x="4206380" y="4542739"/>
            <a:ext cx="885220" cy="29239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0682" y="4578624"/>
            <a:ext cx="1070191" cy="524980"/>
          </a:xfrm>
          <a:prstGeom prst="rect">
            <a:avLst/>
          </a:prstGeom>
          <a:solidFill>
            <a:srgbClr val="0010B4"/>
          </a:solidFill>
          <a:ln w="9525">
            <a:solidFill>
              <a:srgbClr val="00008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4100682" y="4690265"/>
            <a:ext cx="1070191" cy="27910"/>
          </a:xfrm>
          <a:prstGeom prst="rect">
            <a:avLst/>
          </a:prstGeom>
          <a:solidFill>
            <a:srgbClr val="0A1A6E"/>
          </a:solidFill>
          <a:ln/>
        </p:spPr>
      </p:sp>
      <p:sp>
        <p:nvSpPr>
          <p:cNvPr id="78" name="Shape 76"/>
          <p:cNvSpPr/>
          <p:nvPr/>
        </p:nvSpPr>
        <p:spPr>
          <a:xfrm>
            <a:off x="4100682" y="4796590"/>
            <a:ext cx="1070191" cy="27910"/>
          </a:xfrm>
          <a:prstGeom prst="rect">
            <a:avLst/>
          </a:prstGeom>
          <a:solidFill>
            <a:srgbClr val="0A1A6E"/>
          </a:solidFill>
          <a:ln/>
        </p:spPr>
      </p:sp>
      <p:sp>
        <p:nvSpPr>
          <p:cNvPr id="79" name="Shape 77"/>
          <p:cNvSpPr/>
          <p:nvPr/>
        </p:nvSpPr>
        <p:spPr>
          <a:xfrm>
            <a:off x="4100682" y="4956078"/>
            <a:ext cx="1070191" cy="27910"/>
          </a:xfrm>
          <a:prstGeom prst="rect">
            <a:avLst/>
          </a:prstGeom>
          <a:solidFill>
            <a:srgbClr val="0A1A6E"/>
          </a:solidFill>
          <a:ln/>
        </p:spPr>
      </p:sp>
      <p:sp>
        <p:nvSpPr>
          <p:cNvPr id="80" name="Shape 78"/>
          <p:cNvSpPr/>
          <p:nvPr/>
        </p:nvSpPr>
        <p:spPr>
          <a:xfrm>
            <a:off x="4113895" y="5095630"/>
            <a:ext cx="1083404" cy="26581"/>
          </a:xfrm>
          <a:prstGeom prst="rect">
            <a:avLst/>
          </a:prstGeom>
          <a:solidFill>
            <a:srgbClr val="14247E"/>
          </a:solidFill>
          <a:ln/>
        </p:spPr>
      </p:sp>
      <p:sp>
        <p:nvSpPr>
          <p:cNvPr id="81" name="Text 79"/>
          <p:cNvSpPr/>
          <p:nvPr/>
        </p:nvSpPr>
        <p:spPr>
          <a:xfrm>
            <a:off x="4100682" y="4578624"/>
            <a:ext cx="1070191" cy="5249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FF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Masked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Multi-Head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 Attention</a:t>
            </a:r>
            <a:endParaRPr lang="en-US" sz="950" dirty="0"/>
          </a:p>
        </p:txBody>
      </p:sp>
      <p:sp>
        <p:nvSpPr>
          <p:cNvPr id="82" name="Shape 80"/>
          <p:cNvSpPr/>
          <p:nvPr/>
        </p:nvSpPr>
        <p:spPr>
          <a:xfrm>
            <a:off x="5633302" y="4542739"/>
            <a:ext cx="885220" cy="29239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83" name="Shape 81"/>
          <p:cNvSpPr/>
          <p:nvPr/>
        </p:nvSpPr>
        <p:spPr>
          <a:xfrm>
            <a:off x="5527604" y="4578624"/>
            <a:ext cx="1070191" cy="524980"/>
          </a:xfrm>
          <a:prstGeom prst="rect">
            <a:avLst/>
          </a:prstGeom>
          <a:solidFill>
            <a:srgbClr val="0010B4"/>
          </a:solidFill>
          <a:ln w="9525">
            <a:solidFill>
              <a:srgbClr val="000080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527604" y="4690265"/>
            <a:ext cx="1070191" cy="27910"/>
          </a:xfrm>
          <a:prstGeom prst="rect">
            <a:avLst/>
          </a:prstGeom>
          <a:solidFill>
            <a:srgbClr val="0A1A6E"/>
          </a:solidFill>
          <a:ln/>
        </p:spPr>
      </p:sp>
      <p:sp>
        <p:nvSpPr>
          <p:cNvPr id="85" name="Shape 83"/>
          <p:cNvSpPr/>
          <p:nvPr/>
        </p:nvSpPr>
        <p:spPr>
          <a:xfrm>
            <a:off x="5527604" y="4796590"/>
            <a:ext cx="1070191" cy="27910"/>
          </a:xfrm>
          <a:prstGeom prst="rect">
            <a:avLst/>
          </a:prstGeom>
          <a:solidFill>
            <a:srgbClr val="0A1A6E"/>
          </a:solidFill>
          <a:ln/>
        </p:spPr>
      </p:sp>
      <p:sp>
        <p:nvSpPr>
          <p:cNvPr id="86" name="Shape 84"/>
          <p:cNvSpPr/>
          <p:nvPr/>
        </p:nvSpPr>
        <p:spPr>
          <a:xfrm>
            <a:off x="5527604" y="4956078"/>
            <a:ext cx="1070191" cy="27910"/>
          </a:xfrm>
          <a:prstGeom prst="rect">
            <a:avLst/>
          </a:prstGeom>
          <a:solidFill>
            <a:srgbClr val="0A1A6E"/>
          </a:solidFill>
          <a:ln/>
        </p:spPr>
      </p:sp>
      <p:sp>
        <p:nvSpPr>
          <p:cNvPr id="87" name="Shape 85"/>
          <p:cNvSpPr/>
          <p:nvPr/>
        </p:nvSpPr>
        <p:spPr>
          <a:xfrm>
            <a:off x="5540816" y="5095630"/>
            <a:ext cx="1083404" cy="26581"/>
          </a:xfrm>
          <a:prstGeom prst="rect">
            <a:avLst/>
          </a:prstGeom>
          <a:solidFill>
            <a:srgbClr val="14247E"/>
          </a:solidFill>
          <a:ln/>
        </p:spPr>
      </p:sp>
      <p:sp>
        <p:nvSpPr>
          <p:cNvPr id="88" name="Text 86"/>
          <p:cNvSpPr/>
          <p:nvPr/>
        </p:nvSpPr>
        <p:spPr>
          <a:xfrm>
            <a:off x="5527604" y="4578624"/>
            <a:ext cx="1070191" cy="5249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FF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Masked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Multi-Head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 Attention</a:t>
            </a:r>
            <a:endParaRPr lang="en-US" sz="950" dirty="0"/>
          </a:p>
        </p:txBody>
      </p:sp>
      <p:sp>
        <p:nvSpPr>
          <p:cNvPr id="89" name="Shape 87"/>
          <p:cNvSpPr/>
          <p:nvPr/>
        </p:nvSpPr>
        <p:spPr>
          <a:xfrm>
            <a:off x="7060224" y="4542739"/>
            <a:ext cx="885220" cy="29239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90" name="Shape 88"/>
          <p:cNvSpPr/>
          <p:nvPr/>
        </p:nvSpPr>
        <p:spPr>
          <a:xfrm>
            <a:off x="6954526" y="4578624"/>
            <a:ext cx="1070191" cy="524980"/>
          </a:xfrm>
          <a:prstGeom prst="rect">
            <a:avLst/>
          </a:prstGeom>
          <a:solidFill>
            <a:srgbClr val="0010B4"/>
          </a:solidFill>
          <a:ln w="9525">
            <a:solidFill>
              <a:srgbClr val="00008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954526" y="4690265"/>
            <a:ext cx="1070191" cy="27910"/>
          </a:xfrm>
          <a:prstGeom prst="rect">
            <a:avLst/>
          </a:prstGeom>
          <a:solidFill>
            <a:srgbClr val="0A1A6E"/>
          </a:solidFill>
          <a:ln/>
        </p:spPr>
      </p:sp>
      <p:sp>
        <p:nvSpPr>
          <p:cNvPr id="92" name="Shape 90"/>
          <p:cNvSpPr/>
          <p:nvPr/>
        </p:nvSpPr>
        <p:spPr>
          <a:xfrm>
            <a:off x="6954526" y="4796590"/>
            <a:ext cx="1070191" cy="27910"/>
          </a:xfrm>
          <a:prstGeom prst="rect">
            <a:avLst/>
          </a:prstGeom>
          <a:solidFill>
            <a:srgbClr val="0A1A6E"/>
          </a:solidFill>
          <a:ln/>
        </p:spPr>
      </p:sp>
      <p:sp>
        <p:nvSpPr>
          <p:cNvPr id="93" name="Shape 91"/>
          <p:cNvSpPr/>
          <p:nvPr/>
        </p:nvSpPr>
        <p:spPr>
          <a:xfrm>
            <a:off x="6954526" y="4956078"/>
            <a:ext cx="1070191" cy="27910"/>
          </a:xfrm>
          <a:prstGeom prst="rect">
            <a:avLst/>
          </a:prstGeom>
          <a:solidFill>
            <a:srgbClr val="0A1A6E"/>
          </a:solidFill>
          <a:ln/>
        </p:spPr>
      </p:sp>
      <p:sp>
        <p:nvSpPr>
          <p:cNvPr id="94" name="Shape 92"/>
          <p:cNvSpPr/>
          <p:nvPr/>
        </p:nvSpPr>
        <p:spPr>
          <a:xfrm>
            <a:off x="6967738" y="5095630"/>
            <a:ext cx="1083404" cy="26581"/>
          </a:xfrm>
          <a:prstGeom prst="rect">
            <a:avLst/>
          </a:prstGeom>
          <a:solidFill>
            <a:srgbClr val="14247E"/>
          </a:solidFill>
          <a:ln/>
        </p:spPr>
      </p:sp>
      <p:sp>
        <p:nvSpPr>
          <p:cNvPr id="95" name="Text 93"/>
          <p:cNvSpPr/>
          <p:nvPr/>
        </p:nvSpPr>
        <p:spPr>
          <a:xfrm>
            <a:off x="6954526" y="4578624"/>
            <a:ext cx="1070191" cy="5249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FF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Masked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Multi-Head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 Attention</a:t>
            </a:r>
            <a:endParaRPr lang="en-US" sz="950" dirty="0"/>
          </a:p>
        </p:txBody>
      </p:sp>
      <p:sp>
        <p:nvSpPr>
          <p:cNvPr id="96" name="Shape 94"/>
          <p:cNvSpPr/>
          <p:nvPr/>
        </p:nvSpPr>
        <p:spPr>
          <a:xfrm>
            <a:off x="8579631" y="4542739"/>
            <a:ext cx="898432" cy="29239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97" name="Shape 95"/>
          <p:cNvSpPr/>
          <p:nvPr/>
        </p:nvSpPr>
        <p:spPr>
          <a:xfrm>
            <a:off x="8473933" y="4578624"/>
            <a:ext cx="1083404" cy="524980"/>
          </a:xfrm>
          <a:prstGeom prst="rect">
            <a:avLst/>
          </a:prstGeom>
          <a:solidFill>
            <a:srgbClr val="0010B4"/>
          </a:solidFill>
          <a:ln w="9525">
            <a:solidFill>
              <a:srgbClr val="00008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8473933" y="4690265"/>
            <a:ext cx="1083404" cy="27910"/>
          </a:xfrm>
          <a:prstGeom prst="rect">
            <a:avLst/>
          </a:prstGeom>
          <a:solidFill>
            <a:srgbClr val="0A1A6E"/>
          </a:solidFill>
          <a:ln/>
        </p:spPr>
      </p:sp>
      <p:sp>
        <p:nvSpPr>
          <p:cNvPr id="99" name="Shape 97"/>
          <p:cNvSpPr/>
          <p:nvPr/>
        </p:nvSpPr>
        <p:spPr>
          <a:xfrm>
            <a:off x="8473933" y="4796590"/>
            <a:ext cx="1083404" cy="27910"/>
          </a:xfrm>
          <a:prstGeom prst="rect">
            <a:avLst/>
          </a:prstGeom>
          <a:solidFill>
            <a:srgbClr val="0A1A6E"/>
          </a:solidFill>
          <a:ln/>
        </p:spPr>
      </p:sp>
      <p:sp>
        <p:nvSpPr>
          <p:cNvPr id="100" name="Shape 98"/>
          <p:cNvSpPr/>
          <p:nvPr/>
        </p:nvSpPr>
        <p:spPr>
          <a:xfrm>
            <a:off x="8473933" y="4956078"/>
            <a:ext cx="1083404" cy="27910"/>
          </a:xfrm>
          <a:prstGeom prst="rect">
            <a:avLst/>
          </a:prstGeom>
          <a:solidFill>
            <a:srgbClr val="0A1A6E"/>
          </a:solidFill>
          <a:ln/>
        </p:spPr>
      </p:sp>
      <p:sp>
        <p:nvSpPr>
          <p:cNvPr id="101" name="Shape 99"/>
          <p:cNvSpPr/>
          <p:nvPr/>
        </p:nvSpPr>
        <p:spPr>
          <a:xfrm>
            <a:off x="8487146" y="5095630"/>
            <a:ext cx="1096616" cy="26581"/>
          </a:xfrm>
          <a:prstGeom prst="rect">
            <a:avLst/>
          </a:prstGeom>
          <a:solidFill>
            <a:srgbClr val="14247E"/>
          </a:solidFill>
          <a:ln/>
        </p:spPr>
      </p:sp>
      <p:sp>
        <p:nvSpPr>
          <p:cNvPr id="102" name="Text 100"/>
          <p:cNvSpPr/>
          <p:nvPr/>
        </p:nvSpPr>
        <p:spPr>
          <a:xfrm>
            <a:off x="8473933" y="4578624"/>
            <a:ext cx="1083404" cy="5249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FF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Masked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Multi-Head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 Attention</a:t>
            </a:r>
            <a:endParaRPr lang="en-US" sz="950" dirty="0"/>
          </a:p>
        </p:txBody>
      </p:sp>
      <p:sp>
        <p:nvSpPr>
          <p:cNvPr id="103" name="Shape 101"/>
          <p:cNvSpPr/>
          <p:nvPr/>
        </p:nvSpPr>
        <p:spPr>
          <a:xfrm>
            <a:off x="9940492" y="4542739"/>
            <a:ext cx="885220" cy="29239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9834794" y="4578624"/>
            <a:ext cx="1070191" cy="524980"/>
          </a:xfrm>
          <a:prstGeom prst="rect">
            <a:avLst/>
          </a:prstGeom>
          <a:solidFill>
            <a:srgbClr val="0010B4"/>
          </a:solidFill>
          <a:ln w="9525">
            <a:solidFill>
              <a:srgbClr val="00008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9834794" y="4690265"/>
            <a:ext cx="1070191" cy="27910"/>
          </a:xfrm>
          <a:prstGeom prst="rect">
            <a:avLst/>
          </a:prstGeom>
          <a:solidFill>
            <a:srgbClr val="0A1A6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9834794" y="4796590"/>
            <a:ext cx="1070191" cy="27910"/>
          </a:xfrm>
          <a:prstGeom prst="rect">
            <a:avLst/>
          </a:prstGeom>
          <a:solidFill>
            <a:srgbClr val="0A1A6E"/>
          </a:solidFill>
          <a:ln/>
        </p:spPr>
      </p:sp>
      <p:sp>
        <p:nvSpPr>
          <p:cNvPr id="107" name="Shape 105"/>
          <p:cNvSpPr/>
          <p:nvPr/>
        </p:nvSpPr>
        <p:spPr>
          <a:xfrm>
            <a:off x="9834794" y="4956078"/>
            <a:ext cx="1070191" cy="27910"/>
          </a:xfrm>
          <a:prstGeom prst="rect">
            <a:avLst/>
          </a:prstGeom>
          <a:solidFill>
            <a:srgbClr val="0A1A6E"/>
          </a:solidFill>
          <a:ln/>
        </p:spPr>
      </p:sp>
      <p:sp>
        <p:nvSpPr>
          <p:cNvPr id="108" name="Shape 106"/>
          <p:cNvSpPr/>
          <p:nvPr/>
        </p:nvSpPr>
        <p:spPr>
          <a:xfrm>
            <a:off x="9848006" y="5095630"/>
            <a:ext cx="1083404" cy="26581"/>
          </a:xfrm>
          <a:prstGeom prst="rect">
            <a:avLst/>
          </a:prstGeom>
          <a:solidFill>
            <a:srgbClr val="14247E"/>
          </a:solidFill>
          <a:ln/>
        </p:spPr>
      </p:sp>
      <p:sp>
        <p:nvSpPr>
          <p:cNvPr id="109" name="Text 107"/>
          <p:cNvSpPr/>
          <p:nvPr/>
        </p:nvSpPr>
        <p:spPr>
          <a:xfrm>
            <a:off x="9834794" y="4578624"/>
            <a:ext cx="1070191" cy="5249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FF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Masked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Multi-Head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 Attention</a:t>
            </a:r>
            <a:endParaRPr lang="en-US" sz="950" dirty="0"/>
          </a:p>
        </p:txBody>
      </p:sp>
      <p:sp>
        <p:nvSpPr>
          <p:cNvPr id="110" name="Text 108"/>
          <p:cNvSpPr/>
          <p:nvPr/>
        </p:nvSpPr>
        <p:spPr>
          <a:xfrm>
            <a:off x="4298866" y="6033949"/>
            <a:ext cx="6447572" cy="292394"/>
          </a:xfrm>
          <a:prstGeom prst="rect">
            <a:avLst/>
          </a:prstGeom>
          <a:solidFill>
            <a:srgbClr val="7A00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and Position Encoding</a:t>
            </a:r>
            <a:endParaRPr lang="en-US" sz="1550" dirty="0"/>
          </a:p>
        </p:txBody>
      </p:sp>
      <p:sp>
        <p:nvSpPr>
          <p:cNvPr id="111" name="Shape 109"/>
          <p:cNvSpPr/>
          <p:nvPr/>
        </p:nvSpPr>
        <p:spPr>
          <a:xfrm>
            <a:off x="4635778" y="5209929"/>
            <a:ext cx="0" cy="757566"/>
          </a:xfrm>
          <a:prstGeom prst="line">
            <a:avLst/>
          </a:prstGeom>
          <a:noFill/>
          <a:ln w="5080">
            <a:solidFill>
              <a:srgbClr val="D8A8D8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 flipV="1">
            <a:off x="4606711" y="5123540"/>
            <a:ext cx="59455" cy="73098"/>
          </a:xfrm>
          <a:prstGeom prst="triangle">
            <a:avLst/>
          </a:prstGeom>
          <a:solidFill>
            <a:srgbClr val="B040B0"/>
          </a:solidFill>
          <a:ln/>
        </p:spPr>
      </p:sp>
      <p:sp>
        <p:nvSpPr>
          <p:cNvPr id="113" name="Shape 111"/>
          <p:cNvSpPr/>
          <p:nvPr/>
        </p:nvSpPr>
        <p:spPr>
          <a:xfrm>
            <a:off x="5970214" y="5209929"/>
            <a:ext cx="0" cy="757566"/>
          </a:xfrm>
          <a:prstGeom prst="line">
            <a:avLst/>
          </a:prstGeom>
          <a:noFill/>
          <a:ln w="5080">
            <a:solidFill>
              <a:srgbClr val="D8A8D8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 flipV="1">
            <a:off x="5941147" y="5123540"/>
            <a:ext cx="59455" cy="73098"/>
          </a:xfrm>
          <a:prstGeom prst="triangle">
            <a:avLst/>
          </a:prstGeom>
          <a:solidFill>
            <a:srgbClr val="B040B0"/>
          </a:solidFill>
          <a:ln/>
        </p:spPr>
      </p:sp>
      <p:sp>
        <p:nvSpPr>
          <p:cNvPr id="115" name="Shape 113"/>
          <p:cNvSpPr/>
          <p:nvPr/>
        </p:nvSpPr>
        <p:spPr>
          <a:xfrm>
            <a:off x="6155186" y="5209929"/>
            <a:ext cx="0" cy="757566"/>
          </a:xfrm>
          <a:prstGeom prst="line">
            <a:avLst/>
          </a:prstGeom>
          <a:noFill/>
          <a:ln w="5080">
            <a:solidFill>
              <a:srgbClr val="E8B0B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 flipV="1">
            <a:off x="6126119" y="5123540"/>
            <a:ext cx="59455" cy="73098"/>
          </a:xfrm>
          <a:prstGeom prst="triangle">
            <a:avLst/>
          </a:prstGeom>
          <a:solidFill>
            <a:srgbClr val="D03030"/>
          </a:solidFill>
          <a:ln/>
        </p:spPr>
      </p:sp>
      <p:sp>
        <p:nvSpPr>
          <p:cNvPr id="117" name="Shape 115"/>
          <p:cNvSpPr/>
          <p:nvPr/>
        </p:nvSpPr>
        <p:spPr>
          <a:xfrm>
            <a:off x="7304650" y="5209929"/>
            <a:ext cx="0" cy="757566"/>
          </a:xfrm>
          <a:prstGeom prst="line">
            <a:avLst/>
          </a:prstGeom>
          <a:noFill/>
          <a:ln w="5080">
            <a:solidFill>
              <a:srgbClr val="D8A8D8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 flipV="1">
            <a:off x="7275583" y="5123540"/>
            <a:ext cx="59455" cy="73098"/>
          </a:xfrm>
          <a:prstGeom prst="triangle">
            <a:avLst/>
          </a:prstGeom>
          <a:solidFill>
            <a:srgbClr val="B040B0"/>
          </a:solidFill>
          <a:ln/>
        </p:spPr>
      </p:sp>
      <p:sp>
        <p:nvSpPr>
          <p:cNvPr id="119" name="Shape 117"/>
          <p:cNvSpPr/>
          <p:nvPr/>
        </p:nvSpPr>
        <p:spPr>
          <a:xfrm>
            <a:off x="7489622" y="5209929"/>
            <a:ext cx="0" cy="757566"/>
          </a:xfrm>
          <a:prstGeom prst="line">
            <a:avLst/>
          </a:prstGeom>
          <a:noFill/>
          <a:ln w="5080">
            <a:solidFill>
              <a:srgbClr val="E8B0B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 flipV="1">
            <a:off x="7460555" y="5123540"/>
            <a:ext cx="59455" cy="73098"/>
          </a:xfrm>
          <a:prstGeom prst="triangle">
            <a:avLst/>
          </a:prstGeom>
          <a:solidFill>
            <a:srgbClr val="D03030"/>
          </a:solidFill>
          <a:ln/>
        </p:spPr>
      </p:sp>
      <p:sp>
        <p:nvSpPr>
          <p:cNvPr id="121" name="Shape 119"/>
          <p:cNvSpPr/>
          <p:nvPr/>
        </p:nvSpPr>
        <p:spPr>
          <a:xfrm>
            <a:off x="7674593" y="5209929"/>
            <a:ext cx="0" cy="757566"/>
          </a:xfrm>
          <a:prstGeom prst="line">
            <a:avLst/>
          </a:prstGeom>
          <a:noFill/>
          <a:ln w="5080">
            <a:solidFill>
              <a:srgbClr val="A8B0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 flipV="1">
            <a:off x="7645526" y="5123540"/>
            <a:ext cx="59455" cy="73098"/>
          </a:xfrm>
          <a:prstGeom prst="triangle">
            <a:avLst/>
          </a:prstGeom>
          <a:solidFill>
            <a:srgbClr val="3040C0"/>
          </a:solidFill>
          <a:ln/>
        </p:spPr>
      </p:sp>
      <p:sp>
        <p:nvSpPr>
          <p:cNvPr id="123" name="Shape 121"/>
          <p:cNvSpPr/>
          <p:nvPr/>
        </p:nvSpPr>
        <p:spPr>
          <a:xfrm>
            <a:off x="8738178" y="5209929"/>
            <a:ext cx="0" cy="757566"/>
          </a:xfrm>
          <a:prstGeom prst="line">
            <a:avLst/>
          </a:prstGeom>
          <a:noFill/>
          <a:ln w="5080">
            <a:solidFill>
              <a:srgbClr val="D8A8D8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 flipV="1">
            <a:off x="8709111" y="5123540"/>
            <a:ext cx="59455" cy="73098"/>
          </a:xfrm>
          <a:prstGeom prst="triangle">
            <a:avLst/>
          </a:prstGeom>
          <a:solidFill>
            <a:srgbClr val="B040B0"/>
          </a:solidFill>
          <a:ln/>
        </p:spPr>
      </p:sp>
      <p:sp>
        <p:nvSpPr>
          <p:cNvPr id="125" name="Shape 123"/>
          <p:cNvSpPr/>
          <p:nvPr/>
        </p:nvSpPr>
        <p:spPr>
          <a:xfrm>
            <a:off x="8923150" y="5209929"/>
            <a:ext cx="0" cy="757566"/>
          </a:xfrm>
          <a:prstGeom prst="line">
            <a:avLst/>
          </a:prstGeom>
          <a:noFill/>
          <a:ln w="5080">
            <a:solidFill>
              <a:srgbClr val="E8B0B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 flipV="1">
            <a:off x="8894083" y="5123540"/>
            <a:ext cx="59455" cy="73098"/>
          </a:xfrm>
          <a:prstGeom prst="triangle">
            <a:avLst/>
          </a:prstGeom>
          <a:solidFill>
            <a:srgbClr val="D0303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9108121" y="5209929"/>
            <a:ext cx="0" cy="757566"/>
          </a:xfrm>
          <a:prstGeom prst="line">
            <a:avLst/>
          </a:prstGeom>
          <a:noFill/>
          <a:ln w="5080">
            <a:solidFill>
              <a:srgbClr val="A8B0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 flipV="1">
            <a:off x="9079054" y="5123540"/>
            <a:ext cx="59455" cy="73098"/>
          </a:xfrm>
          <a:prstGeom prst="triangle">
            <a:avLst/>
          </a:prstGeom>
          <a:solidFill>
            <a:srgbClr val="3040C0"/>
          </a:solidFill>
          <a:ln/>
        </p:spPr>
      </p:sp>
      <p:sp>
        <p:nvSpPr>
          <p:cNvPr id="129" name="Shape 127"/>
          <p:cNvSpPr/>
          <p:nvPr/>
        </p:nvSpPr>
        <p:spPr>
          <a:xfrm>
            <a:off x="9293092" y="5209929"/>
            <a:ext cx="0" cy="757566"/>
          </a:xfrm>
          <a:prstGeom prst="line">
            <a:avLst/>
          </a:prstGeom>
          <a:noFill/>
          <a:ln w="5080">
            <a:solidFill>
              <a:srgbClr val="F0C8A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 flipV="1">
            <a:off x="9264025" y="5123540"/>
            <a:ext cx="59455" cy="73098"/>
          </a:xfrm>
          <a:prstGeom prst="triangle">
            <a:avLst/>
          </a:prstGeom>
          <a:solidFill>
            <a:srgbClr val="E08030"/>
          </a:solidFill>
          <a:ln/>
        </p:spPr>
      </p:sp>
      <p:sp>
        <p:nvSpPr>
          <p:cNvPr id="131" name="Shape 129"/>
          <p:cNvSpPr/>
          <p:nvPr/>
        </p:nvSpPr>
        <p:spPr>
          <a:xfrm>
            <a:off x="9999947" y="5209929"/>
            <a:ext cx="0" cy="757566"/>
          </a:xfrm>
          <a:prstGeom prst="line">
            <a:avLst/>
          </a:prstGeom>
          <a:noFill/>
          <a:ln w="5080">
            <a:solidFill>
              <a:srgbClr val="D8A8D8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 flipV="1">
            <a:off x="9970880" y="5123540"/>
            <a:ext cx="59455" cy="73098"/>
          </a:xfrm>
          <a:prstGeom prst="triangle">
            <a:avLst/>
          </a:prstGeom>
          <a:solidFill>
            <a:srgbClr val="B040B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10184918" y="5209929"/>
            <a:ext cx="0" cy="757566"/>
          </a:xfrm>
          <a:prstGeom prst="line">
            <a:avLst/>
          </a:prstGeom>
          <a:noFill/>
          <a:ln w="5080">
            <a:solidFill>
              <a:srgbClr val="E8B0B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 flipV="1">
            <a:off x="10155851" y="5123540"/>
            <a:ext cx="59455" cy="73098"/>
          </a:xfrm>
          <a:prstGeom prst="triangle">
            <a:avLst/>
          </a:prstGeom>
          <a:solidFill>
            <a:srgbClr val="D03030"/>
          </a:solidFill>
          <a:ln/>
        </p:spPr>
      </p:sp>
      <p:sp>
        <p:nvSpPr>
          <p:cNvPr id="135" name="Shape 133"/>
          <p:cNvSpPr/>
          <p:nvPr/>
        </p:nvSpPr>
        <p:spPr>
          <a:xfrm>
            <a:off x="10369890" y="5209929"/>
            <a:ext cx="0" cy="757566"/>
          </a:xfrm>
          <a:prstGeom prst="line">
            <a:avLst/>
          </a:prstGeom>
          <a:noFill/>
          <a:ln w="5080">
            <a:solidFill>
              <a:srgbClr val="A8B0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 flipV="1">
            <a:off x="10340823" y="5123540"/>
            <a:ext cx="59455" cy="73098"/>
          </a:xfrm>
          <a:prstGeom prst="triangle">
            <a:avLst/>
          </a:prstGeom>
          <a:solidFill>
            <a:srgbClr val="3040C0"/>
          </a:solidFill>
          <a:ln/>
        </p:spPr>
      </p:sp>
      <p:sp>
        <p:nvSpPr>
          <p:cNvPr id="137" name="Shape 135"/>
          <p:cNvSpPr/>
          <p:nvPr/>
        </p:nvSpPr>
        <p:spPr>
          <a:xfrm>
            <a:off x="10554861" y="5209929"/>
            <a:ext cx="0" cy="757566"/>
          </a:xfrm>
          <a:prstGeom prst="line">
            <a:avLst/>
          </a:prstGeom>
          <a:noFill/>
          <a:ln w="5080">
            <a:solidFill>
              <a:srgbClr val="F0C8A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 flipV="1">
            <a:off x="10525794" y="5123540"/>
            <a:ext cx="59455" cy="73098"/>
          </a:xfrm>
          <a:prstGeom prst="triangle">
            <a:avLst/>
          </a:prstGeom>
          <a:solidFill>
            <a:srgbClr val="E08030"/>
          </a:solidFill>
          <a:ln/>
        </p:spPr>
      </p:sp>
      <p:sp>
        <p:nvSpPr>
          <p:cNvPr id="139" name="Shape 137"/>
          <p:cNvSpPr/>
          <p:nvPr/>
        </p:nvSpPr>
        <p:spPr>
          <a:xfrm>
            <a:off x="10739832" y="5209929"/>
            <a:ext cx="0" cy="757566"/>
          </a:xfrm>
          <a:prstGeom prst="line">
            <a:avLst/>
          </a:prstGeom>
          <a:noFill/>
          <a:ln w="5080">
            <a:solidFill>
              <a:srgbClr val="C8A8A8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 flipV="1">
            <a:off x="10710765" y="5123540"/>
            <a:ext cx="59455" cy="73098"/>
          </a:xfrm>
          <a:prstGeom prst="triangle">
            <a:avLst/>
          </a:prstGeom>
          <a:solidFill>
            <a:srgbClr val="902828"/>
          </a:solidFill>
          <a:ln/>
        </p:spPr>
      </p:sp>
      <p:sp>
        <p:nvSpPr>
          <p:cNvPr id="141" name="Text 139"/>
          <p:cNvSpPr/>
          <p:nvPr/>
        </p:nvSpPr>
        <p:spPr>
          <a:xfrm>
            <a:off x="4100682" y="6339633"/>
            <a:ext cx="1096616" cy="425300"/>
          </a:xfrm>
          <a:prstGeom prst="rect">
            <a:avLst/>
          </a:prstGeom>
          <a:solidFill>
            <a:srgbClr val="EAFBDC"/>
          </a:solidFill>
          <a:ln w="9525">
            <a:solidFill>
              <a:srgbClr val="B8CCA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7A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SOS</a:t>
            </a:r>
            <a:endParaRPr lang="en-US" sz="1250" dirty="0"/>
          </a:p>
        </p:txBody>
      </p:sp>
      <p:sp>
        <p:nvSpPr>
          <p:cNvPr id="142" name="Text 140"/>
          <p:cNvSpPr/>
          <p:nvPr/>
        </p:nvSpPr>
        <p:spPr>
          <a:xfrm>
            <a:off x="5514392" y="6339633"/>
            <a:ext cx="1096616" cy="425300"/>
          </a:xfrm>
          <a:prstGeom prst="rect">
            <a:avLst/>
          </a:prstGeom>
          <a:solidFill>
            <a:srgbClr val="EAFBDC"/>
          </a:solidFill>
          <a:ln w="9525">
            <a:solidFill>
              <a:srgbClr val="B8CCA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7A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</a:t>
            </a:r>
            <a:endParaRPr lang="en-US" sz="1250" dirty="0"/>
          </a:p>
        </p:txBody>
      </p:sp>
      <p:sp>
        <p:nvSpPr>
          <p:cNvPr id="143" name="Text 141"/>
          <p:cNvSpPr/>
          <p:nvPr/>
        </p:nvSpPr>
        <p:spPr>
          <a:xfrm>
            <a:off x="6954526" y="6339633"/>
            <a:ext cx="1096616" cy="425300"/>
          </a:xfrm>
          <a:prstGeom prst="rect">
            <a:avLst/>
          </a:prstGeom>
          <a:solidFill>
            <a:srgbClr val="EAFBDC"/>
          </a:solidFill>
          <a:ln w="9525">
            <a:solidFill>
              <a:srgbClr val="B8CCA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7A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</a:t>
            </a:r>
            <a:endParaRPr lang="en-US" sz="1250" dirty="0"/>
          </a:p>
        </p:txBody>
      </p:sp>
      <p:sp>
        <p:nvSpPr>
          <p:cNvPr id="144" name="Text 142"/>
          <p:cNvSpPr/>
          <p:nvPr/>
        </p:nvSpPr>
        <p:spPr>
          <a:xfrm>
            <a:off x="8447509" y="6339633"/>
            <a:ext cx="1070191" cy="425300"/>
          </a:xfrm>
          <a:prstGeom prst="rect">
            <a:avLst/>
          </a:prstGeom>
          <a:solidFill>
            <a:srgbClr val="EAFBDC"/>
          </a:solidFill>
          <a:ln w="9525">
            <a:solidFill>
              <a:srgbClr val="B8CCA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7A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</a:t>
            </a:r>
            <a:endParaRPr lang="en-US" sz="1250" dirty="0"/>
          </a:p>
        </p:txBody>
      </p:sp>
      <p:sp>
        <p:nvSpPr>
          <p:cNvPr id="145" name="Text 143"/>
          <p:cNvSpPr/>
          <p:nvPr/>
        </p:nvSpPr>
        <p:spPr>
          <a:xfrm>
            <a:off x="9887643" y="6339633"/>
            <a:ext cx="1096616" cy="425300"/>
          </a:xfrm>
          <a:prstGeom prst="rect">
            <a:avLst/>
          </a:prstGeom>
          <a:solidFill>
            <a:srgbClr val="EAFBDC"/>
          </a:solidFill>
          <a:ln w="9525">
            <a:solidFill>
              <a:srgbClr val="B8CCA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7A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malade</a:t>
            </a:r>
            <a:endParaRPr lang="en-US" sz="1250" dirty="0"/>
          </a:p>
        </p:txBody>
      </p:sp>
      <p:sp>
        <p:nvSpPr>
          <p:cNvPr id="146" name="Shape 144"/>
          <p:cNvSpPr/>
          <p:nvPr/>
        </p:nvSpPr>
        <p:spPr>
          <a:xfrm>
            <a:off x="4259229" y="717694"/>
            <a:ext cx="118910" cy="172778"/>
          </a:xfrm>
          <a:prstGeom prst="rect">
            <a:avLst/>
          </a:prstGeom>
          <a:solidFill>
            <a:srgbClr val="FDFDC8"/>
          </a:solidFill>
          <a:ln w="6350">
            <a:solidFill>
              <a:srgbClr val="A8A088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4391352" y="717694"/>
            <a:ext cx="118910" cy="172778"/>
          </a:xfrm>
          <a:prstGeom prst="rect">
            <a:avLst/>
          </a:prstGeom>
          <a:solidFill>
            <a:srgbClr val="F8FBE8"/>
          </a:solidFill>
          <a:ln w="6350">
            <a:solidFill>
              <a:srgbClr val="A8A088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4523474" y="717694"/>
            <a:ext cx="118910" cy="172778"/>
          </a:xfrm>
          <a:prstGeom prst="rect">
            <a:avLst/>
          </a:prstGeom>
          <a:solidFill>
            <a:srgbClr val="F5CDCB"/>
          </a:solidFill>
          <a:ln w="6350">
            <a:solidFill>
              <a:srgbClr val="A8A088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4457413" y="917054"/>
            <a:ext cx="0" cy="186069"/>
          </a:xfrm>
          <a:prstGeom prst="line">
            <a:avLst/>
          </a:prstGeom>
          <a:noFill/>
          <a:ln w="12700">
            <a:solidFill>
              <a:srgbClr val="85806E"/>
            </a:solidFill>
            <a:prstDash val="solid"/>
            <a:tailEnd type="triangle"/>
          </a:ln>
        </p:spPr>
      </p:sp>
      <p:sp>
        <p:nvSpPr>
          <p:cNvPr id="150" name="Shape 148"/>
          <p:cNvSpPr/>
          <p:nvPr/>
        </p:nvSpPr>
        <p:spPr>
          <a:xfrm>
            <a:off x="5567241" y="717694"/>
            <a:ext cx="118910" cy="172778"/>
          </a:xfrm>
          <a:prstGeom prst="rect">
            <a:avLst/>
          </a:prstGeom>
          <a:solidFill>
            <a:srgbClr val="FDFDC8"/>
          </a:solidFill>
          <a:ln w="6350">
            <a:solidFill>
              <a:srgbClr val="A8A088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5699363" y="717694"/>
            <a:ext cx="118910" cy="172778"/>
          </a:xfrm>
          <a:prstGeom prst="rect">
            <a:avLst/>
          </a:prstGeom>
          <a:solidFill>
            <a:srgbClr val="F8FBE8"/>
          </a:solidFill>
          <a:ln w="6350">
            <a:solidFill>
              <a:srgbClr val="A8A088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5831486" y="717694"/>
            <a:ext cx="118910" cy="172778"/>
          </a:xfrm>
          <a:prstGeom prst="rect">
            <a:avLst/>
          </a:prstGeom>
          <a:solidFill>
            <a:srgbClr val="F5CDCB"/>
          </a:solidFill>
          <a:ln w="6350">
            <a:solidFill>
              <a:srgbClr val="A8A088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5765425" y="917054"/>
            <a:ext cx="0" cy="186069"/>
          </a:xfrm>
          <a:prstGeom prst="line">
            <a:avLst/>
          </a:prstGeom>
          <a:noFill/>
          <a:ln w="12700">
            <a:solidFill>
              <a:srgbClr val="85806E"/>
            </a:solidFill>
            <a:prstDash val="solid"/>
            <a:tailEnd type="triangle"/>
          </a:ln>
        </p:spPr>
      </p:sp>
      <p:sp>
        <p:nvSpPr>
          <p:cNvPr id="154" name="Shape 152"/>
          <p:cNvSpPr/>
          <p:nvPr/>
        </p:nvSpPr>
        <p:spPr>
          <a:xfrm>
            <a:off x="7047012" y="717694"/>
            <a:ext cx="118910" cy="172778"/>
          </a:xfrm>
          <a:prstGeom prst="rect">
            <a:avLst/>
          </a:prstGeom>
          <a:solidFill>
            <a:srgbClr val="FDFDC8"/>
          </a:solidFill>
          <a:ln w="6350">
            <a:solidFill>
              <a:srgbClr val="A8A088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7179134" y="717694"/>
            <a:ext cx="118910" cy="172778"/>
          </a:xfrm>
          <a:prstGeom prst="rect">
            <a:avLst/>
          </a:prstGeom>
          <a:solidFill>
            <a:srgbClr val="F8FBE8"/>
          </a:solidFill>
          <a:ln w="6350">
            <a:solidFill>
              <a:srgbClr val="A8A088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311256" y="717694"/>
            <a:ext cx="118910" cy="172778"/>
          </a:xfrm>
          <a:prstGeom prst="rect">
            <a:avLst/>
          </a:prstGeom>
          <a:solidFill>
            <a:srgbClr val="F5CDCB"/>
          </a:solidFill>
          <a:ln w="6350">
            <a:solidFill>
              <a:srgbClr val="A8A088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245195" y="917054"/>
            <a:ext cx="0" cy="186069"/>
          </a:xfrm>
          <a:prstGeom prst="line">
            <a:avLst/>
          </a:prstGeom>
          <a:noFill/>
          <a:ln w="12700">
            <a:solidFill>
              <a:srgbClr val="85806E"/>
            </a:solidFill>
            <a:prstDash val="solid"/>
            <a:tailEnd type="triangle"/>
          </a:ln>
        </p:spPr>
      </p:sp>
      <p:sp>
        <p:nvSpPr>
          <p:cNvPr id="158" name="Shape 156"/>
          <p:cNvSpPr/>
          <p:nvPr/>
        </p:nvSpPr>
        <p:spPr>
          <a:xfrm>
            <a:off x="8539995" y="717694"/>
            <a:ext cx="118910" cy="172778"/>
          </a:xfrm>
          <a:prstGeom prst="rect">
            <a:avLst/>
          </a:prstGeom>
          <a:solidFill>
            <a:srgbClr val="FDFDC8"/>
          </a:solidFill>
          <a:ln w="6350">
            <a:solidFill>
              <a:srgbClr val="A8A088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672117" y="717694"/>
            <a:ext cx="118910" cy="172778"/>
          </a:xfrm>
          <a:prstGeom prst="rect">
            <a:avLst/>
          </a:prstGeom>
          <a:solidFill>
            <a:srgbClr val="F8FBE8"/>
          </a:solidFill>
          <a:ln w="6350">
            <a:solidFill>
              <a:srgbClr val="A8A088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804239" y="717694"/>
            <a:ext cx="118910" cy="172778"/>
          </a:xfrm>
          <a:prstGeom prst="rect">
            <a:avLst/>
          </a:prstGeom>
          <a:solidFill>
            <a:srgbClr val="F5CDCB"/>
          </a:solidFill>
          <a:ln w="6350">
            <a:solidFill>
              <a:srgbClr val="A8A088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8738178" y="917054"/>
            <a:ext cx="0" cy="186069"/>
          </a:xfrm>
          <a:prstGeom prst="line">
            <a:avLst/>
          </a:prstGeom>
          <a:noFill/>
          <a:ln w="12700">
            <a:solidFill>
              <a:srgbClr val="85806E"/>
            </a:solidFill>
            <a:prstDash val="solid"/>
            <a:tailEnd type="triangle"/>
          </a:ln>
        </p:spPr>
      </p:sp>
      <p:sp>
        <p:nvSpPr>
          <p:cNvPr id="162" name="Shape 160"/>
          <p:cNvSpPr/>
          <p:nvPr/>
        </p:nvSpPr>
        <p:spPr>
          <a:xfrm>
            <a:off x="9887643" y="717694"/>
            <a:ext cx="118910" cy="172778"/>
          </a:xfrm>
          <a:prstGeom prst="rect">
            <a:avLst/>
          </a:prstGeom>
          <a:solidFill>
            <a:srgbClr val="FDFDC8"/>
          </a:solidFill>
          <a:ln w="6350">
            <a:solidFill>
              <a:srgbClr val="A8A088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10019765" y="717694"/>
            <a:ext cx="118910" cy="172778"/>
          </a:xfrm>
          <a:prstGeom prst="rect">
            <a:avLst/>
          </a:prstGeom>
          <a:solidFill>
            <a:srgbClr val="F8FBE8"/>
          </a:solidFill>
          <a:ln w="6350">
            <a:solidFill>
              <a:srgbClr val="A8A088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10151888" y="717694"/>
            <a:ext cx="118910" cy="172778"/>
          </a:xfrm>
          <a:prstGeom prst="rect">
            <a:avLst/>
          </a:prstGeom>
          <a:solidFill>
            <a:srgbClr val="F5CDCB"/>
          </a:solidFill>
          <a:ln w="6350">
            <a:solidFill>
              <a:srgbClr val="A8A088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10085826" y="917054"/>
            <a:ext cx="0" cy="186069"/>
          </a:xfrm>
          <a:prstGeom prst="line">
            <a:avLst/>
          </a:prstGeom>
          <a:noFill/>
          <a:ln w="12700">
            <a:solidFill>
              <a:srgbClr val="85806E"/>
            </a:solidFill>
            <a:prstDash val="solid"/>
            <a:tailEnd type="triangle"/>
          </a:ln>
        </p:spPr>
      </p:sp>
      <p:sp>
        <p:nvSpPr>
          <p:cNvPr id="166" name="Shape 164"/>
          <p:cNvSpPr/>
          <p:nvPr/>
        </p:nvSpPr>
        <p:spPr>
          <a:xfrm>
            <a:off x="4246017" y="3681506"/>
            <a:ext cx="118910" cy="172778"/>
          </a:xfrm>
          <a:prstGeom prst="rect">
            <a:avLst/>
          </a:prstGeom>
          <a:solidFill>
            <a:srgbClr val="FDFDC8"/>
          </a:solidFill>
          <a:ln w="6350">
            <a:solidFill>
              <a:srgbClr val="A8A088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4378139" y="3681506"/>
            <a:ext cx="118910" cy="172778"/>
          </a:xfrm>
          <a:prstGeom prst="rect">
            <a:avLst/>
          </a:prstGeom>
          <a:solidFill>
            <a:srgbClr val="F8FBE8"/>
          </a:solidFill>
          <a:ln w="6350">
            <a:solidFill>
              <a:srgbClr val="A8A088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4510262" y="3681506"/>
            <a:ext cx="118910" cy="172778"/>
          </a:xfrm>
          <a:prstGeom prst="rect">
            <a:avLst/>
          </a:prstGeom>
          <a:solidFill>
            <a:srgbClr val="F5CDCB"/>
          </a:solidFill>
          <a:ln w="6350">
            <a:solidFill>
              <a:srgbClr val="A8A088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5606878" y="3681506"/>
            <a:ext cx="118910" cy="172778"/>
          </a:xfrm>
          <a:prstGeom prst="rect">
            <a:avLst/>
          </a:prstGeom>
          <a:solidFill>
            <a:srgbClr val="FDFDC8"/>
          </a:solidFill>
          <a:ln w="6350">
            <a:solidFill>
              <a:srgbClr val="A8A088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5739000" y="3681506"/>
            <a:ext cx="118910" cy="172778"/>
          </a:xfrm>
          <a:prstGeom prst="rect">
            <a:avLst/>
          </a:prstGeom>
          <a:solidFill>
            <a:srgbClr val="F8FBE8"/>
          </a:solidFill>
          <a:ln w="6350">
            <a:solidFill>
              <a:srgbClr val="A8A088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5871122" y="3681506"/>
            <a:ext cx="118910" cy="172778"/>
          </a:xfrm>
          <a:prstGeom prst="rect">
            <a:avLst/>
          </a:prstGeom>
          <a:solidFill>
            <a:srgbClr val="F5CDCB"/>
          </a:solidFill>
          <a:ln w="6350">
            <a:solidFill>
              <a:srgbClr val="A8A088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7060224" y="3681506"/>
            <a:ext cx="118910" cy="172778"/>
          </a:xfrm>
          <a:prstGeom prst="rect">
            <a:avLst/>
          </a:prstGeom>
          <a:solidFill>
            <a:srgbClr val="FDFDC8"/>
          </a:solidFill>
          <a:ln w="6350">
            <a:solidFill>
              <a:srgbClr val="A8A088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7192346" y="3681506"/>
            <a:ext cx="118910" cy="172778"/>
          </a:xfrm>
          <a:prstGeom prst="rect">
            <a:avLst/>
          </a:prstGeom>
          <a:solidFill>
            <a:srgbClr val="F8FBE8"/>
          </a:solidFill>
          <a:ln w="6350">
            <a:solidFill>
              <a:srgbClr val="A8A088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7324469" y="3681506"/>
            <a:ext cx="118910" cy="172778"/>
          </a:xfrm>
          <a:prstGeom prst="rect">
            <a:avLst/>
          </a:prstGeom>
          <a:solidFill>
            <a:srgbClr val="F5CDCB"/>
          </a:solidFill>
          <a:ln w="6350">
            <a:solidFill>
              <a:srgbClr val="A8A088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8553207" y="3681506"/>
            <a:ext cx="118910" cy="172778"/>
          </a:xfrm>
          <a:prstGeom prst="rect">
            <a:avLst/>
          </a:prstGeom>
          <a:solidFill>
            <a:srgbClr val="FDFDC8"/>
          </a:solidFill>
          <a:ln w="6350">
            <a:solidFill>
              <a:srgbClr val="A8A088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8685329" y="3681506"/>
            <a:ext cx="118910" cy="172778"/>
          </a:xfrm>
          <a:prstGeom prst="rect">
            <a:avLst/>
          </a:prstGeom>
          <a:solidFill>
            <a:srgbClr val="F8FBE8"/>
          </a:solidFill>
          <a:ln w="6350">
            <a:solidFill>
              <a:srgbClr val="A8A088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8817452" y="3681506"/>
            <a:ext cx="118910" cy="172778"/>
          </a:xfrm>
          <a:prstGeom prst="rect">
            <a:avLst/>
          </a:prstGeom>
          <a:solidFill>
            <a:srgbClr val="F5CDCB"/>
          </a:solidFill>
          <a:ln w="6350">
            <a:solidFill>
              <a:srgbClr val="A8A088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9900855" y="3681506"/>
            <a:ext cx="118910" cy="172778"/>
          </a:xfrm>
          <a:prstGeom prst="rect">
            <a:avLst/>
          </a:prstGeom>
          <a:solidFill>
            <a:srgbClr val="FDFDC8"/>
          </a:solidFill>
          <a:ln w="6350">
            <a:solidFill>
              <a:srgbClr val="A8A088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10032978" y="3681506"/>
            <a:ext cx="118910" cy="172778"/>
          </a:xfrm>
          <a:prstGeom prst="rect">
            <a:avLst/>
          </a:prstGeom>
          <a:solidFill>
            <a:srgbClr val="F8FBE8"/>
          </a:solidFill>
          <a:ln w="6350">
            <a:solidFill>
              <a:srgbClr val="A8A088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10165100" y="3681506"/>
            <a:ext cx="118910" cy="172778"/>
          </a:xfrm>
          <a:prstGeom prst="rect">
            <a:avLst/>
          </a:prstGeom>
          <a:solidFill>
            <a:srgbClr val="F5CDCB"/>
          </a:solidFill>
          <a:ln w="6350">
            <a:solidFill>
              <a:srgbClr val="A8A088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506954" y="3415693"/>
            <a:ext cx="3144513" cy="299039"/>
          </a:xfrm>
          <a:prstGeom prst="rect">
            <a:avLst/>
          </a:prstGeom>
          <a:ln w="9525">
            <a:solidFill>
              <a:srgbClr val="ACA398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678713" y="3522019"/>
            <a:ext cx="118910" cy="172778"/>
          </a:xfrm>
          <a:prstGeom prst="rect">
            <a:avLst/>
          </a:prstGeom>
          <a:solidFill>
            <a:srgbClr val="FDFDC8"/>
          </a:solidFill>
          <a:ln w="6350">
            <a:solidFill>
              <a:srgbClr val="A8A088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10835" y="3522019"/>
            <a:ext cx="118910" cy="172778"/>
          </a:xfrm>
          <a:prstGeom prst="rect">
            <a:avLst/>
          </a:prstGeom>
          <a:solidFill>
            <a:srgbClr val="F8FBE8"/>
          </a:solidFill>
          <a:ln w="6350">
            <a:solidFill>
              <a:srgbClr val="A8A088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942957" y="3522019"/>
            <a:ext cx="118910" cy="172778"/>
          </a:xfrm>
          <a:prstGeom prst="rect">
            <a:avLst/>
          </a:prstGeom>
          <a:solidFill>
            <a:srgbClr val="F5CDCB"/>
          </a:solidFill>
          <a:ln w="6350">
            <a:solidFill>
              <a:srgbClr val="A8A088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1709267" y="3522019"/>
            <a:ext cx="118910" cy="172778"/>
          </a:xfrm>
          <a:prstGeom prst="rect">
            <a:avLst/>
          </a:prstGeom>
          <a:solidFill>
            <a:srgbClr val="FDFDC8"/>
          </a:solidFill>
          <a:ln w="6350">
            <a:solidFill>
              <a:srgbClr val="A8A088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1841390" y="3522019"/>
            <a:ext cx="118910" cy="172778"/>
          </a:xfrm>
          <a:prstGeom prst="rect">
            <a:avLst/>
          </a:prstGeom>
          <a:solidFill>
            <a:srgbClr val="F8FBE8"/>
          </a:solidFill>
          <a:ln w="6350">
            <a:solidFill>
              <a:srgbClr val="A8A088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1973512" y="3522019"/>
            <a:ext cx="118910" cy="172778"/>
          </a:xfrm>
          <a:prstGeom prst="rect">
            <a:avLst/>
          </a:prstGeom>
          <a:solidFill>
            <a:srgbClr val="F5CDCB"/>
          </a:solidFill>
          <a:ln w="6350">
            <a:solidFill>
              <a:srgbClr val="A8A088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2713397" y="3522019"/>
            <a:ext cx="118910" cy="172778"/>
          </a:xfrm>
          <a:prstGeom prst="rect">
            <a:avLst/>
          </a:prstGeom>
          <a:solidFill>
            <a:srgbClr val="FDFDC8"/>
          </a:solidFill>
          <a:ln w="6350">
            <a:solidFill>
              <a:srgbClr val="A8A088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2845520" y="3522019"/>
            <a:ext cx="118910" cy="172778"/>
          </a:xfrm>
          <a:prstGeom prst="rect">
            <a:avLst/>
          </a:prstGeom>
          <a:solidFill>
            <a:srgbClr val="F8FBE8"/>
          </a:solidFill>
          <a:ln w="6350">
            <a:solidFill>
              <a:srgbClr val="A8A088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2977642" y="3522019"/>
            <a:ext cx="118910" cy="172778"/>
          </a:xfrm>
          <a:prstGeom prst="rect">
            <a:avLst/>
          </a:prstGeom>
          <a:solidFill>
            <a:srgbClr val="F5CDCB"/>
          </a:solidFill>
          <a:ln w="6350">
            <a:solidFill>
              <a:srgbClr val="A8A088"/>
            </a:solidFill>
            <a:prstDash val="solid"/>
          </a:ln>
        </p:spPr>
      </p:sp>
      <p:sp>
        <p:nvSpPr>
          <p:cNvPr id="191" name="Text 189"/>
          <p:cNvSpPr/>
          <p:nvPr/>
        </p:nvSpPr>
        <p:spPr>
          <a:xfrm>
            <a:off x="797623" y="3282787"/>
            <a:ext cx="158547" cy="212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300" dirty="0"/>
          </a:p>
        </p:txBody>
      </p:sp>
      <p:sp>
        <p:nvSpPr>
          <p:cNvPr id="192" name="Text 190"/>
          <p:cNvSpPr/>
          <p:nvPr/>
        </p:nvSpPr>
        <p:spPr>
          <a:xfrm>
            <a:off x="1828177" y="3282787"/>
            <a:ext cx="158547" cy="212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300" dirty="0"/>
          </a:p>
        </p:txBody>
      </p:sp>
      <p:sp>
        <p:nvSpPr>
          <p:cNvPr id="193" name="Text 191"/>
          <p:cNvSpPr/>
          <p:nvPr/>
        </p:nvSpPr>
        <p:spPr>
          <a:xfrm>
            <a:off x="2832308" y="3282787"/>
            <a:ext cx="158547" cy="212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300" dirty="0"/>
          </a:p>
        </p:txBody>
      </p:sp>
      <p:sp>
        <p:nvSpPr>
          <p:cNvPr id="194" name="Shape 192"/>
          <p:cNvSpPr/>
          <p:nvPr/>
        </p:nvSpPr>
        <p:spPr>
          <a:xfrm>
            <a:off x="4140319" y="5628584"/>
            <a:ext cx="1083404" cy="0"/>
          </a:xfrm>
          <a:prstGeom prst="line">
            <a:avLst/>
          </a:prstGeom>
          <a:noFill/>
          <a:ln w="9525">
            <a:solidFill>
              <a:srgbClr val="C2B498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4140319" y="5834589"/>
            <a:ext cx="1083404" cy="0"/>
          </a:xfrm>
          <a:prstGeom prst="line">
            <a:avLst/>
          </a:prstGeom>
          <a:noFill/>
          <a:ln w="9525">
            <a:solidFill>
              <a:srgbClr val="C2B498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4140319" y="5635230"/>
            <a:ext cx="0" cy="199360"/>
          </a:xfrm>
          <a:prstGeom prst="line">
            <a:avLst/>
          </a:prstGeom>
          <a:noFill/>
          <a:ln w="9525">
            <a:solidFill>
              <a:srgbClr val="C2B498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4298866" y="5635230"/>
            <a:ext cx="0" cy="199360"/>
          </a:xfrm>
          <a:prstGeom prst="line">
            <a:avLst/>
          </a:prstGeom>
          <a:noFill/>
          <a:ln w="9525">
            <a:solidFill>
              <a:srgbClr val="C2B498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4457413" y="5635230"/>
            <a:ext cx="0" cy="199360"/>
          </a:xfrm>
          <a:prstGeom prst="line">
            <a:avLst/>
          </a:prstGeom>
          <a:noFill/>
          <a:ln w="9525">
            <a:solidFill>
              <a:srgbClr val="C2B498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4615960" y="5635230"/>
            <a:ext cx="0" cy="199360"/>
          </a:xfrm>
          <a:prstGeom prst="line">
            <a:avLst/>
          </a:prstGeom>
          <a:noFill/>
          <a:ln w="9525">
            <a:solidFill>
              <a:srgbClr val="C2B498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4774507" y="5635230"/>
            <a:ext cx="0" cy="199360"/>
          </a:xfrm>
          <a:prstGeom prst="line">
            <a:avLst/>
          </a:prstGeom>
          <a:noFill/>
          <a:ln w="9525">
            <a:solidFill>
              <a:srgbClr val="C2B498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4933053" y="5635230"/>
            <a:ext cx="0" cy="199360"/>
          </a:xfrm>
          <a:prstGeom prst="line">
            <a:avLst/>
          </a:prstGeom>
          <a:noFill/>
          <a:ln w="9525">
            <a:solidFill>
              <a:srgbClr val="C2B498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4140319" y="5834589"/>
            <a:ext cx="0" cy="186069"/>
          </a:xfrm>
          <a:prstGeom prst="line">
            <a:avLst/>
          </a:prstGeom>
          <a:noFill/>
          <a:ln w="9525">
            <a:solidFill>
              <a:srgbClr val="C2B498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4933053" y="5834589"/>
            <a:ext cx="0" cy="186069"/>
          </a:xfrm>
          <a:prstGeom prst="line">
            <a:avLst/>
          </a:prstGeom>
          <a:noFill/>
          <a:ln w="9525">
            <a:solidFill>
              <a:srgbClr val="C2B498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5567241" y="5628584"/>
            <a:ext cx="1096616" cy="0"/>
          </a:xfrm>
          <a:prstGeom prst="line">
            <a:avLst/>
          </a:prstGeom>
          <a:noFill/>
          <a:ln w="9525">
            <a:solidFill>
              <a:srgbClr val="C2B498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5567241" y="5834589"/>
            <a:ext cx="1096616" cy="0"/>
          </a:xfrm>
          <a:prstGeom prst="line">
            <a:avLst/>
          </a:prstGeom>
          <a:noFill/>
          <a:ln w="9525">
            <a:solidFill>
              <a:srgbClr val="C2B498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5567241" y="5635230"/>
            <a:ext cx="0" cy="199360"/>
          </a:xfrm>
          <a:prstGeom prst="line">
            <a:avLst/>
          </a:prstGeom>
          <a:noFill/>
          <a:ln w="9525">
            <a:solidFill>
              <a:srgbClr val="C2B498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5725788" y="5635230"/>
            <a:ext cx="0" cy="199360"/>
          </a:xfrm>
          <a:prstGeom prst="line">
            <a:avLst/>
          </a:prstGeom>
          <a:noFill/>
          <a:ln w="9525">
            <a:solidFill>
              <a:srgbClr val="C2B498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5884335" y="5635230"/>
            <a:ext cx="0" cy="199360"/>
          </a:xfrm>
          <a:prstGeom prst="line">
            <a:avLst/>
          </a:prstGeom>
          <a:noFill/>
          <a:ln w="9525">
            <a:solidFill>
              <a:srgbClr val="C2B498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6042882" y="5635230"/>
            <a:ext cx="0" cy="199360"/>
          </a:xfrm>
          <a:prstGeom prst="line">
            <a:avLst/>
          </a:prstGeom>
          <a:noFill/>
          <a:ln w="9525">
            <a:solidFill>
              <a:srgbClr val="C2B498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6201428" y="5635230"/>
            <a:ext cx="0" cy="199360"/>
          </a:xfrm>
          <a:prstGeom prst="line">
            <a:avLst/>
          </a:prstGeom>
          <a:noFill/>
          <a:ln w="9525">
            <a:solidFill>
              <a:srgbClr val="C2B498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6359975" y="5635230"/>
            <a:ext cx="0" cy="199360"/>
          </a:xfrm>
          <a:prstGeom prst="line">
            <a:avLst/>
          </a:prstGeom>
          <a:noFill/>
          <a:ln w="9525">
            <a:solidFill>
              <a:srgbClr val="C2B498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567241" y="5834589"/>
            <a:ext cx="0" cy="186069"/>
          </a:xfrm>
          <a:prstGeom prst="line">
            <a:avLst/>
          </a:prstGeom>
          <a:noFill/>
          <a:ln w="9525">
            <a:solidFill>
              <a:srgbClr val="C2B498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6359975" y="5834589"/>
            <a:ext cx="0" cy="186069"/>
          </a:xfrm>
          <a:prstGeom prst="line">
            <a:avLst/>
          </a:prstGeom>
          <a:noFill/>
          <a:ln w="9525">
            <a:solidFill>
              <a:srgbClr val="C2B498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7007375" y="5628584"/>
            <a:ext cx="1096616" cy="0"/>
          </a:xfrm>
          <a:prstGeom prst="line">
            <a:avLst/>
          </a:prstGeom>
          <a:noFill/>
          <a:ln w="9525">
            <a:solidFill>
              <a:srgbClr val="C2B498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7007375" y="5834589"/>
            <a:ext cx="1096616" cy="0"/>
          </a:xfrm>
          <a:prstGeom prst="line">
            <a:avLst/>
          </a:prstGeom>
          <a:noFill/>
          <a:ln w="9525">
            <a:solidFill>
              <a:srgbClr val="C2B498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7007375" y="5635230"/>
            <a:ext cx="0" cy="199360"/>
          </a:xfrm>
          <a:prstGeom prst="line">
            <a:avLst/>
          </a:prstGeom>
          <a:noFill/>
          <a:ln w="9525">
            <a:solidFill>
              <a:srgbClr val="C2B498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7165922" y="5635230"/>
            <a:ext cx="0" cy="199360"/>
          </a:xfrm>
          <a:prstGeom prst="line">
            <a:avLst/>
          </a:prstGeom>
          <a:noFill/>
          <a:ln w="9525">
            <a:solidFill>
              <a:srgbClr val="C2B498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7324469" y="5635230"/>
            <a:ext cx="0" cy="199360"/>
          </a:xfrm>
          <a:prstGeom prst="line">
            <a:avLst/>
          </a:prstGeom>
          <a:noFill/>
          <a:ln w="9525">
            <a:solidFill>
              <a:srgbClr val="C2B498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7483016" y="5635230"/>
            <a:ext cx="0" cy="199360"/>
          </a:xfrm>
          <a:prstGeom prst="line">
            <a:avLst/>
          </a:prstGeom>
          <a:noFill/>
          <a:ln w="9525">
            <a:solidFill>
              <a:srgbClr val="C2B498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7641562" y="5635230"/>
            <a:ext cx="0" cy="199360"/>
          </a:xfrm>
          <a:prstGeom prst="line">
            <a:avLst/>
          </a:prstGeom>
          <a:noFill/>
          <a:ln w="9525">
            <a:solidFill>
              <a:srgbClr val="C2B498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7800109" y="5635230"/>
            <a:ext cx="0" cy="199360"/>
          </a:xfrm>
          <a:prstGeom prst="line">
            <a:avLst/>
          </a:prstGeom>
          <a:noFill/>
          <a:ln w="9525">
            <a:solidFill>
              <a:srgbClr val="C2B498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7007375" y="5834589"/>
            <a:ext cx="0" cy="186069"/>
          </a:xfrm>
          <a:prstGeom prst="line">
            <a:avLst/>
          </a:prstGeom>
          <a:noFill/>
          <a:ln w="9525">
            <a:solidFill>
              <a:srgbClr val="C2B498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7800109" y="5834589"/>
            <a:ext cx="0" cy="186069"/>
          </a:xfrm>
          <a:prstGeom prst="line">
            <a:avLst/>
          </a:prstGeom>
          <a:noFill/>
          <a:ln w="9525">
            <a:solidFill>
              <a:srgbClr val="C2B498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8487146" y="5628584"/>
            <a:ext cx="1083404" cy="0"/>
          </a:xfrm>
          <a:prstGeom prst="line">
            <a:avLst/>
          </a:prstGeom>
          <a:noFill/>
          <a:ln w="9525">
            <a:solidFill>
              <a:srgbClr val="C2B498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8487146" y="5834589"/>
            <a:ext cx="1083404" cy="0"/>
          </a:xfrm>
          <a:prstGeom prst="line">
            <a:avLst/>
          </a:prstGeom>
          <a:noFill/>
          <a:ln w="9525">
            <a:solidFill>
              <a:srgbClr val="C2B498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8487146" y="5635230"/>
            <a:ext cx="0" cy="199360"/>
          </a:xfrm>
          <a:prstGeom prst="line">
            <a:avLst/>
          </a:prstGeom>
          <a:noFill/>
          <a:ln w="9525">
            <a:solidFill>
              <a:srgbClr val="C2B498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8645692" y="5635230"/>
            <a:ext cx="0" cy="199360"/>
          </a:xfrm>
          <a:prstGeom prst="line">
            <a:avLst/>
          </a:prstGeom>
          <a:noFill/>
          <a:ln w="9525">
            <a:solidFill>
              <a:srgbClr val="C2B498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8804239" y="5635230"/>
            <a:ext cx="0" cy="199360"/>
          </a:xfrm>
          <a:prstGeom prst="line">
            <a:avLst/>
          </a:prstGeom>
          <a:noFill/>
          <a:ln w="9525">
            <a:solidFill>
              <a:srgbClr val="C2B498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8962786" y="5635230"/>
            <a:ext cx="0" cy="199360"/>
          </a:xfrm>
          <a:prstGeom prst="line">
            <a:avLst/>
          </a:prstGeom>
          <a:noFill/>
          <a:ln w="9525">
            <a:solidFill>
              <a:srgbClr val="C2B498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9121333" y="5635230"/>
            <a:ext cx="0" cy="199360"/>
          </a:xfrm>
          <a:prstGeom prst="line">
            <a:avLst/>
          </a:prstGeom>
          <a:noFill/>
          <a:ln w="9525">
            <a:solidFill>
              <a:srgbClr val="C2B498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9279880" y="5635230"/>
            <a:ext cx="0" cy="199360"/>
          </a:xfrm>
          <a:prstGeom prst="line">
            <a:avLst/>
          </a:prstGeom>
          <a:noFill/>
          <a:ln w="9525">
            <a:solidFill>
              <a:srgbClr val="C2B498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8487146" y="5834589"/>
            <a:ext cx="0" cy="186069"/>
          </a:xfrm>
          <a:prstGeom prst="line">
            <a:avLst/>
          </a:prstGeom>
          <a:noFill/>
          <a:ln w="9525">
            <a:solidFill>
              <a:srgbClr val="C2B498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9279880" y="5834589"/>
            <a:ext cx="0" cy="186069"/>
          </a:xfrm>
          <a:prstGeom prst="line">
            <a:avLst/>
          </a:prstGeom>
          <a:noFill/>
          <a:ln w="9525">
            <a:solidFill>
              <a:srgbClr val="C2B498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9953704" y="5628584"/>
            <a:ext cx="845583" cy="0"/>
          </a:xfrm>
          <a:prstGeom prst="line">
            <a:avLst/>
          </a:prstGeom>
          <a:noFill/>
          <a:ln w="9525">
            <a:solidFill>
              <a:srgbClr val="C2B498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9953704" y="5834589"/>
            <a:ext cx="845583" cy="0"/>
          </a:xfrm>
          <a:prstGeom prst="line">
            <a:avLst/>
          </a:prstGeom>
          <a:noFill/>
          <a:ln w="9525">
            <a:solidFill>
              <a:srgbClr val="C2B498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9953704" y="5635230"/>
            <a:ext cx="0" cy="199360"/>
          </a:xfrm>
          <a:prstGeom prst="line">
            <a:avLst/>
          </a:prstGeom>
          <a:noFill/>
          <a:ln w="9525">
            <a:solidFill>
              <a:srgbClr val="C2B498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10112251" y="5635230"/>
            <a:ext cx="0" cy="199360"/>
          </a:xfrm>
          <a:prstGeom prst="line">
            <a:avLst/>
          </a:prstGeom>
          <a:noFill/>
          <a:ln w="9525">
            <a:solidFill>
              <a:srgbClr val="C2B498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10270798" y="5635230"/>
            <a:ext cx="0" cy="199360"/>
          </a:xfrm>
          <a:prstGeom prst="line">
            <a:avLst/>
          </a:prstGeom>
          <a:noFill/>
          <a:ln w="9525">
            <a:solidFill>
              <a:srgbClr val="C2B498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10429345" y="5635230"/>
            <a:ext cx="0" cy="199360"/>
          </a:xfrm>
          <a:prstGeom prst="line">
            <a:avLst/>
          </a:prstGeom>
          <a:noFill/>
          <a:ln w="9525">
            <a:solidFill>
              <a:srgbClr val="C2B498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10587892" y="5635230"/>
            <a:ext cx="0" cy="199360"/>
          </a:xfrm>
          <a:prstGeom prst="line">
            <a:avLst/>
          </a:prstGeom>
          <a:noFill/>
          <a:ln w="9525">
            <a:solidFill>
              <a:srgbClr val="C2B498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10746438" y="5635230"/>
            <a:ext cx="0" cy="199360"/>
          </a:xfrm>
          <a:prstGeom prst="line">
            <a:avLst/>
          </a:prstGeom>
          <a:noFill/>
          <a:ln w="9525">
            <a:solidFill>
              <a:srgbClr val="C2B498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9953704" y="5834589"/>
            <a:ext cx="0" cy="186069"/>
          </a:xfrm>
          <a:prstGeom prst="line">
            <a:avLst/>
          </a:prstGeom>
          <a:noFill/>
          <a:ln w="9525">
            <a:solidFill>
              <a:srgbClr val="C2B498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10746438" y="5834589"/>
            <a:ext cx="0" cy="186069"/>
          </a:xfrm>
          <a:prstGeom prst="line">
            <a:avLst/>
          </a:prstGeom>
          <a:noFill/>
          <a:ln w="9525">
            <a:solidFill>
              <a:srgbClr val="C2B498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850472" y="3973900"/>
            <a:ext cx="2774570" cy="1594876"/>
          </a:xfrm>
          <a:prstGeom prst="rect">
            <a:avLst/>
          </a:prstGeom>
          <a:solidFill>
            <a:srgbClr val="1738C4"/>
          </a:solidFill>
          <a:ln/>
        </p:spPr>
      </p:sp>
      <p:sp>
        <p:nvSpPr>
          <p:cNvPr id="245" name="Shape 243"/>
          <p:cNvSpPr/>
          <p:nvPr/>
        </p:nvSpPr>
        <p:spPr>
          <a:xfrm>
            <a:off x="942957" y="3940674"/>
            <a:ext cx="2589599" cy="33227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246" name="Text 244"/>
          <p:cNvSpPr/>
          <p:nvPr/>
        </p:nvSpPr>
        <p:spPr>
          <a:xfrm>
            <a:off x="771198" y="4053644"/>
            <a:ext cx="2774570" cy="1594876"/>
          </a:xfrm>
          <a:prstGeom prst="rect">
            <a:avLst/>
          </a:prstGeom>
          <a:solidFill>
            <a:srgbClr val="0010B4"/>
          </a:solidFill>
          <a:ln w="9525">
            <a:solidFill>
              <a:srgbClr val="0000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Transformer Encoder</a:t>
            </a:r>
            <a:endParaRPr lang="en-US" sz="1900" dirty="0"/>
          </a:p>
        </p:txBody>
      </p:sp>
      <p:sp>
        <p:nvSpPr>
          <p:cNvPr id="247" name="Text 245"/>
          <p:cNvSpPr/>
          <p:nvPr/>
        </p:nvSpPr>
        <p:spPr>
          <a:xfrm>
            <a:off x="705137" y="5901042"/>
            <a:ext cx="872008" cy="451882"/>
          </a:xfrm>
          <a:prstGeom prst="rect">
            <a:avLst/>
          </a:prstGeom>
          <a:solidFill>
            <a:srgbClr val="FFFFFF"/>
          </a:solidFill>
          <a:ln w="12700">
            <a:solidFill>
              <a:srgbClr val="CC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1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500" dirty="0"/>
          </a:p>
        </p:txBody>
      </p:sp>
      <p:sp>
        <p:nvSpPr>
          <p:cNvPr id="248" name="Text 246"/>
          <p:cNvSpPr/>
          <p:nvPr/>
        </p:nvSpPr>
        <p:spPr>
          <a:xfrm>
            <a:off x="1709267" y="5901042"/>
            <a:ext cx="872008" cy="451882"/>
          </a:xfrm>
          <a:prstGeom prst="rect">
            <a:avLst/>
          </a:prstGeom>
          <a:solidFill>
            <a:srgbClr val="FFFFFF"/>
          </a:solidFill>
          <a:ln w="12700">
            <a:solidFill>
              <a:srgbClr val="CC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1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feel</a:t>
            </a:r>
            <a:endParaRPr lang="en-US" sz="1500" dirty="0"/>
          </a:p>
        </p:txBody>
      </p:sp>
      <p:sp>
        <p:nvSpPr>
          <p:cNvPr id="249" name="Text 247"/>
          <p:cNvSpPr/>
          <p:nvPr/>
        </p:nvSpPr>
        <p:spPr>
          <a:xfrm>
            <a:off x="2713397" y="5901042"/>
            <a:ext cx="872008" cy="451882"/>
          </a:xfrm>
          <a:prstGeom prst="rect">
            <a:avLst/>
          </a:prstGeom>
          <a:solidFill>
            <a:srgbClr val="FFFFFF"/>
          </a:solidFill>
          <a:ln w="12700">
            <a:solidFill>
              <a:srgbClr val="CC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1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Sick</a:t>
            </a:r>
            <a:endParaRPr lang="en-US" sz="1500" dirty="0"/>
          </a:p>
        </p:txBody>
      </p:sp>
      <p:sp>
        <p:nvSpPr>
          <p:cNvPr id="250" name="Text 248"/>
          <p:cNvSpPr/>
          <p:nvPr/>
        </p:nvSpPr>
        <p:spPr>
          <a:xfrm>
            <a:off x="599439" y="6445958"/>
            <a:ext cx="2391415" cy="345557"/>
          </a:xfrm>
          <a:prstGeom prst="rect">
            <a:avLst/>
          </a:prstGeom>
          <a:solidFill>
            <a:srgbClr val="EAFBDC"/>
          </a:solidFill>
          <a:ln w="9525">
            <a:solidFill>
              <a:srgbClr val="B8CCA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7A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SOS = Start Of Sentence</a:t>
            </a:r>
            <a:endParaRPr lang="en-US" sz="1250" dirty="0"/>
          </a:p>
        </p:txBody>
      </p:sp>
      <p:sp>
        <p:nvSpPr>
          <p:cNvPr id="251" name="Shape 249"/>
          <p:cNvSpPr/>
          <p:nvPr/>
        </p:nvSpPr>
        <p:spPr>
          <a:xfrm flipV="1">
            <a:off x="1009019" y="2711290"/>
            <a:ext cx="2880268" cy="770857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 flipV="1">
            <a:off x="1999937" y="2870777"/>
            <a:ext cx="1915775" cy="611369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 flipV="1">
            <a:off x="2990854" y="3056846"/>
            <a:ext cx="951281" cy="42530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254" name="Text 252"/>
          <p:cNvSpPr/>
          <p:nvPr/>
        </p:nvSpPr>
        <p:spPr>
          <a:xfrm>
            <a:off x="599439" y="824019"/>
            <a:ext cx="3065239" cy="598079"/>
          </a:xfrm>
          <a:prstGeom prst="rect">
            <a:avLst/>
          </a:prstGeom>
          <a:solidFill>
            <a:srgbClr val="FFFFFF"/>
          </a:solidFill>
          <a:ln w="19050">
            <a:solidFill>
              <a:srgbClr val="CC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Multi-head </a:t>
            </a:r>
            <a:pPr algn="ctr" indent="0" marL="0">
              <a:lnSpc>
                <a:spcPts val="1800"/>
              </a:lnSpc>
              <a:buNone/>
            </a:pPr>
            <a:r>
              <a:rPr lang="en-US" sz="1450" b="1" i="1" u="sng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Encoder-Decoder</a:t>
            </a:r>
            <a:endParaRPr lang="en-US" sz="14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 Block</a:t>
            </a:r>
            <a:endParaRPr lang="en-US" sz="1450" dirty="0"/>
          </a:p>
        </p:txBody>
      </p:sp>
      <p:sp>
        <p:nvSpPr>
          <p:cNvPr id="255" name="Text 253"/>
          <p:cNvSpPr/>
          <p:nvPr/>
        </p:nvSpPr>
        <p:spPr>
          <a:xfrm>
            <a:off x="599439" y="1687911"/>
            <a:ext cx="3065239" cy="677822"/>
          </a:xfrm>
          <a:prstGeom prst="rect">
            <a:avLst/>
          </a:prstGeom>
          <a:solidFill>
            <a:srgbClr val="FFFFFF"/>
          </a:solidFill>
          <a:ln w="19050">
            <a:solidFill>
              <a:srgbClr val="CC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Masked Multi-head </a:t>
            </a:r>
            <a:pPr algn="ctr" indent="0" marL="0">
              <a:lnSpc>
                <a:spcPts val="1800"/>
              </a:lnSpc>
              <a:buNone/>
            </a:pPr>
            <a:r>
              <a:rPr lang="en-US" sz="1450" b="1" i="1" u="sng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</a:t>
            </a:r>
            <a:endParaRPr lang="en-US" sz="14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 Block</a:t>
            </a:r>
            <a:endParaRPr lang="en-US" sz="1450" dirty="0"/>
          </a:p>
        </p:txBody>
      </p:sp>
      <p:sp>
        <p:nvSpPr>
          <p:cNvPr id="256" name="Shape 254"/>
          <p:cNvSpPr/>
          <p:nvPr/>
        </p:nvSpPr>
        <p:spPr>
          <a:xfrm>
            <a:off x="2435940" y="1475261"/>
            <a:ext cx="1440134" cy="212650"/>
          </a:xfrm>
          <a:prstGeom prst="line">
            <a:avLst/>
          </a:prstGeom>
          <a:noFill/>
          <a:ln w="57150">
            <a:solidFill>
              <a:srgbClr val="CC0000"/>
            </a:solidFill>
            <a:prstDash val="solid"/>
            <a:tailEnd type="triangle"/>
          </a:ln>
        </p:spPr>
      </p:sp>
      <p:sp>
        <p:nvSpPr>
          <p:cNvPr id="257" name="Shape 255"/>
          <p:cNvSpPr/>
          <p:nvPr/>
        </p:nvSpPr>
        <p:spPr>
          <a:xfrm>
            <a:off x="2237757" y="2498640"/>
            <a:ext cx="1506195" cy="1475261"/>
          </a:xfrm>
          <a:prstGeom prst="line">
            <a:avLst/>
          </a:prstGeom>
          <a:noFill/>
          <a:ln w="76200">
            <a:solidFill>
              <a:srgbClr val="CC0000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53.xml><?xml version="1.0" encoding="utf-8"?>
<p:sld xmlns:mc="http://schemas.openxmlformats.org/markup-compatibility/2006"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71500"/>
            <a:ext cx="11137900" cy="6286500"/>
          </a:xfrm>
          <a:prstGeom prst="rect">
            <a:avLst/>
          </a:prstGeom>
          <a:solidFill>
            <a:srgbClr val="E9E9E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762250" y="714781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3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 Attention Look Ahead Mask</a:t>
            </a:r>
            <a:endParaRPr lang="en-US" sz="2430" dirty="0"/>
          </a:p>
        </p:txBody>
      </p:sp>
      <p:sp>
        <p:nvSpPr>
          <p:cNvPr id="6" name="Text 4"/>
          <p:cNvSpPr/>
          <p:nvPr/>
        </p:nvSpPr>
        <p:spPr>
          <a:xfrm>
            <a:off x="2622550" y="1067206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3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(Used in  Decoder </a:t>
            </a:r>
            <a:pPr algn="ctr" indent="0" marL="0">
              <a:buNone/>
            </a:pPr>
            <a:r>
              <a:rPr lang="en-US" sz="243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Block </a:t>
            </a:r>
            <a:pPr algn="ctr" indent="0" marL="0">
              <a:buNone/>
            </a:pPr>
            <a:r>
              <a:rPr lang="en-US" sz="243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2430" dirty="0"/>
          </a:p>
        </p:txBody>
      </p:sp>
      <p:sp>
        <p:nvSpPr>
          <p:cNvPr id="7" name="Text 5"/>
          <p:cNvSpPr/>
          <p:nvPr/>
        </p:nvSpPr>
        <p:spPr>
          <a:xfrm>
            <a:off x="9441180" y="1425702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Softmax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361170" y="1664970"/>
            <a:ext cx="2077720" cy="95631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  <a:prstDash val="solid"/>
          </a:ln>
        </p:spPr>
      </p:sp>
      <mc:AlternateContent>
        <mc:Choice xmlns:a14="http://schemas.microsoft.com/office/drawing/2010/main" Requires="a14">
          <p:sp>
            <p:nvSpPr>
              <p:cNvPr id="9" name="Equation OMML" descr="\sigma(x_j)=\frac{e^{x_j}}{\sum_i e^{x_i}}"/>
              <p:cNvSpPr txBox="1"/>
              <p:nvPr/>
            </p:nvSpPr>
            <p:spPr>
              <a:xfrm>
                <a:off x="9534401" y="1784861"/>
                <a:ext cx="1525521" cy="591315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 sz="207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σ(</m:t>
                      </m:r>
                      <m:sSub>
                        <m:sSubPr>
                          <m:ctrlPr>
                            <a:rPr lang="en-US" i="1" smtClean="0" sz="207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 sz="207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x</m:t>
                          </m:r>
                        </m:e>
                        <m:sub>
                          <m:r>
                            <a:rPr lang="en-US" i="1" smtClean="0" sz="207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j</m:t>
                          </m:r>
                        </m:sub>
                      </m:sSub>
                      <m:r>
                        <a:rPr lang="en-US" i="1" smtClean="0" sz="207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)=</m:t>
                      </m:r>
                      <m:f>
                        <m:fPr>
                          <m:ctrlPr>
                            <a:rPr lang="en-US" i="1" smtClean="0" sz="207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 smtClean="0" sz="207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smtClean="0" sz="207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 xml:space="preserve">e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i="1" smtClean="0" sz="207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smtClean="0" sz="207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 xml:space="preserve">x</m:t>
                                  </m:r>
                                </m:e>
                                <m:sub>
                                  <m:r>
                                    <a:rPr lang="en-US" i="1" smtClean="0" sz="207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 xml:space="preserve">j</m:t>
                                  </m:r>
                                </m:sub>
                              </m:sSub>
                            </m:sup>
                          </m:sSup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ctrlPr>
                                <a:rPr lang="en-US" i="1" smtClean="0" sz="207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 smtClean="0" sz="207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 xml:space="preserve">i</m:t>
                              </m:r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en-US" i="1" smtClean="0" sz="207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 smtClean="0" sz="207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 xml:space="preserve">e</m:t>
                                  </m:r>
                                </m:e>
                                <m:sup>
                                  <m:sSub>
                                    <m:sSubPr>
                                      <m:ctrlPr>
                                        <a:rPr lang="en-US" i="1" smtClean="0" sz="207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 smtClean="0" sz="207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 xml:space="preserve">x</m:t>
                                      </m:r>
                                    </m:e>
                                    <m:sub>
                                      <m:r>
                                        <a:rPr lang="en-US" i="1" smtClean="0" sz="207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 xml:space="preserve">i</m:t>
                                      </m:r>
                                    </m:sub>
                                  </m:sSub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9" name="Image 0" descr="/home/ahmed/Projects/ai_llm_slides/videos/deep-learning/002_transformers_part2/recreated_pptx/build/assets/eq_053_softmax.png">    </p:cNvPr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9534401" y="1784861"/>
                <a:ext cx="1525521" cy="591315"/>
              </a:xfrm>
              <a:prstGeom prst="rect">
                <a:avLst/>
              </a:prstGeom>
            </p:spPr>
          </p:pic>
        </mc:Fallback>
      </mc:AlternateContent>
      <p:sp>
        <p:nvSpPr>
          <p:cNvPr id="10" name="Shape 7"/>
          <p:cNvSpPr/>
          <p:nvPr/>
        </p:nvSpPr>
        <p:spPr>
          <a:xfrm>
            <a:off x="4147820" y="1465580"/>
            <a:ext cx="4883150" cy="399796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C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2700000">
            <a:off x="5201920" y="2076450"/>
            <a:ext cx="1066800" cy="228600"/>
          </a:xfrm>
          <a:prstGeom prst="rect">
            <a:avLst/>
          </a:prstGeom>
          <a:solidFill>
            <a:srgbClr val="DCF5DC"/>
          </a:solidFill>
          <a:ln/>
        </p:spPr>
      </p:sp>
      <p:sp>
        <p:nvSpPr>
          <p:cNvPr id="12" name="Text 9"/>
          <p:cNvSpPr/>
          <p:nvPr/>
        </p:nvSpPr>
        <p:spPr>
          <a:xfrm rot="2700000">
            <a:off x="5201920" y="207645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SOS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 rot="2700000">
            <a:off x="5761990" y="2076450"/>
            <a:ext cx="1066800" cy="228600"/>
          </a:xfrm>
          <a:prstGeom prst="rect">
            <a:avLst/>
          </a:prstGeom>
          <a:solidFill>
            <a:srgbClr val="DCF5DC"/>
          </a:solidFill>
          <a:ln/>
        </p:spPr>
      </p:sp>
      <p:sp>
        <p:nvSpPr>
          <p:cNvPr id="14" name="Text 11"/>
          <p:cNvSpPr/>
          <p:nvPr/>
        </p:nvSpPr>
        <p:spPr>
          <a:xfrm rot="2700000">
            <a:off x="5761990" y="207645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 rot="2700000">
            <a:off x="6352540" y="2076450"/>
            <a:ext cx="1066800" cy="228600"/>
          </a:xfrm>
          <a:prstGeom prst="rect">
            <a:avLst/>
          </a:prstGeom>
          <a:solidFill>
            <a:srgbClr val="DCF5DC"/>
          </a:solidFill>
          <a:ln/>
        </p:spPr>
      </p:sp>
      <p:sp>
        <p:nvSpPr>
          <p:cNvPr id="16" name="Text 13"/>
          <p:cNvSpPr/>
          <p:nvPr/>
        </p:nvSpPr>
        <p:spPr>
          <a:xfrm rot="2700000">
            <a:off x="6352540" y="207645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 rot="2700000">
            <a:off x="6992620" y="2076450"/>
            <a:ext cx="1066800" cy="228600"/>
          </a:xfrm>
          <a:prstGeom prst="rect">
            <a:avLst/>
          </a:prstGeom>
          <a:solidFill>
            <a:srgbClr val="DCF5DC"/>
          </a:solidFill>
          <a:ln/>
        </p:spPr>
      </p:sp>
      <p:sp>
        <p:nvSpPr>
          <p:cNvPr id="18" name="Text 15"/>
          <p:cNvSpPr/>
          <p:nvPr/>
        </p:nvSpPr>
        <p:spPr>
          <a:xfrm rot="2700000">
            <a:off x="6992620" y="207645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 rot="2700000">
            <a:off x="7551420" y="2076450"/>
            <a:ext cx="1066800" cy="228600"/>
          </a:xfrm>
          <a:prstGeom prst="rect">
            <a:avLst/>
          </a:prstGeom>
          <a:solidFill>
            <a:srgbClr val="DCF5DC"/>
          </a:solidFill>
          <a:ln/>
        </p:spPr>
      </p:sp>
      <p:sp>
        <p:nvSpPr>
          <p:cNvPr id="20" name="Text 17"/>
          <p:cNvSpPr/>
          <p:nvPr/>
        </p:nvSpPr>
        <p:spPr>
          <a:xfrm rot="2700000">
            <a:off x="7551420" y="2076450"/>
            <a:ext cx="106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malade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413250" y="2753360"/>
            <a:ext cx="1101090" cy="332740"/>
          </a:xfrm>
          <a:prstGeom prst="roundRect">
            <a:avLst>
              <a:gd name="adj" fmla="val 21985"/>
            </a:avLst>
          </a:prstGeom>
          <a:solidFill>
            <a:srgbClr val="DCF5DC"/>
          </a:solidFill>
          <a:ln/>
        </p:spPr>
      </p:sp>
      <p:sp>
        <p:nvSpPr>
          <p:cNvPr id="22" name="Text 19"/>
          <p:cNvSpPr/>
          <p:nvPr/>
        </p:nvSpPr>
        <p:spPr>
          <a:xfrm>
            <a:off x="4413250" y="2753360"/>
            <a:ext cx="1101090" cy="332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SOS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4413250" y="3271520"/>
            <a:ext cx="1101090" cy="332740"/>
          </a:xfrm>
          <a:prstGeom prst="roundRect">
            <a:avLst>
              <a:gd name="adj" fmla="val 21985"/>
            </a:avLst>
          </a:prstGeom>
          <a:solidFill>
            <a:srgbClr val="DCF5DC"/>
          </a:solidFill>
          <a:ln/>
        </p:spPr>
      </p:sp>
      <p:sp>
        <p:nvSpPr>
          <p:cNvPr id="24" name="Text 21"/>
          <p:cNvSpPr/>
          <p:nvPr/>
        </p:nvSpPr>
        <p:spPr>
          <a:xfrm>
            <a:off x="4413250" y="3271520"/>
            <a:ext cx="1101090" cy="332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4413250" y="3763010"/>
            <a:ext cx="1101090" cy="332740"/>
          </a:xfrm>
          <a:prstGeom prst="roundRect">
            <a:avLst>
              <a:gd name="adj" fmla="val 21985"/>
            </a:avLst>
          </a:prstGeom>
          <a:solidFill>
            <a:srgbClr val="DCF5DC"/>
          </a:solidFill>
          <a:ln/>
        </p:spPr>
      </p:sp>
      <p:sp>
        <p:nvSpPr>
          <p:cNvPr id="26" name="Text 23"/>
          <p:cNvSpPr/>
          <p:nvPr/>
        </p:nvSpPr>
        <p:spPr>
          <a:xfrm>
            <a:off x="4413250" y="3763010"/>
            <a:ext cx="1101090" cy="332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4413250" y="4301490"/>
            <a:ext cx="1101090" cy="332740"/>
          </a:xfrm>
          <a:prstGeom prst="roundRect">
            <a:avLst>
              <a:gd name="adj" fmla="val 21985"/>
            </a:avLst>
          </a:prstGeom>
          <a:solidFill>
            <a:srgbClr val="DCF5DC"/>
          </a:solidFill>
          <a:ln/>
        </p:spPr>
      </p:sp>
      <p:sp>
        <p:nvSpPr>
          <p:cNvPr id="28" name="Text 25"/>
          <p:cNvSpPr/>
          <p:nvPr/>
        </p:nvSpPr>
        <p:spPr>
          <a:xfrm>
            <a:off x="4413250" y="4301490"/>
            <a:ext cx="1101090" cy="332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4413250" y="4812665"/>
            <a:ext cx="1101090" cy="332740"/>
          </a:xfrm>
          <a:prstGeom prst="roundRect">
            <a:avLst>
              <a:gd name="adj" fmla="val 21985"/>
            </a:avLst>
          </a:prstGeom>
          <a:solidFill>
            <a:srgbClr val="DCF5DC"/>
          </a:solidFill>
          <a:ln/>
        </p:spPr>
      </p:sp>
      <p:sp>
        <p:nvSpPr>
          <p:cNvPr id="30" name="Text 27"/>
          <p:cNvSpPr/>
          <p:nvPr/>
        </p:nvSpPr>
        <p:spPr>
          <a:xfrm>
            <a:off x="4413250" y="4812665"/>
            <a:ext cx="1101090" cy="332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malade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5656580" y="2678430"/>
            <a:ext cx="3063240" cy="2604770"/>
          </a:xfrm>
          <a:prstGeom prst="roundRect">
            <a:avLst>
              <a:gd name="adj" fmla="val 2808"/>
            </a:avLst>
          </a:prstGeom>
          <a:solidFill>
            <a:srgbClr val="FFFFFF"/>
          </a:solidFill>
          <a:ln/>
        </p:spPr>
      </p:sp>
      <p:sp>
        <p:nvSpPr>
          <p:cNvPr id="32" name="Shape 29"/>
          <p:cNvSpPr/>
          <p:nvPr/>
        </p:nvSpPr>
        <p:spPr>
          <a:xfrm>
            <a:off x="5656580" y="2678430"/>
            <a:ext cx="344170" cy="2604770"/>
          </a:xfrm>
          <a:prstGeom prst="rect">
            <a:avLst/>
          </a:prstGeom>
          <a:solidFill>
            <a:srgbClr val="DCF5DC"/>
          </a:solidFill>
          <a:ln/>
        </p:spPr>
      </p:sp>
      <p:sp>
        <p:nvSpPr>
          <p:cNvPr id="33" name="Shape 30"/>
          <p:cNvSpPr/>
          <p:nvPr/>
        </p:nvSpPr>
        <p:spPr>
          <a:xfrm>
            <a:off x="6000750" y="2678430"/>
            <a:ext cx="2706370" cy="2604770"/>
          </a:xfrm>
          <a:prstGeom prst="rtTriangle">
            <a:avLst/>
          </a:prstGeom>
          <a:solidFill>
            <a:srgbClr val="DCF5DC"/>
          </a:solidFill>
          <a:ln/>
        </p:spPr>
      </p:sp>
      <p:sp>
        <p:nvSpPr>
          <p:cNvPr id="34" name="Shape 31"/>
          <p:cNvSpPr/>
          <p:nvPr/>
        </p:nvSpPr>
        <p:spPr>
          <a:xfrm flipH="1" flipV="1">
            <a:off x="6000750" y="2678430"/>
            <a:ext cx="2719070" cy="2604770"/>
          </a:xfrm>
          <a:prstGeom prst="rtTriangle">
            <a:avLst/>
          </a:prstGeom>
          <a:solidFill>
            <a:srgbClr val="C4ACA0"/>
          </a:solidFill>
          <a:ln/>
        </p:spPr>
      </p:sp>
      <p:sp>
        <p:nvSpPr>
          <p:cNvPr id="35" name="Shape 32"/>
          <p:cNvSpPr/>
          <p:nvPr/>
        </p:nvSpPr>
        <p:spPr>
          <a:xfrm>
            <a:off x="6000750" y="2678430"/>
            <a:ext cx="2706370" cy="2604770"/>
          </a:xfrm>
          <a:prstGeom prst="line">
            <a:avLst/>
          </a:prstGeom>
          <a:noFill/>
          <a:ln w="12700">
            <a:solidFill>
              <a:srgbClr val="1F1F1F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5656580" y="2678430"/>
            <a:ext cx="3063240" cy="2604770"/>
          </a:xfrm>
          <a:prstGeom prst="roundRect">
            <a:avLst>
              <a:gd name="adj" fmla="val 2808"/>
            </a:avLst>
          </a:prstGeom>
          <a:ln w="19050">
            <a:solidFill>
              <a:srgbClr val="C0000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5830570" y="2852420"/>
            <a:ext cx="264160" cy="172720"/>
          </a:xfrm>
          <a:prstGeom prst="rect">
            <a:avLst/>
          </a:prstGeom>
          <a:solidFill>
            <a:srgbClr val="FFFFCC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734050" y="282575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6428740" y="2825750"/>
            <a:ext cx="292100" cy="226060"/>
          </a:xfrm>
          <a:prstGeom prst="roundRect">
            <a:avLst>
              <a:gd name="adj" fmla="val 14562"/>
            </a:avLst>
          </a:prstGeom>
          <a:solidFill>
            <a:srgbClr val="E3AA8A"/>
          </a:solidFill>
          <a:ln w="12700">
            <a:solidFill>
              <a:srgbClr val="7E4027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6447790" y="2840990"/>
            <a:ext cx="254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E40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−∞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7040880" y="2825750"/>
            <a:ext cx="292100" cy="226060"/>
          </a:xfrm>
          <a:prstGeom prst="roundRect">
            <a:avLst>
              <a:gd name="adj" fmla="val 14562"/>
            </a:avLst>
          </a:prstGeom>
          <a:solidFill>
            <a:srgbClr val="E3AA8A"/>
          </a:solidFill>
          <a:ln w="12700">
            <a:solidFill>
              <a:srgbClr val="7E4027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059930" y="2840990"/>
            <a:ext cx="254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E40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−∞</a:t>
            </a:r>
            <a:endParaRPr lang="en-US" sz="1150" dirty="0"/>
          </a:p>
        </p:txBody>
      </p:sp>
      <p:sp>
        <p:nvSpPr>
          <p:cNvPr id="43" name="Shape 40"/>
          <p:cNvSpPr/>
          <p:nvPr/>
        </p:nvSpPr>
        <p:spPr>
          <a:xfrm>
            <a:off x="7653020" y="2825750"/>
            <a:ext cx="292100" cy="226060"/>
          </a:xfrm>
          <a:prstGeom prst="roundRect">
            <a:avLst>
              <a:gd name="adj" fmla="val 14562"/>
            </a:avLst>
          </a:prstGeom>
          <a:solidFill>
            <a:srgbClr val="E3AA8A"/>
          </a:solidFill>
          <a:ln w="12700">
            <a:solidFill>
              <a:srgbClr val="7E4027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7672070" y="2840990"/>
            <a:ext cx="254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E40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−∞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8265160" y="2825750"/>
            <a:ext cx="292100" cy="226060"/>
          </a:xfrm>
          <a:prstGeom prst="roundRect">
            <a:avLst>
              <a:gd name="adj" fmla="val 14562"/>
            </a:avLst>
          </a:prstGeom>
          <a:solidFill>
            <a:srgbClr val="E3AA8A"/>
          </a:solidFill>
          <a:ln w="12700">
            <a:solidFill>
              <a:srgbClr val="7E4027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8284210" y="2840990"/>
            <a:ext cx="254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E40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−∞</a:t>
            </a:r>
            <a:endParaRPr lang="en-US" sz="1150" dirty="0"/>
          </a:p>
        </p:txBody>
      </p:sp>
      <p:sp>
        <p:nvSpPr>
          <p:cNvPr id="47" name="Shape 44"/>
          <p:cNvSpPr/>
          <p:nvPr/>
        </p:nvSpPr>
        <p:spPr>
          <a:xfrm>
            <a:off x="5830570" y="3373120"/>
            <a:ext cx="264160" cy="172720"/>
          </a:xfrm>
          <a:prstGeom prst="rect">
            <a:avLst/>
          </a:prstGeom>
          <a:solidFill>
            <a:srgbClr val="FFFFCC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5734050" y="334645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400" dirty="0"/>
          </a:p>
        </p:txBody>
      </p:sp>
      <p:sp>
        <p:nvSpPr>
          <p:cNvPr id="49" name="Shape 46"/>
          <p:cNvSpPr/>
          <p:nvPr/>
        </p:nvSpPr>
        <p:spPr>
          <a:xfrm>
            <a:off x="6442710" y="3373120"/>
            <a:ext cx="264160" cy="172720"/>
          </a:xfrm>
          <a:prstGeom prst="rect">
            <a:avLst/>
          </a:prstGeom>
          <a:solidFill>
            <a:srgbClr val="FFFFCC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6346190" y="334645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400" dirty="0"/>
          </a:p>
        </p:txBody>
      </p:sp>
      <p:sp>
        <p:nvSpPr>
          <p:cNvPr id="51" name="Shape 48"/>
          <p:cNvSpPr/>
          <p:nvPr/>
        </p:nvSpPr>
        <p:spPr>
          <a:xfrm>
            <a:off x="7040880" y="3346450"/>
            <a:ext cx="292100" cy="226060"/>
          </a:xfrm>
          <a:prstGeom prst="roundRect">
            <a:avLst>
              <a:gd name="adj" fmla="val 14562"/>
            </a:avLst>
          </a:prstGeom>
          <a:solidFill>
            <a:srgbClr val="E3AA8A"/>
          </a:solidFill>
          <a:ln w="12700">
            <a:solidFill>
              <a:srgbClr val="7E4027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059930" y="3361690"/>
            <a:ext cx="254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E40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−∞</a:t>
            </a:r>
            <a:endParaRPr lang="en-US" sz="1150" dirty="0"/>
          </a:p>
        </p:txBody>
      </p:sp>
      <p:sp>
        <p:nvSpPr>
          <p:cNvPr id="53" name="Shape 50"/>
          <p:cNvSpPr/>
          <p:nvPr/>
        </p:nvSpPr>
        <p:spPr>
          <a:xfrm>
            <a:off x="7653020" y="3346450"/>
            <a:ext cx="292100" cy="226060"/>
          </a:xfrm>
          <a:prstGeom prst="roundRect">
            <a:avLst>
              <a:gd name="adj" fmla="val 14562"/>
            </a:avLst>
          </a:prstGeom>
          <a:solidFill>
            <a:srgbClr val="E3AA8A"/>
          </a:solidFill>
          <a:ln w="12700">
            <a:solidFill>
              <a:srgbClr val="7E4027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672070" y="3361690"/>
            <a:ext cx="254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E40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−∞</a:t>
            </a:r>
            <a:endParaRPr lang="en-US" sz="1150" dirty="0"/>
          </a:p>
        </p:txBody>
      </p:sp>
      <p:sp>
        <p:nvSpPr>
          <p:cNvPr id="55" name="Shape 52"/>
          <p:cNvSpPr/>
          <p:nvPr/>
        </p:nvSpPr>
        <p:spPr>
          <a:xfrm>
            <a:off x="8265160" y="3346450"/>
            <a:ext cx="292100" cy="226060"/>
          </a:xfrm>
          <a:prstGeom prst="roundRect">
            <a:avLst>
              <a:gd name="adj" fmla="val 14562"/>
            </a:avLst>
          </a:prstGeom>
          <a:solidFill>
            <a:srgbClr val="E3AA8A"/>
          </a:solidFill>
          <a:ln w="12700">
            <a:solidFill>
              <a:srgbClr val="7E4027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8284210" y="3361690"/>
            <a:ext cx="254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E40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−∞</a:t>
            </a:r>
            <a:endParaRPr lang="en-US" sz="1150" dirty="0"/>
          </a:p>
        </p:txBody>
      </p:sp>
      <p:sp>
        <p:nvSpPr>
          <p:cNvPr id="57" name="Shape 54"/>
          <p:cNvSpPr/>
          <p:nvPr/>
        </p:nvSpPr>
        <p:spPr>
          <a:xfrm>
            <a:off x="5830570" y="3893820"/>
            <a:ext cx="264160" cy="172720"/>
          </a:xfrm>
          <a:prstGeom prst="rect">
            <a:avLst/>
          </a:prstGeom>
          <a:solidFill>
            <a:srgbClr val="FFFFCC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5734050" y="386715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400" dirty="0"/>
          </a:p>
        </p:txBody>
      </p:sp>
      <p:sp>
        <p:nvSpPr>
          <p:cNvPr id="59" name="Shape 56"/>
          <p:cNvSpPr/>
          <p:nvPr/>
        </p:nvSpPr>
        <p:spPr>
          <a:xfrm>
            <a:off x="6442710" y="3893820"/>
            <a:ext cx="264160" cy="172720"/>
          </a:xfrm>
          <a:prstGeom prst="rect">
            <a:avLst/>
          </a:prstGeom>
          <a:solidFill>
            <a:srgbClr val="FFFFCC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6346190" y="386715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400" dirty="0"/>
          </a:p>
        </p:txBody>
      </p:sp>
      <p:sp>
        <p:nvSpPr>
          <p:cNvPr id="61" name="Shape 58"/>
          <p:cNvSpPr/>
          <p:nvPr/>
        </p:nvSpPr>
        <p:spPr>
          <a:xfrm>
            <a:off x="7054850" y="3893820"/>
            <a:ext cx="264160" cy="172720"/>
          </a:xfrm>
          <a:prstGeom prst="rect">
            <a:avLst/>
          </a:prstGeom>
          <a:solidFill>
            <a:srgbClr val="FFFFCC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6958330" y="386715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400" dirty="0"/>
          </a:p>
        </p:txBody>
      </p:sp>
      <p:sp>
        <p:nvSpPr>
          <p:cNvPr id="63" name="Shape 60"/>
          <p:cNvSpPr/>
          <p:nvPr/>
        </p:nvSpPr>
        <p:spPr>
          <a:xfrm>
            <a:off x="7653020" y="3867150"/>
            <a:ext cx="292100" cy="226060"/>
          </a:xfrm>
          <a:prstGeom prst="roundRect">
            <a:avLst>
              <a:gd name="adj" fmla="val 14562"/>
            </a:avLst>
          </a:prstGeom>
          <a:solidFill>
            <a:srgbClr val="E3AA8A"/>
          </a:solidFill>
          <a:ln w="12700">
            <a:solidFill>
              <a:srgbClr val="7E4027"/>
            </a:solidFill>
            <a:prstDash val="solid"/>
          </a:ln>
        </p:spPr>
      </p:sp>
      <p:sp>
        <p:nvSpPr>
          <p:cNvPr id="64" name="Text 61"/>
          <p:cNvSpPr/>
          <p:nvPr/>
        </p:nvSpPr>
        <p:spPr>
          <a:xfrm>
            <a:off x="7672070" y="3882390"/>
            <a:ext cx="254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E40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−∞</a:t>
            </a:r>
            <a:endParaRPr lang="en-US" sz="1150" dirty="0"/>
          </a:p>
        </p:txBody>
      </p:sp>
      <p:sp>
        <p:nvSpPr>
          <p:cNvPr id="65" name="Shape 62"/>
          <p:cNvSpPr/>
          <p:nvPr/>
        </p:nvSpPr>
        <p:spPr>
          <a:xfrm>
            <a:off x="8265160" y="3867150"/>
            <a:ext cx="292100" cy="226060"/>
          </a:xfrm>
          <a:prstGeom prst="roundRect">
            <a:avLst>
              <a:gd name="adj" fmla="val 14562"/>
            </a:avLst>
          </a:prstGeom>
          <a:solidFill>
            <a:srgbClr val="E3AA8A"/>
          </a:solidFill>
          <a:ln w="12700">
            <a:solidFill>
              <a:srgbClr val="7E4027"/>
            </a:solidFill>
            <a:prstDash val="solid"/>
          </a:ln>
        </p:spPr>
      </p:sp>
      <p:sp>
        <p:nvSpPr>
          <p:cNvPr id="66" name="Text 63"/>
          <p:cNvSpPr/>
          <p:nvPr/>
        </p:nvSpPr>
        <p:spPr>
          <a:xfrm>
            <a:off x="8284210" y="3882390"/>
            <a:ext cx="254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E40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−∞</a:t>
            </a:r>
            <a:endParaRPr lang="en-US" sz="1150" dirty="0"/>
          </a:p>
        </p:txBody>
      </p:sp>
      <p:sp>
        <p:nvSpPr>
          <p:cNvPr id="67" name="Shape 64"/>
          <p:cNvSpPr/>
          <p:nvPr/>
        </p:nvSpPr>
        <p:spPr>
          <a:xfrm>
            <a:off x="5830570" y="4414520"/>
            <a:ext cx="264160" cy="172720"/>
          </a:xfrm>
          <a:prstGeom prst="rect">
            <a:avLst/>
          </a:prstGeom>
          <a:solidFill>
            <a:srgbClr val="FFFFCC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5734050" y="438785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400" dirty="0"/>
          </a:p>
        </p:txBody>
      </p:sp>
      <p:sp>
        <p:nvSpPr>
          <p:cNvPr id="69" name="Shape 66"/>
          <p:cNvSpPr/>
          <p:nvPr/>
        </p:nvSpPr>
        <p:spPr>
          <a:xfrm>
            <a:off x="6442710" y="4414520"/>
            <a:ext cx="264160" cy="172720"/>
          </a:xfrm>
          <a:prstGeom prst="rect">
            <a:avLst/>
          </a:prstGeom>
          <a:solidFill>
            <a:srgbClr val="FFFFCC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70" name="Text 67"/>
          <p:cNvSpPr/>
          <p:nvPr/>
        </p:nvSpPr>
        <p:spPr>
          <a:xfrm>
            <a:off x="6346190" y="438785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400" dirty="0"/>
          </a:p>
        </p:txBody>
      </p:sp>
      <p:sp>
        <p:nvSpPr>
          <p:cNvPr id="71" name="Shape 68"/>
          <p:cNvSpPr/>
          <p:nvPr/>
        </p:nvSpPr>
        <p:spPr>
          <a:xfrm>
            <a:off x="7054850" y="4414520"/>
            <a:ext cx="264160" cy="172720"/>
          </a:xfrm>
          <a:prstGeom prst="rect">
            <a:avLst/>
          </a:prstGeom>
          <a:solidFill>
            <a:srgbClr val="FFFFCC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6958330" y="438785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400" dirty="0"/>
          </a:p>
        </p:txBody>
      </p:sp>
      <p:sp>
        <p:nvSpPr>
          <p:cNvPr id="73" name="Shape 70"/>
          <p:cNvSpPr/>
          <p:nvPr/>
        </p:nvSpPr>
        <p:spPr>
          <a:xfrm>
            <a:off x="7666990" y="4414520"/>
            <a:ext cx="264160" cy="172720"/>
          </a:xfrm>
          <a:prstGeom prst="rect">
            <a:avLst/>
          </a:prstGeom>
          <a:solidFill>
            <a:srgbClr val="FFFFCC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7570470" y="438785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400" dirty="0"/>
          </a:p>
        </p:txBody>
      </p:sp>
      <p:sp>
        <p:nvSpPr>
          <p:cNvPr id="75" name="Shape 72"/>
          <p:cNvSpPr/>
          <p:nvPr/>
        </p:nvSpPr>
        <p:spPr>
          <a:xfrm>
            <a:off x="8265160" y="4387850"/>
            <a:ext cx="292100" cy="226060"/>
          </a:xfrm>
          <a:prstGeom prst="roundRect">
            <a:avLst>
              <a:gd name="adj" fmla="val 14562"/>
            </a:avLst>
          </a:prstGeom>
          <a:solidFill>
            <a:srgbClr val="E3AA8A"/>
          </a:solidFill>
          <a:ln w="12700">
            <a:solidFill>
              <a:srgbClr val="7E4027"/>
            </a:solidFill>
            <a:prstDash val="solid"/>
          </a:ln>
        </p:spPr>
      </p:sp>
      <p:sp>
        <p:nvSpPr>
          <p:cNvPr id="76" name="Text 73"/>
          <p:cNvSpPr/>
          <p:nvPr/>
        </p:nvSpPr>
        <p:spPr>
          <a:xfrm>
            <a:off x="8284210" y="4403090"/>
            <a:ext cx="254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E40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−∞</a:t>
            </a:r>
            <a:endParaRPr lang="en-US" sz="1150" dirty="0"/>
          </a:p>
        </p:txBody>
      </p:sp>
      <p:sp>
        <p:nvSpPr>
          <p:cNvPr id="77" name="Shape 74"/>
          <p:cNvSpPr/>
          <p:nvPr/>
        </p:nvSpPr>
        <p:spPr>
          <a:xfrm>
            <a:off x="5830570" y="4935220"/>
            <a:ext cx="264160" cy="172720"/>
          </a:xfrm>
          <a:prstGeom prst="rect">
            <a:avLst/>
          </a:prstGeom>
          <a:solidFill>
            <a:srgbClr val="FFFFCC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78" name="Text 75"/>
          <p:cNvSpPr/>
          <p:nvPr/>
        </p:nvSpPr>
        <p:spPr>
          <a:xfrm>
            <a:off x="5734050" y="490855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400" dirty="0"/>
          </a:p>
        </p:txBody>
      </p:sp>
      <p:sp>
        <p:nvSpPr>
          <p:cNvPr id="79" name="Shape 76"/>
          <p:cNvSpPr/>
          <p:nvPr/>
        </p:nvSpPr>
        <p:spPr>
          <a:xfrm>
            <a:off x="6442710" y="4935220"/>
            <a:ext cx="264160" cy="172720"/>
          </a:xfrm>
          <a:prstGeom prst="rect">
            <a:avLst/>
          </a:prstGeom>
          <a:solidFill>
            <a:srgbClr val="FFFFCC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80" name="Text 77"/>
          <p:cNvSpPr/>
          <p:nvPr/>
        </p:nvSpPr>
        <p:spPr>
          <a:xfrm>
            <a:off x="6346190" y="490855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400" dirty="0"/>
          </a:p>
        </p:txBody>
      </p:sp>
      <p:sp>
        <p:nvSpPr>
          <p:cNvPr id="81" name="Shape 78"/>
          <p:cNvSpPr/>
          <p:nvPr/>
        </p:nvSpPr>
        <p:spPr>
          <a:xfrm>
            <a:off x="7054850" y="4935220"/>
            <a:ext cx="264160" cy="172720"/>
          </a:xfrm>
          <a:prstGeom prst="rect">
            <a:avLst/>
          </a:prstGeom>
          <a:solidFill>
            <a:srgbClr val="FFFFCC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82" name="Text 79"/>
          <p:cNvSpPr/>
          <p:nvPr/>
        </p:nvSpPr>
        <p:spPr>
          <a:xfrm>
            <a:off x="6958330" y="490855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400" dirty="0"/>
          </a:p>
        </p:txBody>
      </p:sp>
      <p:sp>
        <p:nvSpPr>
          <p:cNvPr id="83" name="Shape 80"/>
          <p:cNvSpPr/>
          <p:nvPr/>
        </p:nvSpPr>
        <p:spPr>
          <a:xfrm>
            <a:off x="7666990" y="4935220"/>
            <a:ext cx="264160" cy="172720"/>
          </a:xfrm>
          <a:prstGeom prst="rect">
            <a:avLst/>
          </a:prstGeom>
          <a:solidFill>
            <a:srgbClr val="FFFFCC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84" name="Text 81"/>
          <p:cNvSpPr/>
          <p:nvPr/>
        </p:nvSpPr>
        <p:spPr>
          <a:xfrm>
            <a:off x="7570470" y="490855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400" dirty="0"/>
          </a:p>
        </p:txBody>
      </p:sp>
      <p:sp>
        <p:nvSpPr>
          <p:cNvPr id="85" name="Shape 82"/>
          <p:cNvSpPr/>
          <p:nvPr/>
        </p:nvSpPr>
        <p:spPr>
          <a:xfrm>
            <a:off x="8279130" y="4935220"/>
            <a:ext cx="264160" cy="172720"/>
          </a:xfrm>
          <a:prstGeom prst="rect">
            <a:avLst/>
          </a:prstGeom>
          <a:solidFill>
            <a:srgbClr val="FFFFCC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86" name="Text 83"/>
          <p:cNvSpPr/>
          <p:nvPr/>
        </p:nvSpPr>
        <p:spPr>
          <a:xfrm>
            <a:off x="8182610" y="490855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400" dirty="0"/>
          </a:p>
        </p:txBody>
      </p:sp>
      <p:sp>
        <p:nvSpPr>
          <p:cNvPr id="87" name="Shape 84"/>
          <p:cNvSpPr/>
          <p:nvPr/>
        </p:nvSpPr>
        <p:spPr>
          <a:xfrm>
            <a:off x="3738880" y="3882390"/>
            <a:ext cx="251460" cy="153670"/>
          </a:xfrm>
          <a:prstGeom prst="rect">
            <a:avLst/>
          </a:prstGeom>
          <a:solidFill>
            <a:srgbClr val="0000CC"/>
          </a:solidFill>
          <a:ln/>
        </p:spPr>
      </p:sp>
      <p:sp>
        <p:nvSpPr>
          <p:cNvPr id="88" name="Shape 85"/>
          <p:cNvSpPr/>
          <p:nvPr/>
        </p:nvSpPr>
        <p:spPr>
          <a:xfrm rot="5400000">
            <a:off x="3958590" y="3874770"/>
            <a:ext cx="243840" cy="180340"/>
          </a:xfrm>
          <a:prstGeom prst="triangle">
            <a:avLst/>
          </a:prstGeom>
          <a:solidFill>
            <a:srgbClr val="0000CC"/>
          </a:solidFill>
          <a:ln/>
        </p:spPr>
      </p:sp>
      <p:sp>
        <p:nvSpPr>
          <p:cNvPr id="89" name="Shape 86"/>
          <p:cNvSpPr/>
          <p:nvPr/>
        </p:nvSpPr>
        <p:spPr>
          <a:xfrm>
            <a:off x="603250" y="5543550"/>
            <a:ext cx="10768330" cy="119888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CC"/>
            </a:solidFill>
            <a:prstDash val="solid"/>
          </a:ln>
        </p:spPr>
      </p:sp>
      <p:sp>
        <p:nvSpPr>
          <p:cNvPr id="90" name="Text 87"/>
          <p:cNvSpPr/>
          <p:nvPr/>
        </p:nvSpPr>
        <p:spPr>
          <a:xfrm>
            <a:off x="815340" y="56108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 Values are </a:t>
            </a:r>
            <a:pPr algn="l" indent="0" marL="0">
              <a:buNone/>
            </a:pPr>
            <a:r>
              <a:rPr lang="en-US" sz="2000" b="1" u="sng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ADDED</a:t>
            </a:r>
            <a:pPr algn="l" indent="0" marL="0">
              <a:buNone/>
            </a:pPr>
            <a:r>
              <a:rPr lang="en-US" sz="200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Masked (Scaled) Values</a:t>
            </a:r>
            <a:endParaRPr lang="en-US" sz="2000" dirty="0"/>
          </a:p>
        </p:txBody>
      </p:sp>
      <p:sp>
        <p:nvSpPr>
          <p:cNvPr id="91" name="Text 88"/>
          <p:cNvSpPr/>
          <p:nvPr/>
        </p:nvSpPr>
        <p:spPr>
          <a:xfrm>
            <a:off x="833120" y="6179287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7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Addition of “0” </a:t>
            </a:r>
            <a:pPr algn="l" indent="0" marL="0">
              <a:buNone/>
            </a:pPr>
            <a:r>
              <a:rPr lang="en-US" sz="167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not change the original values, consequently </a:t>
            </a:r>
            <a:pPr algn="l" indent="0" marL="0">
              <a:buNone/>
            </a:pPr>
            <a:r>
              <a:rPr lang="en-US" sz="167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effect on Softmax output</a:t>
            </a:r>
            <a:endParaRPr lang="en-US" sz="1670" dirty="0"/>
          </a:p>
        </p:txBody>
      </p:sp>
      <p:sp>
        <p:nvSpPr>
          <p:cNvPr id="92" name="Text 89"/>
          <p:cNvSpPr/>
          <p:nvPr/>
        </p:nvSpPr>
        <p:spPr>
          <a:xfrm>
            <a:off x="833120" y="6458687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7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Addition of “-inf” </a:t>
            </a:r>
            <a:pPr algn="l" indent="0" marL="0">
              <a:buNone/>
            </a:pPr>
            <a:r>
              <a:rPr lang="en-US" sz="167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gets “Zero” output of Softmax, </a:t>
            </a:r>
            <a:pPr algn="l" indent="0" marL="0">
              <a:buNone/>
            </a:pPr>
            <a:r>
              <a:rPr lang="en-US" sz="167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leaving zero attention scores for </a:t>
            </a:r>
            <a:pPr algn="l" indent="0" marL="0">
              <a:buNone/>
            </a:pPr>
            <a:r>
              <a:rPr lang="en-US" sz="1670" b="1" u="sng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</a:t>
            </a:r>
            <a:pPr algn="l" indent="0" marL="0">
              <a:buNone/>
            </a:pPr>
            <a:r>
              <a:rPr lang="en-US" sz="167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Words.</a:t>
            </a:r>
            <a:endParaRPr lang="en-US" sz="1670" dirty="0"/>
          </a:p>
        </p:txBody>
      </p:sp>
    </p:spTree>
  </p:cSld>
  <p:clrMapOvr>
    <a:masterClrMapping/>
  </p:clrMapOvr>
</p:sld>
</file>

<file path=ppt/slides/slide54.xml><?xml version="1.0" encoding="utf-8"?>
<p:sld xmlns:mc="http://schemas.openxmlformats.org/markup-compatibility/2006"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71500"/>
            <a:ext cx="11137900" cy="6286500"/>
          </a:xfrm>
          <a:prstGeom prst="rect">
            <a:avLst/>
          </a:prstGeom>
          <a:solidFill>
            <a:srgbClr val="E9E9E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35050" y="778510"/>
            <a:ext cx="660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6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 Attention Mechanism for Decoder  (Adding Mask)</a:t>
            </a:r>
            <a:endParaRPr lang="en-US" sz="1960" dirty="0"/>
          </a:p>
        </p:txBody>
      </p:sp>
      <p:sp>
        <p:nvSpPr>
          <p:cNvPr id="6" name="Shape 4"/>
          <p:cNvSpPr/>
          <p:nvPr/>
        </p:nvSpPr>
        <p:spPr>
          <a:xfrm>
            <a:off x="9412002" y="850601"/>
            <a:ext cx="422792" cy="265813"/>
          </a:xfrm>
          <a:prstGeom prst="rect">
            <a:avLst/>
          </a:prstGeom>
          <a:solidFill>
            <a:srgbClr val="FAFAB0"/>
          </a:solidFill>
          <a:ln w="12700">
            <a:solidFill>
              <a:srgbClr val="A0522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412002" y="850601"/>
            <a:ext cx="422792" cy="265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-−∞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0072614" y="877182"/>
            <a:ext cx="277457" cy="225941"/>
          </a:xfrm>
          <a:prstGeom prst="ellipse">
            <a:avLst/>
          </a:prstGeom>
          <a:ln w="12700">
            <a:solidFill>
              <a:srgbClr val="C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72614" y="877182"/>
            <a:ext cx="277457" cy="2259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0402920" y="784148"/>
            <a:ext cx="422792" cy="212650"/>
          </a:xfrm>
          <a:prstGeom prst="rect">
            <a:avLst/>
          </a:prstGeom>
          <a:solidFill>
            <a:srgbClr val="FAFAB0"/>
          </a:solidFill>
          <a:ln w="12700">
            <a:solidFill>
              <a:srgbClr val="A0522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1925" y="1395517"/>
            <a:ext cx="10279122" cy="5249801"/>
          </a:xfrm>
          <a:prstGeom prst="roundRect">
            <a:avLst>
              <a:gd name="adj" fmla="val 1451"/>
            </a:avLst>
          </a:prstGeom>
          <a:solidFill>
            <a:srgbClr val="F5CFF6"/>
          </a:solidFill>
          <a:ln/>
        </p:spPr>
      </p:sp>
      <p:sp>
        <p:nvSpPr>
          <p:cNvPr id="12" name="Shape 10"/>
          <p:cNvSpPr/>
          <p:nvPr/>
        </p:nvSpPr>
        <p:spPr>
          <a:xfrm>
            <a:off x="784411" y="2910649"/>
            <a:ext cx="990918" cy="2126502"/>
          </a:xfrm>
          <a:prstGeom prst="roundRect">
            <a:avLst>
              <a:gd name="adj" fmla="val 6408"/>
            </a:avLst>
          </a:prstGeom>
          <a:solidFill>
            <a:srgbClr val="E4FBE7"/>
          </a:solidFill>
          <a:ln w="12700">
            <a:solidFill>
              <a:srgbClr val="92D050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903321" y="3070137"/>
            <a:ext cx="118910" cy="186069"/>
          </a:xfrm>
          <a:prstGeom prst="rect">
            <a:avLst/>
          </a:prstGeom>
          <a:solidFill>
            <a:srgbClr val="FDFD96"/>
          </a:solidFill>
          <a:ln/>
        </p:spPr>
      </p:sp>
      <p:sp>
        <p:nvSpPr>
          <p:cNvPr id="14" name="Text 12"/>
          <p:cNvSpPr/>
          <p:nvPr/>
        </p:nvSpPr>
        <p:spPr>
          <a:xfrm>
            <a:off x="1061868" y="3056846"/>
            <a:ext cx="317094" cy="212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l" indent="0" marL="0">
              <a:buNone/>
            </a:pPr>
            <a:r>
              <a:rPr lang="en-US" sz="10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365749" y="3070137"/>
            <a:ext cx="198184" cy="186069"/>
          </a:xfrm>
          <a:prstGeom prst="rect">
            <a:avLst/>
          </a:prstGeom>
          <a:solidFill>
            <a:srgbClr val="EEF0F5"/>
          </a:solidFill>
          <a:ln/>
        </p:spPr>
      </p:sp>
      <p:sp>
        <p:nvSpPr>
          <p:cNvPr id="16" name="Shape 14"/>
          <p:cNvSpPr/>
          <p:nvPr/>
        </p:nvSpPr>
        <p:spPr>
          <a:xfrm>
            <a:off x="1577145" y="3070137"/>
            <a:ext cx="184971" cy="186069"/>
          </a:xfrm>
          <a:prstGeom prst="rect">
            <a:avLst/>
          </a:prstGeom>
          <a:solidFill>
            <a:srgbClr val="EEF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903321" y="3588472"/>
            <a:ext cx="118910" cy="186069"/>
          </a:xfrm>
          <a:prstGeom prst="rect">
            <a:avLst/>
          </a:prstGeom>
          <a:solidFill>
            <a:srgbClr val="FDFD96"/>
          </a:solidFill>
          <a:ln/>
        </p:spPr>
      </p:sp>
      <p:sp>
        <p:nvSpPr>
          <p:cNvPr id="18" name="Text 16"/>
          <p:cNvSpPr/>
          <p:nvPr/>
        </p:nvSpPr>
        <p:spPr>
          <a:xfrm>
            <a:off x="1061868" y="3575181"/>
            <a:ext cx="317094" cy="212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l" indent="0" marL="0">
              <a:buNone/>
            </a:pPr>
            <a:r>
              <a:rPr lang="en-US" sz="10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365749" y="3588472"/>
            <a:ext cx="198184" cy="186069"/>
          </a:xfrm>
          <a:prstGeom prst="rect">
            <a:avLst/>
          </a:prstGeom>
          <a:solidFill>
            <a:srgbClr val="EEF0F5"/>
          </a:solidFill>
          <a:ln/>
        </p:spPr>
      </p:sp>
      <p:sp>
        <p:nvSpPr>
          <p:cNvPr id="20" name="Shape 18"/>
          <p:cNvSpPr/>
          <p:nvPr/>
        </p:nvSpPr>
        <p:spPr>
          <a:xfrm>
            <a:off x="1577145" y="3588472"/>
            <a:ext cx="184971" cy="186069"/>
          </a:xfrm>
          <a:prstGeom prst="rect">
            <a:avLst/>
          </a:prstGeom>
          <a:solidFill>
            <a:srgbClr val="EEF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903321" y="4120097"/>
            <a:ext cx="118910" cy="186069"/>
          </a:xfrm>
          <a:prstGeom prst="rect">
            <a:avLst/>
          </a:prstGeom>
          <a:solidFill>
            <a:srgbClr val="FDFD96"/>
          </a:solidFill>
          <a:ln/>
        </p:spPr>
      </p:sp>
      <p:sp>
        <p:nvSpPr>
          <p:cNvPr id="22" name="Text 20"/>
          <p:cNvSpPr/>
          <p:nvPr/>
        </p:nvSpPr>
        <p:spPr>
          <a:xfrm>
            <a:off x="1061868" y="4106806"/>
            <a:ext cx="317094" cy="212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l" indent="0" marL="0">
              <a:buNone/>
            </a:pPr>
            <a:r>
              <a:rPr lang="en-US" sz="10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365749" y="4120097"/>
            <a:ext cx="198184" cy="186069"/>
          </a:xfrm>
          <a:prstGeom prst="rect">
            <a:avLst/>
          </a:prstGeom>
          <a:solidFill>
            <a:srgbClr val="EEF0F5"/>
          </a:solidFill>
          <a:ln/>
        </p:spPr>
      </p:sp>
      <p:sp>
        <p:nvSpPr>
          <p:cNvPr id="24" name="Shape 22"/>
          <p:cNvSpPr/>
          <p:nvPr/>
        </p:nvSpPr>
        <p:spPr>
          <a:xfrm>
            <a:off x="1577145" y="4120097"/>
            <a:ext cx="184971" cy="186069"/>
          </a:xfrm>
          <a:prstGeom prst="rect">
            <a:avLst/>
          </a:prstGeom>
          <a:solidFill>
            <a:srgbClr val="EEF0F5"/>
          </a:solidFill>
          <a:ln/>
        </p:spPr>
      </p:sp>
      <p:sp>
        <p:nvSpPr>
          <p:cNvPr id="25" name="Shape 23"/>
          <p:cNvSpPr/>
          <p:nvPr/>
        </p:nvSpPr>
        <p:spPr>
          <a:xfrm>
            <a:off x="903321" y="4678304"/>
            <a:ext cx="118910" cy="186069"/>
          </a:xfrm>
          <a:prstGeom prst="rect">
            <a:avLst/>
          </a:prstGeom>
          <a:solidFill>
            <a:srgbClr val="FDFD96"/>
          </a:solidFill>
          <a:ln/>
        </p:spPr>
      </p:sp>
      <p:sp>
        <p:nvSpPr>
          <p:cNvPr id="26" name="Text 24"/>
          <p:cNvSpPr/>
          <p:nvPr/>
        </p:nvSpPr>
        <p:spPr>
          <a:xfrm>
            <a:off x="1061868" y="4665013"/>
            <a:ext cx="317094" cy="212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l" indent="0" marL="0">
              <a:buNone/>
            </a:pPr>
            <a:r>
              <a:rPr lang="en-US" sz="10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365749" y="4678304"/>
            <a:ext cx="198184" cy="186069"/>
          </a:xfrm>
          <a:prstGeom prst="rect">
            <a:avLst/>
          </a:prstGeom>
          <a:solidFill>
            <a:srgbClr val="EEF0F5"/>
          </a:solidFill>
          <a:ln/>
        </p:spPr>
      </p:sp>
      <p:sp>
        <p:nvSpPr>
          <p:cNvPr id="28" name="Shape 26"/>
          <p:cNvSpPr/>
          <p:nvPr/>
        </p:nvSpPr>
        <p:spPr>
          <a:xfrm>
            <a:off x="1577145" y="4678304"/>
            <a:ext cx="184971" cy="186069"/>
          </a:xfrm>
          <a:prstGeom prst="rect">
            <a:avLst/>
          </a:prstGeom>
          <a:solidFill>
            <a:srgbClr val="EEF0F5"/>
          </a:solidFill>
          <a:ln/>
        </p:spPr>
      </p:sp>
      <p:sp>
        <p:nvSpPr>
          <p:cNvPr id="29" name="Shape 27"/>
          <p:cNvSpPr/>
          <p:nvPr/>
        </p:nvSpPr>
        <p:spPr>
          <a:xfrm>
            <a:off x="2065998" y="3030265"/>
            <a:ext cx="356730" cy="265813"/>
          </a:xfrm>
          <a:prstGeom prst="rect">
            <a:avLst/>
          </a:prstGeom>
          <a:solidFill>
            <a:srgbClr val="C9E9C6"/>
          </a:solidFill>
          <a:ln/>
        </p:spPr>
      </p:sp>
      <p:sp>
        <p:nvSpPr>
          <p:cNvPr id="30" name="Text 28"/>
          <p:cNvSpPr/>
          <p:nvPr/>
        </p:nvSpPr>
        <p:spPr>
          <a:xfrm>
            <a:off x="2085816" y="3030265"/>
            <a:ext cx="330306" cy="265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8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buNone/>
            </a:pPr>
            <a:r>
              <a:rPr lang="en-US" sz="800" b="1" baseline="3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(r)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2065998" y="3548600"/>
            <a:ext cx="356730" cy="265813"/>
          </a:xfrm>
          <a:prstGeom prst="rect">
            <a:avLst/>
          </a:prstGeom>
          <a:solidFill>
            <a:srgbClr val="C9E9C6"/>
          </a:solidFill>
          <a:ln/>
        </p:spPr>
      </p:sp>
      <p:sp>
        <p:nvSpPr>
          <p:cNvPr id="32" name="Text 30"/>
          <p:cNvSpPr/>
          <p:nvPr/>
        </p:nvSpPr>
        <p:spPr>
          <a:xfrm>
            <a:off x="2085816" y="3548600"/>
            <a:ext cx="330306" cy="265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8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buNone/>
            </a:pPr>
            <a:r>
              <a:rPr lang="en-US" sz="800" b="1" baseline="3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(r)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2065998" y="4066935"/>
            <a:ext cx="356730" cy="265813"/>
          </a:xfrm>
          <a:prstGeom prst="rect">
            <a:avLst/>
          </a:prstGeom>
          <a:solidFill>
            <a:srgbClr val="C9E9C6"/>
          </a:solidFill>
          <a:ln/>
        </p:spPr>
      </p:sp>
      <p:sp>
        <p:nvSpPr>
          <p:cNvPr id="34" name="Text 32"/>
          <p:cNvSpPr/>
          <p:nvPr/>
        </p:nvSpPr>
        <p:spPr>
          <a:xfrm>
            <a:off x="2085816" y="4066935"/>
            <a:ext cx="330306" cy="265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8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buNone/>
            </a:pPr>
            <a:r>
              <a:rPr lang="en-US" sz="800" b="1" baseline="3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(r)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2065998" y="4625141"/>
            <a:ext cx="356730" cy="265813"/>
          </a:xfrm>
          <a:prstGeom prst="rect">
            <a:avLst/>
          </a:prstGeom>
          <a:solidFill>
            <a:srgbClr val="C9E9C6"/>
          </a:solidFill>
          <a:ln/>
        </p:spPr>
      </p:sp>
      <p:sp>
        <p:nvSpPr>
          <p:cNvPr id="36" name="Text 34"/>
          <p:cNvSpPr/>
          <p:nvPr/>
        </p:nvSpPr>
        <p:spPr>
          <a:xfrm>
            <a:off x="2085816" y="4625141"/>
            <a:ext cx="330306" cy="265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8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buNone/>
            </a:pPr>
            <a:r>
              <a:rPr lang="en-US" sz="800" b="1" baseline="3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(r)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2634124" y="3083428"/>
            <a:ext cx="59455" cy="119616"/>
          </a:xfrm>
          <a:prstGeom prst="rect">
            <a:avLst/>
          </a:prstGeom>
          <a:solidFill>
            <a:srgbClr val="FDFD96"/>
          </a:solidFill>
          <a:ln/>
        </p:spPr>
      </p:sp>
      <p:sp>
        <p:nvSpPr>
          <p:cNvPr id="38" name="Shape 36"/>
          <p:cNvSpPr/>
          <p:nvPr/>
        </p:nvSpPr>
        <p:spPr>
          <a:xfrm>
            <a:off x="2713397" y="3083428"/>
            <a:ext cx="224608" cy="119616"/>
          </a:xfrm>
          <a:prstGeom prst="rect">
            <a:avLst/>
          </a:prstGeom>
          <a:solidFill>
            <a:srgbClr val="EFE3C8"/>
          </a:solidFill>
          <a:ln/>
        </p:spPr>
      </p:sp>
      <p:sp>
        <p:nvSpPr>
          <p:cNvPr id="39" name="Text 37"/>
          <p:cNvSpPr/>
          <p:nvPr/>
        </p:nvSpPr>
        <p:spPr>
          <a:xfrm>
            <a:off x="3004067" y="3050201"/>
            <a:ext cx="211396" cy="186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buNone/>
            </a:pPr>
            <a:r>
              <a:rPr lang="en-US" sz="9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2634124" y="3615053"/>
            <a:ext cx="59455" cy="119616"/>
          </a:xfrm>
          <a:prstGeom prst="rect">
            <a:avLst/>
          </a:prstGeom>
          <a:solidFill>
            <a:srgbClr val="FDFD96"/>
          </a:solidFill>
          <a:ln/>
        </p:spPr>
      </p:sp>
      <p:sp>
        <p:nvSpPr>
          <p:cNvPr id="41" name="Shape 39"/>
          <p:cNvSpPr/>
          <p:nvPr/>
        </p:nvSpPr>
        <p:spPr>
          <a:xfrm>
            <a:off x="2713397" y="3615053"/>
            <a:ext cx="224608" cy="119616"/>
          </a:xfrm>
          <a:prstGeom prst="rect">
            <a:avLst/>
          </a:prstGeom>
          <a:solidFill>
            <a:srgbClr val="EFE3C8"/>
          </a:solidFill>
          <a:ln/>
        </p:spPr>
      </p:sp>
      <p:sp>
        <p:nvSpPr>
          <p:cNvPr id="42" name="Text 40"/>
          <p:cNvSpPr/>
          <p:nvPr/>
        </p:nvSpPr>
        <p:spPr>
          <a:xfrm>
            <a:off x="3004067" y="3581826"/>
            <a:ext cx="211396" cy="186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buNone/>
            </a:pPr>
            <a:r>
              <a:rPr lang="en-US" sz="9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2634124" y="4133388"/>
            <a:ext cx="59455" cy="119616"/>
          </a:xfrm>
          <a:prstGeom prst="rect">
            <a:avLst/>
          </a:prstGeom>
          <a:solidFill>
            <a:srgbClr val="FDFD96"/>
          </a:solidFill>
          <a:ln/>
        </p:spPr>
      </p:sp>
      <p:sp>
        <p:nvSpPr>
          <p:cNvPr id="44" name="Shape 42"/>
          <p:cNvSpPr/>
          <p:nvPr/>
        </p:nvSpPr>
        <p:spPr>
          <a:xfrm>
            <a:off x="2713397" y="4133388"/>
            <a:ext cx="224608" cy="119616"/>
          </a:xfrm>
          <a:prstGeom prst="rect">
            <a:avLst/>
          </a:prstGeom>
          <a:solidFill>
            <a:srgbClr val="EFE3C8"/>
          </a:solidFill>
          <a:ln/>
        </p:spPr>
      </p:sp>
      <p:sp>
        <p:nvSpPr>
          <p:cNvPr id="45" name="Text 43"/>
          <p:cNvSpPr/>
          <p:nvPr/>
        </p:nvSpPr>
        <p:spPr>
          <a:xfrm>
            <a:off x="3004067" y="4100161"/>
            <a:ext cx="211396" cy="186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buNone/>
            </a:pPr>
            <a:r>
              <a:rPr lang="en-US" sz="9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2634124" y="4691594"/>
            <a:ext cx="59455" cy="119616"/>
          </a:xfrm>
          <a:prstGeom prst="rect">
            <a:avLst/>
          </a:prstGeom>
          <a:solidFill>
            <a:srgbClr val="FDFD96"/>
          </a:solidFill>
          <a:ln/>
        </p:spPr>
      </p:sp>
      <p:sp>
        <p:nvSpPr>
          <p:cNvPr id="47" name="Shape 45"/>
          <p:cNvSpPr/>
          <p:nvPr/>
        </p:nvSpPr>
        <p:spPr>
          <a:xfrm>
            <a:off x="2713397" y="4691594"/>
            <a:ext cx="224608" cy="119616"/>
          </a:xfrm>
          <a:prstGeom prst="rect">
            <a:avLst/>
          </a:prstGeom>
          <a:solidFill>
            <a:srgbClr val="EFE3C8"/>
          </a:solidFill>
          <a:ln/>
        </p:spPr>
      </p:sp>
      <p:sp>
        <p:nvSpPr>
          <p:cNvPr id="48" name="Text 46"/>
          <p:cNvSpPr/>
          <p:nvPr/>
        </p:nvSpPr>
        <p:spPr>
          <a:xfrm>
            <a:off x="3004067" y="4658368"/>
            <a:ext cx="211396" cy="186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buNone/>
            </a:pPr>
            <a:r>
              <a:rPr lang="en-US" sz="9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255099" y="2511930"/>
            <a:ext cx="1083404" cy="2604965"/>
          </a:xfrm>
          <a:prstGeom prst="rect">
            <a:avLst/>
          </a:prstGeom>
          <a:solidFill>
            <a:srgbClr val="D8C8B9"/>
          </a:solidFill>
          <a:ln/>
        </p:spPr>
      </p:sp>
      <p:sp>
        <p:nvSpPr>
          <p:cNvPr id="50" name="Text 48"/>
          <p:cNvSpPr/>
          <p:nvPr/>
        </p:nvSpPr>
        <p:spPr>
          <a:xfrm>
            <a:off x="3347585" y="2618255"/>
            <a:ext cx="819159" cy="4518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Dot</a:t>
            </a:r>
            <a:endParaRPr lang="en-US" sz="10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146925" y="3103363"/>
            <a:ext cx="118910" cy="119616"/>
          </a:xfrm>
          <a:prstGeom prst="ellipse">
            <a:avLst/>
          </a:prstGeom>
          <a:solidFill>
            <a:srgbClr val="1B1F95"/>
          </a:solidFill>
          <a:ln/>
        </p:spPr>
      </p:sp>
      <p:sp>
        <p:nvSpPr>
          <p:cNvPr id="52" name="Shape 50"/>
          <p:cNvSpPr/>
          <p:nvPr/>
        </p:nvSpPr>
        <p:spPr>
          <a:xfrm>
            <a:off x="3948742" y="3621698"/>
            <a:ext cx="118910" cy="119616"/>
          </a:xfrm>
          <a:prstGeom prst="ellipse">
            <a:avLst/>
          </a:prstGeom>
          <a:solidFill>
            <a:srgbClr val="1B1F95"/>
          </a:solidFill>
          <a:ln/>
        </p:spPr>
      </p:sp>
      <p:sp>
        <p:nvSpPr>
          <p:cNvPr id="53" name="Shape 51"/>
          <p:cNvSpPr/>
          <p:nvPr/>
        </p:nvSpPr>
        <p:spPr>
          <a:xfrm>
            <a:off x="3710921" y="4140033"/>
            <a:ext cx="118910" cy="119616"/>
          </a:xfrm>
          <a:prstGeom prst="ellipse">
            <a:avLst/>
          </a:prstGeom>
          <a:solidFill>
            <a:srgbClr val="1B1F95"/>
          </a:solidFill>
          <a:ln/>
        </p:spPr>
      </p:sp>
      <p:sp>
        <p:nvSpPr>
          <p:cNvPr id="54" name="Shape 52"/>
          <p:cNvSpPr/>
          <p:nvPr/>
        </p:nvSpPr>
        <p:spPr>
          <a:xfrm>
            <a:off x="3459889" y="4698240"/>
            <a:ext cx="118910" cy="119616"/>
          </a:xfrm>
          <a:prstGeom prst="ellipse">
            <a:avLst/>
          </a:prstGeom>
          <a:solidFill>
            <a:srgbClr val="1B1F95"/>
          </a:solidFill>
          <a:ln/>
        </p:spPr>
      </p:sp>
      <p:sp>
        <p:nvSpPr>
          <p:cNvPr id="55" name="Text 53"/>
          <p:cNvSpPr/>
          <p:nvPr/>
        </p:nvSpPr>
        <p:spPr>
          <a:xfrm>
            <a:off x="4378139" y="2538511"/>
            <a:ext cx="343518" cy="186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buNone/>
            </a:pPr>
            <a:r>
              <a:rPr lang="en-US" sz="9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pPr algn="l" indent="0" marL="0">
              <a:buNone/>
            </a:pPr>
            <a:r>
              <a:rPr lang="en-US" sz="9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3479707" y="2113211"/>
            <a:ext cx="805947" cy="225941"/>
          </a:xfrm>
          <a:prstGeom prst="roundRect">
            <a:avLst>
              <a:gd name="adj" fmla="val 44967"/>
            </a:avLst>
          </a:prstGeom>
          <a:solidFill>
            <a:srgbClr val="F0F0D8"/>
          </a:solidFill>
          <a:ln w="9525">
            <a:solidFill>
              <a:srgbClr val="D8D88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479707" y="2113211"/>
            <a:ext cx="805947" cy="2259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33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Similarity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4827356" y="2538511"/>
            <a:ext cx="369943" cy="2565093"/>
          </a:xfrm>
          <a:prstGeom prst="rect">
            <a:avLst/>
          </a:prstGeom>
          <a:solidFill>
            <a:srgbClr val="F7D3D6"/>
          </a:solidFill>
          <a:ln/>
        </p:spPr>
      </p:sp>
      <p:sp>
        <p:nvSpPr>
          <p:cNvPr id="59" name="Text 57"/>
          <p:cNvSpPr/>
          <p:nvPr/>
        </p:nvSpPr>
        <p:spPr>
          <a:xfrm rot="5400000">
            <a:off x="3742327" y="3742347"/>
            <a:ext cx="254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Scaling by √d</a:t>
            </a:r>
            <a:endParaRPr lang="en-US" sz="2100" dirty="0"/>
          </a:p>
        </p:txBody>
      </p:sp>
      <mc:AlternateContent>
        <mc:Choice xmlns:a14="http://schemas.microsoft.com/office/drawing/2010/main" Requires="a14">
          <p:sp>
            <p:nvSpPr>
              <p:cNvPr id="60" name="Equation OMML" descr="\dfrac{K\cdot q}{\sqrt{d}}"/>
              <p:cNvSpPr txBox="1"/>
              <p:nvPr/>
            </p:nvSpPr>
            <p:spPr>
              <a:xfrm>
                <a:off x="5330825" y="2495550"/>
                <a:ext cx="327660" cy="419100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 xml:space="preserve">K⋅q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i="1" smtClean="0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i="1" smtClean="0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 xml:space="preserve">d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60" name="Image 0" descr="/home/ahmed/Projects/ai_llm_slides/videos/deep-learning/002_transformers_part2/recreated_pptx/build/assets/eq_Kcdotq_over_sqrtd.png">    </p:cNvPr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5330825" y="2495550"/>
                <a:ext cx="327660" cy="419100"/>
              </a:xfrm>
              <a:prstGeom prst="rect">
                <a:avLst/>
              </a:prstGeom>
            </p:spPr>
          </p:pic>
        </mc:Fallback>
      </mc:AlternateContent>
      <p:sp>
        <p:nvSpPr>
          <p:cNvPr id="61" name="Shape 58"/>
          <p:cNvSpPr/>
          <p:nvPr/>
        </p:nvSpPr>
        <p:spPr>
          <a:xfrm>
            <a:off x="5778637" y="2538511"/>
            <a:ext cx="369943" cy="2578383"/>
          </a:xfrm>
          <a:prstGeom prst="rect">
            <a:avLst/>
          </a:prstGeom>
          <a:solidFill>
            <a:srgbClr val="B9E8C6"/>
          </a:solidFill>
          <a:ln w="12700">
            <a:solidFill>
              <a:srgbClr val="3E7A3E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 rot="16200000">
            <a:off x="5455608" y="2657388"/>
            <a:ext cx="101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38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</a:t>
            </a:r>
            <a:endParaRPr lang="en-US" sz="1400" dirty="0"/>
          </a:p>
        </p:txBody>
      </p:sp>
      <p:sp>
        <p:nvSpPr>
          <p:cNvPr id="63" name="Shape 60"/>
          <p:cNvSpPr/>
          <p:nvPr/>
        </p:nvSpPr>
        <p:spPr>
          <a:xfrm>
            <a:off x="5818273" y="3096718"/>
            <a:ext cx="251033" cy="159488"/>
          </a:xfrm>
          <a:prstGeom prst="rect">
            <a:avLst/>
          </a:prstGeom>
          <a:solidFill>
            <a:srgbClr val="F6F6BE"/>
          </a:solidFill>
          <a:ln w="9525">
            <a:solidFill>
              <a:srgbClr val="8C8250"/>
            </a:solidFill>
            <a:prstDash val="solid"/>
          </a:ln>
        </p:spPr>
      </p:sp>
      <p:sp>
        <p:nvSpPr>
          <p:cNvPr id="64" name="Text 61"/>
          <p:cNvSpPr/>
          <p:nvPr/>
        </p:nvSpPr>
        <p:spPr>
          <a:xfrm>
            <a:off x="5818273" y="3096718"/>
            <a:ext cx="251033" cy="159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-−∞</a:t>
            </a:r>
            <a:endParaRPr lang="en-US" sz="1200" dirty="0"/>
          </a:p>
        </p:txBody>
      </p:sp>
      <p:sp>
        <p:nvSpPr>
          <p:cNvPr id="65" name="Shape 62"/>
          <p:cNvSpPr/>
          <p:nvPr/>
        </p:nvSpPr>
        <p:spPr>
          <a:xfrm>
            <a:off x="5818273" y="3615053"/>
            <a:ext cx="251033" cy="159488"/>
          </a:xfrm>
          <a:prstGeom prst="rect">
            <a:avLst/>
          </a:prstGeom>
          <a:solidFill>
            <a:srgbClr val="F6F6BE"/>
          </a:solidFill>
          <a:ln w="9525">
            <a:solidFill>
              <a:srgbClr val="8C8250"/>
            </a:solidFill>
            <a:prstDash val="solid"/>
          </a:ln>
        </p:spPr>
      </p:sp>
      <p:sp>
        <p:nvSpPr>
          <p:cNvPr id="66" name="Text 63"/>
          <p:cNvSpPr/>
          <p:nvPr/>
        </p:nvSpPr>
        <p:spPr>
          <a:xfrm>
            <a:off x="5818273" y="3615053"/>
            <a:ext cx="251033" cy="159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-−∞</a:t>
            </a:r>
            <a:endParaRPr lang="en-US" sz="1200" dirty="0"/>
          </a:p>
        </p:txBody>
      </p:sp>
      <p:sp>
        <p:nvSpPr>
          <p:cNvPr id="67" name="Shape 64"/>
          <p:cNvSpPr/>
          <p:nvPr/>
        </p:nvSpPr>
        <p:spPr>
          <a:xfrm>
            <a:off x="5818273" y="4106806"/>
            <a:ext cx="251033" cy="159488"/>
          </a:xfrm>
          <a:prstGeom prst="rect">
            <a:avLst/>
          </a:prstGeom>
          <a:solidFill>
            <a:srgbClr val="F6F6BE"/>
          </a:solidFill>
          <a:ln w="9525">
            <a:solidFill>
              <a:srgbClr val="8C8250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5818273" y="4106806"/>
            <a:ext cx="251033" cy="159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200" dirty="0"/>
          </a:p>
        </p:txBody>
      </p:sp>
      <p:sp>
        <p:nvSpPr>
          <p:cNvPr id="69" name="Shape 66"/>
          <p:cNvSpPr/>
          <p:nvPr/>
        </p:nvSpPr>
        <p:spPr>
          <a:xfrm>
            <a:off x="5818273" y="4665013"/>
            <a:ext cx="251033" cy="159488"/>
          </a:xfrm>
          <a:prstGeom prst="rect">
            <a:avLst/>
          </a:prstGeom>
          <a:solidFill>
            <a:srgbClr val="F6F6BE"/>
          </a:solidFill>
          <a:ln w="9525">
            <a:solidFill>
              <a:srgbClr val="8C8250"/>
            </a:solidFill>
            <a:prstDash val="solid"/>
          </a:ln>
        </p:spPr>
      </p:sp>
      <p:sp>
        <p:nvSpPr>
          <p:cNvPr id="70" name="Text 67"/>
          <p:cNvSpPr/>
          <p:nvPr/>
        </p:nvSpPr>
        <p:spPr>
          <a:xfrm>
            <a:off x="5818273" y="4665013"/>
            <a:ext cx="251033" cy="159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200" dirty="0"/>
          </a:p>
        </p:txBody>
      </p:sp>
      <p:sp>
        <p:nvSpPr>
          <p:cNvPr id="71" name="Shape 68"/>
          <p:cNvSpPr/>
          <p:nvPr/>
        </p:nvSpPr>
        <p:spPr>
          <a:xfrm>
            <a:off x="5461543" y="5183348"/>
            <a:ext cx="977706" cy="584788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72" name="Text 69"/>
          <p:cNvSpPr/>
          <p:nvPr/>
        </p:nvSpPr>
        <p:spPr>
          <a:xfrm>
            <a:off x="5514392" y="5289673"/>
            <a:ext cx="872008" cy="372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FF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Ahead</a:t>
            </a:r>
            <a:endParaRPr lang="en-US" sz="95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FF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</a:t>
            </a:r>
            <a:endParaRPr lang="en-US" sz="950" dirty="0"/>
          </a:p>
        </p:txBody>
      </p:sp>
      <p:sp>
        <p:nvSpPr>
          <p:cNvPr id="73" name="Shape 70"/>
          <p:cNvSpPr/>
          <p:nvPr/>
        </p:nvSpPr>
        <p:spPr>
          <a:xfrm>
            <a:off x="6518522" y="2525221"/>
            <a:ext cx="290669" cy="2604965"/>
          </a:xfrm>
          <a:prstGeom prst="rect">
            <a:avLst/>
          </a:prstGeom>
          <a:solidFill>
            <a:srgbClr val="F7DCF9"/>
          </a:solidFill>
          <a:ln w="9525">
            <a:solidFill>
              <a:srgbClr val="E3BEE8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 rot="16200000">
            <a:off x="5748432" y="3448772"/>
            <a:ext cx="177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703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 max</a:t>
            </a:r>
            <a:endParaRPr lang="en-US" sz="850" dirty="0"/>
          </a:p>
        </p:txBody>
      </p:sp>
      <p:sp>
        <p:nvSpPr>
          <p:cNvPr id="75" name="Text 72"/>
          <p:cNvSpPr/>
          <p:nvPr/>
        </p:nvSpPr>
        <p:spPr>
          <a:xfrm>
            <a:off x="6492098" y="3787831"/>
            <a:ext cx="211396" cy="4518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03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ς</a:t>
            </a:r>
            <a:endParaRPr lang="en-US" sz="2000" dirty="0"/>
          </a:p>
        </p:txBody>
      </p:sp>
      <p:sp>
        <p:nvSpPr>
          <p:cNvPr id="76" name="Shape 73"/>
          <p:cNvSpPr/>
          <p:nvPr/>
        </p:nvSpPr>
        <p:spPr>
          <a:xfrm>
            <a:off x="5990033" y="2086630"/>
            <a:ext cx="1056979" cy="265813"/>
          </a:xfrm>
          <a:prstGeom prst="roundRect">
            <a:avLst>
              <a:gd name="adj" fmla="val 43000"/>
            </a:avLst>
          </a:prstGeom>
          <a:solidFill>
            <a:srgbClr val="F0F0D8"/>
          </a:solidFill>
          <a:ln w="9525">
            <a:solidFill>
              <a:srgbClr val="D8D88E"/>
            </a:solidFill>
            <a:prstDash val="solid"/>
          </a:ln>
        </p:spPr>
      </p:sp>
      <p:sp>
        <p:nvSpPr>
          <p:cNvPr id="77" name="Text 74"/>
          <p:cNvSpPr/>
          <p:nvPr/>
        </p:nvSpPr>
        <p:spPr>
          <a:xfrm>
            <a:off x="5990033" y="2086630"/>
            <a:ext cx="1056979" cy="265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33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Probabilities</a:t>
            </a:r>
            <a:endParaRPr lang="en-US" sz="950" dirty="0"/>
          </a:p>
        </p:txBody>
      </p:sp>
      <p:sp>
        <p:nvSpPr>
          <p:cNvPr id="78" name="Text 75"/>
          <p:cNvSpPr/>
          <p:nvPr/>
        </p:nvSpPr>
        <p:spPr>
          <a:xfrm>
            <a:off x="6769555" y="2977102"/>
            <a:ext cx="184971" cy="186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000" dirty="0"/>
          </a:p>
        </p:txBody>
      </p:sp>
      <p:sp>
        <p:nvSpPr>
          <p:cNvPr id="79" name="Shape 76"/>
          <p:cNvSpPr/>
          <p:nvPr/>
        </p:nvSpPr>
        <p:spPr>
          <a:xfrm>
            <a:off x="6914889" y="2511930"/>
            <a:ext cx="1691167" cy="279103"/>
          </a:xfrm>
          <a:prstGeom prst="rect">
            <a:avLst/>
          </a:prstGeom>
          <a:solidFill>
            <a:srgbClr val="E1F3F8"/>
          </a:solidFill>
          <a:ln/>
        </p:spPr>
      </p:sp>
      <p:sp>
        <p:nvSpPr>
          <p:cNvPr id="80" name="Text 77"/>
          <p:cNvSpPr/>
          <p:nvPr/>
        </p:nvSpPr>
        <p:spPr>
          <a:xfrm>
            <a:off x="6914889" y="2511930"/>
            <a:ext cx="1691167" cy="279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Σ</a:t>
            </a:r>
            <a:endParaRPr lang="en-US" sz="1800" dirty="0"/>
          </a:p>
        </p:txBody>
      </p:sp>
      <p:sp>
        <p:nvSpPr>
          <p:cNvPr id="81" name="Shape 78"/>
          <p:cNvSpPr/>
          <p:nvPr/>
        </p:nvSpPr>
        <p:spPr>
          <a:xfrm>
            <a:off x="7932232" y="2086630"/>
            <a:ext cx="1175889" cy="265813"/>
          </a:xfrm>
          <a:prstGeom prst="roundRect">
            <a:avLst>
              <a:gd name="adj" fmla="val 43000"/>
            </a:avLst>
          </a:prstGeom>
          <a:solidFill>
            <a:srgbClr val="F0F0D8"/>
          </a:solidFill>
          <a:ln w="9525">
            <a:solidFill>
              <a:srgbClr val="D8D88E"/>
            </a:solidFill>
            <a:prstDash val="solid"/>
          </a:ln>
        </p:spPr>
      </p:sp>
      <p:sp>
        <p:nvSpPr>
          <p:cNvPr id="82" name="Text 79"/>
          <p:cNvSpPr/>
          <p:nvPr/>
        </p:nvSpPr>
        <p:spPr>
          <a:xfrm>
            <a:off x="7932232" y="2086630"/>
            <a:ext cx="1175889" cy="265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33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Weighted SUM</a:t>
            </a:r>
            <a:endParaRPr lang="en-US" sz="950" dirty="0"/>
          </a:p>
        </p:txBody>
      </p:sp>
      <p:sp>
        <p:nvSpPr>
          <p:cNvPr id="83" name="Shape 80"/>
          <p:cNvSpPr/>
          <p:nvPr/>
        </p:nvSpPr>
        <p:spPr>
          <a:xfrm rot="1140000">
            <a:off x="7535864" y="1940433"/>
            <a:ext cx="211396" cy="558207"/>
          </a:xfrm>
          <a:prstGeom prst="upArrow">
            <a:avLst/>
          </a:prstGeom>
          <a:solidFill>
            <a:srgbClr val="00B050"/>
          </a:solidFill>
          <a:ln/>
        </p:spPr>
      </p:sp>
      <p:sp>
        <p:nvSpPr>
          <p:cNvPr id="84" name="Shape 81"/>
          <p:cNvSpPr/>
          <p:nvPr/>
        </p:nvSpPr>
        <p:spPr>
          <a:xfrm>
            <a:off x="7284832" y="1515132"/>
            <a:ext cx="766310" cy="332266"/>
          </a:xfrm>
          <a:prstGeom prst="roundRect">
            <a:avLst>
              <a:gd name="adj" fmla="val 15289"/>
            </a:avLst>
          </a:prstGeom>
          <a:solidFill>
            <a:srgbClr val="A4C6A2"/>
          </a:solidFill>
          <a:ln w="12700">
            <a:solidFill>
              <a:srgbClr val="3C8C3C"/>
            </a:solidFill>
            <a:prstDash val="dash"/>
          </a:ln>
        </p:spPr>
      </p:sp>
      <p:sp>
        <p:nvSpPr>
          <p:cNvPr id="85" name="Shape 82"/>
          <p:cNvSpPr/>
          <p:nvPr/>
        </p:nvSpPr>
        <p:spPr>
          <a:xfrm>
            <a:off x="7456591" y="1674620"/>
            <a:ext cx="85880" cy="159488"/>
          </a:xfrm>
          <a:prstGeom prst="rect">
            <a:avLst/>
          </a:prstGeom>
          <a:solidFill>
            <a:srgbClr val="FDFD96"/>
          </a:solidFill>
          <a:ln/>
        </p:spPr>
      </p:sp>
      <p:sp>
        <p:nvSpPr>
          <p:cNvPr id="86" name="Text 83"/>
          <p:cNvSpPr/>
          <p:nvPr/>
        </p:nvSpPr>
        <p:spPr>
          <a:xfrm>
            <a:off x="7555683" y="1654684"/>
            <a:ext cx="132122" cy="199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endParaRPr lang="en-US" sz="900" dirty="0"/>
          </a:p>
        </p:txBody>
      </p:sp>
      <p:sp>
        <p:nvSpPr>
          <p:cNvPr id="87" name="Shape 84"/>
          <p:cNvSpPr/>
          <p:nvPr/>
        </p:nvSpPr>
        <p:spPr>
          <a:xfrm>
            <a:off x="7701017" y="1674620"/>
            <a:ext cx="72667" cy="159488"/>
          </a:xfrm>
          <a:prstGeom prst="rect">
            <a:avLst/>
          </a:prstGeom>
          <a:solidFill>
            <a:srgbClr val="92D050"/>
          </a:solidFill>
          <a:ln/>
        </p:spPr>
      </p:sp>
      <p:sp>
        <p:nvSpPr>
          <p:cNvPr id="88" name="Shape 85"/>
          <p:cNvSpPr/>
          <p:nvPr/>
        </p:nvSpPr>
        <p:spPr>
          <a:xfrm>
            <a:off x="7786897" y="1674620"/>
            <a:ext cx="72667" cy="159488"/>
          </a:xfrm>
          <a:prstGeom prst="rect">
            <a:avLst/>
          </a:prstGeom>
          <a:solidFill>
            <a:srgbClr val="92D050"/>
          </a:solidFill>
          <a:ln/>
        </p:spPr>
      </p:sp>
      <p:sp>
        <p:nvSpPr>
          <p:cNvPr id="89" name="Shape 86"/>
          <p:cNvSpPr/>
          <p:nvPr/>
        </p:nvSpPr>
        <p:spPr>
          <a:xfrm>
            <a:off x="7872777" y="1674620"/>
            <a:ext cx="72667" cy="159488"/>
          </a:xfrm>
          <a:prstGeom prst="rect">
            <a:avLst/>
          </a:prstGeom>
          <a:solidFill>
            <a:srgbClr val="92D050"/>
          </a:solidFill>
          <a:ln/>
        </p:spPr>
      </p:sp>
      <p:sp>
        <p:nvSpPr>
          <p:cNvPr id="90" name="Shape 87"/>
          <p:cNvSpPr/>
          <p:nvPr/>
        </p:nvSpPr>
        <p:spPr>
          <a:xfrm>
            <a:off x="7020587" y="3056846"/>
            <a:ext cx="211396" cy="212650"/>
          </a:xfrm>
          <a:prstGeom prst="ellipse">
            <a:avLst/>
          </a:prstGeom>
          <a:ln w="15875">
            <a:solidFill>
              <a:srgbClr val="C00000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7020587" y="3056846"/>
            <a:ext cx="211396" cy="212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100" dirty="0"/>
          </a:p>
        </p:txBody>
      </p:sp>
      <p:sp>
        <p:nvSpPr>
          <p:cNvPr id="92" name="Shape 89"/>
          <p:cNvSpPr/>
          <p:nvPr/>
        </p:nvSpPr>
        <p:spPr>
          <a:xfrm>
            <a:off x="7416954" y="3548600"/>
            <a:ext cx="211396" cy="212650"/>
          </a:xfrm>
          <a:prstGeom prst="ellipse">
            <a:avLst/>
          </a:prstGeom>
          <a:ln w="15875">
            <a:solidFill>
              <a:srgbClr val="C00000"/>
            </a:solidFill>
            <a:prstDash val="solid"/>
          </a:ln>
        </p:spPr>
      </p:sp>
      <p:sp>
        <p:nvSpPr>
          <p:cNvPr id="93" name="Text 90"/>
          <p:cNvSpPr/>
          <p:nvPr/>
        </p:nvSpPr>
        <p:spPr>
          <a:xfrm>
            <a:off x="7416954" y="3548600"/>
            <a:ext cx="211396" cy="212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100" dirty="0"/>
          </a:p>
        </p:txBody>
      </p:sp>
      <p:sp>
        <p:nvSpPr>
          <p:cNvPr id="94" name="Shape 91"/>
          <p:cNvSpPr/>
          <p:nvPr/>
        </p:nvSpPr>
        <p:spPr>
          <a:xfrm>
            <a:off x="7813321" y="4040353"/>
            <a:ext cx="211396" cy="212650"/>
          </a:xfrm>
          <a:prstGeom prst="ellipse">
            <a:avLst/>
          </a:prstGeom>
          <a:ln w="15875">
            <a:solidFill>
              <a:srgbClr val="C00000"/>
            </a:solidFill>
            <a:prstDash val="solid"/>
          </a:ln>
        </p:spPr>
      </p:sp>
      <p:sp>
        <p:nvSpPr>
          <p:cNvPr id="95" name="Text 92"/>
          <p:cNvSpPr/>
          <p:nvPr/>
        </p:nvSpPr>
        <p:spPr>
          <a:xfrm>
            <a:off x="7813321" y="4040353"/>
            <a:ext cx="211396" cy="212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100" dirty="0"/>
          </a:p>
        </p:txBody>
      </p:sp>
      <p:sp>
        <p:nvSpPr>
          <p:cNvPr id="96" name="Shape 93"/>
          <p:cNvSpPr/>
          <p:nvPr/>
        </p:nvSpPr>
        <p:spPr>
          <a:xfrm>
            <a:off x="8209689" y="4532107"/>
            <a:ext cx="211396" cy="212650"/>
          </a:xfrm>
          <a:prstGeom prst="ellipse">
            <a:avLst/>
          </a:prstGeom>
          <a:ln w="15875">
            <a:solidFill>
              <a:srgbClr val="C00000"/>
            </a:solidFill>
            <a:prstDash val="solid"/>
          </a:ln>
        </p:spPr>
      </p:sp>
      <p:sp>
        <p:nvSpPr>
          <p:cNvPr id="97" name="Text 94"/>
          <p:cNvSpPr/>
          <p:nvPr/>
        </p:nvSpPr>
        <p:spPr>
          <a:xfrm>
            <a:off x="8209689" y="4532107"/>
            <a:ext cx="211396" cy="212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100" dirty="0"/>
          </a:p>
        </p:txBody>
      </p:sp>
      <p:sp>
        <p:nvSpPr>
          <p:cNvPr id="98" name="Text 95"/>
          <p:cNvSpPr/>
          <p:nvPr/>
        </p:nvSpPr>
        <p:spPr>
          <a:xfrm>
            <a:off x="8421084" y="3050201"/>
            <a:ext cx="224608" cy="186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l" indent="0" marL="0">
              <a:buNone/>
            </a:pPr>
            <a:r>
              <a:rPr lang="en-US" sz="9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99" name="Shape 96"/>
          <p:cNvSpPr/>
          <p:nvPr/>
        </p:nvSpPr>
        <p:spPr>
          <a:xfrm>
            <a:off x="8685329" y="3076782"/>
            <a:ext cx="105698" cy="132906"/>
          </a:xfrm>
          <a:prstGeom prst="rect">
            <a:avLst/>
          </a:prstGeom>
          <a:solidFill>
            <a:srgbClr val="FDFD96"/>
          </a:solidFill>
          <a:ln/>
        </p:spPr>
      </p:sp>
      <p:sp>
        <p:nvSpPr>
          <p:cNvPr id="100" name="Shape 97"/>
          <p:cNvSpPr/>
          <p:nvPr/>
        </p:nvSpPr>
        <p:spPr>
          <a:xfrm>
            <a:off x="8817452" y="3076782"/>
            <a:ext cx="158547" cy="132906"/>
          </a:xfrm>
          <a:prstGeom prst="rect">
            <a:avLst/>
          </a:prstGeom>
          <a:solidFill>
            <a:srgbClr val="EEF0F5"/>
          </a:solidFill>
          <a:ln/>
        </p:spPr>
      </p:sp>
      <p:sp>
        <p:nvSpPr>
          <p:cNvPr id="101" name="Text 98"/>
          <p:cNvSpPr/>
          <p:nvPr/>
        </p:nvSpPr>
        <p:spPr>
          <a:xfrm>
            <a:off x="8421084" y="3581826"/>
            <a:ext cx="224608" cy="186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l" indent="0" marL="0">
              <a:buNone/>
            </a:pPr>
            <a:r>
              <a:rPr lang="en-US" sz="9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02" name="Shape 99"/>
          <p:cNvSpPr/>
          <p:nvPr/>
        </p:nvSpPr>
        <p:spPr>
          <a:xfrm>
            <a:off x="8685329" y="3608408"/>
            <a:ext cx="105698" cy="132906"/>
          </a:xfrm>
          <a:prstGeom prst="rect">
            <a:avLst/>
          </a:prstGeom>
          <a:solidFill>
            <a:srgbClr val="FDFD96"/>
          </a:solidFill>
          <a:ln/>
        </p:spPr>
      </p:sp>
      <p:sp>
        <p:nvSpPr>
          <p:cNvPr id="103" name="Shape 100"/>
          <p:cNvSpPr/>
          <p:nvPr/>
        </p:nvSpPr>
        <p:spPr>
          <a:xfrm>
            <a:off x="8817452" y="3608408"/>
            <a:ext cx="158547" cy="132906"/>
          </a:xfrm>
          <a:prstGeom prst="rect">
            <a:avLst/>
          </a:prstGeom>
          <a:solidFill>
            <a:srgbClr val="EEF0F5"/>
          </a:solidFill>
          <a:ln/>
        </p:spPr>
      </p:sp>
      <p:sp>
        <p:nvSpPr>
          <p:cNvPr id="104" name="Text 101"/>
          <p:cNvSpPr/>
          <p:nvPr/>
        </p:nvSpPr>
        <p:spPr>
          <a:xfrm>
            <a:off x="8421084" y="4100161"/>
            <a:ext cx="224608" cy="186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l" indent="0" marL="0">
              <a:buNone/>
            </a:pPr>
            <a:r>
              <a:rPr lang="en-US" sz="9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105" name="Shape 102"/>
          <p:cNvSpPr/>
          <p:nvPr/>
        </p:nvSpPr>
        <p:spPr>
          <a:xfrm>
            <a:off x="8685329" y="4126742"/>
            <a:ext cx="105698" cy="132906"/>
          </a:xfrm>
          <a:prstGeom prst="rect">
            <a:avLst/>
          </a:prstGeom>
          <a:solidFill>
            <a:srgbClr val="FDFD96"/>
          </a:solidFill>
          <a:ln/>
        </p:spPr>
      </p:sp>
      <p:sp>
        <p:nvSpPr>
          <p:cNvPr id="106" name="Shape 103"/>
          <p:cNvSpPr/>
          <p:nvPr/>
        </p:nvSpPr>
        <p:spPr>
          <a:xfrm>
            <a:off x="8817452" y="4126742"/>
            <a:ext cx="158547" cy="132906"/>
          </a:xfrm>
          <a:prstGeom prst="rect">
            <a:avLst/>
          </a:prstGeom>
          <a:solidFill>
            <a:srgbClr val="EEF0F5"/>
          </a:solidFill>
          <a:ln/>
        </p:spPr>
      </p:sp>
      <p:sp>
        <p:nvSpPr>
          <p:cNvPr id="107" name="Text 104"/>
          <p:cNvSpPr/>
          <p:nvPr/>
        </p:nvSpPr>
        <p:spPr>
          <a:xfrm>
            <a:off x="8421084" y="4658368"/>
            <a:ext cx="224608" cy="186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l" indent="0" marL="0">
              <a:buNone/>
            </a:pPr>
            <a:r>
              <a:rPr lang="en-US" sz="9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108" name="Shape 105"/>
          <p:cNvSpPr/>
          <p:nvPr/>
        </p:nvSpPr>
        <p:spPr>
          <a:xfrm>
            <a:off x="8685329" y="4684949"/>
            <a:ext cx="105698" cy="132906"/>
          </a:xfrm>
          <a:prstGeom prst="rect">
            <a:avLst/>
          </a:prstGeom>
          <a:solidFill>
            <a:srgbClr val="FDFD96"/>
          </a:solidFill>
          <a:ln/>
        </p:spPr>
      </p:sp>
      <p:sp>
        <p:nvSpPr>
          <p:cNvPr id="109" name="Shape 106"/>
          <p:cNvSpPr/>
          <p:nvPr/>
        </p:nvSpPr>
        <p:spPr>
          <a:xfrm>
            <a:off x="8817452" y="4684949"/>
            <a:ext cx="158547" cy="132906"/>
          </a:xfrm>
          <a:prstGeom prst="rect">
            <a:avLst/>
          </a:prstGeom>
          <a:solidFill>
            <a:srgbClr val="EEF0F5"/>
          </a:solidFill>
          <a:ln/>
        </p:spPr>
      </p:sp>
      <p:sp>
        <p:nvSpPr>
          <p:cNvPr id="110" name="Shape 107"/>
          <p:cNvSpPr/>
          <p:nvPr/>
        </p:nvSpPr>
        <p:spPr>
          <a:xfrm>
            <a:off x="9081696" y="3003684"/>
            <a:ext cx="396367" cy="318975"/>
          </a:xfrm>
          <a:prstGeom prst="rect">
            <a:avLst/>
          </a:prstGeom>
          <a:solidFill>
            <a:srgbClr val="BEECF1"/>
          </a:solidFill>
          <a:ln w="12700">
            <a:solidFill>
              <a:srgbClr val="5B9BD5"/>
            </a:solidFill>
            <a:prstDash val="solid"/>
          </a:ln>
        </p:spPr>
      </p:sp>
      <p:sp>
        <p:nvSpPr>
          <p:cNvPr id="111" name="Text 108"/>
          <p:cNvSpPr/>
          <p:nvPr/>
        </p:nvSpPr>
        <p:spPr>
          <a:xfrm>
            <a:off x="9114727" y="3003684"/>
            <a:ext cx="356730" cy="318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8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l" indent="0" marL="0">
              <a:buNone/>
            </a:pPr>
            <a:r>
              <a:rPr lang="en-US" sz="800" b="1" baseline="3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(r)</a:t>
            </a:r>
            <a:endParaRPr lang="en-US" sz="800" dirty="0"/>
          </a:p>
        </p:txBody>
      </p:sp>
      <p:sp>
        <p:nvSpPr>
          <p:cNvPr id="112" name="Shape 109"/>
          <p:cNvSpPr/>
          <p:nvPr/>
        </p:nvSpPr>
        <p:spPr>
          <a:xfrm>
            <a:off x="9081696" y="3535309"/>
            <a:ext cx="396367" cy="318975"/>
          </a:xfrm>
          <a:prstGeom prst="rect">
            <a:avLst/>
          </a:prstGeom>
          <a:solidFill>
            <a:srgbClr val="BEECF1"/>
          </a:solidFill>
          <a:ln w="12700">
            <a:solidFill>
              <a:srgbClr val="5B9BD5"/>
            </a:solidFill>
            <a:prstDash val="solid"/>
          </a:ln>
        </p:spPr>
      </p:sp>
      <p:sp>
        <p:nvSpPr>
          <p:cNvPr id="113" name="Text 110"/>
          <p:cNvSpPr/>
          <p:nvPr/>
        </p:nvSpPr>
        <p:spPr>
          <a:xfrm>
            <a:off x="9114727" y="3535309"/>
            <a:ext cx="356730" cy="318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8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l" indent="0" marL="0">
              <a:buNone/>
            </a:pPr>
            <a:r>
              <a:rPr lang="en-US" sz="800" b="1" baseline="3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(r)</a:t>
            </a:r>
            <a:endParaRPr lang="en-US" sz="800" dirty="0"/>
          </a:p>
        </p:txBody>
      </p:sp>
      <p:sp>
        <p:nvSpPr>
          <p:cNvPr id="114" name="Shape 111"/>
          <p:cNvSpPr/>
          <p:nvPr/>
        </p:nvSpPr>
        <p:spPr>
          <a:xfrm>
            <a:off x="9081696" y="4053644"/>
            <a:ext cx="396367" cy="318975"/>
          </a:xfrm>
          <a:prstGeom prst="rect">
            <a:avLst/>
          </a:prstGeom>
          <a:solidFill>
            <a:srgbClr val="BEECF1"/>
          </a:solidFill>
          <a:ln w="12700">
            <a:solidFill>
              <a:srgbClr val="5B9BD5"/>
            </a:solidFill>
            <a:prstDash val="solid"/>
          </a:ln>
        </p:spPr>
      </p:sp>
      <p:sp>
        <p:nvSpPr>
          <p:cNvPr id="115" name="Text 112"/>
          <p:cNvSpPr/>
          <p:nvPr/>
        </p:nvSpPr>
        <p:spPr>
          <a:xfrm>
            <a:off x="9114727" y="4053644"/>
            <a:ext cx="356730" cy="318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8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l" indent="0" marL="0">
              <a:buNone/>
            </a:pPr>
            <a:r>
              <a:rPr lang="en-US" sz="800" b="1" baseline="3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(r)</a:t>
            </a:r>
            <a:endParaRPr lang="en-US" sz="800" dirty="0"/>
          </a:p>
        </p:txBody>
      </p:sp>
      <p:sp>
        <p:nvSpPr>
          <p:cNvPr id="116" name="Shape 113"/>
          <p:cNvSpPr/>
          <p:nvPr/>
        </p:nvSpPr>
        <p:spPr>
          <a:xfrm>
            <a:off x="9081696" y="4611851"/>
            <a:ext cx="396367" cy="318975"/>
          </a:xfrm>
          <a:prstGeom prst="rect">
            <a:avLst/>
          </a:prstGeom>
          <a:solidFill>
            <a:srgbClr val="BEECF1"/>
          </a:solidFill>
          <a:ln w="12700">
            <a:solidFill>
              <a:srgbClr val="5B9BD5"/>
            </a:solidFill>
            <a:prstDash val="solid"/>
          </a:ln>
        </p:spPr>
      </p:sp>
      <p:sp>
        <p:nvSpPr>
          <p:cNvPr id="117" name="Text 114"/>
          <p:cNvSpPr/>
          <p:nvPr/>
        </p:nvSpPr>
        <p:spPr>
          <a:xfrm>
            <a:off x="9114727" y="4611851"/>
            <a:ext cx="356730" cy="318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8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l" indent="0" marL="0">
              <a:buNone/>
            </a:pPr>
            <a:r>
              <a:rPr lang="en-US" sz="800" b="1" baseline="3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(r)</a:t>
            </a:r>
            <a:endParaRPr lang="en-US" sz="800" dirty="0"/>
          </a:p>
        </p:txBody>
      </p:sp>
      <p:sp>
        <p:nvSpPr>
          <p:cNvPr id="118" name="Shape 115"/>
          <p:cNvSpPr/>
          <p:nvPr/>
        </p:nvSpPr>
        <p:spPr>
          <a:xfrm>
            <a:off x="9689459" y="2923940"/>
            <a:ext cx="990918" cy="2113211"/>
          </a:xfrm>
          <a:prstGeom prst="roundRect">
            <a:avLst>
              <a:gd name="adj" fmla="val 6408"/>
            </a:avLst>
          </a:prstGeom>
          <a:solidFill>
            <a:srgbClr val="E4FBE7"/>
          </a:solidFill>
          <a:ln w="12700">
            <a:solidFill>
              <a:srgbClr val="92D050"/>
            </a:solidFill>
            <a:prstDash val="dash"/>
          </a:ln>
        </p:spPr>
      </p:sp>
      <p:sp>
        <p:nvSpPr>
          <p:cNvPr id="119" name="Shape 116"/>
          <p:cNvSpPr/>
          <p:nvPr/>
        </p:nvSpPr>
        <p:spPr>
          <a:xfrm>
            <a:off x="9781945" y="3070137"/>
            <a:ext cx="125516" cy="186069"/>
          </a:xfrm>
          <a:prstGeom prst="rect">
            <a:avLst/>
          </a:prstGeom>
          <a:solidFill>
            <a:srgbClr val="FDFD96"/>
          </a:solidFill>
          <a:ln/>
        </p:spPr>
      </p:sp>
      <p:sp>
        <p:nvSpPr>
          <p:cNvPr id="120" name="Text 117"/>
          <p:cNvSpPr/>
          <p:nvPr/>
        </p:nvSpPr>
        <p:spPr>
          <a:xfrm>
            <a:off x="9940492" y="3056846"/>
            <a:ext cx="317094" cy="212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l" indent="0" marL="0">
              <a:buNone/>
            </a:pPr>
            <a:r>
              <a:rPr lang="en-US" sz="10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21" name="Shape 118"/>
          <p:cNvSpPr/>
          <p:nvPr/>
        </p:nvSpPr>
        <p:spPr>
          <a:xfrm>
            <a:off x="10257586" y="3070137"/>
            <a:ext cx="198184" cy="186069"/>
          </a:xfrm>
          <a:prstGeom prst="rect">
            <a:avLst/>
          </a:prstGeom>
          <a:solidFill>
            <a:srgbClr val="EEF0F5"/>
          </a:solidFill>
          <a:ln/>
        </p:spPr>
      </p:sp>
      <p:sp>
        <p:nvSpPr>
          <p:cNvPr id="122" name="Shape 119"/>
          <p:cNvSpPr/>
          <p:nvPr/>
        </p:nvSpPr>
        <p:spPr>
          <a:xfrm>
            <a:off x="10468981" y="3070137"/>
            <a:ext cx="184971" cy="186069"/>
          </a:xfrm>
          <a:prstGeom prst="rect">
            <a:avLst/>
          </a:prstGeom>
          <a:solidFill>
            <a:srgbClr val="EEF0F5"/>
          </a:solidFill>
          <a:ln/>
        </p:spPr>
      </p:sp>
      <p:sp>
        <p:nvSpPr>
          <p:cNvPr id="123" name="Shape 120"/>
          <p:cNvSpPr/>
          <p:nvPr/>
        </p:nvSpPr>
        <p:spPr>
          <a:xfrm>
            <a:off x="9781945" y="3588472"/>
            <a:ext cx="125516" cy="186069"/>
          </a:xfrm>
          <a:prstGeom prst="rect">
            <a:avLst/>
          </a:prstGeom>
          <a:solidFill>
            <a:srgbClr val="FDFD96"/>
          </a:solidFill>
          <a:ln/>
        </p:spPr>
      </p:sp>
      <p:sp>
        <p:nvSpPr>
          <p:cNvPr id="124" name="Text 121"/>
          <p:cNvSpPr/>
          <p:nvPr/>
        </p:nvSpPr>
        <p:spPr>
          <a:xfrm>
            <a:off x="9940492" y="3575181"/>
            <a:ext cx="317094" cy="212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l" indent="0" marL="0">
              <a:buNone/>
            </a:pPr>
            <a:r>
              <a:rPr lang="en-US" sz="10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25" name="Shape 122"/>
          <p:cNvSpPr/>
          <p:nvPr/>
        </p:nvSpPr>
        <p:spPr>
          <a:xfrm>
            <a:off x="10257586" y="3588472"/>
            <a:ext cx="198184" cy="186069"/>
          </a:xfrm>
          <a:prstGeom prst="rect">
            <a:avLst/>
          </a:prstGeom>
          <a:solidFill>
            <a:srgbClr val="EEF0F5"/>
          </a:solidFill>
          <a:ln/>
        </p:spPr>
      </p:sp>
      <p:sp>
        <p:nvSpPr>
          <p:cNvPr id="126" name="Shape 123"/>
          <p:cNvSpPr/>
          <p:nvPr/>
        </p:nvSpPr>
        <p:spPr>
          <a:xfrm>
            <a:off x="10468981" y="3588472"/>
            <a:ext cx="184971" cy="186069"/>
          </a:xfrm>
          <a:prstGeom prst="rect">
            <a:avLst/>
          </a:prstGeom>
          <a:solidFill>
            <a:srgbClr val="EEF0F5"/>
          </a:solidFill>
          <a:ln/>
        </p:spPr>
      </p:sp>
      <p:sp>
        <p:nvSpPr>
          <p:cNvPr id="127" name="Shape 124"/>
          <p:cNvSpPr/>
          <p:nvPr/>
        </p:nvSpPr>
        <p:spPr>
          <a:xfrm>
            <a:off x="9781945" y="4120097"/>
            <a:ext cx="125516" cy="186069"/>
          </a:xfrm>
          <a:prstGeom prst="rect">
            <a:avLst/>
          </a:prstGeom>
          <a:solidFill>
            <a:srgbClr val="FDFD96"/>
          </a:solidFill>
          <a:ln/>
        </p:spPr>
      </p:sp>
      <p:sp>
        <p:nvSpPr>
          <p:cNvPr id="128" name="Text 125"/>
          <p:cNvSpPr/>
          <p:nvPr/>
        </p:nvSpPr>
        <p:spPr>
          <a:xfrm>
            <a:off x="9940492" y="4106806"/>
            <a:ext cx="317094" cy="212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l" indent="0" marL="0">
              <a:buNone/>
            </a:pPr>
            <a:r>
              <a:rPr lang="en-US" sz="10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29" name="Shape 126"/>
          <p:cNvSpPr/>
          <p:nvPr/>
        </p:nvSpPr>
        <p:spPr>
          <a:xfrm>
            <a:off x="10257586" y="4120097"/>
            <a:ext cx="198184" cy="186069"/>
          </a:xfrm>
          <a:prstGeom prst="rect">
            <a:avLst/>
          </a:prstGeom>
          <a:solidFill>
            <a:srgbClr val="EEF0F5"/>
          </a:solidFill>
          <a:ln/>
        </p:spPr>
      </p:sp>
      <p:sp>
        <p:nvSpPr>
          <p:cNvPr id="130" name="Shape 127"/>
          <p:cNvSpPr/>
          <p:nvPr/>
        </p:nvSpPr>
        <p:spPr>
          <a:xfrm>
            <a:off x="10468981" y="4120097"/>
            <a:ext cx="184971" cy="186069"/>
          </a:xfrm>
          <a:prstGeom prst="rect">
            <a:avLst/>
          </a:prstGeom>
          <a:solidFill>
            <a:srgbClr val="EEF0F5"/>
          </a:solidFill>
          <a:ln/>
        </p:spPr>
      </p:sp>
      <p:sp>
        <p:nvSpPr>
          <p:cNvPr id="131" name="Shape 128"/>
          <p:cNvSpPr/>
          <p:nvPr/>
        </p:nvSpPr>
        <p:spPr>
          <a:xfrm>
            <a:off x="9781945" y="4678304"/>
            <a:ext cx="125516" cy="186069"/>
          </a:xfrm>
          <a:prstGeom prst="rect">
            <a:avLst/>
          </a:prstGeom>
          <a:solidFill>
            <a:srgbClr val="FDFD96"/>
          </a:solidFill>
          <a:ln/>
        </p:spPr>
      </p:sp>
      <p:sp>
        <p:nvSpPr>
          <p:cNvPr id="132" name="Text 129"/>
          <p:cNvSpPr/>
          <p:nvPr/>
        </p:nvSpPr>
        <p:spPr>
          <a:xfrm>
            <a:off x="9940492" y="4665013"/>
            <a:ext cx="317094" cy="212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l" indent="0" marL="0">
              <a:buNone/>
            </a:pPr>
            <a:r>
              <a:rPr lang="en-US" sz="10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33" name="Shape 130"/>
          <p:cNvSpPr/>
          <p:nvPr/>
        </p:nvSpPr>
        <p:spPr>
          <a:xfrm>
            <a:off x="10257586" y="4678304"/>
            <a:ext cx="198184" cy="186069"/>
          </a:xfrm>
          <a:prstGeom prst="rect">
            <a:avLst/>
          </a:prstGeom>
          <a:solidFill>
            <a:srgbClr val="EEF0F5"/>
          </a:solidFill>
          <a:ln/>
        </p:spPr>
      </p:sp>
      <p:sp>
        <p:nvSpPr>
          <p:cNvPr id="134" name="Shape 131"/>
          <p:cNvSpPr/>
          <p:nvPr/>
        </p:nvSpPr>
        <p:spPr>
          <a:xfrm>
            <a:off x="10468981" y="4678304"/>
            <a:ext cx="184971" cy="186069"/>
          </a:xfrm>
          <a:prstGeom prst="rect">
            <a:avLst/>
          </a:prstGeom>
          <a:solidFill>
            <a:srgbClr val="EEF0F5"/>
          </a:solidFill>
          <a:ln/>
        </p:spPr>
      </p:sp>
      <p:sp>
        <p:nvSpPr>
          <p:cNvPr id="135" name="Shape 132"/>
          <p:cNvSpPr/>
          <p:nvPr/>
        </p:nvSpPr>
        <p:spPr>
          <a:xfrm>
            <a:off x="2303818" y="6073821"/>
            <a:ext cx="3924035" cy="505044"/>
          </a:xfrm>
          <a:prstGeom prst="roundRect">
            <a:avLst>
              <a:gd name="adj" fmla="val 12573"/>
            </a:avLst>
          </a:prstGeom>
          <a:solidFill>
            <a:srgbClr val="E4FBE7"/>
          </a:solidFill>
          <a:ln w="12700">
            <a:solidFill>
              <a:srgbClr val="92D050"/>
            </a:solidFill>
            <a:prstDash val="dash"/>
          </a:ln>
        </p:spPr>
      </p:sp>
      <p:sp>
        <p:nvSpPr>
          <p:cNvPr id="136" name="Shape 133"/>
          <p:cNvSpPr/>
          <p:nvPr/>
        </p:nvSpPr>
        <p:spPr>
          <a:xfrm>
            <a:off x="2462365" y="6213372"/>
            <a:ext cx="125516" cy="186069"/>
          </a:xfrm>
          <a:prstGeom prst="rect">
            <a:avLst/>
          </a:prstGeom>
          <a:solidFill>
            <a:srgbClr val="FDFD96"/>
          </a:solidFill>
          <a:ln/>
        </p:spPr>
      </p:sp>
      <p:sp>
        <p:nvSpPr>
          <p:cNvPr id="137" name="Shape 134"/>
          <p:cNvSpPr/>
          <p:nvPr/>
        </p:nvSpPr>
        <p:spPr>
          <a:xfrm>
            <a:off x="2601093" y="6213372"/>
            <a:ext cx="118910" cy="186069"/>
          </a:xfrm>
          <a:prstGeom prst="rect">
            <a:avLst/>
          </a:prstGeom>
          <a:solidFill>
            <a:srgbClr val="EEF0F5"/>
          </a:solidFill>
          <a:ln/>
        </p:spPr>
      </p:sp>
      <p:sp>
        <p:nvSpPr>
          <p:cNvPr id="138" name="Shape 135"/>
          <p:cNvSpPr/>
          <p:nvPr/>
        </p:nvSpPr>
        <p:spPr>
          <a:xfrm>
            <a:off x="2733216" y="6213372"/>
            <a:ext cx="118910" cy="186069"/>
          </a:xfrm>
          <a:prstGeom prst="rect">
            <a:avLst/>
          </a:prstGeom>
          <a:solidFill>
            <a:srgbClr val="EEF0F5"/>
          </a:solidFill>
          <a:ln/>
        </p:spPr>
      </p:sp>
      <p:sp>
        <p:nvSpPr>
          <p:cNvPr id="139" name="Text 136"/>
          <p:cNvSpPr/>
          <p:nvPr/>
        </p:nvSpPr>
        <p:spPr>
          <a:xfrm>
            <a:off x="2739822" y="6200082"/>
            <a:ext cx="211396" cy="212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l" indent="0" marL="0">
              <a:buNone/>
            </a:pPr>
            <a:r>
              <a:rPr lang="en-US" sz="9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50" dirty="0"/>
          </a:p>
        </p:txBody>
      </p:sp>
      <p:sp>
        <p:nvSpPr>
          <p:cNvPr id="140" name="Shape 137"/>
          <p:cNvSpPr/>
          <p:nvPr/>
        </p:nvSpPr>
        <p:spPr>
          <a:xfrm>
            <a:off x="3413646" y="6200082"/>
            <a:ext cx="171759" cy="219295"/>
          </a:xfrm>
          <a:prstGeom prst="rect">
            <a:avLst/>
          </a:prstGeom>
          <a:solidFill>
            <a:srgbClr val="DA70D6"/>
          </a:solidFill>
          <a:ln w="9525">
            <a:solidFill>
              <a:srgbClr val="8B4789"/>
            </a:solidFill>
            <a:prstDash val="dash"/>
          </a:ln>
        </p:spPr>
      </p:sp>
      <p:sp>
        <p:nvSpPr>
          <p:cNvPr id="141" name="Shape 138"/>
          <p:cNvSpPr/>
          <p:nvPr/>
        </p:nvSpPr>
        <p:spPr>
          <a:xfrm>
            <a:off x="3605224" y="6200082"/>
            <a:ext cx="171759" cy="219295"/>
          </a:xfrm>
          <a:prstGeom prst="rect">
            <a:avLst/>
          </a:prstGeom>
          <a:solidFill>
            <a:srgbClr val="DA70D6"/>
          </a:solidFill>
          <a:ln w="9525">
            <a:solidFill>
              <a:srgbClr val="8B4789"/>
            </a:solidFill>
            <a:prstDash val="dash"/>
          </a:ln>
        </p:spPr>
      </p:sp>
      <p:sp>
        <p:nvSpPr>
          <p:cNvPr id="142" name="Shape 139"/>
          <p:cNvSpPr/>
          <p:nvPr/>
        </p:nvSpPr>
        <p:spPr>
          <a:xfrm>
            <a:off x="3796801" y="6200082"/>
            <a:ext cx="171759" cy="219295"/>
          </a:xfrm>
          <a:prstGeom prst="rect">
            <a:avLst/>
          </a:prstGeom>
          <a:solidFill>
            <a:srgbClr val="DA70D6"/>
          </a:solidFill>
          <a:ln w="9525">
            <a:solidFill>
              <a:srgbClr val="8B4789"/>
            </a:solidFill>
            <a:prstDash val="dash"/>
          </a:ln>
        </p:spPr>
      </p:sp>
      <p:sp>
        <p:nvSpPr>
          <p:cNvPr id="143" name="Shape 140"/>
          <p:cNvSpPr/>
          <p:nvPr/>
        </p:nvSpPr>
        <p:spPr>
          <a:xfrm>
            <a:off x="3988378" y="6200082"/>
            <a:ext cx="171759" cy="219295"/>
          </a:xfrm>
          <a:prstGeom prst="rect">
            <a:avLst/>
          </a:prstGeom>
          <a:solidFill>
            <a:srgbClr val="DA70D6"/>
          </a:solidFill>
          <a:ln w="9525">
            <a:solidFill>
              <a:srgbClr val="8B4789"/>
            </a:solidFill>
            <a:prstDash val="dash"/>
          </a:ln>
        </p:spPr>
      </p:sp>
      <p:sp>
        <p:nvSpPr>
          <p:cNvPr id="144" name="Text 141"/>
          <p:cNvSpPr/>
          <p:nvPr/>
        </p:nvSpPr>
        <p:spPr>
          <a:xfrm>
            <a:off x="3558981" y="6193436"/>
            <a:ext cx="317094" cy="232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ctr" indent="0" marL="0">
              <a:buNone/>
            </a:pPr>
            <a:r>
              <a:rPr lang="en-US" sz="9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50" dirty="0"/>
          </a:p>
        </p:txBody>
      </p:sp>
      <p:sp>
        <p:nvSpPr>
          <p:cNvPr id="145" name="Shape 142"/>
          <p:cNvSpPr/>
          <p:nvPr/>
        </p:nvSpPr>
        <p:spPr>
          <a:xfrm>
            <a:off x="4338503" y="6213372"/>
            <a:ext cx="125516" cy="186069"/>
          </a:xfrm>
          <a:prstGeom prst="rect">
            <a:avLst/>
          </a:prstGeom>
          <a:solidFill>
            <a:srgbClr val="FDFD96"/>
          </a:solidFill>
          <a:ln/>
        </p:spPr>
      </p:sp>
      <p:sp>
        <p:nvSpPr>
          <p:cNvPr id="146" name="Shape 143"/>
          <p:cNvSpPr/>
          <p:nvPr/>
        </p:nvSpPr>
        <p:spPr>
          <a:xfrm>
            <a:off x="4477231" y="6213372"/>
            <a:ext cx="118910" cy="186069"/>
          </a:xfrm>
          <a:prstGeom prst="rect">
            <a:avLst/>
          </a:prstGeom>
          <a:solidFill>
            <a:srgbClr val="EEF0F5"/>
          </a:solidFill>
          <a:ln/>
        </p:spPr>
      </p:sp>
      <p:sp>
        <p:nvSpPr>
          <p:cNvPr id="147" name="Shape 144"/>
          <p:cNvSpPr/>
          <p:nvPr/>
        </p:nvSpPr>
        <p:spPr>
          <a:xfrm>
            <a:off x="4609354" y="6213372"/>
            <a:ext cx="118910" cy="186069"/>
          </a:xfrm>
          <a:prstGeom prst="rect">
            <a:avLst/>
          </a:prstGeom>
          <a:solidFill>
            <a:srgbClr val="EEF0F5"/>
          </a:solidFill>
          <a:ln/>
        </p:spPr>
      </p:sp>
      <p:sp>
        <p:nvSpPr>
          <p:cNvPr id="148" name="Text 145"/>
          <p:cNvSpPr/>
          <p:nvPr/>
        </p:nvSpPr>
        <p:spPr>
          <a:xfrm>
            <a:off x="4615960" y="6200082"/>
            <a:ext cx="211396" cy="212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l" indent="0" marL="0">
              <a:buNone/>
            </a:pPr>
            <a:r>
              <a:rPr lang="en-US" sz="9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50" dirty="0"/>
          </a:p>
        </p:txBody>
      </p:sp>
      <p:sp>
        <p:nvSpPr>
          <p:cNvPr id="149" name="Shape 146"/>
          <p:cNvSpPr/>
          <p:nvPr/>
        </p:nvSpPr>
        <p:spPr>
          <a:xfrm>
            <a:off x="5302996" y="6213372"/>
            <a:ext cx="125516" cy="186069"/>
          </a:xfrm>
          <a:prstGeom prst="rect">
            <a:avLst/>
          </a:prstGeom>
          <a:solidFill>
            <a:srgbClr val="FDFD96"/>
          </a:solidFill>
          <a:ln/>
        </p:spPr>
      </p:sp>
      <p:sp>
        <p:nvSpPr>
          <p:cNvPr id="150" name="Shape 147"/>
          <p:cNvSpPr/>
          <p:nvPr/>
        </p:nvSpPr>
        <p:spPr>
          <a:xfrm>
            <a:off x="5441725" y="6213372"/>
            <a:ext cx="118910" cy="186069"/>
          </a:xfrm>
          <a:prstGeom prst="rect">
            <a:avLst/>
          </a:prstGeom>
          <a:solidFill>
            <a:srgbClr val="EEF0F5"/>
          </a:solidFill>
          <a:ln/>
        </p:spPr>
      </p:sp>
      <p:sp>
        <p:nvSpPr>
          <p:cNvPr id="151" name="Shape 148"/>
          <p:cNvSpPr/>
          <p:nvPr/>
        </p:nvSpPr>
        <p:spPr>
          <a:xfrm>
            <a:off x="5573847" y="6213372"/>
            <a:ext cx="118910" cy="186069"/>
          </a:xfrm>
          <a:prstGeom prst="rect">
            <a:avLst/>
          </a:prstGeom>
          <a:solidFill>
            <a:srgbClr val="EEF0F5"/>
          </a:solidFill>
          <a:ln/>
        </p:spPr>
      </p:sp>
      <p:sp>
        <p:nvSpPr>
          <p:cNvPr id="152" name="Text 149"/>
          <p:cNvSpPr/>
          <p:nvPr/>
        </p:nvSpPr>
        <p:spPr>
          <a:xfrm>
            <a:off x="5580453" y="6200082"/>
            <a:ext cx="211396" cy="212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l" indent="0" marL="0">
              <a:buNone/>
            </a:pPr>
            <a:r>
              <a:rPr lang="en-US" sz="9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50" dirty="0"/>
          </a:p>
        </p:txBody>
      </p:sp>
      <p:sp>
        <p:nvSpPr>
          <p:cNvPr id="153" name="Shape 150"/>
          <p:cNvSpPr/>
          <p:nvPr/>
        </p:nvSpPr>
        <p:spPr>
          <a:xfrm>
            <a:off x="3440071" y="6532348"/>
            <a:ext cx="198184" cy="192714"/>
          </a:xfrm>
          <a:prstGeom prst="upArrow">
            <a:avLst/>
          </a:prstGeom>
          <a:solidFill>
            <a:srgbClr val="C00000"/>
          </a:solidFill>
          <a:ln/>
        </p:spPr>
      </p:sp>
      <p:sp>
        <p:nvSpPr>
          <p:cNvPr id="154" name="Shape 151"/>
          <p:cNvSpPr/>
          <p:nvPr/>
        </p:nvSpPr>
        <p:spPr>
          <a:xfrm>
            <a:off x="3426858" y="5528905"/>
            <a:ext cx="515277" cy="425300"/>
          </a:xfrm>
          <a:prstGeom prst="rect">
            <a:avLst/>
          </a:prstGeom>
          <a:solidFill>
            <a:srgbClr val="F2BCD8"/>
          </a:solidFill>
          <a:ln/>
        </p:spPr>
      </p:sp>
      <p:sp>
        <p:nvSpPr>
          <p:cNvPr id="155" name="Text 152"/>
          <p:cNvSpPr/>
          <p:nvPr/>
        </p:nvSpPr>
        <p:spPr>
          <a:xfrm>
            <a:off x="3426858" y="5528905"/>
            <a:ext cx="515277" cy="42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85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pPr algn="ctr" indent="0" marL="0">
              <a:buNone/>
            </a:pPr>
            <a:r>
              <a:rPr lang="en-US" sz="850" b="1" baseline="3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(r)</a:t>
            </a:r>
            <a:endParaRPr lang="en-US" sz="850" dirty="0"/>
          </a:p>
        </p:txBody>
      </p:sp>
      <p:sp>
        <p:nvSpPr>
          <p:cNvPr id="156" name="Text 153"/>
          <p:cNvSpPr/>
          <p:nvPr/>
        </p:nvSpPr>
        <p:spPr>
          <a:xfrm>
            <a:off x="3532556" y="5276382"/>
            <a:ext cx="211396" cy="199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pPr algn="l" indent="0" marL="0">
              <a:buNone/>
            </a:pPr>
            <a:r>
              <a:rPr lang="en-US" sz="9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50" dirty="0"/>
          </a:p>
        </p:txBody>
      </p:sp>
      <p:sp>
        <p:nvSpPr>
          <p:cNvPr id="157" name="Shape 154"/>
          <p:cNvSpPr/>
          <p:nvPr/>
        </p:nvSpPr>
        <p:spPr>
          <a:xfrm>
            <a:off x="3757164" y="5302964"/>
            <a:ext cx="105698" cy="159488"/>
          </a:xfrm>
          <a:prstGeom prst="rect">
            <a:avLst/>
          </a:prstGeom>
          <a:solidFill>
            <a:srgbClr val="FDFD96"/>
          </a:solidFill>
          <a:ln/>
        </p:spPr>
      </p:sp>
      <p:sp>
        <p:nvSpPr>
          <p:cNvPr id="158" name="Shape 155"/>
          <p:cNvSpPr/>
          <p:nvPr/>
        </p:nvSpPr>
        <p:spPr>
          <a:xfrm>
            <a:off x="3876074" y="5302964"/>
            <a:ext cx="211396" cy="159488"/>
          </a:xfrm>
          <a:prstGeom prst="rect">
            <a:avLst/>
          </a:prstGeom>
          <a:solidFill>
            <a:srgbClr val="EEF0F5"/>
          </a:solidFill>
          <a:ln/>
        </p:spPr>
      </p:sp>
      <p:sp>
        <p:nvSpPr>
          <p:cNvPr id="159" name="Shape 156"/>
          <p:cNvSpPr/>
          <p:nvPr/>
        </p:nvSpPr>
        <p:spPr>
          <a:xfrm>
            <a:off x="9332729" y="5954205"/>
            <a:ext cx="2140383" cy="850601"/>
          </a:xfrm>
          <a:prstGeom prst="roundRect">
            <a:avLst>
              <a:gd name="adj" fmla="val 7465"/>
            </a:avLst>
          </a:prstGeom>
          <a:solidFill>
            <a:srgbClr val="E4FBE7"/>
          </a:solidFill>
          <a:ln w="12700">
            <a:solidFill>
              <a:srgbClr val="92D050"/>
            </a:solidFill>
            <a:prstDash val="dash"/>
          </a:ln>
        </p:spPr>
      </p:sp>
      <p:sp>
        <p:nvSpPr>
          <p:cNvPr id="160" name="Text 157"/>
          <p:cNvSpPr/>
          <p:nvPr/>
        </p:nvSpPr>
        <p:spPr>
          <a:xfrm>
            <a:off x="9557337" y="6007367"/>
            <a:ext cx="502065" cy="1461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1×d</a:t>
            </a:r>
            <a:endParaRPr lang="en-US" sz="800" dirty="0"/>
          </a:p>
        </p:txBody>
      </p:sp>
      <p:sp>
        <p:nvSpPr>
          <p:cNvPr id="161" name="Shape 158"/>
          <p:cNvSpPr/>
          <p:nvPr/>
        </p:nvSpPr>
        <p:spPr>
          <a:xfrm>
            <a:off x="9583761" y="6193436"/>
            <a:ext cx="99092" cy="146197"/>
          </a:xfrm>
          <a:prstGeom prst="rect">
            <a:avLst/>
          </a:prstGeom>
          <a:solidFill>
            <a:srgbClr val="FDFD96"/>
          </a:solidFill>
          <a:ln/>
        </p:spPr>
      </p:sp>
      <p:sp>
        <p:nvSpPr>
          <p:cNvPr id="162" name="Shape 159"/>
          <p:cNvSpPr/>
          <p:nvPr/>
        </p:nvSpPr>
        <p:spPr>
          <a:xfrm>
            <a:off x="9696065" y="6193436"/>
            <a:ext cx="99092" cy="146197"/>
          </a:xfrm>
          <a:prstGeom prst="rect">
            <a:avLst/>
          </a:prstGeom>
          <a:solidFill>
            <a:srgbClr val="FDFD96"/>
          </a:solidFill>
          <a:ln/>
        </p:spPr>
      </p:sp>
      <p:sp>
        <p:nvSpPr>
          <p:cNvPr id="163" name="Shape 160"/>
          <p:cNvSpPr/>
          <p:nvPr/>
        </p:nvSpPr>
        <p:spPr>
          <a:xfrm>
            <a:off x="9808369" y="6193436"/>
            <a:ext cx="99092" cy="146197"/>
          </a:xfrm>
          <a:prstGeom prst="rect">
            <a:avLst/>
          </a:prstGeom>
          <a:solidFill>
            <a:srgbClr val="FDFD96"/>
          </a:solidFill>
          <a:ln/>
        </p:spPr>
      </p:sp>
      <p:sp>
        <p:nvSpPr>
          <p:cNvPr id="164" name="Shape 161"/>
          <p:cNvSpPr/>
          <p:nvPr/>
        </p:nvSpPr>
        <p:spPr>
          <a:xfrm>
            <a:off x="9920674" y="6193436"/>
            <a:ext cx="99092" cy="146197"/>
          </a:xfrm>
          <a:prstGeom prst="rect">
            <a:avLst/>
          </a:prstGeom>
          <a:solidFill>
            <a:srgbClr val="FDFD96"/>
          </a:solidFill>
          <a:ln/>
        </p:spPr>
      </p:sp>
      <p:sp>
        <p:nvSpPr>
          <p:cNvPr id="165" name="Shape 162"/>
          <p:cNvSpPr/>
          <p:nvPr/>
        </p:nvSpPr>
        <p:spPr>
          <a:xfrm>
            <a:off x="10112251" y="6047239"/>
            <a:ext cx="369943" cy="372138"/>
          </a:xfrm>
          <a:prstGeom prst="rect">
            <a:avLst/>
          </a:prstGeom>
          <a:solidFill>
            <a:srgbClr val="F6F0BE"/>
          </a:solidFill>
          <a:ln w="12700">
            <a:solidFill>
              <a:srgbClr val="A0522D"/>
            </a:solidFill>
            <a:prstDash val="solid"/>
          </a:ln>
        </p:spPr>
      </p:sp>
      <p:sp>
        <p:nvSpPr>
          <p:cNvPr id="166" name="Text 163"/>
          <p:cNvSpPr/>
          <p:nvPr/>
        </p:nvSpPr>
        <p:spPr>
          <a:xfrm>
            <a:off x="10112251" y="6047239"/>
            <a:ext cx="369943" cy="372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1100" dirty="0"/>
          </a:p>
        </p:txBody>
      </p:sp>
      <p:sp>
        <p:nvSpPr>
          <p:cNvPr id="167" name="Text 164"/>
          <p:cNvSpPr/>
          <p:nvPr/>
        </p:nvSpPr>
        <p:spPr>
          <a:xfrm>
            <a:off x="10112251" y="6439313"/>
            <a:ext cx="396367" cy="1461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d×d</a:t>
            </a:r>
            <a:endParaRPr lang="en-US" sz="800" dirty="0"/>
          </a:p>
        </p:txBody>
      </p:sp>
      <p:sp>
        <p:nvSpPr>
          <p:cNvPr id="168" name="Text 165"/>
          <p:cNvSpPr/>
          <p:nvPr/>
        </p:nvSpPr>
        <p:spPr>
          <a:xfrm>
            <a:off x="10587892" y="6140274"/>
            <a:ext cx="211396" cy="265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1400" dirty="0"/>
          </a:p>
        </p:txBody>
      </p:sp>
      <p:sp>
        <p:nvSpPr>
          <p:cNvPr id="169" name="Shape 166"/>
          <p:cNvSpPr/>
          <p:nvPr/>
        </p:nvSpPr>
        <p:spPr>
          <a:xfrm>
            <a:off x="10891773" y="6193436"/>
            <a:ext cx="105698" cy="146197"/>
          </a:xfrm>
          <a:prstGeom prst="rect">
            <a:avLst/>
          </a:prstGeom>
          <a:solidFill>
            <a:srgbClr val="FDFD96"/>
          </a:solidFill>
          <a:ln/>
        </p:spPr>
      </p:sp>
      <p:sp>
        <p:nvSpPr>
          <p:cNvPr id="170" name="Shape 167"/>
          <p:cNvSpPr/>
          <p:nvPr/>
        </p:nvSpPr>
        <p:spPr>
          <a:xfrm>
            <a:off x="11010683" y="6193436"/>
            <a:ext cx="105698" cy="146197"/>
          </a:xfrm>
          <a:prstGeom prst="rect">
            <a:avLst/>
          </a:prstGeom>
          <a:solidFill>
            <a:srgbClr val="EEF0F5"/>
          </a:solidFill>
          <a:ln/>
        </p:spPr>
      </p:sp>
      <p:sp>
        <p:nvSpPr>
          <p:cNvPr id="171" name="Shape 168"/>
          <p:cNvSpPr/>
          <p:nvPr/>
        </p:nvSpPr>
        <p:spPr>
          <a:xfrm>
            <a:off x="11129593" y="6193436"/>
            <a:ext cx="105698" cy="146197"/>
          </a:xfrm>
          <a:prstGeom prst="rect">
            <a:avLst/>
          </a:prstGeom>
          <a:solidFill>
            <a:srgbClr val="FDFD96"/>
          </a:solidFill>
          <a:ln/>
        </p:spPr>
      </p:sp>
      <p:sp>
        <p:nvSpPr>
          <p:cNvPr id="172" name="Shape 169"/>
          <p:cNvSpPr/>
          <p:nvPr/>
        </p:nvSpPr>
        <p:spPr>
          <a:xfrm>
            <a:off x="11248503" y="6193436"/>
            <a:ext cx="105698" cy="146197"/>
          </a:xfrm>
          <a:prstGeom prst="rect">
            <a:avLst/>
          </a:prstGeom>
          <a:solidFill>
            <a:srgbClr val="EEF0F5"/>
          </a:solidFill>
          <a:ln/>
        </p:spPr>
      </p:sp>
      <p:sp>
        <p:nvSpPr>
          <p:cNvPr id="173" name="Text 170"/>
          <p:cNvSpPr/>
          <p:nvPr/>
        </p:nvSpPr>
        <p:spPr>
          <a:xfrm>
            <a:off x="10852136" y="6366215"/>
            <a:ext cx="502065" cy="1461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1×d</a:t>
            </a:r>
            <a:endParaRPr lang="en-US" sz="800" dirty="0"/>
          </a:p>
        </p:txBody>
      </p:sp>
      <p:sp>
        <p:nvSpPr>
          <p:cNvPr id="174" name="Text 171"/>
          <p:cNvSpPr/>
          <p:nvPr/>
        </p:nvSpPr>
        <p:spPr>
          <a:xfrm>
            <a:off x="9953704" y="6598801"/>
            <a:ext cx="1136253" cy="159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d: Embedding Length</a:t>
            </a:r>
            <a:endParaRPr lang="en-US" sz="800" dirty="0"/>
          </a:p>
        </p:txBody>
      </p:sp>
      <p:sp>
        <p:nvSpPr>
          <p:cNvPr id="175" name="Shape 172"/>
          <p:cNvSpPr/>
          <p:nvPr/>
        </p:nvSpPr>
        <p:spPr>
          <a:xfrm>
            <a:off x="1801753" y="3156526"/>
            <a:ext cx="92486" cy="0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176" name="Shape 173"/>
          <p:cNvSpPr/>
          <p:nvPr/>
        </p:nvSpPr>
        <p:spPr>
          <a:xfrm rot="5400000">
            <a:off x="1920663" y="3096718"/>
            <a:ext cx="79273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77" name="Shape 174"/>
          <p:cNvSpPr/>
          <p:nvPr/>
        </p:nvSpPr>
        <p:spPr>
          <a:xfrm>
            <a:off x="1801753" y="3681506"/>
            <a:ext cx="92486" cy="0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178" name="Shape 175"/>
          <p:cNvSpPr/>
          <p:nvPr/>
        </p:nvSpPr>
        <p:spPr>
          <a:xfrm rot="5400000">
            <a:off x="1920663" y="3621698"/>
            <a:ext cx="79273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79" name="Shape 176"/>
          <p:cNvSpPr/>
          <p:nvPr/>
        </p:nvSpPr>
        <p:spPr>
          <a:xfrm>
            <a:off x="1801753" y="4199841"/>
            <a:ext cx="92486" cy="0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180" name="Shape 177"/>
          <p:cNvSpPr/>
          <p:nvPr/>
        </p:nvSpPr>
        <p:spPr>
          <a:xfrm rot="5400000">
            <a:off x="1920663" y="4140033"/>
            <a:ext cx="79273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81" name="Shape 178"/>
          <p:cNvSpPr/>
          <p:nvPr/>
        </p:nvSpPr>
        <p:spPr>
          <a:xfrm>
            <a:off x="1801753" y="4758048"/>
            <a:ext cx="92486" cy="0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182" name="Shape 179"/>
          <p:cNvSpPr/>
          <p:nvPr/>
        </p:nvSpPr>
        <p:spPr>
          <a:xfrm rot="5400000">
            <a:off x="1920663" y="4698240"/>
            <a:ext cx="79273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83" name="Shape 180"/>
          <p:cNvSpPr/>
          <p:nvPr/>
        </p:nvSpPr>
        <p:spPr>
          <a:xfrm>
            <a:off x="3268311" y="3163171"/>
            <a:ext cx="766310" cy="0"/>
          </a:xfrm>
          <a:prstGeom prst="line">
            <a:avLst/>
          </a:prstGeom>
          <a:noFill/>
          <a:ln w="22225">
            <a:solidFill>
              <a:srgbClr val="C00000"/>
            </a:solidFill>
            <a:prstDash val="solid"/>
          </a:ln>
        </p:spPr>
      </p:sp>
      <p:sp>
        <p:nvSpPr>
          <p:cNvPr id="184" name="Shape 181"/>
          <p:cNvSpPr/>
          <p:nvPr/>
        </p:nvSpPr>
        <p:spPr>
          <a:xfrm rot="5400000">
            <a:off x="4047834" y="3103363"/>
            <a:ext cx="79273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85" name="Shape 182"/>
          <p:cNvSpPr/>
          <p:nvPr/>
        </p:nvSpPr>
        <p:spPr>
          <a:xfrm>
            <a:off x="3268311" y="3681506"/>
            <a:ext cx="568126" cy="0"/>
          </a:xfrm>
          <a:prstGeom prst="line">
            <a:avLst/>
          </a:prstGeom>
          <a:noFill/>
          <a:ln w="22225">
            <a:solidFill>
              <a:srgbClr val="C00000"/>
            </a:solidFill>
            <a:prstDash val="solid"/>
          </a:ln>
        </p:spPr>
      </p:sp>
      <p:sp>
        <p:nvSpPr>
          <p:cNvPr id="186" name="Shape 183"/>
          <p:cNvSpPr/>
          <p:nvPr/>
        </p:nvSpPr>
        <p:spPr>
          <a:xfrm rot="5400000">
            <a:off x="3849650" y="3621698"/>
            <a:ext cx="79273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87" name="Shape 184"/>
          <p:cNvSpPr/>
          <p:nvPr/>
        </p:nvSpPr>
        <p:spPr>
          <a:xfrm>
            <a:off x="3268311" y="4199841"/>
            <a:ext cx="330306" cy="0"/>
          </a:xfrm>
          <a:prstGeom prst="line">
            <a:avLst/>
          </a:prstGeom>
          <a:noFill/>
          <a:ln w="22225">
            <a:solidFill>
              <a:srgbClr val="C00000"/>
            </a:solidFill>
            <a:prstDash val="solid"/>
          </a:ln>
        </p:spPr>
      </p:sp>
      <p:sp>
        <p:nvSpPr>
          <p:cNvPr id="188" name="Shape 185"/>
          <p:cNvSpPr/>
          <p:nvPr/>
        </p:nvSpPr>
        <p:spPr>
          <a:xfrm rot="5400000">
            <a:off x="3611830" y="4140033"/>
            <a:ext cx="79273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89" name="Shape 186"/>
          <p:cNvSpPr/>
          <p:nvPr/>
        </p:nvSpPr>
        <p:spPr>
          <a:xfrm>
            <a:off x="3268311" y="4758048"/>
            <a:ext cx="79273" cy="0"/>
          </a:xfrm>
          <a:prstGeom prst="line">
            <a:avLst/>
          </a:prstGeom>
          <a:noFill/>
          <a:ln w="22225">
            <a:solidFill>
              <a:srgbClr val="C00000"/>
            </a:solidFill>
            <a:prstDash val="solid"/>
          </a:ln>
        </p:spPr>
      </p:sp>
      <p:sp>
        <p:nvSpPr>
          <p:cNvPr id="190" name="Shape 187"/>
          <p:cNvSpPr/>
          <p:nvPr/>
        </p:nvSpPr>
        <p:spPr>
          <a:xfrm rot="5400000">
            <a:off x="3360797" y="4698240"/>
            <a:ext cx="79273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91" name="Shape 188"/>
          <p:cNvSpPr/>
          <p:nvPr/>
        </p:nvSpPr>
        <p:spPr>
          <a:xfrm flipH="1">
            <a:off x="3928923" y="3216334"/>
            <a:ext cx="198184" cy="412010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192" name="Shape 189"/>
          <p:cNvSpPr/>
          <p:nvPr/>
        </p:nvSpPr>
        <p:spPr>
          <a:xfrm flipH="1">
            <a:off x="3691103" y="3734669"/>
            <a:ext cx="237820" cy="412010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193" name="Shape 190"/>
          <p:cNvSpPr/>
          <p:nvPr/>
        </p:nvSpPr>
        <p:spPr>
          <a:xfrm flipH="1">
            <a:off x="3440071" y="4253003"/>
            <a:ext cx="251033" cy="451882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194" name="Shape 191"/>
          <p:cNvSpPr/>
          <p:nvPr/>
        </p:nvSpPr>
        <p:spPr>
          <a:xfrm rot="5400000">
            <a:off x="4695233" y="3129945"/>
            <a:ext cx="79273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95" name="Shape 192"/>
          <p:cNvSpPr/>
          <p:nvPr/>
        </p:nvSpPr>
        <p:spPr>
          <a:xfrm>
            <a:off x="5210510" y="3156526"/>
            <a:ext cx="409579" cy="0"/>
          </a:xfrm>
          <a:prstGeom prst="line">
            <a:avLst/>
          </a:prstGeom>
          <a:noFill/>
          <a:ln w="9525">
            <a:solidFill>
              <a:srgbClr val="C00000"/>
            </a:solidFill>
            <a:prstDash val="solid"/>
          </a:ln>
        </p:spPr>
      </p:sp>
      <p:sp>
        <p:nvSpPr>
          <p:cNvPr id="196" name="Shape 193"/>
          <p:cNvSpPr/>
          <p:nvPr/>
        </p:nvSpPr>
        <p:spPr>
          <a:xfrm rot="5400000">
            <a:off x="5639908" y="3096718"/>
            <a:ext cx="79273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97" name="Shape 194"/>
          <p:cNvSpPr/>
          <p:nvPr/>
        </p:nvSpPr>
        <p:spPr>
          <a:xfrm>
            <a:off x="5210510" y="3681506"/>
            <a:ext cx="409579" cy="0"/>
          </a:xfrm>
          <a:prstGeom prst="line">
            <a:avLst/>
          </a:prstGeom>
          <a:noFill/>
          <a:ln w="9525">
            <a:solidFill>
              <a:srgbClr val="C00000"/>
            </a:solidFill>
            <a:prstDash val="solid"/>
          </a:ln>
        </p:spPr>
      </p:sp>
      <p:sp>
        <p:nvSpPr>
          <p:cNvPr id="198" name="Shape 195"/>
          <p:cNvSpPr/>
          <p:nvPr/>
        </p:nvSpPr>
        <p:spPr>
          <a:xfrm rot="5400000">
            <a:off x="5639908" y="3621698"/>
            <a:ext cx="79273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99" name="Shape 196"/>
          <p:cNvSpPr/>
          <p:nvPr/>
        </p:nvSpPr>
        <p:spPr>
          <a:xfrm>
            <a:off x="5210510" y="4206486"/>
            <a:ext cx="409579" cy="0"/>
          </a:xfrm>
          <a:prstGeom prst="line">
            <a:avLst/>
          </a:prstGeom>
          <a:noFill/>
          <a:ln w="9525">
            <a:solidFill>
              <a:srgbClr val="C00000"/>
            </a:solidFill>
            <a:prstDash val="solid"/>
          </a:ln>
        </p:spPr>
      </p:sp>
      <p:sp>
        <p:nvSpPr>
          <p:cNvPr id="200" name="Shape 197"/>
          <p:cNvSpPr/>
          <p:nvPr/>
        </p:nvSpPr>
        <p:spPr>
          <a:xfrm rot="5400000">
            <a:off x="5639908" y="4146678"/>
            <a:ext cx="79273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201" name="Shape 198"/>
          <p:cNvSpPr/>
          <p:nvPr/>
        </p:nvSpPr>
        <p:spPr>
          <a:xfrm>
            <a:off x="5210510" y="4744757"/>
            <a:ext cx="409579" cy="0"/>
          </a:xfrm>
          <a:prstGeom prst="line">
            <a:avLst/>
          </a:prstGeom>
          <a:noFill/>
          <a:ln w="9525">
            <a:solidFill>
              <a:srgbClr val="C00000"/>
            </a:solidFill>
            <a:prstDash val="solid"/>
          </a:ln>
        </p:spPr>
      </p:sp>
      <p:sp>
        <p:nvSpPr>
          <p:cNvPr id="202" name="Shape 199"/>
          <p:cNvSpPr/>
          <p:nvPr/>
        </p:nvSpPr>
        <p:spPr>
          <a:xfrm rot="5400000">
            <a:off x="5639908" y="4684949"/>
            <a:ext cx="79273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203" name="Shape 200"/>
          <p:cNvSpPr/>
          <p:nvPr/>
        </p:nvSpPr>
        <p:spPr>
          <a:xfrm>
            <a:off x="6227853" y="3156526"/>
            <a:ext cx="118910" cy="0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204" name="Shape 201"/>
          <p:cNvSpPr/>
          <p:nvPr/>
        </p:nvSpPr>
        <p:spPr>
          <a:xfrm rot="5400000">
            <a:off x="6366581" y="3096718"/>
            <a:ext cx="79273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205" name="Shape 202"/>
          <p:cNvSpPr/>
          <p:nvPr/>
        </p:nvSpPr>
        <p:spPr>
          <a:xfrm>
            <a:off x="6227853" y="3688151"/>
            <a:ext cx="118910" cy="0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206" name="Shape 203"/>
          <p:cNvSpPr/>
          <p:nvPr/>
        </p:nvSpPr>
        <p:spPr>
          <a:xfrm rot="5400000">
            <a:off x="6366581" y="3628344"/>
            <a:ext cx="79273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207" name="Shape 204"/>
          <p:cNvSpPr/>
          <p:nvPr/>
        </p:nvSpPr>
        <p:spPr>
          <a:xfrm>
            <a:off x="6227853" y="4206486"/>
            <a:ext cx="118910" cy="0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208" name="Shape 205"/>
          <p:cNvSpPr/>
          <p:nvPr/>
        </p:nvSpPr>
        <p:spPr>
          <a:xfrm rot="5400000">
            <a:off x="6366581" y="4146678"/>
            <a:ext cx="79273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209" name="Shape 206"/>
          <p:cNvSpPr/>
          <p:nvPr/>
        </p:nvSpPr>
        <p:spPr>
          <a:xfrm>
            <a:off x="6227853" y="4764693"/>
            <a:ext cx="118910" cy="0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210" name="Shape 207"/>
          <p:cNvSpPr/>
          <p:nvPr/>
        </p:nvSpPr>
        <p:spPr>
          <a:xfrm rot="5400000">
            <a:off x="6366581" y="4704885"/>
            <a:ext cx="79273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211" name="Shape 208"/>
          <p:cNvSpPr/>
          <p:nvPr/>
        </p:nvSpPr>
        <p:spPr>
          <a:xfrm rot="5400000">
            <a:off x="6908283" y="3103363"/>
            <a:ext cx="79273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212" name="Shape 209"/>
          <p:cNvSpPr/>
          <p:nvPr/>
        </p:nvSpPr>
        <p:spPr>
          <a:xfrm rot="5400000">
            <a:off x="7304650" y="3595117"/>
            <a:ext cx="79273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213" name="Shape 210"/>
          <p:cNvSpPr/>
          <p:nvPr/>
        </p:nvSpPr>
        <p:spPr>
          <a:xfrm rot="5400000">
            <a:off x="7701017" y="4086871"/>
            <a:ext cx="79273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214" name="Shape 211"/>
          <p:cNvSpPr/>
          <p:nvPr/>
        </p:nvSpPr>
        <p:spPr>
          <a:xfrm rot="5400000">
            <a:off x="8097385" y="4578624"/>
            <a:ext cx="79273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215" name="Shape 212"/>
          <p:cNvSpPr/>
          <p:nvPr/>
        </p:nvSpPr>
        <p:spPr>
          <a:xfrm>
            <a:off x="7053618" y="2810969"/>
            <a:ext cx="92486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216" name="Shape 213"/>
          <p:cNvSpPr/>
          <p:nvPr/>
        </p:nvSpPr>
        <p:spPr>
          <a:xfrm>
            <a:off x="7449985" y="2810969"/>
            <a:ext cx="92486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217" name="Shape 214"/>
          <p:cNvSpPr/>
          <p:nvPr/>
        </p:nvSpPr>
        <p:spPr>
          <a:xfrm>
            <a:off x="7846352" y="2810969"/>
            <a:ext cx="92486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218" name="Shape 215"/>
          <p:cNvSpPr/>
          <p:nvPr/>
        </p:nvSpPr>
        <p:spPr>
          <a:xfrm>
            <a:off x="8242719" y="2810969"/>
            <a:ext cx="92486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219" name="Shape 216"/>
          <p:cNvSpPr/>
          <p:nvPr/>
        </p:nvSpPr>
        <p:spPr>
          <a:xfrm rot="16200000">
            <a:off x="7271620" y="3103363"/>
            <a:ext cx="79273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220" name="Shape 217"/>
          <p:cNvSpPr/>
          <p:nvPr/>
        </p:nvSpPr>
        <p:spPr>
          <a:xfrm rot="16200000">
            <a:off x="7667987" y="3595117"/>
            <a:ext cx="79273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221" name="Shape 218"/>
          <p:cNvSpPr/>
          <p:nvPr/>
        </p:nvSpPr>
        <p:spPr>
          <a:xfrm rot="16200000">
            <a:off x="8064354" y="4086871"/>
            <a:ext cx="79273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222" name="Shape 219"/>
          <p:cNvSpPr/>
          <p:nvPr/>
        </p:nvSpPr>
        <p:spPr>
          <a:xfrm rot="16200000">
            <a:off x="8460721" y="4578624"/>
            <a:ext cx="79273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223" name="Shape 220"/>
          <p:cNvSpPr/>
          <p:nvPr/>
        </p:nvSpPr>
        <p:spPr>
          <a:xfrm rot="16200000">
            <a:off x="9550731" y="3103363"/>
            <a:ext cx="79273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224" name="Shape 221"/>
          <p:cNvSpPr/>
          <p:nvPr/>
        </p:nvSpPr>
        <p:spPr>
          <a:xfrm rot="16200000">
            <a:off x="9550731" y="3621698"/>
            <a:ext cx="79273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225" name="Shape 222"/>
          <p:cNvSpPr/>
          <p:nvPr/>
        </p:nvSpPr>
        <p:spPr>
          <a:xfrm rot="16200000">
            <a:off x="9550731" y="4146678"/>
            <a:ext cx="79273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226" name="Shape 223"/>
          <p:cNvSpPr/>
          <p:nvPr/>
        </p:nvSpPr>
        <p:spPr>
          <a:xfrm rot="16200000">
            <a:off x="9550731" y="4704885"/>
            <a:ext cx="79273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227" name="Shape 224"/>
          <p:cNvSpPr/>
          <p:nvPr/>
        </p:nvSpPr>
        <p:spPr>
          <a:xfrm>
            <a:off x="3757164" y="5901042"/>
            <a:ext cx="92486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228" name="Shape 225"/>
          <p:cNvSpPr/>
          <p:nvPr/>
        </p:nvSpPr>
        <p:spPr>
          <a:xfrm>
            <a:off x="3803407" y="6027303"/>
            <a:ext cx="0" cy="46517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229" name="Shape 226"/>
          <p:cNvSpPr/>
          <p:nvPr/>
        </p:nvSpPr>
        <p:spPr>
          <a:xfrm>
            <a:off x="3757164" y="5356126"/>
            <a:ext cx="92486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230" name="Shape 227"/>
          <p:cNvSpPr/>
          <p:nvPr/>
        </p:nvSpPr>
        <p:spPr>
          <a:xfrm>
            <a:off x="3757164" y="5163412"/>
            <a:ext cx="92486" cy="119616"/>
          </a:xfrm>
          <a:prstGeom prst="triangle">
            <a:avLst/>
          </a:prstGeom>
          <a:solidFill>
            <a:srgbClr val="C00000"/>
          </a:solidFill>
          <a:ln/>
        </p:spPr>
      </p:sp>
      <p:pic>
        <p:nvPicPr>
          <p:cNvPr id="231" name="Image 1" descr="/home/ahmed/Projects/ai_llm_slides/videos/deep-learning/002_transformers_part2/recreated_pptx/build/assets/conn_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5382" y="5063744"/>
            <a:ext cx="905256" cy="1293876"/>
          </a:xfrm>
          <a:prstGeom prst="rect">
            <a:avLst/>
          </a:prstGeom>
        </p:spPr>
      </p:pic>
      <p:pic>
        <p:nvPicPr>
          <p:cNvPr id="232" name="Image 2" descr="/home/ahmed/Projects/ai_llm_slides/videos/deep-learning/002_transformers_part2/recreated_pptx/build/assets/conn_righ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7826" y="5063744"/>
            <a:ext cx="3701796" cy="1299972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mc="http://schemas.openxmlformats.org/markup-compatibility/2006"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71500"/>
            <a:ext cx="11137900" cy="6286500"/>
          </a:xfrm>
          <a:prstGeom prst="rect">
            <a:avLst/>
          </a:prstGeom>
          <a:solidFill>
            <a:srgbClr val="E9E9E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941830" y="665480"/>
            <a:ext cx="889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7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Encoder-Decoder  Attention Mechanism  </a:t>
            </a:r>
            <a:pPr algn="ctr" indent="0" marL="0">
              <a:buNone/>
            </a:pPr>
            <a:r>
              <a:rPr lang="en-US" sz="197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(In Decoder)</a:t>
            </a:r>
            <a:endParaRPr lang="en-US" sz="1970" dirty="0"/>
          </a:p>
        </p:txBody>
      </p:sp>
      <p:sp>
        <p:nvSpPr>
          <p:cNvPr id="6" name="Text 4"/>
          <p:cNvSpPr/>
          <p:nvPr/>
        </p:nvSpPr>
        <p:spPr>
          <a:xfrm>
            <a:off x="1941830" y="976630"/>
            <a:ext cx="889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9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(Self Attention of word </a:t>
            </a:r>
            <a:pPr algn="ctr" indent="0" marL="0">
              <a:buNone/>
            </a:pPr>
            <a:r>
              <a:rPr lang="en-US" sz="199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ctr" indent="0" marL="0">
              <a:buNone/>
            </a:pPr>
            <a:r>
              <a:rPr lang="en-US" sz="199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ctr" indent="0" marL="0">
              <a:buNone/>
            </a:pPr>
            <a:r>
              <a:rPr lang="en-US" sz="199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w.r.t All words in Sentence ( </a:t>
            </a:r>
            <a:pPr algn="ctr" indent="0" marL="0">
              <a:buNone/>
            </a:pPr>
            <a:r>
              <a:rPr lang="en-US" sz="199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199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ctr" indent="0" marL="0">
              <a:buNone/>
            </a:pPr>
            <a:r>
              <a:rPr lang="en-US" sz="199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ctr" indent="0" marL="0">
              <a:buNone/>
            </a:pPr>
            <a:r>
              <a:rPr lang="en-US" sz="199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199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ctr" indent="0" marL="0">
              <a:buNone/>
            </a:pPr>
            <a:r>
              <a:rPr lang="en-US" sz="199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ctr" indent="0" marL="0">
              <a:buNone/>
            </a:pPr>
            <a:r>
              <a:rPr lang="en-US" sz="199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199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pPr algn="ctr" indent="0" marL="0">
              <a:buNone/>
            </a:pPr>
            <a:r>
              <a:rPr lang="en-US" sz="199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ctr" indent="0" marL="0">
              <a:buNone/>
            </a:pPr>
            <a:r>
              <a:rPr lang="en-US" sz="199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ctr" indent="0" marL="0">
              <a:buNone/>
            </a:pPr>
            <a:r>
              <a:rPr lang="en-US" sz="199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pPr algn="ctr" indent="0" marL="0">
              <a:buNone/>
            </a:pPr>
            <a:r>
              <a:rPr lang="en-US" sz="199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)</a:t>
            </a:r>
            <a:endParaRPr lang="en-US" sz="1990" dirty="0"/>
          </a:p>
        </p:txBody>
      </p:sp>
      <p:sp>
        <p:nvSpPr>
          <p:cNvPr id="7" name="Shape 5"/>
          <p:cNvSpPr/>
          <p:nvPr/>
        </p:nvSpPr>
        <p:spPr>
          <a:xfrm>
            <a:off x="863684" y="1382226"/>
            <a:ext cx="10503730" cy="5289673"/>
          </a:xfrm>
          <a:prstGeom prst="roundRect">
            <a:avLst>
              <a:gd name="adj" fmla="val 1921"/>
            </a:avLst>
          </a:prstGeom>
          <a:solidFill>
            <a:srgbClr val="F7E2CD"/>
          </a:solidFill>
          <a:ln/>
        </p:spPr>
      </p:sp>
      <p:sp>
        <p:nvSpPr>
          <p:cNvPr id="8" name="Shape 6"/>
          <p:cNvSpPr/>
          <p:nvPr/>
        </p:nvSpPr>
        <p:spPr>
          <a:xfrm>
            <a:off x="573015" y="2405605"/>
            <a:ext cx="396367" cy="345557"/>
          </a:xfrm>
          <a:prstGeom prst="leftArrow">
            <a:avLst/>
          </a:prstGeom>
          <a:solidFill>
            <a:srgbClr val="C00000"/>
          </a:solidFill>
          <a:ln/>
        </p:spPr>
      </p:sp>
      <p:sp>
        <p:nvSpPr>
          <p:cNvPr id="9" name="Shape 7"/>
          <p:cNvSpPr/>
          <p:nvPr/>
        </p:nvSpPr>
        <p:spPr>
          <a:xfrm>
            <a:off x="11195655" y="2405605"/>
            <a:ext cx="396367" cy="345557"/>
          </a:xfrm>
          <a:prstGeom prst="rightArrow">
            <a:avLst/>
          </a:prstGeom>
          <a:solidFill>
            <a:srgbClr val="C00000"/>
          </a:solidFill>
          <a:ln/>
        </p:spPr>
      </p:sp>
      <p:sp>
        <p:nvSpPr>
          <p:cNvPr id="10" name="Shape 8"/>
          <p:cNvSpPr/>
          <p:nvPr/>
        </p:nvSpPr>
        <p:spPr>
          <a:xfrm>
            <a:off x="969382" y="2339152"/>
            <a:ext cx="1387285" cy="518335"/>
          </a:xfrm>
          <a:prstGeom prst="rect">
            <a:avLst/>
          </a:prstGeom>
          <a:solidFill>
            <a:srgbClr val="FFFFFF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969382" y="2339152"/>
            <a:ext cx="66061" cy="66453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969382" y="2339152"/>
            <a:ext cx="132122" cy="132906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969382" y="2339152"/>
            <a:ext cx="198184" cy="199360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969382" y="2339152"/>
            <a:ext cx="264245" cy="265813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969382" y="2339152"/>
            <a:ext cx="330306" cy="332266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969382" y="2339152"/>
            <a:ext cx="396367" cy="398719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969382" y="2339152"/>
            <a:ext cx="462428" cy="465172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982594" y="2339152"/>
            <a:ext cx="515277" cy="518335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1048655" y="2339152"/>
            <a:ext cx="515277" cy="518335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1114717" y="2339152"/>
            <a:ext cx="515277" cy="518335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1180778" y="2339152"/>
            <a:ext cx="515277" cy="518335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1246839" y="2339152"/>
            <a:ext cx="515277" cy="518335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1312900" y="2339152"/>
            <a:ext cx="515277" cy="518335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1378961" y="2339152"/>
            <a:ext cx="515277" cy="518335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1445023" y="2339152"/>
            <a:ext cx="515277" cy="518335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1511084" y="2339152"/>
            <a:ext cx="515277" cy="518335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1577145" y="2339152"/>
            <a:ext cx="515277" cy="518335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1643206" y="2339152"/>
            <a:ext cx="515277" cy="518335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1709267" y="2339152"/>
            <a:ext cx="515277" cy="518335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1775328" y="2339152"/>
            <a:ext cx="515277" cy="518335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1841390" y="2339152"/>
            <a:ext cx="515277" cy="518335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1907451" y="2405605"/>
            <a:ext cx="449216" cy="451882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1973512" y="2472058"/>
            <a:ext cx="383155" cy="385428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2039573" y="2538511"/>
            <a:ext cx="317094" cy="318975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V="1">
            <a:off x="2105634" y="2604965"/>
            <a:ext cx="251033" cy="252522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2171696" y="2671418"/>
            <a:ext cx="184971" cy="186069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2237757" y="2737871"/>
            <a:ext cx="118910" cy="119616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2303818" y="2804324"/>
            <a:ext cx="52849" cy="53163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48655" y="2405605"/>
            <a:ext cx="1228738" cy="412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Encoder</a:t>
            </a:r>
            <a:endParaRPr lang="en-US" sz="9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9834794" y="2339152"/>
            <a:ext cx="1387285" cy="518335"/>
          </a:xfrm>
          <a:prstGeom prst="rect">
            <a:avLst/>
          </a:prstGeom>
          <a:solidFill>
            <a:srgbClr val="FFFFFF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9834794" y="2339152"/>
            <a:ext cx="66061" cy="66453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9834794" y="2339152"/>
            <a:ext cx="132122" cy="132906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9834794" y="2339152"/>
            <a:ext cx="198184" cy="199360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V="1">
            <a:off x="9834794" y="2339152"/>
            <a:ext cx="264245" cy="265813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flipV="1">
            <a:off x="9834794" y="2339152"/>
            <a:ext cx="330306" cy="332266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V="1">
            <a:off x="9834794" y="2339152"/>
            <a:ext cx="396367" cy="398719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V="1">
            <a:off x="9834794" y="2339152"/>
            <a:ext cx="462428" cy="465172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V="1">
            <a:off x="9848006" y="2339152"/>
            <a:ext cx="515277" cy="518335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flipV="1">
            <a:off x="9914067" y="2339152"/>
            <a:ext cx="515277" cy="518335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9980129" y="2339152"/>
            <a:ext cx="515277" cy="518335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10046190" y="2339152"/>
            <a:ext cx="515277" cy="518335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10112251" y="2339152"/>
            <a:ext cx="515277" cy="518335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10178312" y="2339152"/>
            <a:ext cx="515277" cy="518335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10244373" y="2339152"/>
            <a:ext cx="515277" cy="518335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10310435" y="2339152"/>
            <a:ext cx="515277" cy="518335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10376496" y="2339152"/>
            <a:ext cx="515277" cy="518335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10442557" y="2339152"/>
            <a:ext cx="515277" cy="518335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10508618" y="2339152"/>
            <a:ext cx="515277" cy="518335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10574679" y="2339152"/>
            <a:ext cx="515277" cy="518335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10640741" y="2339152"/>
            <a:ext cx="515277" cy="518335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10706802" y="2339152"/>
            <a:ext cx="515277" cy="518335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10772863" y="2405605"/>
            <a:ext cx="449216" cy="451882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flipV="1">
            <a:off x="10838924" y="2472058"/>
            <a:ext cx="383155" cy="385428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flipV="1">
            <a:off x="10904985" y="2538511"/>
            <a:ext cx="317094" cy="318975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10971046" y="2604965"/>
            <a:ext cx="251033" cy="252522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11037108" y="2671418"/>
            <a:ext cx="184971" cy="186069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11103169" y="2737871"/>
            <a:ext cx="118910" cy="119616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 flipV="1">
            <a:off x="11169230" y="2804324"/>
            <a:ext cx="52849" cy="53163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9914067" y="2405605"/>
            <a:ext cx="1228738" cy="412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Encoder</a:t>
            </a:r>
            <a:endParaRPr lang="en-US" sz="9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1114717" y="2884068"/>
            <a:ext cx="1017342" cy="2179664"/>
          </a:xfrm>
          <a:prstGeom prst="roundRect">
            <a:avLst>
              <a:gd name="adj" fmla="val 6242"/>
            </a:avLst>
          </a:prstGeom>
          <a:solidFill>
            <a:srgbClr val="FFFF00"/>
          </a:solidFill>
          <a:ln w="12700">
            <a:solidFill>
              <a:srgbClr val="00B050"/>
            </a:solidFill>
            <a:prstDash val="dash"/>
          </a:ln>
        </p:spPr>
      </p:sp>
      <p:sp>
        <p:nvSpPr>
          <p:cNvPr id="71" name="Shape 69"/>
          <p:cNvSpPr/>
          <p:nvPr/>
        </p:nvSpPr>
        <p:spPr>
          <a:xfrm>
            <a:off x="1134535" y="3070137"/>
            <a:ext cx="154583" cy="186069"/>
          </a:xfrm>
          <a:prstGeom prst="rect">
            <a:avLst/>
          </a:prstGeom>
          <a:solidFill>
            <a:srgbClr val="FFF3B8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302330" y="3070137"/>
            <a:ext cx="154583" cy="186069"/>
          </a:xfrm>
          <a:prstGeom prst="rect">
            <a:avLst/>
          </a:prstGeom>
          <a:solidFill>
            <a:srgbClr val="FDFFD4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470126" y="3070137"/>
            <a:ext cx="154583" cy="186069"/>
          </a:xfrm>
          <a:prstGeom prst="rect">
            <a:avLst/>
          </a:prstGeom>
          <a:solidFill>
            <a:srgbClr val="F6F4EC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637921" y="3070137"/>
            <a:ext cx="154583" cy="186069"/>
          </a:xfrm>
          <a:prstGeom prst="rect">
            <a:avLst/>
          </a:prstGeom>
          <a:solidFill>
            <a:srgbClr val="EAE4F2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1805717" y="3070137"/>
            <a:ext cx="154583" cy="186069"/>
          </a:xfrm>
          <a:prstGeom prst="rect">
            <a:avLst/>
          </a:prstGeom>
          <a:solidFill>
            <a:srgbClr val="F2EEF4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973512" y="3070137"/>
            <a:ext cx="154583" cy="186069"/>
          </a:xfrm>
          <a:prstGeom prst="rect">
            <a:avLst/>
          </a:prstGeom>
          <a:solidFill>
            <a:srgbClr val="EBDFF2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484659" y="3030265"/>
            <a:ext cx="264245" cy="212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l" indent="0" marL="0">
              <a:buNone/>
            </a:pPr>
            <a:r>
              <a:rPr lang="en-US" sz="10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1134535" y="3588472"/>
            <a:ext cx="154583" cy="186069"/>
          </a:xfrm>
          <a:prstGeom prst="rect">
            <a:avLst/>
          </a:prstGeom>
          <a:solidFill>
            <a:srgbClr val="FFF3B8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302330" y="3588472"/>
            <a:ext cx="154583" cy="186069"/>
          </a:xfrm>
          <a:prstGeom prst="rect">
            <a:avLst/>
          </a:prstGeom>
          <a:solidFill>
            <a:srgbClr val="FDFFD4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470126" y="3588472"/>
            <a:ext cx="154583" cy="186069"/>
          </a:xfrm>
          <a:prstGeom prst="rect">
            <a:avLst/>
          </a:prstGeom>
          <a:solidFill>
            <a:srgbClr val="F6F4EC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637921" y="3588472"/>
            <a:ext cx="154583" cy="186069"/>
          </a:xfrm>
          <a:prstGeom prst="rect">
            <a:avLst/>
          </a:prstGeom>
          <a:solidFill>
            <a:srgbClr val="EAE4F2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805717" y="3588472"/>
            <a:ext cx="154583" cy="186069"/>
          </a:xfrm>
          <a:prstGeom prst="rect">
            <a:avLst/>
          </a:prstGeom>
          <a:solidFill>
            <a:srgbClr val="F2EEF4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1973512" y="3588472"/>
            <a:ext cx="154583" cy="186069"/>
          </a:xfrm>
          <a:prstGeom prst="rect">
            <a:avLst/>
          </a:prstGeom>
          <a:solidFill>
            <a:srgbClr val="EBDFF2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1484659" y="3548600"/>
            <a:ext cx="264245" cy="212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l" indent="0" marL="0">
              <a:buNone/>
            </a:pPr>
            <a:r>
              <a:rPr lang="en-US" sz="10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1134535" y="4120097"/>
            <a:ext cx="154583" cy="186069"/>
          </a:xfrm>
          <a:prstGeom prst="rect">
            <a:avLst/>
          </a:prstGeom>
          <a:solidFill>
            <a:srgbClr val="FFF3B8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302330" y="4120097"/>
            <a:ext cx="154583" cy="186069"/>
          </a:xfrm>
          <a:prstGeom prst="rect">
            <a:avLst/>
          </a:prstGeom>
          <a:solidFill>
            <a:srgbClr val="FDFFD4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470126" y="4120097"/>
            <a:ext cx="154583" cy="186069"/>
          </a:xfrm>
          <a:prstGeom prst="rect">
            <a:avLst/>
          </a:prstGeom>
          <a:solidFill>
            <a:srgbClr val="F6F4EC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1637921" y="4120097"/>
            <a:ext cx="154583" cy="186069"/>
          </a:xfrm>
          <a:prstGeom prst="rect">
            <a:avLst/>
          </a:prstGeom>
          <a:solidFill>
            <a:srgbClr val="EAE4F2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805717" y="4120097"/>
            <a:ext cx="154583" cy="186069"/>
          </a:xfrm>
          <a:prstGeom prst="rect">
            <a:avLst/>
          </a:prstGeom>
          <a:solidFill>
            <a:srgbClr val="F2EEF4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1973512" y="4120097"/>
            <a:ext cx="154583" cy="186069"/>
          </a:xfrm>
          <a:prstGeom prst="rect">
            <a:avLst/>
          </a:prstGeom>
          <a:solidFill>
            <a:srgbClr val="EBDFF2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1484659" y="4080225"/>
            <a:ext cx="264245" cy="212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l" indent="0" marL="0">
              <a:buNone/>
            </a:pPr>
            <a:r>
              <a:rPr lang="en-US" sz="10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1134535" y="4678304"/>
            <a:ext cx="154583" cy="186069"/>
          </a:xfrm>
          <a:prstGeom prst="rect">
            <a:avLst/>
          </a:prstGeom>
          <a:solidFill>
            <a:srgbClr val="FFF3B8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1302330" y="4678304"/>
            <a:ext cx="154583" cy="186069"/>
          </a:xfrm>
          <a:prstGeom prst="rect">
            <a:avLst/>
          </a:prstGeom>
          <a:solidFill>
            <a:srgbClr val="FDFFD4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1470126" y="4678304"/>
            <a:ext cx="154583" cy="186069"/>
          </a:xfrm>
          <a:prstGeom prst="rect">
            <a:avLst/>
          </a:prstGeom>
          <a:solidFill>
            <a:srgbClr val="F6F4EC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1637921" y="4678304"/>
            <a:ext cx="154583" cy="186069"/>
          </a:xfrm>
          <a:prstGeom prst="rect">
            <a:avLst/>
          </a:prstGeom>
          <a:solidFill>
            <a:srgbClr val="EAE4F2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1805717" y="4678304"/>
            <a:ext cx="154583" cy="186069"/>
          </a:xfrm>
          <a:prstGeom prst="rect">
            <a:avLst/>
          </a:prstGeom>
          <a:solidFill>
            <a:srgbClr val="F2EEF4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1973512" y="4678304"/>
            <a:ext cx="154583" cy="186069"/>
          </a:xfrm>
          <a:prstGeom prst="rect">
            <a:avLst/>
          </a:prstGeom>
          <a:solidFill>
            <a:srgbClr val="EBDFF2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1484659" y="4638432"/>
            <a:ext cx="264245" cy="212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l" indent="0" marL="0">
              <a:buNone/>
            </a:pPr>
            <a:r>
              <a:rPr lang="en-US" sz="10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2383091" y="3016974"/>
            <a:ext cx="396367" cy="279103"/>
          </a:xfrm>
          <a:prstGeom prst="rect">
            <a:avLst/>
          </a:prstGeom>
          <a:solidFill>
            <a:srgbClr val="CDE4C8"/>
          </a:solidFill>
          <a:ln w="12700">
            <a:solidFill>
              <a:srgbClr val="87C294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2402910" y="3016974"/>
            <a:ext cx="369943" cy="279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8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buNone/>
            </a:pPr>
            <a:r>
              <a:rPr lang="en-US" sz="800" b="1" baseline="3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(r)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2383091" y="3535309"/>
            <a:ext cx="396367" cy="279103"/>
          </a:xfrm>
          <a:prstGeom prst="rect">
            <a:avLst/>
          </a:prstGeom>
          <a:solidFill>
            <a:srgbClr val="CDE4C8"/>
          </a:solidFill>
          <a:ln w="12700">
            <a:solidFill>
              <a:srgbClr val="87C294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2402910" y="3535309"/>
            <a:ext cx="369943" cy="279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8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buNone/>
            </a:pPr>
            <a:r>
              <a:rPr lang="en-US" sz="800" b="1" baseline="3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(r)</a:t>
            </a:r>
            <a:endParaRPr lang="en-US" sz="800" dirty="0"/>
          </a:p>
        </p:txBody>
      </p:sp>
      <p:sp>
        <p:nvSpPr>
          <p:cNvPr id="103" name="Shape 101"/>
          <p:cNvSpPr/>
          <p:nvPr/>
        </p:nvSpPr>
        <p:spPr>
          <a:xfrm>
            <a:off x="2383091" y="4040353"/>
            <a:ext cx="396367" cy="279103"/>
          </a:xfrm>
          <a:prstGeom prst="rect">
            <a:avLst/>
          </a:prstGeom>
          <a:solidFill>
            <a:srgbClr val="CDE4C8"/>
          </a:solidFill>
          <a:ln w="12700">
            <a:solidFill>
              <a:srgbClr val="87C294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2402910" y="4040353"/>
            <a:ext cx="369943" cy="279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8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buNone/>
            </a:pPr>
            <a:r>
              <a:rPr lang="en-US" sz="800" b="1" baseline="3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(r)</a:t>
            </a:r>
            <a:endParaRPr lang="en-US" sz="800" dirty="0"/>
          </a:p>
        </p:txBody>
      </p:sp>
      <p:sp>
        <p:nvSpPr>
          <p:cNvPr id="105" name="Shape 103"/>
          <p:cNvSpPr/>
          <p:nvPr/>
        </p:nvSpPr>
        <p:spPr>
          <a:xfrm>
            <a:off x="2383091" y="4598560"/>
            <a:ext cx="396367" cy="279103"/>
          </a:xfrm>
          <a:prstGeom prst="rect">
            <a:avLst/>
          </a:prstGeom>
          <a:solidFill>
            <a:srgbClr val="CDE4C8"/>
          </a:solidFill>
          <a:ln w="12700">
            <a:solidFill>
              <a:srgbClr val="87C294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402910" y="4598560"/>
            <a:ext cx="369943" cy="279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8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buNone/>
            </a:pPr>
            <a:r>
              <a:rPr lang="en-US" sz="800" b="1" baseline="3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(r)</a:t>
            </a:r>
            <a:endParaRPr lang="en-US" sz="800" dirty="0"/>
          </a:p>
        </p:txBody>
      </p:sp>
      <p:sp>
        <p:nvSpPr>
          <p:cNvPr id="107" name="Shape 105"/>
          <p:cNvSpPr/>
          <p:nvPr/>
        </p:nvSpPr>
        <p:spPr>
          <a:xfrm>
            <a:off x="2924793" y="2963812"/>
            <a:ext cx="422792" cy="199360"/>
          </a:xfrm>
          <a:prstGeom prst="rect">
            <a:avLst/>
          </a:prstGeom>
          <a:solidFill>
            <a:srgbClr val="FFF6D0"/>
          </a:solidFill>
          <a:ln w="6350">
            <a:solidFill>
              <a:srgbClr val="C4BB94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938005" y="2977102"/>
            <a:ext cx="97771" cy="172778"/>
          </a:xfrm>
          <a:prstGeom prst="rect">
            <a:avLst/>
          </a:prstGeom>
          <a:solidFill>
            <a:srgbClr val="FFF6D0"/>
          </a:solidFill>
          <a:ln w="6350">
            <a:solidFill>
              <a:srgbClr val="C0AC84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3040400" y="2977102"/>
            <a:ext cx="97771" cy="172778"/>
          </a:xfrm>
          <a:prstGeom prst="rect">
            <a:avLst/>
          </a:prstGeom>
          <a:solidFill>
            <a:srgbClr val="FFF6D0"/>
          </a:solidFill>
          <a:ln w="6350">
            <a:solidFill>
              <a:srgbClr val="C0AC84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3142795" y="2977102"/>
            <a:ext cx="97771" cy="172778"/>
          </a:xfrm>
          <a:prstGeom prst="rect">
            <a:avLst/>
          </a:prstGeom>
          <a:solidFill>
            <a:srgbClr val="E4E0F4"/>
          </a:solidFill>
          <a:ln w="6350">
            <a:solidFill>
              <a:srgbClr val="C0AC84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3245190" y="2977102"/>
            <a:ext cx="97771" cy="172778"/>
          </a:xfrm>
          <a:prstGeom prst="rect">
            <a:avLst/>
          </a:prstGeom>
          <a:solidFill>
            <a:srgbClr val="E4E0F4"/>
          </a:solidFill>
          <a:ln w="6350">
            <a:solidFill>
              <a:srgbClr val="C0AC84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3347585" y="2957166"/>
            <a:ext cx="224608" cy="212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buNone/>
            </a:pPr>
            <a:r>
              <a:rPr lang="en-US" sz="9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50" dirty="0"/>
          </a:p>
        </p:txBody>
      </p:sp>
      <p:sp>
        <p:nvSpPr>
          <p:cNvPr id="113" name="Shape 111"/>
          <p:cNvSpPr/>
          <p:nvPr/>
        </p:nvSpPr>
        <p:spPr>
          <a:xfrm>
            <a:off x="2924793" y="3482147"/>
            <a:ext cx="422792" cy="199360"/>
          </a:xfrm>
          <a:prstGeom prst="rect">
            <a:avLst/>
          </a:prstGeom>
          <a:solidFill>
            <a:srgbClr val="FFF6D0"/>
          </a:solidFill>
          <a:ln w="6350">
            <a:solidFill>
              <a:srgbClr val="C4BB94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2938005" y="3495437"/>
            <a:ext cx="97771" cy="172778"/>
          </a:xfrm>
          <a:prstGeom prst="rect">
            <a:avLst/>
          </a:prstGeom>
          <a:solidFill>
            <a:srgbClr val="FFF6D0"/>
          </a:solidFill>
          <a:ln w="6350">
            <a:solidFill>
              <a:srgbClr val="C0AC84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3040400" y="3495437"/>
            <a:ext cx="97771" cy="172778"/>
          </a:xfrm>
          <a:prstGeom prst="rect">
            <a:avLst/>
          </a:prstGeom>
          <a:solidFill>
            <a:srgbClr val="FFF6D0"/>
          </a:solidFill>
          <a:ln w="6350">
            <a:solidFill>
              <a:srgbClr val="C0AC84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3142795" y="3495437"/>
            <a:ext cx="97771" cy="172778"/>
          </a:xfrm>
          <a:prstGeom prst="rect">
            <a:avLst/>
          </a:prstGeom>
          <a:solidFill>
            <a:srgbClr val="E4E0F4"/>
          </a:solidFill>
          <a:ln w="6350">
            <a:solidFill>
              <a:srgbClr val="C0AC84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3245190" y="3495437"/>
            <a:ext cx="97771" cy="172778"/>
          </a:xfrm>
          <a:prstGeom prst="rect">
            <a:avLst/>
          </a:prstGeom>
          <a:solidFill>
            <a:srgbClr val="E4E0F4"/>
          </a:solidFill>
          <a:ln w="6350">
            <a:solidFill>
              <a:srgbClr val="C0AC84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3347585" y="3475501"/>
            <a:ext cx="224608" cy="212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buNone/>
            </a:pPr>
            <a:r>
              <a:rPr lang="en-US" sz="9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50" dirty="0"/>
          </a:p>
        </p:txBody>
      </p:sp>
      <p:sp>
        <p:nvSpPr>
          <p:cNvPr id="119" name="Shape 117"/>
          <p:cNvSpPr/>
          <p:nvPr/>
        </p:nvSpPr>
        <p:spPr>
          <a:xfrm>
            <a:off x="2924793" y="4013772"/>
            <a:ext cx="422792" cy="199360"/>
          </a:xfrm>
          <a:prstGeom prst="rect">
            <a:avLst/>
          </a:prstGeom>
          <a:solidFill>
            <a:srgbClr val="FFF6D0"/>
          </a:solidFill>
          <a:ln w="6350">
            <a:solidFill>
              <a:srgbClr val="C4BB94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2938005" y="4027063"/>
            <a:ext cx="97771" cy="172778"/>
          </a:xfrm>
          <a:prstGeom prst="rect">
            <a:avLst/>
          </a:prstGeom>
          <a:solidFill>
            <a:srgbClr val="FFF6D0"/>
          </a:solidFill>
          <a:ln w="6350">
            <a:solidFill>
              <a:srgbClr val="C0AC84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3040400" y="4027063"/>
            <a:ext cx="97771" cy="172778"/>
          </a:xfrm>
          <a:prstGeom prst="rect">
            <a:avLst/>
          </a:prstGeom>
          <a:solidFill>
            <a:srgbClr val="FFF6D0"/>
          </a:solidFill>
          <a:ln w="6350">
            <a:solidFill>
              <a:srgbClr val="C0AC84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3142795" y="4027063"/>
            <a:ext cx="97771" cy="172778"/>
          </a:xfrm>
          <a:prstGeom prst="rect">
            <a:avLst/>
          </a:prstGeom>
          <a:solidFill>
            <a:srgbClr val="E4E0F4"/>
          </a:solidFill>
          <a:ln w="6350">
            <a:solidFill>
              <a:srgbClr val="C0AC84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3245190" y="4027063"/>
            <a:ext cx="97771" cy="172778"/>
          </a:xfrm>
          <a:prstGeom prst="rect">
            <a:avLst/>
          </a:prstGeom>
          <a:solidFill>
            <a:srgbClr val="E4E0F4"/>
          </a:solidFill>
          <a:ln w="6350">
            <a:solidFill>
              <a:srgbClr val="C0AC84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3347585" y="4007127"/>
            <a:ext cx="224608" cy="212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buNone/>
            </a:pPr>
            <a:r>
              <a:rPr lang="en-US" sz="9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50" dirty="0"/>
          </a:p>
        </p:txBody>
      </p:sp>
      <p:sp>
        <p:nvSpPr>
          <p:cNvPr id="125" name="Shape 123"/>
          <p:cNvSpPr/>
          <p:nvPr/>
        </p:nvSpPr>
        <p:spPr>
          <a:xfrm>
            <a:off x="2924793" y="4585269"/>
            <a:ext cx="422792" cy="199360"/>
          </a:xfrm>
          <a:prstGeom prst="rect">
            <a:avLst/>
          </a:prstGeom>
          <a:solidFill>
            <a:srgbClr val="FFF6D0"/>
          </a:solidFill>
          <a:ln w="6350">
            <a:solidFill>
              <a:srgbClr val="C4BB94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2938005" y="4598560"/>
            <a:ext cx="97771" cy="172778"/>
          </a:xfrm>
          <a:prstGeom prst="rect">
            <a:avLst/>
          </a:prstGeom>
          <a:solidFill>
            <a:srgbClr val="FFF6D0"/>
          </a:solidFill>
          <a:ln w="6350">
            <a:solidFill>
              <a:srgbClr val="C0AC84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3040400" y="4598560"/>
            <a:ext cx="97771" cy="172778"/>
          </a:xfrm>
          <a:prstGeom prst="rect">
            <a:avLst/>
          </a:prstGeom>
          <a:solidFill>
            <a:srgbClr val="FFF6D0"/>
          </a:solidFill>
          <a:ln w="6350">
            <a:solidFill>
              <a:srgbClr val="C0AC84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3142795" y="4598560"/>
            <a:ext cx="97771" cy="172778"/>
          </a:xfrm>
          <a:prstGeom prst="rect">
            <a:avLst/>
          </a:prstGeom>
          <a:solidFill>
            <a:srgbClr val="E4E0F4"/>
          </a:solidFill>
          <a:ln w="6350">
            <a:solidFill>
              <a:srgbClr val="C0AC84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3245190" y="4598560"/>
            <a:ext cx="97771" cy="172778"/>
          </a:xfrm>
          <a:prstGeom prst="rect">
            <a:avLst/>
          </a:prstGeom>
          <a:solidFill>
            <a:srgbClr val="E4E0F4"/>
          </a:solidFill>
          <a:ln w="6350">
            <a:solidFill>
              <a:srgbClr val="C0AC84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3347585" y="4571979"/>
            <a:ext cx="224608" cy="212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buNone/>
            </a:pPr>
            <a:r>
              <a:rPr lang="en-US" sz="9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50" dirty="0"/>
          </a:p>
        </p:txBody>
      </p:sp>
      <p:sp>
        <p:nvSpPr>
          <p:cNvPr id="131" name="Shape 129"/>
          <p:cNvSpPr/>
          <p:nvPr/>
        </p:nvSpPr>
        <p:spPr>
          <a:xfrm>
            <a:off x="3572193" y="2472058"/>
            <a:ext cx="1585469" cy="2684708"/>
          </a:xfrm>
          <a:prstGeom prst="rect">
            <a:avLst/>
          </a:prstGeom>
          <a:solidFill>
            <a:srgbClr val="DBCBBB"/>
          </a:solidFill>
          <a:ln/>
        </p:spPr>
      </p:sp>
      <p:sp>
        <p:nvSpPr>
          <p:cNvPr id="132" name="Text 130"/>
          <p:cNvSpPr/>
          <p:nvPr/>
        </p:nvSpPr>
        <p:spPr>
          <a:xfrm>
            <a:off x="3664679" y="2538511"/>
            <a:ext cx="845583" cy="3987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8B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Dot</a:t>
            </a:r>
            <a:endParaRPr lang="en-US" sz="10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8B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</a:t>
            </a:r>
            <a:endParaRPr lang="en-US" sz="1000" dirty="0"/>
          </a:p>
        </p:txBody>
      </p:sp>
      <p:sp>
        <p:nvSpPr>
          <p:cNvPr id="133" name="Text 131"/>
          <p:cNvSpPr/>
          <p:nvPr/>
        </p:nvSpPr>
        <p:spPr>
          <a:xfrm>
            <a:off x="4721658" y="2525221"/>
            <a:ext cx="343518" cy="186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pPr algn="l" indent="0" marL="0">
              <a:buNone/>
            </a:pPr>
            <a:r>
              <a:rPr lang="en-US" sz="9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pPr algn="l" indent="0" marL="0">
              <a:buNone/>
            </a:pPr>
            <a:r>
              <a:rPr lang="en-US" sz="9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endParaRPr lang="en-US" sz="950" dirty="0"/>
          </a:p>
        </p:txBody>
      </p:sp>
      <p:sp>
        <p:nvSpPr>
          <p:cNvPr id="134" name="Shape 132"/>
          <p:cNvSpPr/>
          <p:nvPr/>
        </p:nvSpPr>
        <p:spPr>
          <a:xfrm>
            <a:off x="4464019" y="3070137"/>
            <a:ext cx="171759" cy="172778"/>
          </a:xfrm>
          <a:prstGeom prst="ellipse">
            <a:avLst/>
          </a:prstGeom>
          <a:solidFill>
            <a:srgbClr val="D5E7FB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503656" y="3110009"/>
            <a:ext cx="92486" cy="93034"/>
          </a:xfrm>
          <a:prstGeom prst="ellipse">
            <a:avLst/>
          </a:prstGeom>
          <a:solidFill>
            <a:srgbClr val="1B1F95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265835" y="3588472"/>
            <a:ext cx="171759" cy="172778"/>
          </a:xfrm>
          <a:prstGeom prst="ellipse">
            <a:avLst/>
          </a:prstGeom>
          <a:solidFill>
            <a:srgbClr val="D5E7FB"/>
          </a:solidFill>
          <a:ln/>
        </p:spPr>
      </p:sp>
      <p:sp>
        <p:nvSpPr>
          <p:cNvPr id="137" name="Shape 135"/>
          <p:cNvSpPr/>
          <p:nvPr/>
        </p:nvSpPr>
        <p:spPr>
          <a:xfrm>
            <a:off x="4305472" y="3628344"/>
            <a:ext cx="92486" cy="93034"/>
          </a:xfrm>
          <a:prstGeom prst="ellipse">
            <a:avLst/>
          </a:prstGeom>
          <a:solidFill>
            <a:srgbClr val="1B1F95"/>
          </a:solidFill>
          <a:ln/>
        </p:spPr>
      </p:sp>
      <p:sp>
        <p:nvSpPr>
          <p:cNvPr id="138" name="Shape 136"/>
          <p:cNvSpPr/>
          <p:nvPr/>
        </p:nvSpPr>
        <p:spPr>
          <a:xfrm>
            <a:off x="4028015" y="4113452"/>
            <a:ext cx="171759" cy="172778"/>
          </a:xfrm>
          <a:prstGeom prst="ellipse">
            <a:avLst/>
          </a:prstGeom>
          <a:solidFill>
            <a:srgbClr val="D5E7FB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067652" y="4153324"/>
            <a:ext cx="92486" cy="93034"/>
          </a:xfrm>
          <a:prstGeom prst="ellipse">
            <a:avLst/>
          </a:prstGeom>
          <a:solidFill>
            <a:srgbClr val="1B1F95"/>
          </a:solidFill>
          <a:ln/>
        </p:spPr>
      </p:sp>
      <p:sp>
        <p:nvSpPr>
          <p:cNvPr id="140" name="Shape 138"/>
          <p:cNvSpPr/>
          <p:nvPr/>
        </p:nvSpPr>
        <p:spPr>
          <a:xfrm>
            <a:off x="3783589" y="4684949"/>
            <a:ext cx="171759" cy="172778"/>
          </a:xfrm>
          <a:prstGeom prst="ellipse">
            <a:avLst/>
          </a:prstGeom>
          <a:solidFill>
            <a:srgbClr val="D5E7FB"/>
          </a:solidFill>
          <a:ln/>
        </p:spPr>
      </p:sp>
      <p:sp>
        <p:nvSpPr>
          <p:cNvPr id="141" name="Shape 139"/>
          <p:cNvSpPr/>
          <p:nvPr/>
        </p:nvSpPr>
        <p:spPr>
          <a:xfrm>
            <a:off x="3823225" y="4724821"/>
            <a:ext cx="92486" cy="93034"/>
          </a:xfrm>
          <a:prstGeom prst="ellipse">
            <a:avLst/>
          </a:prstGeom>
          <a:solidFill>
            <a:srgbClr val="1B1F95"/>
          </a:solidFill>
          <a:ln/>
        </p:spPr>
      </p:sp>
      <p:sp>
        <p:nvSpPr>
          <p:cNvPr id="142" name="Shape 140"/>
          <p:cNvSpPr/>
          <p:nvPr/>
        </p:nvSpPr>
        <p:spPr>
          <a:xfrm>
            <a:off x="3572193" y="3156526"/>
            <a:ext cx="1559044" cy="0"/>
          </a:xfrm>
          <a:prstGeom prst="line">
            <a:avLst/>
          </a:prstGeom>
          <a:noFill/>
          <a:ln w="9525">
            <a:solidFill>
              <a:srgbClr val="C0000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 rot="5400000">
            <a:off x="4364927" y="3096718"/>
            <a:ext cx="79273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44" name="Shape 142"/>
          <p:cNvSpPr/>
          <p:nvPr/>
        </p:nvSpPr>
        <p:spPr>
          <a:xfrm>
            <a:off x="3572193" y="3674861"/>
            <a:ext cx="1559044" cy="0"/>
          </a:xfrm>
          <a:prstGeom prst="line">
            <a:avLst/>
          </a:prstGeom>
          <a:noFill/>
          <a:ln w="9525">
            <a:solidFill>
              <a:srgbClr val="C0000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 rot="5400000">
            <a:off x="4166744" y="3615053"/>
            <a:ext cx="79273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46" name="Shape 144"/>
          <p:cNvSpPr/>
          <p:nvPr/>
        </p:nvSpPr>
        <p:spPr>
          <a:xfrm>
            <a:off x="3572193" y="4199841"/>
            <a:ext cx="1559044" cy="0"/>
          </a:xfrm>
          <a:prstGeom prst="line">
            <a:avLst/>
          </a:prstGeom>
          <a:noFill/>
          <a:ln w="9525">
            <a:solidFill>
              <a:srgbClr val="C0000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 rot="5400000">
            <a:off x="3928923" y="4140033"/>
            <a:ext cx="79273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48" name="Shape 146"/>
          <p:cNvSpPr/>
          <p:nvPr/>
        </p:nvSpPr>
        <p:spPr>
          <a:xfrm>
            <a:off x="3572193" y="4771338"/>
            <a:ext cx="1559044" cy="0"/>
          </a:xfrm>
          <a:prstGeom prst="line">
            <a:avLst/>
          </a:prstGeom>
          <a:noFill/>
          <a:ln w="9525">
            <a:solidFill>
              <a:srgbClr val="C0000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 rot="5400000">
            <a:off x="3684497" y="4711530"/>
            <a:ext cx="79273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50" name="Shape 148"/>
          <p:cNvSpPr/>
          <p:nvPr/>
        </p:nvSpPr>
        <p:spPr>
          <a:xfrm>
            <a:off x="4305472" y="3781186"/>
            <a:ext cx="92486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51" name="Shape 149"/>
          <p:cNvSpPr/>
          <p:nvPr/>
        </p:nvSpPr>
        <p:spPr>
          <a:xfrm>
            <a:off x="4074258" y="4306166"/>
            <a:ext cx="92486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52" name="Shape 150"/>
          <p:cNvSpPr/>
          <p:nvPr/>
        </p:nvSpPr>
        <p:spPr>
          <a:xfrm flipH="1">
            <a:off x="4391352" y="3229625"/>
            <a:ext cx="118910" cy="385428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 flipH="1">
            <a:off x="4153531" y="3747959"/>
            <a:ext cx="171759" cy="385428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 flipH="1">
            <a:off x="3915711" y="4266294"/>
            <a:ext cx="171759" cy="438591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3823225" y="2073339"/>
            <a:ext cx="792734" cy="265813"/>
          </a:xfrm>
          <a:prstGeom prst="roundRect">
            <a:avLst>
              <a:gd name="adj" fmla="val 38222"/>
            </a:avLst>
          </a:prstGeom>
          <a:solidFill>
            <a:srgbClr val="EDE9FF"/>
          </a:solidFill>
          <a:ln w="9525">
            <a:solidFill>
              <a:srgbClr val="C8C8E6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3823225" y="2073339"/>
            <a:ext cx="792734" cy="265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33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Similarity</a:t>
            </a:r>
            <a:endParaRPr lang="en-US" sz="950" dirty="0"/>
          </a:p>
        </p:txBody>
      </p:sp>
      <p:sp>
        <p:nvSpPr>
          <p:cNvPr id="157" name="Shape 155"/>
          <p:cNvSpPr/>
          <p:nvPr/>
        </p:nvSpPr>
        <p:spPr>
          <a:xfrm>
            <a:off x="5184086" y="2472058"/>
            <a:ext cx="462428" cy="2697999"/>
          </a:xfrm>
          <a:prstGeom prst="rect">
            <a:avLst/>
          </a:prstGeom>
          <a:solidFill>
            <a:srgbClr val="FDD7D6"/>
          </a:solidFill>
          <a:ln/>
        </p:spPr>
      </p:sp>
      <p:sp>
        <p:nvSpPr>
          <p:cNvPr id="158" name="Text 156"/>
          <p:cNvSpPr/>
          <p:nvPr/>
        </p:nvSpPr>
        <p:spPr>
          <a:xfrm rot="5400000">
            <a:off x="4145300" y="3662603"/>
            <a:ext cx="254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Scaling by √d</a:t>
            </a:r>
            <a:endParaRPr lang="en-US" sz="2000" dirty="0"/>
          </a:p>
        </p:txBody>
      </p:sp>
      <mc:AlternateContent>
        <mc:Choice xmlns:a14="http://schemas.microsoft.com/office/drawing/2010/main" Requires="a14">
          <p:sp>
            <p:nvSpPr>
              <p:cNvPr id="159" name="Equation OMML" descr="\dfrac{K\cdot q}{\sqrt{d}}"/>
              <p:cNvSpPr txBox="1"/>
              <p:nvPr/>
            </p:nvSpPr>
            <p:spPr>
              <a:xfrm>
                <a:off x="5647837" y="2468513"/>
                <a:ext cx="327660" cy="419100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 xml:space="preserve">K⋅q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i="1" smtClean="0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i="1" smtClean="0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 xml:space="preserve">d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159" name="Image 0" descr="/home/ahmed/Projects/ai_llm_slides/videos/deep-learning/002_transformers_part2/recreated_pptx/build/assets/eq_Kcdotq_over_sqrtd.png">    </p:cNvPr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5647837" y="2468513"/>
                <a:ext cx="327660" cy="419100"/>
              </a:xfrm>
              <a:prstGeom prst="rect">
                <a:avLst/>
              </a:prstGeom>
            </p:spPr>
          </p:pic>
        </mc:Fallback>
      </mc:AlternateContent>
      <p:sp>
        <p:nvSpPr>
          <p:cNvPr id="160" name="Shape 157"/>
          <p:cNvSpPr/>
          <p:nvPr/>
        </p:nvSpPr>
        <p:spPr>
          <a:xfrm>
            <a:off x="6188216" y="2511930"/>
            <a:ext cx="369943" cy="2618255"/>
          </a:xfrm>
          <a:prstGeom prst="rect">
            <a:avLst/>
          </a:prstGeom>
          <a:solidFill>
            <a:srgbClr val="F8DEFB"/>
          </a:solidFill>
          <a:ln w="9525">
            <a:solidFill>
              <a:srgbClr val="E3BEE8"/>
            </a:solidFill>
            <a:prstDash val="solid"/>
          </a:ln>
        </p:spPr>
      </p:sp>
      <p:sp>
        <p:nvSpPr>
          <p:cNvPr id="161" name="Text 158"/>
          <p:cNvSpPr/>
          <p:nvPr/>
        </p:nvSpPr>
        <p:spPr>
          <a:xfrm rot="16200000">
            <a:off x="5484187" y="3448772"/>
            <a:ext cx="1778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703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 max</a:t>
            </a:r>
            <a:endParaRPr lang="en-US" sz="850" dirty="0"/>
          </a:p>
        </p:txBody>
      </p:sp>
      <p:sp>
        <p:nvSpPr>
          <p:cNvPr id="162" name="Text 159"/>
          <p:cNvSpPr/>
          <p:nvPr/>
        </p:nvSpPr>
        <p:spPr>
          <a:xfrm>
            <a:off x="6267490" y="3754605"/>
            <a:ext cx="211396" cy="4518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703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ς</a:t>
            </a:r>
            <a:endParaRPr lang="en-US" sz="3000" dirty="0"/>
          </a:p>
        </p:txBody>
      </p:sp>
      <p:sp>
        <p:nvSpPr>
          <p:cNvPr id="163" name="Shape 160"/>
          <p:cNvSpPr/>
          <p:nvPr/>
        </p:nvSpPr>
        <p:spPr>
          <a:xfrm>
            <a:off x="5818273" y="2073339"/>
            <a:ext cx="1056979" cy="265813"/>
          </a:xfrm>
          <a:prstGeom prst="roundRect">
            <a:avLst>
              <a:gd name="adj" fmla="val 43000"/>
            </a:avLst>
          </a:prstGeom>
          <a:solidFill>
            <a:srgbClr val="EDE9FF"/>
          </a:solidFill>
          <a:ln w="9525">
            <a:solidFill>
              <a:srgbClr val="C8C8E6"/>
            </a:solidFill>
            <a:prstDash val="solid"/>
          </a:ln>
        </p:spPr>
      </p:sp>
      <p:sp>
        <p:nvSpPr>
          <p:cNvPr id="164" name="Text 161"/>
          <p:cNvSpPr/>
          <p:nvPr/>
        </p:nvSpPr>
        <p:spPr>
          <a:xfrm>
            <a:off x="5818273" y="2073339"/>
            <a:ext cx="1056979" cy="265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33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Probabilities</a:t>
            </a:r>
            <a:endParaRPr lang="en-US" sz="950" dirty="0"/>
          </a:p>
        </p:txBody>
      </p:sp>
      <p:sp>
        <p:nvSpPr>
          <p:cNvPr id="165" name="Shape 162"/>
          <p:cNvSpPr/>
          <p:nvPr/>
        </p:nvSpPr>
        <p:spPr>
          <a:xfrm>
            <a:off x="6928101" y="2511930"/>
            <a:ext cx="1691167" cy="265813"/>
          </a:xfrm>
          <a:prstGeom prst="rect">
            <a:avLst/>
          </a:prstGeom>
          <a:solidFill>
            <a:srgbClr val="EAFEFC"/>
          </a:solidFill>
          <a:ln/>
        </p:spPr>
      </p:sp>
      <p:sp>
        <p:nvSpPr>
          <p:cNvPr id="166" name="Text 163"/>
          <p:cNvSpPr/>
          <p:nvPr/>
        </p:nvSpPr>
        <p:spPr>
          <a:xfrm>
            <a:off x="6928101" y="2511930"/>
            <a:ext cx="1691167" cy="265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Σ</a:t>
            </a:r>
            <a:endParaRPr lang="en-US" sz="1800" dirty="0"/>
          </a:p>
        </p:txBody>
      </p:sp>
      <p:sp>
        <p:nvSpPr>
          <p:cNvPr id="167" name="Shape 164"/>
          <p:cNvSpPr/>
          <p:nvPr/>
        </p:nvSpPr>
        <p:spPr>
          <a:xfrm>
            <a:off x="7945444" y="2073339"/>
            <a:ext cx="1162677" cy="279103"/>
          </a:xfrm>
          <a:prstGeom prst="roundRect">
            <a:avLst>
              <a:gd name="adj" fmla="val 40953"/>
            </a:avLst>
          </a:prstGeom>
          <a:solidFill>
            <a:srgbClr val="EDE9FF"/>
          </a:solidFill>
          <a:ln w="9525">
            <a:solidFill>
              <a:srgbClr val="C8C8E6"/>
            </a:solidFill>
            <a:prstDash val="solid"/>
          </a:ln>
        </p:spPr>
      </p:sp>
      <p:sp>
        <p:nvSpPr>
          <p:cNvPr id="168" name="Text 165"/>
          <p:cNvSpPr/>
          <p:nvPr/>
        </p:nvSpPr>
        <p:spPr>
          <a:xfrm>
            <a:off x="7945444" y="2073339"/>
            <a:ext cx="1162677" cy="279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333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Weighted SUM</a:t>
            </a:r>
            <a:endParaRPr lang="en-US" sz="950" dirty="0"/>
          </a:p>
        </p:txBody>
      </p:sp>
      <p:sp>
        <p:nvSpPr>
          <p:cNvPr id="169" name="Shape 166"/>
          <p:cNvSpPr/>
          <p:nvPr/>
        </p:nvSpPr>
        <p:spPr>
          <a:xfrm rot="780000">
            <a:off x="7364105" y="1900561"/>
            <a:ext cx="290669" cy="279103"/>
          </a:xfrm>
          <a:prstGeom prst="upArrow">
            <a:avLst/>
          </a:prstGeom>
          <a:solidFill>
            <a:srgbClr val="00B050"/>
          </a:solidFill>
          <a:ln/>
        </p:spPr>
      </p:sp>
      <p:sp>
        <p:nvSpPr>
          <p:cNvPr id="170" name="Shape 167"/>
          <p:cNvSpPr/>
          <p:nvPr/>
        </p:nvSpPr>
        <p:spPr>
          <a:xfrm>
            <a:off x="7311256" y="1594876"/>
            <a:ext cx="911644" cy="292394"/>
          </a:xfrm>
          <a:prstGeom prst="rect">
            <a:avLst/>
          </a:prstGeom>
          <a:solidFill>
            <a:srgbClr val="A0D696"/>
          </a:solidFill>
          <a:ln/>
        </p:spPr>
      </p:sp>
      <p:sp>
        <p:nvSpPr>
          <p:cNvPr id="171" name="Shape 168"/>
          <p:cNvSpPr/>
          <p:nvPr/>
        </p:nvSpPr>
        <p:spPr>
          <a:xfrm>
            <a:off x="7390530" y="1634748"/>
            <a:ext cx="79273" cy="212650"/>
          </a:xfrm>
          <a:prstGeom prst="rect">
            <a:avLst/>
          </a:prstGeom>
          <a:solidFill>
            <a:srgbClr val="C2E4B8"/>
          </a:solidFill>
          <a:ln w="6350">
            <a:solidFill>
              <a:srgbClr val="89B27A"/>
            </a:solidFill>
            <a:prstDash val="solid"/>
          </a:ln>
        </p:spPr>
      </p:sp>
      <p:sp>
        <p:nvSpPr>
          <p:cNvPr id="172" name="Shape 169"/>
          <p:cNvSpPr/>
          <p:nvPr/>
        </p:nvSpPr>
        <p:spPr>
          <a:xfrm>
            <a:off x="7483016" y="1634748"/>
            <a:ext cx="79273" cy="212650"/>
          </a:xfrm>
          <a:prstGeom prst="rect">
            <a:avLst/>
          </a:prstGeom>
          <a:solidFill>
            <a:srgbClr val="C2E4B8"/>
          </a:solidFill>
          <a:ln w="6350">
            <a:solidFill>
              <a:srgbClr val="89B27A"/>
            </a:solidFill>
            <a:prstDash val="solid"/>
          </a:ln>
        </p:spPr>
      </p:sp>
      <p:sp>
        <p:nvSpPr>
          <p:cNvPr id="173" name="Shape 170"/>
          <p:cNvSpPr/>
          <p:nvPr/>
        </p:nvSpPr>
        <p:spPr>
          <a:xfrm>
            <a:off x="7575501" y="1634748"/>
            <a:ext cx="79273" cy="212650"/>
          </a:xfrm>
          <a:prstGeom prst="rect">
            <a:avLst/>
          </a:prstGeom>
          <a:solidFill>
            <a:srgbClr val="C2E4B8"/>
          </a:solidFill>
          <a:ln w="6350">
            <a:solidFill>
              <a:srgbClr val="89B27A"/>
            </a:solidFill>
            <a:prstDash val="solid"/>
          </a:ln>
        </p:spPr>
      </p:sp>
      <p:sp>
        <p:nvSpPr>
          <p:cNvPr id="174" name="Text 171"/>
          <p:cNvSpPr/>
          <p:nvPr/>
        </p:nvSpPr>
        <p:spPr>
          <a:xfrm>
            <a:off x="7654775" y="1594876"/>
            <a:ext cx="237820" cy="292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</a:t>
            </a:r>
            <a:endParaRPr lang="en-US" sz="1200" dirty="0"/>
          </a:p>
        </p:txBody>
      </p:sp>
      <p:sp>
        <p:nvSpPr>
          <p:cNvPr id="175" name="Shape 172"/>
          <p:cNvSpPr/>
          <p:nvPr/>
        </p:nvSpPr>
        <p:spPr>
          <a:xfrm>
            <a:off x="7919019" y="1634748"/>
            <a:ext cx="66061" cy="212650"/>
          </a:xfrm>
          <a:prstGeom prst="rect">
            <a:avLst/>
          </a:prstGeom>
          <a:solidFill>
            <a:srgbClr val="B9CFC0"/>
          </a:solidFill>
          <a:ln w="6350">
            <a:solidFill>
              <a:srgbClr val="89B27A"/>
            </a:solidFill>
            <a:prstDash val="solid"/>
          </a:ln>
        </p:spPr>
      </p:sp>
      <p:sp>
        <p:nvSpPr>
          <p:cNvPr id="176" name="Shape 173"/>
          <p:cNvSpPr/>
          <p:nvPr/>
        </p:nvSpPr>
        <p:spPr>
          <a:xfrm>
            <a:off x="7998293" y="1634748"/>
            <a:ext cx="66061" cy="212650"/>
          </a:xfrm>
          <a:prstGeom prst="rect">
            <a:avLst/>
          </a:prstGeom>
          <a:solidFill>
            <a:srgbClr val="B9CFC0"/>
          </a:solidFill>
          <a:ln w="6350">
            <a:solidFill>
              <a:srgbClr val="89B27A"/>
            </a:solidFill>
            <a:prstDash val="solid"/>
          </a:ln>
        </p:spPr>
      </p:sp>
      <p:sp>
        <p:nvSpPr>
          <p:cNvPr id="177" name="Shape 174"/>
          <p:cNvSpPr/>
          <p:nvPr/>
        </p:nvSpPr>
        <p:spPr>
          <a:xfrm>
            <a:off x="8077566" y="1634748"/>
            <a:ext cx="66061" cy="212650"/>
          </a:xfrm>
          <a:prstGeom prst="rect">
            <a:avLst/>
          </a:prstGeom>
          <a:solidFill>
            <a:srgbClr val="B9CFC0"/>
          </a:solidFill>
          <a:ln w="6350">
            <a:solidFill>
              <a:srgbClr val="89B27A"/>
            </a:solidFill>
            <a:prstDash val="solid"/>
          </a:ln>
        </p:spPr>
      </p:sp>
      <p:sp>
        <p:nvSpPr>
          <p:cNvPr id="178" name="Shape 175"/>
          <p:cNvSpPr/>
          <p:nvPr/>
        </p:nvSpPr>
        <p:spPr>
          <a:xfrm>
            <a:off x="8156840" y="1634748"/>
            <a:ext cx="66061" cy="212650"/>
          </a:xfrm>
          <a:prstGeom prst="rect">
            <a:avLst/>
          </a:prstGeom>
          <a:solidFill>
            <a:srgbClr val="B9CFC0"/>
          </a:solidFill>
          <a:ln w="6350">
            <a:solidFill>
              <a:srgbClr val="89B27A"/>
            </a:solidFill>
            <a:prstDash val="solid"/>
          </a:ln>
        </p:spPr>
      </p:sp>
      <p:sp>
        <p:nvSpPr>
          <p:cNvPr id="179" name="Shape 176"/>
          <p:cNvSpPr/>
          <p:nvPr/>
        </p:nvSpPr>
        <p:spPr>
          <a:xfrm>
            <a:off x="7013981" y="3043556"/>
            <a:ext cx="211396" cy="212650"/>
          </a:xfrm>
          <a:prstGeom prst="ellipse">
            <a:avLst/>
          </a:prstGeom>
          <a:ln w="15875">
            <a:solidFill>
              <a:srgbClr val="C00000"/>
            </a:solidFill>
            <a:prstDash val="solid"/>
          </a:ln>
        </p:spPr>
      </p:sp>
      <p:sp>
        <p:nvSpPr>
          <p:cNvPr id="180" name="Text 177"/>
          <p:cNvSpPr/>
          <p:nvPr/>
        </p:nvSpPr>
        <p:spPr>
          <a:xfrm>
            <a:off x="7013981" y="3043556"/>
            <a:ext cx="211396" cy="212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100" dirty="0"/>
          </a:p>
        </p:txBody>
      </p:sp>
      <p:sp>
        <p:nvSpPr>
          <p:cNvPr id="181" name="Shape 178"/>
          <p:cNvSpPr/>
          <p:nvPr/>
        </p:nvSpPr>
        <p:spPr>
          <a:xfrm>
            <a:off x="7403742" y="3575181"/>
            <a:ext cx="211396" cy="212650"/>
          </a:xfrm>
          <a:prstGeom prst="ellipse">
            <a:avLst/>
          </a:prstGeom>
          <a:ln w="15875">
            <a:solidFill>
              <a:srgbClr val="C00000"/>
            </a:solidFill>
            <a:prstDash val="solid"/>
          </a:ln>
        </p:spPr>
      </p:sp>
      <p:sp>
        <p:nvSpPr>
          <p:cNvPr id="182" name="Text 179"/>
          <p:cNvSpPr/>
          <p:nvPr/>
        </p:nvSpPr>
        <p:spPr>
          <a:xfrm>
            <a:off x="7403742" y="3575181"/>
            <a:ext cx="211396" cy="212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100" dirty="0"/>
          </a:p>
        </p:txBody>
      </p:sp>
      <p:sp>
        <p:nvSpPr>
          <p:cNvPr id="183" name="Shape 180"/>
          <p:cNvSpPr/>
          <p:nvPr/>
        </p:nvSpPr>
        <p:spPr>
          <a:xfrm>
            <a:off x="7793503" y="4100161"/>
            <a:ext cx="211396" cy="212650"/>
          </a:xfrm>
          <a:prstGeom prst="ellipse">
            <a:avLst/>
          </a:prstGeom>
          <a:ln w="15875">
            <a:solidFill>
              <a:srgbClr val="C00000"/>
            </a:solidFill>
            <a:prstDash val="solid"/>
          </a:ln>
        </p:spPr>
      </p:sp>
      <p:sp>
        <p:nvSpPr>
          <p:cNvPr id="184" name="Text 181"/>
          <p:cNvSpPr/>
          <p:nvPr/>
        </p:nvSpPr>
        <p:spPr>
          <a:xfrm>
            <a:off x="7793503" y="4100161"/>
            <a:ext cx="211396" cy="212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100" dirty="0"/>
          </a:p>
        </p:txBody>
      </p:sp>
      <p:sp>
        <p:nvSpPr>
          <p:cNvPr id="185" name="Shape 182"/>
          <p:cNvSpPr/>
          <p:nvPr/>
        </p:nvSpPr>
        <p:spPr>
          <a:xfrm>
            <a:off x="8176658" y="4665013"/>
            <a:ext cx="211396" cy="212650"/>
          </a:xfrm>
          <a:prstGeom prst="ellipse">
            <a:avLst/>
          </a:prstGeom>
          <a:ln w="15875">
            <a:solidFill>
              <a:srgbClr val="C00000"/>
            </a:solidFill>
            <a:prstDash val="solid"/>
          </a:ln>
        </p:spPr>
      </p:sp>
      <p:sp>
        <p:nvSpPr>
          <p:cNvPr id="186" name="Text 183"/>
          <p:cNvSpPr/>
          <p:nvPr/>
        </p:nvSpPr>
        <p:spPr>
          <a:xfrm>
            <a:off x="8176658" y="4665013"/>
            <a:ext cx="211396" cy="212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100" dirty="0"/>
          </a:p>
        </p:txBody>
      </p:sp>
      <p:sp>
        <p:nvSpPr>
          <p:cNvPr id="187" name="Text 184"/>
          <p:cNvSpPr/>
          <p:nvPr/>
        </p:nvSpPr>
        <p:spPr>
          <a:xfrm>
            <a:off x="8473933" y="2937231"/>
            <a:ext cx="211396" cy="186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l" indent="0" marL="0">
              <a:buNone/>
            </a:pPr>
            <a:r>
              <a:rPr lang="en-US" sz="9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50" dirty="0"/>
          </a:p>
        </p:txBody>
      </p:sp>
      <p:sp>
        <p:nvSpPr>
          <p:cNvPr id="188" name="Text 185"/>
          <p:cNvSpPr/>
          <p:nvPr/>
        </p:nvSpPr>
        <p:spPr>
          <a:xfrm>
            <a:off x="8473933" y="3468856"/>
            <a:ext cx="211396" cy="186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l" indent="0" marL="0">
              <a:buNone/>
            </a:pPr>
            <a:r>
              <a:rPr lang="en-US" sz="9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50" dirty="0"/>
          </a:p>
        </p:txBody>
      </p:sp>
      <p:sp>
        <p:nvSpPr>
          <p:cNvPr id="189" name="Text 186"/>
          <p:cNvSpPr/>
          <p:nvPr/>
        </p:nvSpPr>
        <p:spPr>
          <a:xfrm>
            <a:off x="8473933" y="3993836"/>
            <a:ext cx="211396" cy="186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l" indent="0" marL="0">
              <a:buNone/>
            </a:pPr>
            <a:r>
              <a:rPr lang="en-US" sz="9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50" dirty="0"/>
          </a:p>
        </p:txBody>
      </p:sp>
      <p:sp>
        <p:nvSpPr>
          <p:cNvPr id="190" name="Text 187"/>
          <p:cNvSpPr/>
          <p:nvPr/>
        </p:nvSpPr>
        <p:spPr>
          <a:xfrm>
            <a:off x="8473933" y="4558688"/>
            <a:ext cx="211396" cy="186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l" indent="0" marL="0">
              <a:buNone/>
            </a:pPr>
            <a:r>
              <a:rPr lang="en-US" sz="9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50" dirty="0"/>
          </a:p>
        </p:txBody>
      </p:sp>
      <p:sp>
        <p:nvSpPr>
          <p:cNvPr id="191" name="Shape 188"/>
          <p:cNvSpPr/>
          <p:nvPr/>
        </p:nvSpPr>
        <p:spPr>
          <a:xfrm>
            <a:off x="9359153" y="3016974"/>
            <a:ext cx="383155" cy="279103"/>
          </a:xfrm>
          <a:prstGeom prst="rect">
            <a:avLst/>
          </a:prstGeom>
          <a:solidFill>
            <a:srgbClr val="C1F4ED"/>
          </a:solidFill>
          <a:ln w="12700">
            <a:solidFill>
              <a:srgbClr val="5B9BD5"/>
            </a:solidFill>
            <a:prstDash val="solid"/>
          </a:ln>
        </p:spPr>
      </p:sp>
      <p:sp>
        <p:nvSpPr>
          <p:cNvPr id="192" name="Text 189"/>
          <p:cNvSpPr/>
          <p:nvPr/>
        </p:nvSpPr>
        <p:spPr>
          <a:xfrm>
            <a:off x="9378972" y="3016974"/>
            <a:ext cx="356730" cy="279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8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l" indent="0" marL="0">
              <a:buNone/>
            </a:pPr>
            <a:r>
              <a:rPr lang="en-US" sz="800" b="1" baseline="3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(r)</a:t>
            </a:r>
            <a:endParaRPr lang="en-US" sz="800" dirty="0"/>
          </a:p>
        </p:txBody>
      </p:sp>
      <p:sp>
        <p:nvSpPr>
          <p:cNvPr id="193" name="Shape 190"/>
          <p:cNvSpPr/>
          <p:nvPr/>
        </p:nvSpPr>
        <p:spPr>
          <a:xfrm>
            <a:off x="9359153" y="3548600"/>
            <a:ext cx="383155" cy="279103"/>
          </a:xfrm>
          <a:prstGeom prst="rect">
            <a:avLst/>
          </a:prstGeom>
          <a:solidFill>
            <a:srgbClr val="C1F4ED"/>
          </a:solidFill>
          <a:ln w="12700">
            <a:solidFill>
              <a:srgbClr val="5B9BD5"/>
            </a:solidFill>
            <a:prstDash val="solid"/>
          </a:ln>
        </p:spPr>
      </p:sp>
      <p:sp>
        <p:nvSpPr>
          <p:cNvPr id="194" name="Text 191"/>
          <p:cNvSpPr/>
          <p:nvPr/>
        </p:nvSpPr>
        <p:spPr>
          <a:xfrm>
            <a:off x="9378972" y="3548600"/>
            <a:ext cx="356730" cy="279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8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l" indent="0" marL="0">
              <a:buNone/>
            </a:pPr>
            <a:r>
              <a:rPr lang="en-US" sz="800" b="1" baseline="3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(r)</a:t>
            </a:r>
            <a:endParaRPr lang="en-US" sz="800" dirty="0"/>
          </a:p>
        </p:txBody>
      </p:sp>
      <p:sp>
        <p:nvSpPr>
          <p:cNvPr id="195" name="Shape 192"/>
          <p:cNvSpPr/>
          <p:nvPr/>
        </p:nvSpPr>
        <p:spPr>
          <a:xfrm>
            <a:off x="9359153" y="4066935"/>
            <a:ext cx="383155" cy="279103"/>
          </a:xfrm>
          <a:prstGeom prst="rect">
            <a:avLst/>
          </a:prstGeom>
          <a:solidFill>
            <a:srgbClr val="C1F4ED"/>
          </a:solidFill>
          <a:ln w="12700">
            <a:solidFill>
              <a:srgbClr val="5B9BD5"/>
            </a:solidFill>
            <a:prstDash val="solid"/>
          </a:ln>
        </p:spPr>
      </p:sp>
      <p:sp>
        <p:nvSpPr>
          <p:cNvPr id="196" name="Text 193"/>
          <p:cNvSpPr/>
          <p:nvPr/>
        </p:nvSpPr>
        <p:spPr>
          <a:xfrm>
            <a:off x="9378972" y="4066935"/>
            <a:ext cx="356730" cy="279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8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l" indent="0" marL="0">
              <a:buNone/>
            </a:pPr>
            <a:r>
              <a:rPr lang="en-US" sz="800" b="1" baseline="3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(r)</a:t>
            </a:r>
            <a:endParaRPr lang="en-US" sz="800" dirty="0"/>
          </a:p>
        </p:txBody>
      </p:sp>
      <p:sp>
        <p:nvSpPr>
          <p:cNvPr id="197" name="Shape 194"/>
          <p:cNvSpPr/>
          <p:nvPr/>
        </p:nvSpPr>
        <p:spPr>
          <a:xfrm>
            <a:off x="9359153" y="4625141"/>
            <a:ext cx="383155" cy="279103"/>
          </a:xfrm>
          <a:prstGeom prst="rect">
            <a:avLst/>
          </a:prstGeom>
          <a:solidFill>
            <a:srgbClr val="C1F4ED"/>
          </a:solidFill>
          <a:ln w="12700">
            <a:solidFill>
              <a:srgbClr val="5B9BD5"/>
            </a:solidFill>
            <a:prstDash val="solid"/>
          </a:ln>
        </p:spPr>
      </p:sp>
      <p:sp>
        <p:nvSpPr>
          <p:cNvPr id="198" name="Text 195"/>
          <p:cNvSpPr/>
          <p:nvPr/>
        </p:nvSpPr>
        <p:spPr>
          <a:xfrm>
            <a:off x="9378972" y="4625141"/>
            <a:ext cx="356730" cy="279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buNone/>
            </a:pPr>
            <a:r>
              <a:rPr lang="en-US" sz="800" b="1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algn="l" indent="0" marL="0">
              <a:buNone/>
            </a:pPr>
            <a:r>
              <a:rPr lang="en-US" sz="800" b="1" baseline="3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(r)</a:t>
            </a:r>
            <a:endParaRPr lang="en-US" sz="800" dirty="0"/>
          </a:p>
        </p:txBody>
      </p:sp>
      <p:sp>
        <p:nvSpPr>
          <p:cNvPr id="199" name="Shape 196"/>
          <p:cNvSpPr/>
          <p:nvPr/>
        </p:nvSpPr>
        <p:spPr>
          <a:xfrm>
            <a:off x="10072614" y="2884068"/>
            <a:ext cx="1030555" cy="2179664"/>
          </a:xfrm>
          <a:prstGeom prst="roundRect">
            <a:avLst>
              <a:gd name="adj" fmla="val 6162"/>
            </a:avLst>
          </a:prstGeom>
          <a:solidFill>
            <a:srgbClr val="FFFF00"/>
          </a:solidFill>
          <a:ln w="12700">
            <a:solidFill>
              <a:srgbClr val="00B050"/>
            </a:solidFill>
            <a:prstDash val="dash"/>
          </a:ln>
        </p:spPr>
      </p:sp>
      <p:sp>
        <p:nvSpPr>
          <p:cNvPr id="200" name="Shape 197"/>
          <p:cNvSpPr/>
          <p:nvPr/>
        </p:nvSpPr>
        <p:spPr>
          <a:xfrm>
            <a:off x="10092433" y="3070137"/>
            <a:ext cx="154583" cy="186069"/>
          </a:xfrm>
          <a:prstGeom prst="rect">
            <a:avLst/>
          </a:prstGeom>
          <a:solidFill>
            <a:srgbClr val="FFF3B8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201" name="Shape 198"/>
          <p:cNvSpPr/>
          <p:nvPr/>
        </p:nvSpPr>
        <p:spPr>
          <a:xfrm>
            <a:off x="10260228" y="3070137"/>
            <a:ext cx="154583" cy="186069"/>
          </a:xfrm>
          <a:prstGeom prst="rect">
            <a:avLst/>
          </a:prstGeom>
          <a:solidFill>
            <a:srgbClr val="FDFFD4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202" name="Shape 199"/>
          <p:cNvSpPr/>
          <p:nvPr/>
        </p:nvSpPr>
        <p:spPr>
          <a:xfrm>
            <a:off x="10428023" y="3070137"/>
            <a:ext cx="154583" cy="186069"/>
          </a:xfrm>
          <a:prstGeom prst="rect">
            <a:avLst/>
          </a:prstGeom>
          <a:solidFill>
            <a:srgbClr val="F6F4EC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203" name="Shape 200"/>
          <p:cNvSpPr/>
          <p:nvPr/>
        </p:nvSpPr>
        <p:spPr>
          <a:xfrm>
            <a:off x="10595819" y="3070137"/>
            <a:ext cx="154583" cy="186069"/>
          </a:xfrm>
          <a:prstGeom prst="rect">
            <a:avLst/>
          </a:prstGeom>
          <a:solidFill>
            <a:srgbClr val="EAE4F2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204" name="Shape 201"/>
          <p:cNvSpPr/>
          <p:nvPr/>
        </p:nvSpPr>
        <p:spPr>
          <a:xfrm>
            <a:off x="10763614" y="3070137"/>
            <a:ext cx="154583" cy="186069"/>
          </a:xfrm>
          <a:prstGeom prst="rect">
            <a:avLst/>
          </a:prstGeom>
          <a:solidFill>
            <a:srgbClr val="F2EEF4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205" name="Shape 202"/>
          <p:cNvSpPr/>
          <p:nvPr/>
        </p:nvSpPr>
        <p:spPr>
          <a:xfrm>
            <a:off x="10931410" y="3070137"/>
            <a:ext cx="154583" cy="186069"/>
          </a:xfrm>
          <a:prstGeom prst="rect">
            <a:avLst/>
          </a:prstGeom>
          <a:solidFill>
            <a:srgbClr val="EBDFF2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206" name="Text 203"/>
          <p:cNvSpPr/>
          <p:nvPr/>
        </p:nvSpPr>
        <p:spPr>
          <a:xfrm>
            <a:off x="10442557" y="3030265"/>
            <a:ext cx="264245" cy="212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l" indent="0" marL="0">
              <a:buNone/>
            </a:pPr>
            <a:r>
              <a:rPr lang="en-US" sz="10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07" name="Shape 204"/>
          <p:cNvSpPr/>
          <p:nvPr/>
        </p:nvSpPr>
        <p:spPr>
          <a:xfrm>
            <a:off x="10092433" y="3588472"/>
            <a:ext cx="154583" cy="186069"/>
          </a:xfrm>
          <a:prstGeom prst="rect">
            <a:avLst/>
          </a:prstGeom>
          <a:solidFill>
            <a:srgbClr val="FFF3B8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208" name="Shape 205"/>
          <p:cNvSpPr/>
          <p:nvPr/>
        </p:nvSpPr>
        <p:spPr>
          <a:xfrm>
            <a:off x="10260228" y="3588472"/>
            <a:ext cx="154583" cy="186069"/>
          </a:xfrm>
          <a:prstGeom prst="rect">
            <a:avLst/>
          </a:prstGeom>
          <a:solidFill>
            <a:srgbClr val="FDFFD4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209" name="Shape 206"/>
          <p:cNvSpPr/>
          <p:nvPr/>
        </p:nvSpPr>
        <p:spPr>
          <a:xfrm>
            <a:off x="10428023" y="3588472"/>
            <a:ext cx="154583" cy="186069"/>
          </a:xfrm>
          <a:prstGeom prst="rect">
            <a:avLst/>
          </a:prstGeom>
          <a:solidFill>
            <a:srgbClr val="F6F4EC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210" name="Shape 207"/>
          <p:cNvSpPr/>
          <p:nvPr/>
        </p:nvSpPr>
        <p:spPr>
          <a:xfrm>
            <a:off x="10595819" y="3588472"/>
            <a:ext cx="154583" cy="186069"/>
          </a:xfrm>
          <a:prstGeom prst="rect">
            <a:avLst/>
          </a:prstGeom>
          <a:solidFill>
            <a:srgbClr val="EAE4F2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211" name="Shape 208"/>
          <p:cNvSpPr/>
          <p:nvPr/>
        </p:nvSpPr>
        <p:spPr>
          <a:xfrm>
            <a:off x="10763614" y="3588472"/>
            <a:ext cx="154583" cy="186069"/>
          </a:xfrm>
          <a:prstGeom prst="rect">
            <a:avLst/>
          </a:prstGeom>
          <a:solidFill>
            <a:srgbClr val="F2EEF4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212" name="Shape 209"/>
          <p:cNvSpPr/>
          <p:nvPr/>
        </p:nvSpPr>
        <p:spPr>
          <a:xfrm>
            <a:off x="10931410" y="3588472"/>
            <a:ext cx="154583" cy="186069"/>
          </a:xfrm>
          <a:prstGeom prst="rect">
            <a:avLst/>
          </a:prstGeom>
          <a:solidFill>
            <a:srgbClr val="EBDFF2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213" name="Text 210"/>
          <p:cNvSpPr/>
          <p:nvPr/>
        </p:nvSpPr>
        <p:spPr>
          <a:xfrm>
            <a:off x="10442557" y="3548600"/>
            <a:ext cx="264245" cy="212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l" indent="0" marL="0">
              <a:buNone/>
            </a:pPr>
            <a:r>
              <a:rPr lang="en-US" sz="10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14" name="Shape 211"/>
          <p:cNvSpPr/>
          <p:nvPr/>
        </p:nvSpPr>
        <p:spPr>
          <a:xfrm>
            <a:off x="10092433" y="4120097"/>
            <a:ext cx="154583" cy="186069"/>
          </a:xfrm>
          <a:prstGeom prst="rect">
            <a:avLst/>
          </a:prstGeom>
          <a:solidFill>
            <a:srgbClr val="FFF3B8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215" name="Shape 212"/>
          <p:cNvSpPr/>
          <p:nvPr/>
        </p:nvSpPr>
        <p:spPr>
          <a:xfrm>
            <a:off x="10260228" y="4120097"/>
            <a:ext cx="154583" cy="186069"/>
          </a:xfrm>
          <a:prstGeom prst="rect">
            <a:avLst/>
          </a:prstGeom>
          <a:solidFill>
            <a:srgbClr val="FDFFD4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216" name="Shape 213"/>
          <p:cNvSpPr/>
          <p:nvPr/>
        </p:nvSpPr>
        <p:spPr>
          <a:xfrm>
            <a:off x="10428023" y="4120097"/>
            <a:ext cx="154583" cy="186069"/>
          </a:xfrm>
          <a:prstGeom prst="rect">
            <a:avLst/>
          </a:prstGeom>
          <a:solidFill>
            <a:srgbClr val="F6F4EC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217" name="Shape 214"/>
          <p:cNvSpPr/>
          <p:nvPr/>
        </p:nvSpPr>
        <p:spPr>
          <a:xfrm>
            <a:off x="10595819" y="4120097"/>
            <a:ext cx="154583" cy="186069"/>
          </a:xfrm>
          <a:prstGeom prst="rect">
            <a:avLst/>
          </a:prstGeom>
          <a:solidFill>
            <a:srgbClr val="EAE4F2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218" name="Shape 215"/>
          <p:cNvSpPr/>
          <p:nvPr/>
        </p:nvSpPr>
        <p:spPr>
          <a:xfrm>
            <a:off x="10763614" y="4120097"/>
            <a:ext cx="154583" cy="186069"/>
          </a:xfrm>
          <a:prstGeom prst="rect">
            <a:avLst/>
          </a:prstGeom>
          <a:solidFill>
            <a:srgbClr val="F2EEF4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219" name="Shape 216"/>
          <p:cNvSpPr/>
          <p:nvPr/>
        </p:nvSpPr>
        <p:spPr>
          <a:xfrm>
            <a:off x="10931410" y="4120097"/>
            <a:ext cx="154583" cy="186069"/>
          </a:xfrm>
          <a:prstGeom prst="rect">
            <a:avLst/>
          </a:prstGeom>
          <a:solidFill>
            <a:srgbClr val="EBDFF2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220" name="Text 217"/>
          <p:cNvSpPr/>
          <p:nvPr/>
        </p:nvSpPr>
        <p:spPr>
          <a:xfrm>
            <a:off x="10442557" y="4080225"/>
            <a:ext cx="264245" cy="212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l" indent="0" marL="0">
              <a:buNone/>
            </a:pPr>
            <a:r>
              <a:rPr lang="en-US" sz="10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221" name="Shape 218"/>
          <p:cNvSpPr/>
          <p:nvPr/>
        </p:nvSpPr>
        <p:spPr>
          <a:xfrm>
            <a:off x="10092433" y="4678304"/>
            <a:ext cx="154583" cy="186069"/>
          </a:xfrm>
          <a:prstGeom prst="rect">
            <a:avLst/>
          </a:prstGeom>
          <a:solidFill>
            <a:srgbClr val="FFF3B8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222" name="Shape 219"/>
          <p:cNvSpPr/>
          <p:nvPr/>
        </p:nvSpPr>
        <p:spPr>
          <a:xfrm>
            <a:off x="10260228" y="4678304"/>
            <a:ext cx="154583" cy="186069"/>
          </a:xfrm>
          <a:prstGeom prst="rect">
            <a:avLst/>
          </a:prstGeom>
          <a:solidFill>
            <a:srgbClr val="FDFFD4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223" name="Shape 220"/>
          <p:cNvSpPr/>
          <p:nvPr/>
        </p:nvSpPr>
        <p:spPr>
          <a:xfrm>
            <a:off x="10428023" y="4678304"/>
            <a:ext cx="154583" cy="186069"/>
          </a:xfrm>
          <a:prstGeom prst="rect">
            <a:avLst/>
          </a:prstGeom>
          <a:solidFill>
            <a:srgbClr val="F6F4EC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224" name="Shape 221"/>
          <p:cNvSpPr/>
          <p:nvPr/>
        </p:nvSpPr>
        <p:spPr>
          <a:xfrm>
            <a:off x="10595819" y="4678304"/>
            <a:ext cx="154583" cy="186069"/>
          </a:xfrm>
          <a:prstGeom prst="rect">
            <a:avLst/>
          </a:prstGeom>
          <a:solidFill>
            <a:srgbClr val="EAE4F2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225" name="Shape 222"/>
          <p:cNvSpPr/>
          <p:nvPr/>
        </p:nvSpPr>
        <p:spPr>
          <a:xfrm>
            <a:off x="10763614" y="4678304"/>
            <a:ext cx="154583" cy="186069"/>
          </a:xfrm>
          <a:prstGeom prst="rect">
            <a:avLst/>
          </a:prstGeom>
          <a:solidFill>
            <a:srgbClr val="F2EEF4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226" name="Shape 223"/>
          <p:cNvSpPr/>
          <p:nvPr/>
        </p:nvSpPr>
        <p:spPr>
          <a:xfrm>
            <a:off x="10931410" y="4678304"/>
            <a:ext cx="154583" cy="186069"/>
          </a:xfrm>
          <a:prstGeom prst="rect">
            <a:avLst/>
          </a:prstGeom>
          <a:solidFill>
            <a:srgbClr val="EBDFF2"/>
          </a:solidFill>
          <a:ln w="6350">
            <a:solidFill>
              <a:srgbClr val="E0C8C8"/>
            </a:solidFill>
            <a:prstDash val="solid"/>
          </a:ln>
        </p:spPr>
      </p:sp>
      <p:sp>
        <p:nvSpPr>
          <p:cNvPr id="227" name="Text 224"/>
          <p:cNvSpPr/>
          <p:nvPr/>
        </p:nvSpPr>
        <p:spPr>
          <a:xfrm>
            <a:off x="10442557" y="4638432"/>
            <a:ext cx="264245" cy="212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l" indent="0" marL="0">
              <a:buNone/>
            </a:pPr>
            <a:r>
              <a:rPr lang="en-US" sz="100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228" name="Shape 225"/>
          <p:cNvSpPr/>
          <p:nvPr/>
        </p:nvSpPr>
        <p:spPr>
          <a:xfrm>
            <a:off x="2158483" y="3149881"/>
            <a:ext cx="92486" cy="0"/>
          </a:xfrm>
          <a:prstGeom prst="line">
            <a:avLst/>
          </a:prstGeom>
          <a:noFill/>
          <a:ln w="9525">
            <a:solidFill>
              <a:srgbClr val="8B0000"/>
            </a:solidFill>
            <a:prstDash val="solid"/>
          </a:ln>
        </p:spPr>
      </p:sp>
      <p:sp>
        <p:nvSpPr>
          <p:cNvPr id="229" name="Shape 226"/>
          <p:cNvSpPr/>
          <p:nvPr/>
        </p:nvSpPr>
        <p:spPr>
          <a:xfrm rot="5400000">
            <a:off x="2257575" y="3090073"/>
            <a:ext cx="79273" cy="119616"/>
          </a:xfrm>
          <a:prstGeom prst="triangle">
            <a:avLst/>
          </a:prstGeom>
          <a:solidFill>
            <a:srgbClr val="8B0000"/>
          </a:solidFill>
          <a:ln/>
        </p:spPr>
      </p:sp>
      <p:sp>
        <p:nvSpPr>
          <p:cNvPr id="230" name="Shape 227"/>
          <p:cNvSpPr/>
          <p:nvPr/>
        </p:nvSpPr>
        <p:spPr>
          <a:xfrm>
            <a:off x="2158483" y="3674861"/>
            <a:ext cx="92486" cy="0"/>
          </a:xfrm>
          <a:prstGeom prst="line">
            <a:avLst/>
          </a:prstGeom>
          <a:noFill/>
          <a:ln w="9525">
            <a:solidFill>
              <a:srgbClr val="8B0000"/>
            </a:solidFill>
            <a:prstDash val="solid"/>
          </a:ln>
        </p:spPr>
      </p:sp>
      <p:sp>
        <p:nvSpPr>
          <p:cNvPr id="231" name="Shape 228"/>
          <p:cNvSpPr/>
          <p:nvPr/>
        </p:nvSpPr>
        <p:spPr>
          <a:xfrm rot="5400000">
            <a:off x="2257575" y="3615053"/>
            <a:ext cx="79273" cy="119616"/>
          </a:xfrm>
          <a:prstGeom prst="triangle">
            <a:avLst/>
          </a:prstGeom>
          <a:solidFill>
            <a:srgbClr val="8B0000"/>
          </a:solidFill>
          <a:ln/>
        </p:spPr>
      </p:sp>
      <p:sp>
        <p:nvSpPr>
          <p:cNvPr id="232" name="Shape 229"/>
          <p:cNvSpPr/>
          <p:nvPr/>
        </p:nvSpPr>
        <p:spPr>
          <a:xfrm>
            <a:off x="2158483" y="4199841"/>
            <a:ext cx="92486" cy="0"/>
          </a:xfrm>
          <a:prstGeom prst="line">
            <a:avLst/>
          </a:prstGeom>
          <a:noFill/>
          <a:ln w="9525">
            <a:solidFill>
              <a:srgbClr val="8B0000"/>
            </a:solidFill>
            <a:prstDash val="solid"/>
          </a:ln>
        </p:spPr>
      </p:sp>
      <p:sp>
        <p:nvSpPr>
          <p:cNvPr id="233" name="Shape 230"/>
          <p:cNvSpPr/>
          <p:nvPr/>
        </p:nvSpPr>
        <p:spPr>
          <a:xfrm rot="5400000">
            <a:off x="2257575" y="4140033"/>
            <a:ext cx="79273" cy="119616"/>
          </a:xfrm>
          <a:prstGeom prst="triangle">
            <a:avLst/>
          </a:prstGeom>
          <a:solidFill>
            <a:srgbClr val="8B0000"/>
          </a:solidFill>
          <a:ln/>
        </p:spPr>
      </p:sp>
      <p:sp>
        <p:nvSpPr>
          <p:cNvPr id="234" name="Shape 231"/>
          <p:cNvSpPr/>
          <p:nvPr/>
        </p:nvSpPr>
        <p:spPr>
          <a:xfrm>
            <a:off x="2158483" y="4764693"/>
            <a:ext cx="92486" cy="0"/>
          </a:xfrm>
          <a:prstGeom prst="line">
            <a:avLst/>
          </a:prstGeom>
          <a:noFill/>
          <a:ln w="9525">
            <a:solidFill>
              <a:srgbClr val="8B0000"/>
            </a:solidFill>
            <a:prstDash val="solid"/>
          </a:ln>
        </p:spPr>
      </p:sp>
      <p:sp>
        <p:nvSpPr>
          <p:cNvPr id="235" name="Shape 232"/>
          <p:cNvSpPr/>
          <p:nvPr/>
        </p:nvSpPr>
        <p:spPr>
          <a:xfrm rot="5400000">
            <a:off x="2257575" y="4704885"/>
            <a:ext cx="79273" cy="119616"/>
          </a:xfrm>
          <a:prstGeom prst="triangle">
            <a:avLst/>
          </a:prstGeom>
          <a:solidFill>
            <a:srgbClr val="8B0000"/>
          </a:solidFill>
          <a:ln/>
        </p:spPr>
      </p:sp>
      <p:sp>
        <p:nvSpPr>
          <p:cNvPr id="236" name="Shape 233"/>
          <p:cNvSpPr/>
          <p:nvPr/>
        </p:nvSpPr>
        <p:spPr>
          <a:xfrm>
            <a:off x="2786065" y="3156526"/>
            <a:ext cx="165153" cy="0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237" name="Shape 234"/>
          <p:cNvSpPr/>
          <p:nvPr/>
        </p:nvSpPr>
        <p:spPr>
          <a:xfrm>
            <a:off x="2786065" y="3674861"/>
            <a:ext cx="165153" cy="0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238" name="Shape 235"/>
          <p:cNvSpPr/>
          <p:nvPr/>
        </p:nvSpPr>
        <p:spPr>
          <a:xfrm>
            <a:off x="2786065" y="4199841"/>
            <a:ext cx="165153" cy="0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239" name="Shape 236"/>
          <p:cNvSpPr/>
          <p:nvPr/>
        </p:nvSpPr>
        <p:spPr>
          <a:xfrm>
            <a:off x="2786065" y="4764693"/>
            <a:ext cx="165153" cy="0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240" name="Shape 237"/>
          <p:cNvSpPr/>
          <p:nvPr/>
        </p:nvSpPr>
        <p:spPr>
          <a:xfrm rot="16200000">
            <a:off x="9788551" y="3090073"/>
            <a:ext cx="79273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241" name="Shape 238"/>
          <p:cNvSpPr/>
          <p:nvPr/>
        </p:nvSpPr>
        <p:spPr>
          <a:xfrm rot="16200000">
            <a:off x="9788551" y="3621698"/>
            <a:ext cx="79273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242" name="Shape 239"/>
          <p:cNvSpPr/>
          <p:nvPr/>
        </p:nvSpPr>
        <p:spPr>
          <a:xfrm rot="16200000">
            <a:off x="9788551" y="4146678"/>
            <a:ext cx="79273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243" name="Shape 240"/>
          <p:cNvSpPr/>
          <p:nvPr/>
        </p:nvSpPr>
        <p:spPr>
          <a:xfrm rot="16200000">
            <a:off x="9788551" y="4711530"/>
            <a:ext cx="79273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244" name="Shape 241"/>
          <p:cNvSpPr/>
          <p:nvPr/>
        </p:nvSpPr>
        <p:spPr>
          <a:xfrm rot="5400000">
            <a:off x="6908283" y="3090073"/>
            <a:ext cx="79273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245" name="Shape 242"/>
          <p:cNvSpPr/>
          <p:nvPr/>
        </p:nvSpPr>
        <p:spPr>
          <a:xfrm rot="5400000">
            <a:off x="7298044" y="3621698"/>
            <a:ext cx="79273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246" name="Shape 243"/>
          <p:cNvSpPr/>
          <p:nvPr/>
        </p:nvSpPr>
        <p:spPr>
          <a:xfrm rot="5400000">
            <a:off x="7687805" y="4146678"/>
            <a:ext cx="79273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247" name="Shape 244"/>
          <p:cNvSpPr/>
          <p:nvPr/>
        </p:nvSpPr>
        <p:spPr>
          <a:xfrm rot="5400000">
            <a:off x="8070960" y="4711530"/>
            <a:ext cx="79273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248" name="Shape 245"/>
          <p:cNvSpPr/>
          <p:nvPr/>
        </p:nvSpPr>
        <p:spPr>
          <a:xfrm rot="16200000">
            <a:off x="7258407" y="3090073"/>
            <a:ext cx="79273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249" name="Shape 246"/>
          <p:cNvSpPr/>
          <p:nvPr/>
        </p:nvSpPr>
        <p:spPr>
          <a:xfrm rot="16200000">
            <a:off x="7648168" y="3621698"/>
            <a:ext cx="79273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250" name="Shape 247"/>
          <p:cNvSpPr/>
          <p:nvPr/>
        </p:nvSpPr>
        <p:spPr>
          <a:xfrm rot="16200000">
            <a:off x="8037930" y="4146678"/>
            <a:ext cx="79273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251" name="Shape 248"/>
          <p:cNvSpPr/>
          <p:nvPr/>
        </p:nvSpPr>
        <p:spPr>
          <a:xfrm rot="16200000">
            <a:off x="8421084" y="4711530"/>
            <a:ext cx="79273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252" name="Shape 249"/>
          <p:cNvSpPr/>
          <p:nvPr/>
        </p:nvSpPr>
        <p:spPr>
          <a:xfrm>
            <a:off x="7066830" y="2791034"/>
            <a:ext cx="92486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253" name="Shape 250"/>
          <p:cNvSpPr/>
          <p:nvPr/>
        </p:nvSpPr>
        <p:spPr>
          <a:xfrm>
            <a:off x="7113073" y="2910649"/>
            <a:ext cx="0" cy="119616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254" name="Shape 251"/>
          <p:cNvSpPr/>
          <p:nvPr/>
        </p:nvSpPr>
        <p:spPr>
          <a:xfrm>
            <a:off x="7463197" y="2791034"/>
            <a:ext cx="92486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255" name="Shape 252"/>
          <p:cNvSpPr/>
          <p:nvPr/>
        </p:nvSpPr>
        <p:spPr>
          <a:xfrm>
            <a:off x="7509440" y="2910649"/>
            <a:ext cx="0" cy="651241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256" name="Shape 253"/>
          <p:cNvSpPr/>
          <p:nvPr/>
        </p:nvSpPr>
        <p:spPr>
          <a:xfrm>
            <a:off x="7846352" y="2791034"/>
            <a:ext cx="92486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257" name="Shape 254"/>
          <p:cNvSpPr/>
          <p:nvPr/>
        </p:nvSpPr>
        <p:spPr>
          <a:xfrm>
            <a:off x="7892595" y="2910649"/>
            <a:ext cx="0" cy="1176221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258" name="Shape 255"/>
          <p:cNvSpPr/>
          <p:nvPr/>
        </p:nvSpPr>
        <p:spPr>
          <a:xfrm>
            <a:off x="8229507" y="2791034"/>
            <a:ext cx="92486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259" name="Shape 256"/>
          <p:cNvSpPr/>
          <p:nvPr/>
        </p:nvSpPr>
        <p:spPr>
          <a:xfrm>
            <a:off x="8275750" y="2910649"/>
            <a:ext cx="0" cy="1741073"/>
          </a:xfrm>
          <a:prstGeom prst="line">
            <a:avLst/>
          </a:prstGeom>
          <a:noFill/>
          <a:ln w="6350">
            <a:solidFill>
              <a:srgbClr val="C00000"/>
            </a:solidFill>
            <a:prstDash val="solid"/>
          </a:ln>
        </p:spPr>
      </p:sp>
      <p:sp>
        <p:nvSpPr>
          <p:cNvPr id="260" name="Shape 257"/>
          <p:cNvSpPr/>
          <p:nvPr/>
        </p:nvSpPr>
        <p:spPr>
          <a:xfrm flipV="1">
            <a:off x="3928923" y="5023860"/>
            <a:ext cx="0" cy="465172"/>
          </a:xfrm>
          <a:prstGeom prst="line">
            <a:avLst/>
          </a:prstGeom>
          <a:noFill/>
          <a:ln w="9525">
            <a:solidFill>
              <a:srgbClr val="C00000"/>
            </a:solidFill>
            <a:prstDash val="solid"/>
          </a:ln>
        </p:spPr>
      </p:sp>
      <p:sp>
        <p:nvSpPr>
          <p:cNvPr id="261" name="Shape 258"/>
          <p:cNvSpPr/>
          <p:nvPr/>
        </p:nvSpPr>
        <p:spPr>
          <a:xfrm>
            <a:off x="3882681" y="4884309"/>
            <a:ext cx="92486" cy="119616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262" name="Text 259"/>
          <p:cNvSpPr/>
          <p:nvPr/>
        </p:nvSpPr>
        <p:spPr>
          <a:xfrm>
            <a:off x="3889287" y="5183348"/>
            <a:ext cx="224608" cy="186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pPr algn="l" indent="0" marL="0">
              <a:buNone/>
            </a:pPr>
            <a:r>
              <a:rPr lang="en-US" sz="9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50" dirty="0"/>
          </a:p>
        </p:txBody>
      </p:sp>
      <p:sp>
        <p:nvSpPr>
          <p:cNvPr id="263" name="Shape 260"/>
          <p:cNvSpPr/>
          <p:nvPr/>
        </p:nvSpPr>
        <p:spPr>
          <a:xfrm>
            <a:off x="4087470" y="5236511"/>
            <a:ext cx="72667" cy="146197"/>
          </a:xfrm>
          <a:prstGeom prst="rect">
            <a:avLst/>
          </a:prstGeom>
          <a:solidFill>
            <a:srgbClr val="FDFD96"/>
          </a:solidFill>
          <a:ln w="6350">
            <a:solidFill>
              <a:srgbClr val="D8C8C8"/>
            </a:solidFill>
            <a:prstDash val="solid"/>
          </a:ln>
        </p:spPr>
      </p:sp>
      <p:sp>
        <p:nvSpPr>
          <p:cNvPr id="264" name="Shape 261"/>
          <p:cNvSpPr/>
          <p:nvPr/>
        </p:nvSpPr>
        <p:spPr>
          <a:xfrm>
            <a:off x="4166744" y="5236511"/>
            <a:ext cx="72667" cy="146197"/>
          </a:xfrm>
          <a:prstGeom prst="rect">
            <a:avLst/>
          </a:prstGeom>
          <a:solidFill>
            <a:srgbClr val="F2F7D8"/>
          </a:solidFill>
          <a:ln w="6350">
            <a:solidFill>
              <a:srgbClr val="D8C8C8"/>
            </a:solidFill>
            <a:prstDash val="solid"/>
          </a:ln>
        </p:spPr>
      </p:sp>
      <p:sp>
        <p:nvSpPr>
          <p:cNvPr id="265" name="Shape 262"/>
          <p:cNvSpPr/>
          <p:nvPr/>
        </p:nvSpPr>
        <p:spPr>
          <a:xfrm>
            <a:off x="4246017" y="5236511"/>
            <a:ext cx="72667" cy="146197"/>
          </a:xfrm>
          <a:prstGeom prst="rect">
            <a:avLst/>
          </a:prstGeom>
          <a:solidFill>
            <a:srgbClr val="FFFFFF"/>
          </a:solidFill>
          <a:ln w="6350">
            <a:solidFill>
              <a:srgbClr val="D8C8C8"/>
            </a:solidFill>
            <a:prstDash val="solid"/>
          </a:ln>
        </p:spPr>
      </p:sp>
      <p:sp>
        <p:nvSpPr>
          <p:cNvPr id="266" name="Shape 263"/>
          <p:cNvSpPr/>
          <p:nvPr/>
        </p:nvSpPr>
        <p:spPr>
          <a:xfrm>
            <a:off x="4325291" y="5236511"/>
            <a:ext cx="72667" cy="146197"/>
          </a:xfrm>
          <a:prstGeom prst="rect">
            <a:avLst/>
          </a:prstGeom>
          <a:solidFill>
            <a:srgbClr val="E4E7F6"/>
          </a:solidFill>
          <a:ln w="6350">
            <a:solidFill>
              <a:srgbClr val="D8C8C8"/>
            </a:solidFill>
            <a:prstDash val="solid"/>
          </a:ln>
        </p:spPr>
      </p:sp>
      <p:sp>
        <p:nvSpPr>
          <p:cNvPr id="267" name="Shape 264"/>
          <p:cNvSpPr/>
          <p:nvPr/>
        </p:nvSpPr>
        <p:spPr>
          <a:xfrm>
            <a:off x="3862862" y="5528905"/>
            <a:ext cx="449216" cy="398719"/>
          </a:xfrm>
          <a:prstGeom prst="roundRect">
            <a:avLst>
              <a:gd name="adj" fmla="val 9556"/>
            </a:avLst>
          </a:prstGeom>
          <a:solidFill>
            <a:srgbClr val="FFFFFF"/>
          </a:solidFill>
          <a:ln w="15875">
            <a:solidFill>
              <a:srgbClr val="8B0000"/>
            </a:solidFill>
            <a:prstDash val="solid"/>
          </a:ln>
        </p:spPr>
      </p:sp>
      <p:sp>
        <p:nvSpPr>
          <p:cNvPr id="268" name="Text 265"/>
          <p:cNvSpPr/>
          <p:nvPr/>
        </p:nvSpPr>
        <p:spPr>
          <a:xfrm>
            <a:off x="3862862" y="5528905"/>
            <a:ext cx="449216" cy="3987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ctr" indent="0" marL="0">
              <a:buNone/>
            </a:pPr>
            <a:r>
              <a:rPr lang="en-US" sz="850" b="1" baseline="-40000" dirty="0">
                <a:solidFill>
                  <a:srgbClr val="8B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pPr algn="ctr" indent="0" marL="0">
              <a:buNone/>
            </a:pPr>
            <a:r>
              <a:rPr lang="en-US" sz="850" b="1" baseline="30000" dirty="0">
                <a:solidFill>
                  <a:srgbClr val="8B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(r)</a:t>
            </a:r>
            <a:endParaRPr lang="en-US" sz="850" dirty="0"/>
          </a:p>
        </p:txBody>
      </p:sp>
      <p:sp>
        <p:nvSpPr>
          <p:cNvPr id="269" name="Shape 266"/>
          <p:cNvSpPr/>
          <p:nvPr/>
        </p:nvSpPr>
        <p:spPr>
          <a:xfrm>
            <a:off x="2594487" y="5861170"/>
            <a:ext cx="4095794" cy="744276"/>
          </a:xfrm>
          <a:prstGeom prst="roundRect">
            <a:avLst>
              <a:gd name="adj" fmla="val 37540"/>
            </a:avLst>
          </a:prstGeom>
          <a:solidFill>
            <a:srgbClr val="F5C5FF"/>
          </a:solidFill>
          <a:ln w="12700">
            <a:solidFill>
              <a:srgbClr val="2E7D32"/>
            </a:solidFill>
            <a:prstDash val="dash"/>
          </a:ln>
        </p:spPr>
      </p:sp>
      <p:sp>
        <p:nvSpPr>
          <p:cNvPr id="270" name="Shape 267"/>
          <p:cNvSpPr/>
          <p:nvPr/>
        </p:nvSpPr>
        <p:spPr>
          <a:xfrm>
            <a:off x="2620912" y="6100402"/>
            <a:ext cx="151941" cy="318975"/>
          </a:xfrm>
          <a:prstGeom prst="rect">
            <a:avLst/>
          </a:prstGeom>
          <a:solidFill>
            <a:srgbClr val="FFF0B0"/>
          </a:solidFill>
          <a:ln w="9525">
            <a:solidFill>
              <a:srgbClr val="A87890"/>
            </a:solidFill>
            <a:prstDash val="solid"/>
          </a:ln>
        </p:spPr>
      </p:sp>
      <p:sp>
        <p:nvSpPr>
          <p:cNvPr id="271" name="Shape 268"/>
          <p:cNvSpPr/>
          <p:nvPr/>
        </p:nvSpPr>
        <p:spPr>
          <a:xfrm>
            <a:off x="2772852" y="6100402"/>
            <a:ext cx="151941" cy="318975"/>
          </a:xfrm>
          <a:prstGeom prst="rect">
            <a:avLst/>
          </a:prstGeom>
          <a:solidFill>
            <a:srgbClr val="E8F5C8"/>
          </a:solidFill>
          <a:ln w="9525">
            <a:solidFill>
              <a:srgbClr val="A87890"/>
            </a:solidFill>
            <a:prstDash val="solid"/>
          </a:ln>
        </p:spPr>
      </p:sp>
      <p:sp>
        <p:nvSpPr>
          <p:cNvPr id="272" name="Shape 269"/>
          <p:cNvSpPr/>
          <p:nvPr/>
        </p:nvSpPr>
        <p:spPr>
          <a:xfrm>
            <a:off x="2924793" y="6100402"/>
            <a:ext cx="151941" cy="318975"/>
          </a:xfrm>
          <a:prstGeom prst="rect">
            <a:avLst/>
          </a:prstGeom>
          <a:solidFill>
            <a:srgbClr val="FFFDF6"/>
          </a:solidFill>
          <a:ln w="9525">
            <a:solidFill>
              <a:srgbClr val="A87890"/>
            </a:solidFill>
            <a:prstDash val="solid"/>
          </a:ln>
        </p:spPr>
      </p:sp>
      <p:sp>
        <p:nvSpPr>
          <p:cNvPr id="273" name="Shape 270"/>
          <p:cNvSpPr/>
          <p:nvPr/>
        </p:nvSpPr>
        <p:spPr>
          <a:xfrm>
            <a:off x="3076734" y="6100402"/>
            <a:ext cx="151941" cy="318975"/>
          </a:xfrm>
          <a:prstGeom prst="rect">
            <a:avLst/>
          </a:prstGeom>
          <a:solidFill>
            <a:srgbClr val="F6F4FC"/>
          </a:solidFill>
          <a:ln w="9525">
            <a:solidFill>
              <a:srgbClr val="A87890"/>
            </a:solidFill>
            <a:prstDash val="solid"/>
          </a:ln>
        </p:spPr>
      </p:sp>
      <p:sp>
        <p:nvSpPr>
          <p:cNvPr id="274" name="Shape 271"/>
          <p:cNvSpPr/>
          <p:nvPr/>
        </p:nvSpPr>
        <p:spPr>
          <a:xfrm>
            <a:off x="3228675" y="6100402"/>
            <a:ext cx="151941" cy="318975"/>
          </a:xfrm>
          <a:prstGeom prst="rect">
            <a:avLst/>
          </a:prstGeom>
          <a:solidFill>
            <a:srgbClr val="DDE2F6"/>
          </a:solidFill>
          <a:ln w="9525">
            <a:solidFill>
              <a:srgbClr val="A87890"/>
            </a:solidFill>
            <a:prstDash val="solid"/>
          </a:ln>
        </p:spPr>
      </p:sp>
      <p:sp>
        <p:nvSpPr>
          <p:cNvPr id="275" name="Shape 272"/>
          <p:cNvSpPr/>
          <p:nvPr/>
        </p:nvSpPr>
        <p:spPr>
          <a:xfrm>
            <a:off x="3380615" y="6100402"/>
            <a:ext cx="151941" cy="318975"/>
          </a:xfrm>
          <a:prstGeom prst="rect">
            <a:avLst/>
          </a:prstGeom>
          <a:solidFill>
            <a:srgbClr val="E9ECF8"/>
          </a:solidFill>
          <a:ln w="9525">
            <a:solidFill>
              <a:srgbClr val="A87890"/>
            </a:solidFill>
            <a:prstDash val="solid"/>
          </a:ln>
        </p:spPr>
      </p:sp>
      <p:sp>
        <p:nvSpPr>
          <p:cNvPr id="276" name="Shape 273"/>
          <p:cNvSpPr/>
          <p:nvPr/>
        </p:nvSpPr>
        <p:spPr>
          <a:xfrm>
            <a:off x="3532556" y="6100402"/>
            <a:ext cx="151941" cy="318975"/>
          </a:xfrm>
          <a:prstGeom prst="rect">
            <a:avLst/>
          </a:prstGeom>
          <a:solidFill>
            <a:srgbClr val="F2D8F0"/>
          </a:solidFill>
          <a:ln w="9525">
            <a:solidFill>
              <a:srgbClr val="A87890"/>
            </a:solidFill>
            <a:prstDash val="solid"/>
          </a:ln>
        </p:spPr>
      </p:sp>
      <p:sp>
        <p:nvSpPr>
          <p:cNvPr id="277" name="Text 274"/>
          <p:cNvSpPr/>
          <p:nvPr/>
        </p:nvSpPr>
        <p:spPr>
          <a:xfrm>
            <a:off x="3122977" y="6140274"/>
            <a:ext cx="211396" cy="2259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l" indent="0" marL="0">
              <a:buNone/>
            </a:pPr>
            <a:r>
              <a:rPr lang="en-US" sz="9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50" dirty="0"/>
          </a:p>
        </p:txBody>
      </p:sp>
      <p:sp>
        <p:nvSpPr>
          <p:cNvPr id="278" name="Shape 275"/>
          <p:cNvSpPr/>
          <p:nvPr/>
        </p:nvSpPr>
        <p:spPr>
          <a:xfrm>
            <a:off x="3691103" y="6166855"/>
            <a:ext cx="911644" cy="318975"/>
          </a:xfrm>
          <a:prstGeom prst="rect">
            <a:avLst/>
          </a:prstGeom>
          <a:ln w="12700">
            <a:solidFill>
              <a:srgbClr val="C00000"/>
            </a:solidFill>
            <a:prstDash val="dash"/>
          </a:ln>
        </p:spPr>
      </p:sp>
      <p:sp>
        <p:nvSpPr>
          <p:cNvPr id="279" name="Shape 276"/>
          <p:cNvSpPr/>
          <p:nvPr/>
        </p:nvSpPr>
        <p:spPr>
          <a:xfrm>
            <a:off x="3717528" y="6180146"/>
            <a:ext cx="178365" cy="292394"/>
          </a:xfrm>
          <a:prstGeom prst="rect">
            <a:avLst/>
          </a:prstGeom>
          <a:solidFill>
            <a:srgbClr val="E8A5C8"/>
          </a:solidFill>
          <a:ln w="6350">
            <a:solidFill>
              <a:srgbClr val="8B4789"/>
            </a:solidFill>
            <a:prstDash val="solid"/>
          </a:ln>
        </p:spPr>
      </p:sp>
      <p:sp>
        <p:nvSpPr>
          <p:cNvPr id="280" name="Shape 277"/>
          <p:cNvSpPr/>
          <p:nvPr/>
        </p:nvSpPr>
        <p:spPr>
          <a:xfrm>
            <a:off x="3915711" y="6180146"/>
            <a:ext cx="132122" cy="292394"/>
          </a:xfrm>
          <a:prstGeom prst="rect">
            <a:avLst/>
          </a:prstGeom>
          <a:solidFill>
            <a:srgbClr val="E2ABD2"/>
          </a:solidFill>
          <a:ln w="6350">
            <a:solidFill>
              <a:srgbClr val="8B4789"/>
            </a:solidFill>
            <a:prstDash val="solid"/>
          </a:ln>
        </p:spPr>
      </p:sp>
      <p:sp>
        <p:nvSpPr>
          <p:cNvPr id="281" name="Shape 278"/>
          <p:cNvSpPr/>
          <p:nvPr/>
        </p:nvSpPr>
        <p:spPr>
          <a:xfrm>
            <a:off x="4120501" y="6180146"/>
            <a:ext cx="125516" cy="292394"/>
          </a:xfrm>
          <a:prstGeom prst="rect">
            <a:avLst/>
          </a:prstGeom>
          <a:solidFill>
            <a:srgbClr val="F57DBD"/>
          </a:solidFill>
          <a:ln w="6350">
            <a:solidFill>
              <a:srgbClr val="8B4789"/>
            </a:solidFill>
            <a:prstDash val="solid"/>
          </a:ln>
        </p:spPr>
      </p:sp>
      <p:sp>
        <p:nvSpPr>
          <p:cNvPr id="282" name="Shape 279"/>
          <p:cNvSpPr/>
          <p:nvPr/>
        </p:nvSpPr>
        <p:spPr>
          <a:xfrm>
            <a:off x="4265835" y="6180146"/>
            <a:ext cx="125516" cy="292394"/>
          </a:xfrm>
          <a:prstGeom prst="rect">
            <a:avLst/>
          </a:prstGeom>
          <a:solidFill>
            <a:srgbClr val="DD90D6"/>
          </a:solidFill>
          <a:ln w="6350">
            <a:solidFill>
              <a:srgbClr val="8B4789"/>
            </a:solidFill>
            <a:prstDash val="solid"/>
          </a:ln>
        </p:spPr>
      </p:sp>
      <p:sp>
        <p:nvSpPr>
          <p:cNvPr id="283" name="Shape 280"/>
          <p:cNvSpPr/>
          <p:nvPr/>
        </p:nvSpPr>
        <p:spPr>
          <a:xfrm>
            <a:off x="4404564" y="6180146"/>
            <a:ext cx="191577" cy="292394"/>
          </a:xfrm>
          <a:prstGeom prst="rect">
            <a:avLst/>
          </a:prstGeom>
          <a:solidFill>
            <a:srgbClr val="E491E4"/>
          </a:solidFill>
          <a:ln w="6350">
            <a:solidFill>
              <a:srgbClr val="8B4789"/>
            </a:solidFill>
            <a:prstDash val="solid"/>
          </a:ln>
        </p:spPr>
      </p:sp>
      <p:sp>
        <p:nvSpPr>
          <p:cNvPr id="284" name="Text 281"/>
          <p:cNvSpPr/>
          <p:nvPr/>
        </p:nvSpPr>
        <p:spPr>
          <a:xfrm>
            <a:off x="4047834" y="6193436"/>
            <a:ext cx="264245" cy="2259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l" indent="0" marL="0">
              <a:buNone/>
            </a:pPr>
            <a:r>
              <a:rPr lang="en-US" sz="9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50" dirty="0"/>
          </a:p>
        </p:txBody>
      </p:sp>
      <p:sp>
        <p:nvSpPr>
          <p:cNvPr id="285" name="Shape 282"/>
          <p:cNvSpPr/>
          <p:nvPr/>
        </p:nvSpPr>
        <p:spPr>
          <a:xfrm>
            <a:off x="4668809" y="6100402"/>
            <a:ext cx="155904" cy="318975"/>
          </a:xfrm>
          <a:prstGeom prst="rect">
            <a:avLst/>
          </a:prstGeom>
          <a:solidFill>
            <a:srgbClr val="FFF0B0"/>
          </a:solidFill>
          <a:ln w="9525">
            <a:solidFill>
              <a:srgbClr val="A87890"/>
            </a:solidFill>
            <a:prstDash val="solid"/>
          </a:ln>
        </p:spPr>
      </p:sp>
      <p:sp>
        <p:nvSpPr>
          <p:cNvPr id="286" name="Shape 283"/>
          <p:cNvSpPr/>
          <p:nvPr/>
        </p:nvSpPr>
        <p:spPr>
          <a:xfrm>
            <a:off x="4824713" y="6100402"/>
            <a:ext cx="155904" cy="318975"/>
          </a:xfrm>
          <a:prstGeom prst="rect">
            <a:avLst/>
          </a:prstGeom>
          <a:solidFill>
            <a:srgbClr val="E8F5C8"/>
          </a:solidFill>
          <a:ln w="9525">
            <a:solidFill>
              <a:srgbClr val="A87890"/>
            </a:solidFill>
            <a:prstDash val="solid"/>
          </a:ln>
        </p:spPr>
      </p:sp>
      <p:sp>
        <p:nvSpPr>
          <p:cNvPr id="287" name="Shape 284"/>
          <p:cNvSpPr/>
          <p:nvPr/>
        </p:nvSpPr>
        <p:spPr>
          <a:xfrm>
            <a:off x="4980618" y="6100402"/>
            <a:ext cx="155904" cy="318975"/>
          </a:xfrm>
          <a:prstGeom prst="rect">
            <a:avLst/>
          </a:prstGeom>
          <a:solidFill>
            <a:srgbClr val="FFFDF6"/>
          </a:solidFill>
          <a:ln w="9525">
            <a:solidFill>
              <a:srgbClr val="A87890"/>
            </a:solidFill>
            <a:prstDash val="solid"/>
          </a:ln>
        </p:spPr>
      </p:sp>
      <p:sp>
        <p:nvSpPr>
          <p:cNvPr id="288" name="Shape 285"/>
          <p:cNvSpPr/>
          <p:nvPr/>
        </p:nvSpPr>
        <p:spPr>
          <a:xfrm>
            <a:off x="5136522" y="6100402"/>
            <a:ext cx="155904" cy="318975"/>
          </a:xfrm>
          <a:prstGeom prst="rect">
            <a:avLst/>
          </a:prstGeom>
          <a:solidFill>
            <a:srgbClr val="F6F4FC"/>
          </a:solidFill>
          <a:ln w="9525">
            <a:solidFill>
              <a:srgbClr val="A87890"/>
            </a:solidFill>
            <a:prstDash val="solid"/>
          </a:ln>
        </p:spPr>
      </p:sp>
      <p:sp>
        <p:nvSpPr>
          <p:cNvPr id="289" name="Shape 286"/>
          <p:cNvSpPr/>
          <p:nvPr/>
        </p:nvSpPr>
        <p:spPr>
          <a:xfrm>
            <a:off x="5292426" y="6100402"/>
            <a:ext cx="155904" cy="318975"/>
          </a:xfrm>
          <a:prstGeom prst="rect">
            <a:avLst/>
          </a:prstGeom>
          <a:solidFill>
            <a:srgbClr val="DDE2F6"/>
          </a:solidFill>
          <a:ln w="9525">
            <a:solidFill>
              <a:srgbClr val="A87890"/>
            </a:solidFill>
            <a:prstDash val="solid"/>
          </a:ln>
        </p:spPr>
      </p:sp>
      <p:sp>
        <p:nvSpPr>
          <p:cNvPr id="290" name="Shape 287"/>
          <p:cNvSpPr/>
          <p:nvPr/>
        </p:nvSpPr>
        <p:spPr>
          <a:xfrm>
            <a:off x="5448331" y="6100402"/>
            <a:ext cx="155904" cy="318975"/>
          </a:xfrm>
          <a:prstGeom prst="rect">
            <a:avLst/>
          </a:prstGeom>
          <a:solidFill>
            <a:srgbClr val="E9ECF8"/>
          </a:solidFill>
          <a:ln w="9525">
            <a:solidFill>
              <a:srgbClr val="A87890"/>
            </a:solidFill>
            <a:prstDash val="solid"/>
          </a:ln>
        </p:spPr>
      </p:sp>
      <p:sp>
        <p:nvSpPr>
          <p:cNvPr id="291" name="Text 288"/>
          <p:cNvSpPr/>
          <p:nvPr/>
        </p:nvSpPr>
        <p:spPr>
          <a:xfrm>
            <a:off x="4985902" y="6140274"/>
            <a:ext cx="211396" cy="2259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l" indent="0" marL="0">
              <a:buNone/>
            </a:pPr>
            <a:r>
              <a:rPr lang="en-US" sz="9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50" dirty="0"/>
          </a:p>
        </p:txBody>
      </p:sp>
      <p:sp>
        <p:nvSpPr>
          <p:cNvPr id="292" name="Shape 289"/>
          <p:cNvSpPr/>
          <p:nvPr/>
        </p:nvSpPr>
        <p:spPr>
          <a:xfrm>
            <a:off x="5633302" y="6100402"/>
            <a:ext cx="158547" cy="318975"/>
          </a:xfrm>
          <a:prstGeom prst="rect">
            <a:avLst/>
          </a:prstGeom>
          <a:solidFill>
            <a:srgbClr val="FFF0B0"/>
          </a:solidFill>
          <a:ln w="9525">
            <a:solidFill>
              <a:srgbClr val="A87890"/>
            </a:solidFill>
            <a:prstDash val="solid"/>
          </a:ln>
        </p:spPr>
      </p:sp>
      <p:sp>
        <p:nvSpPr>
          <p:cNvPr id="293" name="Shape 290"/>
          <p:cNvSpPr/>
          <p:nvPr/>
        </p:nvSpPr>
        <p:spPr>
          <a:xfrm>
            <a:off x="5791849" y="6100402"/>
            <a:ext cx="158547" cy="318975"/>
          </a:xfrm>
          <a:prstGeom prst="rect">
            <a:avLst/>
          </a:prstGeom>
          <a:solidFill>
            <a:srgbClr val="E8F5C8"/>
          </a:solidFill>
          <a:ln w="9525">
            <a:solidFill>
              <a:srgbClr val="A87890"/>
            </a:solidFill>
            <a:prstDash val="solid"/>
          </a:ln>
        </p:spPr>
      </p:sp>
      <p:sp>
        <p:nvSpPr>
          <p:cNvPr id="294" name="Shape 291"/>
          <p:cNvSpPr/>
          <p:nvPr/>
        </p:nvSpPr>
        <p:spPr>
          <a:xfrm>
            <a:off x="5950396" y="6100402"/>
            <a:ext cx="158547" cy="318975"/>
          </a:xfrm>
          <a:prstGeom prst="rect">
            <a:avLst/>
          </a:prstGeom>
          <a:solidFill>
            <a:srgbClr val="FFFDF6"/>
          </a:solidFill>
          <a:ln w="9525">
            <a:solidFill>
              <a:srgbClr val="A87890"/>
            </a:solidFill>
            <a:prstDash val="solid"/>
          </a:ln>
        </p:spPr>
      </p:sp>
      <p:sp>
        <p:nvSpPr>
          <p:cNvPr id="295" name="Shape 292"/>
          <p:cNvSpPr/>
          <p:nvPr/>
        </p:nvSpPr>
        <p:spPr>
          <a:xfrm>
            <a:off x="6108943" y="6100402"/>
            <a:ext cx="158547" cy="318975"/>
          </a:xfrm>
          <a:prstGeom prst="rect">
            <a:avLst/>
          </a:prstGeom>
          <a:solidFill>
            <a:srgbClr val="F6F4FC"/>
          </a:solidFill>
          <a:ln w="9525">
            <a:solidFill>
              <a:srgbClr val="A87890"/>
            </a:solidFill>
            <a:prstDash val="solid"/>
          </a:ln>
        </p:spPr>
      </p:sp>
      <p:sp>
        <p:nvSpPr>
          <p:cNvPr id="296" name="Shape 293"/>
          <p:cNvSpPr/>
          <p:nvPr/>
        </p:nvSpPr>
        <p:spPr>
          <a:xfrm>
            <a:off x="6267490" y="6100402"/>
            <a:ext cx="158547" cy="318975"/>
          </a:xfrm>
          <a:prstGeom prst="rect">
            <a:avLst/>
          </a:prstGeom>
          <a:solidFill>
            <a:srgbClr val="DDE2F6"/>
          </a:solidFill>
          <a:ln w="9525">
            <a:solidFill>
              <a:srgbClr val="A87890"/>
            </a:solidFill>
            <a:prstDash val="solid"/>
          </a:ln>
        </p:spPr>
      </p:sp>
      <p:sp>
        <p:nvSpPr>
          <p:cNvPr id="297" name="Shape 294"/>
          <p:cNvSpPr/>
          <p:nvPr/>
        </p:nvSpPr>
        <p:spPr>
          <a:xfrm>
            <a:off x="6426036" y="6100402"/>
            <a:ext cx="158547" cy="318975"/>
          </a:xfrm>
          <a:prstGeom prst="rect">
            <a:avLst/>
          </a:prstGeom>
          <a:solidFill>
            <a:srgbClr val="E9ECF8"/>
          </a:solidFill>
          <a:ln w="9525">
            <a:solidFill>
              <a:srgbClr val="A87890"/>
            </a:solidFill>
            <a:prstDash val="solid"/>
          </a:ln>
        </p:spPr>
      </p:sp>
      <p:sp>
        <p:nvSpPr>
          <p:cNvPr id="298" name="Text 295"/>
          <p:cNvSpPr/>
          <p:nvPr/>
        </p:nvSpPr>
        <p:spPr>
          <a:xfrm>
            <a:off x="5950396" y="6140274"/>
            <a:ext cx="211396" cy="2259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</a:t>
            </a:r>
            <a:pPr algn="l" indent="0" marL="0">
              <a:buNone/>
            </a:pPr>
            <a:r>
              <a:rPr lang="en-US" sz="950" b="1" baseline="-4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50" dirty="0"/>
          </a:p>
        </p:txBody>
      </p:sp>
      <p:sp>
        <p:nvSpPr>
          <p:cNvPr id="299" name="Shape 296"/>
          <p:cNvSpPr/>
          <p:nvPr/>
        </p:nvSpPr>
        <p:spPr>
          <a:xfrm flipH="1">
            <a:off x="3704315" y="6505766"/>
            <a:ext cx="303881" cy="159488"/>
          </a:xfrm>
          <a:prstGeom prst="rtTriangle">
            <a:avLst/>
          </a:prstGeom>
          <a:solidFill>
            <a:srgbClr val="C00000"/>
          </a:solidFill>
          <a:ln/>
        </p:spPr>
      </p:sp>
      <p:sp>
        <p:nvSpPr>
          <p:cNvPr id="300" name="Shape 297"/>
          <p:cNvSpPr/>
          <p:nvPr/>
        </p:nvSpPr>
        <p:spPr>
          <a:xfrm>
            <a:off x="6835616" y="6060530"/>
            <a:ext cx="1638318" cy="505044"/>
          </a:xfrm>
          <a:prstGeom prst="roundRect">
            <a:avLst>
              <a:gd name="adj" fmla="val 7544"/>
            </a:avLst>
          </a:prstGeom>
          <a:solidFill>
            <a:srgbClr val="FFFFFF"/>
          </a:solidFill>
          <a:ln w="9525">
            <a:solidFill>
              <a:srgbClr val="E8A0D8"/>
            </a:solidFill>
            <a:prstDash val="solid"/>
          </a:ln>
        </p:spPr>
      </p:sp>
      <p:sp>
        <p:nvSpPr>
          <p:cNvPr id="301" name="Text 298"/>
          <p:cNvSpPr/>
          <p:nvPr/>
        </p:nvSpPr>
        <p:spPr>
          <a:xfrm>
            <a:off x="6835616" y="6126983"/>
            <a:ext cx="1638318" cy="372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CC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Decoder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CC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 Attention Layer</a:t>
            </a:r>
            <a:endParaRPr lang="en-US" sz="950" dirty="0"/>
          </a:p>
        </p:txBody>
      </p:sp>
      <p:sp>
        <p:nvSpPr>
          <p:cNvPr id="302" name="Shape 299"/>
          <p:cNvSpPr/>
          <p:nvPr/>
        </p:nvSpPr>
        <p:spPr>
          <a:xfrm>
            <a:off x="8434297" y="6087111"/>
            <a:ext cx="581338" cy="451882"/>
          </a:xfrm>
          <a:prstGeom prst="leftArrow">
            <a:avLst/>
          </a:prstGeom>
          <a:solidFill>
            <a:srgbClr val="FFFFFF"/>
          </a:solidFill>
          <a:ln w="9525">
            <a:solidFill>
              <a:srgbClr val="C8C4E8"/>
            </a:solidFill>
            <a:prstDash val="solid"/>
          </a:ln>
        </p:spPr>
      </p:sp>
      <p:sp>
        <p:nvSpPr>
          <p:cNvPr id="303" name="Shape 300"/>
          <p:cNvSpPr/>
          <p:nvPr/>
        </p:nvSpPr>
        <p:spPr>
          <a:xfrm>
            <a:off x="9478064" y="5648520"/>
            <a:ext cx="2153595" cy="1063251"/>
          </a:xfrm>
          <a:prstGeom prst="roundRect">
            <a:avLst>
              <a:gd name="adj" fmla="val 5972"/>
            </a:avLst>
          </a:prstGeom>
          <a:solidFill>
            <a:srgbClr val="E6FEE8"/>
          </a:solidFill>
          <a:ln w="12700">
            <a:solidFill>
              <a:srgbClr val="92D050"/>
            </a:solidFill>
            <a:prstDash val="dash"/>
          </a:ln>
        </p:spPr>
      </p:sp>
      <p:sp>
        <p:nvSpPr>
          <p:cNvPr id="304" name="Shape 301"/>
          <p:cNvSpPr/>
          <p:nvPr/>
        </p:nvSpPr>
        <p:spPr>
          <a:xfrm>
            <a:off x="9689459" y="5887752"/>
            <a:ext cx="73989" cy="172778"/>
          </a:xfrm>
          <a:prstGeom prst="rect">
            <a:avLst/>
          </a:prstGeom>
          <a:solidFill>
            <a:srgbClr val="FDFD96"/>
          </a:solidFill>
          <a:ln w="6350">
            <a:solidFill>
              <a:srgbClr val="C8B890"/>
            </a:solidFill>
            <a:prstDash val="solid"/>
          </a:ln>
        </p:spPr>
      </p:sp>
      <p:sp>
        <p:nvSpPr>
          <p:cNvPr id="305" name="Shape 302"/>
          <p:cNvSpPr/>
          <p:nvPr/>
        </p:nvSpPr>
        <p:spPr>
          <a:xfrm>
            <a:off x="9772696" y="5887752"/>
            <a:ext cx="73989" cy="172778"/>
          </a:xfrm>
          <a:prstGeom prst="rect">
            <a:avLst/>
          </a:prstGeom>
          <a:solidFill>
            <a:srgbClr val="FFD9EC"/>
          </a:solidFill>
          <a:ln w="6350">
            <a:solidFill>
              <a:srgbClr val="C8B890"/>
            </a:solidFill>
            <a:prstDash val="solid"/>
          </a:ln>
        </p:spPr>
      </p:sp>
      <p:sp>
        <p:nvSpPr>
          <p:cNvPr id="306" name="Shape 303"/>
          <p:cNvSpPr/>
          <p:nvPr/>
        </p:nvSpPr>
        <p:spPr>
          <a:xfrm>
            <a:off x="9855934" y="5887752"/>
            <a:ext cx="73989" cy="172778"/>
          </a:xfrm>
          <a:prstGeom prst="rect">
            <a:avLst/>
          </a:prstGeom>
          <a:solidFill>
            <a:srgbClr val="FFF8F4"/>
          </a:solidFill>
          <a:ln w="6350">
            <a:solidFill>
              <a:srgbClr val="C8B890"/>
            </a:solidFill>
            <a:prstDash val="solid"/>
          </a:ln>
        </p:spPr>
      </p:sp>
      <p:sp>
        <p:nvSpPr>
          <p:cNvPr id="307" name="Shape 304"/>
          <p:cNvSpPr/>
          <p:nvPr/>
        </p:nvSpPr>
        <p:spPr>
          <a:xfrm>
            <a:off x="9939171" y="5887752"/>
            <a:ext cx="73989" cy="172778"/>
          </a:xfrm>
          <a:prstGeom prst="rect">
            <a:avLst/>
          </a:prstGeom>
          <a:solidFill>
            <a:srgbClr val="FFD9EC"/>
          </a:solidFill>
          <a:ln w="6350">
            <a:solidFill>
              <a:srgbClr val="C8B890"/>
            </a:solidFill>
            <a:prstDash val="solid"/>
          </a:ln>
        </p:spPr>
      </p:sp>
      <p:sp>
        <p:nvSpPr>
          <p:cNvPr id="308" name="Shape 305"/>
          <p:cNvSpPr/>
          <p:nvPr/>
        </p:nvSpPr>
        <p:spPr>
          <a:xfrm>
            <a:off x="10022408" y="5887752"/>
            <a:ext cx="73989" cy="172778"/>
          </a:xfrm>
          <a:prstGeom prst="rect">
            <a:avLst/>
          </a:prstGeom>
          <a:solidFill>
            <a:srgbClr val="DCD8F2"/>
          </a:solidFill>
          <a:ln w="6350">
            <a:solidFill>
              <a:srgbClr val="C8B890"/>
            </a:solidFill>
            <a:prstDash val="solid"/>
          </a:ln>
        </p:spPr>
      </p:sp>
      <p:sp>
        <p:nvSpPr>
          <p:cNvPr id="309" name="Shape 306"/>
          <p:cNvSpPr/>
          <p:nvPr/>
        </p:nvSpPr>
        <p:spPr>
          <a:xfrm>
            <a:off x="10105645" y="5887752"/>
            <a:ext cx="73989" cy="172778"/>
          </a:xfrm>
          <a:prstGeom prst="rect">
            <a:avLst/>
          </a:prstGeom>
          <a:solidFill>
            <a:srgbClr val="FFD9EC"/>
          </a:solidFill>
          <a:ln w="6350">
            <a:solidFill>
              <a:srgbClr val="C8B890"/>
            </a:solidFill>
            <a:prstDash val="solid"/>
          </a:ln>
        </p:spPr>
      </p:sp>
      <p:sp>
        <p:nvSpPr>
          <p:cNvPr id="310" name="Shape 307"/>
          <p:cNvSpPr/>
          <p:nvPr/>
        </p:nvSpPr>
        <p:spPr>
          <a:xfrm>
            <a:off x="10891773" y="5887752"/>
            <a:ext cx="73989" cy="172778"/>
          </a:xfrm>
          <a:prstGeom prst="rect">
            <a:avLst/>
          </a:prstGeom>
          <a:solidFill>
            <a:srgbClr val="FDFD96"/>
          </a:solidFill>
          <a:ln w="6350">
            <a:solidFill>
              <a:srgbClr val="C8B890"/>
            </a:solidFill>
            <a:prstDash val="solid"/>
          </a:ln>
        </p:spPr>
      </p:sp>
      <p:sp>
        <p:nvSpPr>
          <p:cNvPr id="311" name="Shape 308"/>
          <p:cNvSpPr/>
          <p:nvPr/>
        </p:nvSpPr>
        <p:spPr>
          <a:xfrm>
            <a:off x="10975010" y="5887752"/>
            <a:ext cx="73989" cy="172778"/>
          </a:xfrm>
          <a:prstGeom prst="rect">
            <a:avLst/>
          </a:prstGeom>
          <a:solidFill>
            <a:srgbClr val="FFD9EC"/>
          </a:solidFill>
          <a:ln w="6350">
            <a:solidFill>
              <a:srgbClr val="C8B890"/>
            </a:solidFill>
            <a:prstDash val="solid"/>
          </a:ln>
        </p:spPr>
      </p:sp>
      <p:sp>
        <p:nvSpPr>
          <p:cNvPr id="312" name="Shape 309"/>
          <p:cNvSpPr/>
          <p:nvPr/>
        </p:nvSpPr>
        <p:spPr>
          <a:xfrm>
            <a:off x="11058247" y="5887752"/>
            <a:ext cx="73989" cy="172778"/>
          </a:xfrm>
          <a:prstGeom prst="rect">
            <a:avLst/>
          </a:prstGeom>
          <a:solidFill>
            <a:srgbClr val="FFF8F4"/>
          </a:solidFill>
          <a:ln w="6350">
            <a:solidFill>
              <a:srgbClr val="C8B890"/>
            </a:solidFill>
            <a:prstDash val="solid"/>
          </a:ln>
        </p:spPr>
      </p:sp>
      <p:sp>
        <p:nvSpPr>
          <p:cNvPr id="313" name="Shape 310"/>
          <p:cNvSpPr/>
          <p:nvPr/>
        </p:nvSpPr>
        <p:spPr>
          <a:xfrm>
            <a:off x="11141484" y="5887752"/>
            <a:ext cx="73989" cy="172778"/>
          </a:xfrm>
          <a:prstGeom prst="rect">
            <a:avLst/>
          </a:prstGeom>
          <a:solidFill>
            <a:srgbClr val="FFD9EC"/>
          </a:solidFill>
          <a:ln w="6350">
            <a:solidFill>
              <a:srgbClr val="C8B890"/>
            </a:solidFill>
            <a:prstDash val="solid"/>
          </a:ln>
        </p:spPr>
      </p:sp>
      <p:sp>
        <p:nvSpPr>
          <p:cNvPr id="314" name="Shape 311"/>
          <p:cNvSpPr/>
          <p:nvPr/>
        </p:nvSpPr>
        <p:spPr>
          <a:xfrm>
            <a:off x="11224721" y="5887752"/>
            <a:ext cx="73989" cy="172778"/>
          </a:xfrm>
          <a:prstGeom prst="rect">
            <a:avLst/>
          </a:prstGeom>
          <a:solidFill>
            <a:srgbClr val="DCD8F2"/>
          </a:solidFill>
          <a:ln w="6350">
            <a:solidFill>
              <a:srgbClr val="C8B890"/>
            </a:solidFill>
            <a:prstDash val="solid"/>
          </a:ln>
        </p:spPr>
      </p:sp>
      <p:sp>
        <p:nvSpPr>
          <p:cNvPr id="315" name="Shape 312"/>
          <p:cNvSpPr/>
          <p:nvPr/>
        </p:nvSpPr>
        <p:spPr>
          <a:xfrm>
            <a:off x="11307959" y="5887752"/>
            <a:ext cx="73989" cy="172778"/>
          </a:xfrm>
          <a:prstGeom prst="rect">
            <a:avLst/>
          </a:prstGeom>
          <a:solidFill>
            <a:srgbClr val="FFD9EC"/>
          </a:solidFill>
          <a:ln w="6350">
            <a:solidFill>
              <a:srgbClr val="C8B890"/>
            </a:solidFill>
            <a:prstDash val="solid"/>
          </a:ln>
        </p:spPr>
      </p:sp>
      <p:sp>
        <p:nvSpPr>
          <p:cNvPr id="316" name="Text 313"/>
          <p:cNvSpPr/>
          <p:nvPr/>
        </p:nvSpPr>
        <p:spPr>
          <a:xfrm>
            <a:off x="9689459" y="6087111"/>
            <a:ext cx="502065" cy="1329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1×d</a:t>
            </a:r>
            <a:endParaRPr lang="en-US" sz="800" dirty="0"/>
          </a:p>
        </p:txBody>
      </p:sp>
      <p:sp>
        <p:nvSpPr>
          <p:cNvPr id="317" name="Shape 314"/>
          <p:cNvSpPr/>
          <p:nvPr/>
        </p:nvSpPr>
        <p:spPr>
          <a:xfrm>
            <a:off x="10217949" y="5927624"/>
            <a:ext cx="462428" cy="385428"/>
          </a:xfrm>
          <a:prstGeom prst="rect">
            <a:avLst/>
          </a:prstGeom>
          <a:solidFill>
            <a:srgbClr val="FDFFCE"/>
          </a:solidFill>
          <a:ln w="12700">
            <a:solidFill>
              <a:srgbClr val="A0522D"/>
            </a:solidFill>
            <a:prstDash val="solid"/>
          </a:ln>
        </p:spPr>
      </p:sp>
      <p:sp>
        <p:nvSpPr>
          <p:cNvPr id="318" name="Text 315"/>
          <p:cNvSpPr/>
          <p:nvPr/>
        </p:nvSpPr>
        <p:spPr>
          <a:xfrm>
            <a:off x="10217949" y="5927624"/>
            <a:ext cx="462428" cy="3854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1100" dirty="0"/>
          </a:p>
        </p:txBody>
      </p:sp>
      <p:sp>
        <p:nvSpPr>
          <p:cNvPr id="319" name="Text 316"/>
          <p:cNvSpPr/>
          <p:nvPr/>
        </p:nvSpPr>
        <p:spPr>
          <a:xfrm>
            <a:off x="10733226" y="6087111"/>
            <a:ext cx="171759" cy="212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B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1300" dirty="0"/>
          </a:p>
        </p:txBody>
      </p:sp>
      <p:sp>
        <p:nvSpPr>
          <p:cNvPr id="320" name="Text 317"/>
          <p:cNvSpPr/>
          <p:nvPr/>
        </p:nvSpPr>
        <p:spPr>
          <a:xfrm>
            <a:off x="10270798" y="6352924"/>
            <a:ext cx="502065" cy="1329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d×d</a:t>
            </a:r>
            <a:endParaRPr lang="en-US" sz="800" dirty="0"/>
          </a:p>
        </p:txBody>
      </p:sp>
      <p:sp>
        <p:nvSpPr>
          <p:cNvPr id="321" name="Text 318"/>
          <p:cNvSpPr/>
          <p:nvPr/>
        </p:nvSpPr>
        <p:spPr>
          <a:xfrm>
            <a:off x="11142806" y="6100402"/>
            <a:ext cx="343518" cy="159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1×d</a:t>
            </a:r>
            <a:endParaRPr lang="en-US" sz="800" dirty="0"/>
          </a:p>
        </p:txBody>
      </p:sp>
      <p:sp>
        <p:nvSpPr>
          <p:cNvPr id="322" name="Text 319"/>
          <p:cNvSpPr/>
          <p:nvPr/>
        </p:nvSpPr>
        <p:spPr>
          <a:xfrm>
            <a:off x="9874431" y="6419377"/>
            <a:ext cx="1321224" cy="1461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C1F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d: Embedding Length</a:t>
            </a:r>
            <a:endParaRPr lang="en-US" sz="8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71500"/>
            <a:ext cx="11137900" cy="6286500"/>
          </a:xfrm>
          <a:prstGeom prst="rect">
            <a:avLst/>
          </a:prstGeom>
          <a:solidFill>
            <a:srgbClr val="E9E9E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940560" y="4006850"/>
            <a:ext cx="8812530" cy="1717040"/>
          </a:xfrm>
          <a:prstGeom prst="rect">
            <a:avLst/>
          </a:prstGeom>
          <a:solidFill>
            <a:srgbClr val="E2FFE3"/>
          </a:solidFill>
          <a:ln w="19050">
            <a:solidFill>
              <a:srgbClr val="00A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H="1" flipV="1">
            <a:off x="2432050" y="4464050"/>
            <a:ext cx="2620010" cy="982980"/>
          </a:xfrm>
          <a:prstGeom prst="line">
            <a:avLst/>
          </a:prstGeom>
          <a:noFill/>
          <a:ln w="6350">
            <a:solidFill>
              <a:srgbClr val="3366C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H="1" flipV="1">
            <a:off x="2953385" y="4464050"/>
            <a:ext cx="2098675" cy="982980"/>
          </a:xfrm>
          <a:prstGeom prst="line">
            <a:avLst/>
          </a:prstGeom>
          <a:noFill/>
          <a:ln w="6350">
            <a:solidFill>
              <a:srgbClr val="3366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 flipV="1">
            <a:off x="3474720" y="4464050"/>
            <a:ext cx="1577340" cy="982980"/>
          </a:xfrm>
          <a:prstGeom prst="line">
            <a:avLst/>
          </a:prstGeom>
          <a:noFill/>
          <a:ln w="6350">
            <a:solidFill>
              <a:srgbClr val="3366C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H="1" flipV="1">
            <a:off x="3996055" y="4464050"/>
            <a:ext cx="1056005" cy="982980"/>
          </a:xfrm>
          <a:prstGeom prst="line">
            <a:avLst/>
          </a:prstGeom>
          <a:noFill/>
          <a:ln w="6350">
            <a:solidFill>
              <a:srgbClr val="3366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 flipV="1">
            <a:off x="4517390" y="4464050"/>
            <a:ext cx="534670" cy="982980"/>
          </a:xfrm>
          <a:prstGeom prst="line">
            <a:avLst/>
          </a:prstGeom>
          <a:noFill/>
          <a:ln w="6350">
            <a:solidFill>
              <a:srgbClr val="3366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 flipV="1">
            <a:off x="5038725" y="4464050"/>
            <a:ext cx="13335" cy="982980"/>
          </a:xfrm>
          <a:prstGeom prst="line">
            <a:avLst/>
          </a:prstGeom>
          <a:noFill/>
          <a:ln w="6350">
            <a:solidFill>
              <a:srgbClr val="3366C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5052060" y="4464050"/>
            <a:ext cx="508000" cy="982980"/>
          </a:xfrm>
          <a:prstGeom prst="line">
            <a:avLst/>
          </a:prstGeom>
          <a:noFill/>
          <a:ln w="6350">
            <a:solidFill>
              <a:srgbClr val="3366C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5052060" y="4464050"/>
            <a:ext cx="1029335" cy="982980"/>
          </a:xfrm>
          <a:prstGeom prst="line">
            <a:avLst/>
          </a:prstGeom>
          <a:noFill/>
          <a:ln w="6350">
            <a:solidFill>
              <a:srgbClr val="3366C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5052060" y="4464050"/>
            <a:ext cx="1550670" cy="982980"/>
          </a:xfrm>
          <a:prstGeom prst="line">
            <a:avLst/>
          </a:prstGeom>
          <a:noFill/>
          <a:ln w="6350">
            <a:solidFill>
              <a:srgbClr val="3366C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5052060" y="4464050"/>
            <a:ext cx="2072005" cy="982980"/>
          </a:xfrm>
          <a:prstGeom prst="line">
            <a:avLst/>
          </a:prstGeom>
          <a:noFill/>
          <a:ln w="6350">
            <a:solidFill>
              <a:srgbClr val="3366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5052060" y="4464050"/>
            <a:ext cx="2593340" cy="982980"/>
          </a:xfrm>
          <a:prstGeom prst="line">
            <a:avLst/>
          </a:prstGeom>
          <a:noFill/>
          <a:ln w="6350">
            <a:solidFill>
              <a:srgbClr val="3366C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5052060" y="4464050"/>
            <a:ext cx="3114675" cy="982980"/>
          </a:xfrm>
          <a:prstGeom prst="line">
            <a:avLst/>
          </a:prstGeom>
          <a:noFill/>
          <a:ln w="6350">
            <a:solidFill>
              <a:srgbClr val="3366C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5052060" y="4464050"/>
            <a:ext cx="3636010" cy="982980"/>
          </a:xfrm>
          <a:prstGeom prst="line">
            <a:avLst/>
          </a:prstGeom>
          <a:noFill/>
          <a:ln w="6350">
            <a:solidFill>
              <a:srgbClr val="3366C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5052060" y="4464050"/>
            <a:ext cx="4157345" cy="982980"/>
          </a:xfrm>
          <a:prstGeom prst="line">
            <a:avLst/>
          </a:prstGeom>
          <a:noFill/>
          <a:ln w="6350">
            <a:solidFill>
              <a:srgbClr val="3366C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5052060" y="4464050"/>
            <a:ext cx="4678680" cy="982980"/>
          </a:xfrm>
          <a:prstGeom prst="line">
            <a:avLst/>
          </a:prstGeom>
          <a:noFill/>
          <a:ln w="6350">
            <a:solidFill>
              <a:srgbClr val="3366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5052060" y="4464050"/>
            <a:ext cx="5200015" cy="982980"/>
          </a:xfrm>
          <a:prstGeom prst="line">
            <a:avLst/>
          </a:prstGeom>
          <a:noFill/>
          <a:ln w="6350">
            <a:solidFill>
              <a:srgbClr val="3366C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H="1" flipV="1">
            <a:off x="2432050" y="4464050"/>
            <a:ext cx="3247390" cy="982980"/>
          </a:xfrm>
          <a:prstGeom prst="line">
            <a:avLst/>
          </a:prstGeom>
          <a:noFill/>
          <a:ln w="6350">
            <a:solidFill>
              <a:srgbClr val="3366C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H="1" flipV="1">
            <a:off x="2953385" y="4464050"/>
            <a:ext cx="2726055" cy="982980"/>
          </a:xfrm>
          <a:prstGeom prst="line">
            <a:avLst/>
          </a:prstGeom>
          <a:noFill/>
          <a:ln w="6350">
            <a:solidFill>
              <a:srgbClr val="3366C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H="1" flipV="1">
            <a:off x="3474720" y="4464050"/>
            <a:ext cx="2204720" cy="982980"/>
          </a:xfrm>
          <a:prstGeom prst="line">
            <a:avLst/>
          </a:prstGeom>
          <a:noFill/>
          <a:ln w="6350">
            <a:solidFill>
              <a:srgbClr val="3366C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H="1" flipV="1">
            <a:off x="3996055" y="4464050"/>
            <a:ext cx="1683385" cy="982980"/>
          </a:xfrm>
          <a:prstGeom prst="line">
            <a:avLst/>
          </a:prstGeom>
          <a:noFill/>
          <a:ln w="6350">
            <a:solidFill>
              <a:srgbClr val="3366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 flipV="1">
            <a:off x="4517390" y="4464050"/>
            <a:ext cx="1162050" cy="982980"/>
          </a:xfrm>
          <a:prstGeom prst="line">
            <a:avLst/>
          </a:prstGeom>
          <a:noFill/>
          <a:ln w="6350">
            <a:solidFill>
              <a:srgbClr val="3366C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 flipV="1">
            <a:off x="5038725" y="4464050"/>
            <a:ext cx="640715" cy="982980"/>
          </a:xfrm>
          <a:prstGeom prst="line">
            <a:avLst/>
          </a:prstGeom>
          <a:noFill/>
          <a:ln w="6350">
            <a:solidFill>
              <a:srgbClr val="3366C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H="1" flipV="1">
            <a:off x="5560060" y="4464050"/>
            <a:ext cx="119380" cy="982980"/>
          </a:xfrm>
          <a:prstGeom prst="line">
            <a:avLst/>
          </a:prstGeom>
          <a:noFill/>
          <a:ln w="6350">
            <a:solidFill>
              <a:srgbClr val="3366C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5679440" y="4464050"/>
            <a:ext cx="401955" cy="982980"/>
          </a:xfrm>
          <a:prstGeom prst="line">
            <a:avLst/>
          </a:prstGeom>
          <a:noFill/>
          <a:ln w="6350">
            <a:solidFill>
              <a:srgbClr val="3366C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5679440" y="4464050"/>
            <a:ext cx="923290" cy="982980"/>
          </a:xfrm>
          <a:prstGeom prst="line">
            <a:avLst/>
          </a:prstGeom>
          <a:noFill/>
          <a:ln w="6350">
            <a:solidFill>
              <a:srgbClr val="3366C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5679440" y="4464050"/>
            <a:ext cx="1444625" cy="982980"/>
          </a:xfrm>
          <a:prstGeom prst="line">
            <a:avLst/>
          </a:prstGeom>
          <a:noFill/>
          <a:ln w="6350">
            <a:solidFill>
              <a:srgbClr val="3366C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5679440" y="4464050"/>
            <a:ext cx="1965960" cy="982980"/>
          </a:xfrm>
          <a:prstGeom prst="line">
            <a:avLst/>
          </a:prstGeom>
          <a:noFill/>
          <a:ln w="6350">
            <a:solidFill>
              <a:srgbClr val="3366C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5679440" y="4464050"/>
            <a:ext cx="2487295" cy="982980"/>
          </a:xfrm>
          <a:prstGeom prst="line">
            <a:avLst/>
          </a:prstGeom>
          <a:noFill/>
          <a:ln w="6350">
            <a:solidFill>
              <a:srgbClr val="3366C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5679440" y="4464050"/>
            <a:ext cx="3008630" cy="982980"/>
          </a:xfrm>
          <a:prstGeom prst="line">
            <a:avLst/>
          </a:prstGeom>
          <a:noFill/>
          <a:ln w="6350">
            <a:solidFill>
              <a:srgbClr val="3366C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V="1">
            <a:off x="5679440" y="4464050"/>
            <a:ext cx="3529965" cy="982980"/>
          </a:xfrm>
          <a:prstGeom prst="line">
            <a:avLst/>
          </a:prstGeom>
          <a:noFill/>
          <a:ln w="6350">
            <a:solidFill>
              <a:srgbClr val="3366C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5679440" y="4464050"/>
            <a:ext cx="4051300" cy="982980"/>
          </a:xfrm>
          <a:prstGeom prst="line">
            <a:avLst/>
          </a:prstGeom>
          <a:noFill/>
          <a:ln w="6350">
            <a:solidFill>
              <a:srgbClr val="3366C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5679440" y="4464050"/>
            <a:ext cx="4572635" cy="982980"/>
          </a:xfrm>
          <a:prstGeom prst="line">
            <a:avLst/>
          </a:prstGeom>
          <a:noFill/>
          <a:ln w="6350">
            <a:solidFill>
              <a:srgbClr val="3366C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H="1" flipV="1">
            <a:off x="2432050" y="4464050"/>
            <a:ext cx="3855720" cy="982980"/>
          </a:xfrm>
          <a:prstGeom prst="line">
            <a:avLst/>
          </a:prstGeom>
          <a:noFill/>
          <a:ln w="6350">
            <a:solidFill>
              <a:srgbClr val="3366C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H="1" flipV="1">
            <a:off x="2953385" y="4464050"/>
            <a:ext cx="3334385" cy="982980"/>
          </a:xfrm>
          <a:prstGeom prst="line">
            <a:avLst/>
          </a:prstGeom>
          <a:noFill/>
          <a:ln w="6350">
            <a:solidFill>
              <a:srgbClr val="3366C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H="1" flipV="1">
            <a:off x="3474720" y="4464050"/>
            <a:ext cx="2813050" cy="982980"/>
          </a:xfrm>
          <a:prstGeom prst="line">
            <a:avLst/>
          </a:prstGeom>
          <a:noFill/>
          <a:ln w="6350">
            <a:solidFill>
              <a:srgbClr val="3366C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H="1" flipV="1">
            <a:off x="3996055" y="4464050"/>
            <a:ext cx="2291715" cy="982980"/>
          </a:xfrm>
          <a:prstGeom prst="line">
            <a:avLst/>
          </a:prstGeom>
          <a:noFill/>
          <a:ln w="6350">
            <a:solidFill>
              <a:srgbClr val="3366C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H="1" flipV="1">
            <a:off x="4517390" y="4464050"/>
            <a:ext cx="1770380" cy="982980"/>
          </a:xfrm>
          <a:prstGeom prst="line">
            <a:avLst/>
          </a:prstGeom>
          <a:noFill/>
          <a:ln w="6350">
            <a:solidFill>
              <a:srgbClr val="3366C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 flipV="1">
            <a:off x="5038725" y="4464050"/>
            <a:ext cx="1249045" cy="982980"/>
          </a:xfrm>
          <a:prstGeom prst="line">
            <a:avLst/>
          </a:prstGeom>
          <a:noFill/>
          <a:ln w="6350">
            <a:solidFill>
              <a:srgbClr val="3366C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5560060" y="4464050"/>
            <a:ext cx="727710" cy="982980"/>
          </a:xfrm>
          <a:prstGeom prst="line">
            <a:avLst/>
          </a:prstGeom>
          <a:noFill/>
          <a:ln w="6350">
            <a:solidFill>
              <a:srgbClr val="3366C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flipH="1" flipV="1">
            <a:off x="6081395" y="4464050"/>
            <a:ext cx="206375" cy="982980"/>
          </a:xfrm>
          <a:prstGeom prst="line">
            <a:avLst/>
          </a:prstGeom>
          <a:noFill/>
          <a:ln w="6350">
            <a:solidFill>
              <a:srgbClr val="3366C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V="1">
            <a:off x="6287770" y="4464050"/>
            <a:ext cx="314960" cy="982980"/>
          </a:xfrm>
          <a:prstGeom prst="line">
            <a:avLst/>
          </a:prstGeom>
          <a:noFill/>
          <a:ln w="6350">
            <a:solidFill>
              <a:srgbClr val="3366C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V="1">
            <a:off x="6287770" y="4464050"/>
            <a:ext cx="836295" cy="982980"/>
          </a:xfrm>
          <a:prstGeom prst="line">
            <a:avLst/>
          </a:prstGeom>
          <a:noFill/>
          <a:ln w="6350">
            <a:solidFill>
              <a:srgbClr val="3366C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V="1">
            <a:off x="6287770" y="4464050"/>
            <a:ext cx="1357630" cy="982980"/>
          </a:xfrm>
          <a:prstGeom prst="line">
            <a:avLst/>
          </a:prstGeom>
          <a:noFill/>
          <a:ln w="6350">
            <a:solidFill>
              <a:srgbClr val="3366C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flipV="1">
            <a:off x="6287770" y="4464050"/>
            <a:ext cx="1878965" cy="982980"/>
          </a:xfrm>
          <a:prstGeom prst="line">
            <a:avLst/>
          </a:prstGeom>
          <a:noFill/>
          <a:ln w="6350">
            <a:solidFill>
              <a:srgbClr val="3366CC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6287770" y="4464050"/>
            <a:ext cx="2400300" cy="982980"/>
          </a:xfrm>
          <a:prstGeom prst="line">
            <a:avLst/>
          </a:prstGeom>
          <a:noFill/>
          <a:ln w="6350">
            <a:solidFill>
              <a:srgbClr val="3366C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6287770" y="4464050"/>
            <a:ext cx="2921635" cy="982980"/>
          </a:xfrm>
          <a:prstGeom prst="line">
            <a:avLst/>
          </a:prstGeom>
          <a:noFill/>
          <a:ln w="6350">
            <a:solidFill>
              <a:srgbClr val="3366CC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6287770" y="4464050"/>
            <a:ext cx="3442970" cy="982980"/>
          </a:xfrm>
          <a:prstGeom prst="line">
            <a:avLst/>
          </a:prstGeom>
          <a:noFill/>
          <a:ln w="6350">
            <a:solidFill>
              <a:srgbClr val="3366CC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6287770" y="4464050"/>
            <a:ext cx="3964305" cy="982980"/>
          </a:xfrm>
          <a:prstGeom prst="line">
            <a:avLst/>
          </a:prstGeom>
          <a:noFill/>
          <a:ln w="6350">
            <a:solidFill>
              <a:srgbClr val="3366C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H="1" flipV="1">
            <a:off x="2432050" y="4464050"/>
            <a:ext cx="4483100" cy="982980"/>
          </a:xfrm>
          <a:prstGeom prst="line">
            <a:avLst/>
          </a:prstGeom>
          <a:noFill/>
          <a:ln w="6350">
            <a:solidFill>
              <a:srgbClr val="3366C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H="1" flipV="1">
            <a:off x="2953385" y="4464050"/>
            <a:ext cx="3961765" cy="982980"/>
          </a:xfrm>
          <a:prstGeom prst="line">
            <a:avLst/>
          </a:prstGeom>
          <a:noFill/>
          <a:ln w="6350">
            <a:solidFill>
              <a:srgbClr val="3366C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H="1" flipV="1">
            <a:off x="3474720" y="4464050"/>
            <a:ext cx="3440430" cy="982980"/>
          </a:xfrm>
          <a:prstGeom prst="line">
            <a:avLst/>
          </a:prstGeom>
          <a:noFill/>
          <a:ln w="6350">
            <a:solidFill>
              <a:srgbClr val="3366C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H="1" flipV="1">
            <a:off x="3996055" y="4464050"/>
            <a:ext cx="2919095" cy="982980"/>
          </a:xfrm>
          <a:prstGeom prst="line">
            <a:avLst/>
          </a:prstGeom>
          <a:noFill/>
          <a:ln w="6350">
            <a:solidFill>
              <a:srgbClr val="3366C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H="1" flipV="1">
            <a:off x="4517390" y="4464050"/>
            <a:ext cx="2397760" cy="982980"/>
          </a:xfrm>
          <a:prstGeom prst="line">
            <a:avLst/>
          </a:prstGeom>
          <a:noFill/>
          <a:ln w="6350">
            <a:solidFill>
              <a:srgbClr val="3366CC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H="1" flipV="1">
            <a:off x="5038725" y="4464050"/>
            <a:ext cx="1876425" cy="982980"/>
          </a:xfrm>
          <a:prstGeom prst="line">
            <a:avLst/>
          </a:prstGeom>
          <a:noFill/>
          <a:ln w="6350">
            <a:solidFill>
              <a:srgbClr val="3366CC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H="1" flipV="1">
            <a:off x="5560060" y="4464050"/>
            <a:ext cx="1355090" cy="982980"/>
          </a:xfrm>
          <a:prstGeom prst="line">
            <a:avLst/>
          </a:prstGeom>
          <a:noFill/>
          <a:ln w="6350">
            <a:solidFill>
              <a:srgbClr val="3366CC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H="1" flipV="1">
            <a:off x="6081395" y="4464050"/>
            <a:ext cx="833755" cy="982980"/>
          </a:xfrm>
          <a:prstGeom prst="line">
            <a:avLst/>
          </a:prstGeom>
          <a:noFill/>
          <a:ln w="6350">
            <a:solidFill>
              <a:srgbClr val="3366C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H="1" flipV="1">
            <a:off x="6602730" y="4464050"/>
            <a:ext cx="312420" cy="982980"/>
          </a:xfrm>
          <a:prstGeom prst="line">
            <a:avLst/>
          </a:prstGeom>
          <a:noFill/>
          <a:ln w="6350">
            <a:solidFill>
              <a:srgbClr val="3366CC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flipV="1">
            <a:off x="6915150" y="4464050"/>
            <a:ext cx="208915" cy="982980"/>
          </a:xfrm>
          <a:prstGeom prst="line">
            <a:avLst/>
          </a:prstGeom>
          <a:noFill/>
          <a:ln w="6350">
            <a:solidFill>
              <a:srgbClr val="3366CC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flipV="1">
            <a:off x="6915150" y="4464050"/>
            <a:ext cx="730250" cy="982980"/>
          </a:xfrm>
          <a:prstGeom prst="line">
            <a:avLst/>
          </a:prstGeom>
          <a:noFill/>
          <a:ln w="6350">
            <a:solidFill>
              <a:srgbClr val="3366CC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6915150" y="4464050"/>
            <a:ext cx="1251585" cy="982980"/>
          </a:xfrm>
          <a:prstGeom prst="line">
            <a:avLst/>
          </a:prstGeom>
          <a:noFill/>
          <a:ln w="6350">
            <a:solidFill>
              <a:srgbClr val="3366CC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6915150" y="4464050"/>
            <a:ext cx="1772920" cy="982980"/>
          </a:xfrm>
          <a:prstGeom prst="line">
            <a:avLst/>
          </a:prstGeom>
          <a:noFill/>
          <a:ln w="6350">
            <a:solidFill>
              <a:srgbClr val="3366CC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6915150" y="4464050"/>
            <a:ext cx="2294255" cy="982980"/>
          </a:xfrm>
          <a:prstGeom prst="line">
            <a:avLst/>
          </a:prstGeom>
          <a:noFill/>
          <a:ln w="6350">
            <a:solidFill>
              <a:srgbClr val="3366CC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 flipV="1">
            <a:off x="6915150" y="4464050"/>
            <a:ext cx="2815590" cy="982980"/>
          </a:xfrm>
          <a:prstGeom prst="line">
            <a:avLst/>
          </a:prstGeom>
          <a:noFill/>
          <a:ln w="6350">
            <a:solidFill>
              <a:srgbClr val="3366C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 flipV="1">
            <a:off x="6915150" y="4464050"/>
            <a:ext cx="3336925" cy="982980"/>
          </a:xfrm>
          <a:prstGeom prst="line">
            <a:avLst/>
          </a:prstGeom>
          <a:noFill/>
          <a:ln w="6350">
            <a:solidFill>
              <a:srgbClr val="3366CC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2235200" y="4267200"/>
            <a:ext cx="393700" cy="393700"/>
          </a:xfrm>
          <a:prstGeom prst="ellipse">
            <a:avLst/>
          </a:prstGeom>
          <a:solidFill>
            <a:srgbClr val="EE00EE"/>
          </a:solidFill>
          <a:ln w="6350">
            <a:solidFill>
              <a:srgbClr val="EE00EE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2756535" y="4267200"/>
            <a:ext cx="393700" cy="393700"/>
          </a:xfrm>
          <a:prstGeom prst="ellipse">
            <a:avLst/>
          </a:prstGeom>
          <a:solidFill>
            <a:srgbClr val="EE00EE"/>
          </a:solidFill>
          <a:ln w="6350">
            <a:solidFill>
              <a:srgbClr val="EE00EE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3277870" y="4267200"/>
            <a:ext cx="393700" cy="393700"/>
          </a:xfrm>
          <a:prstGeom prst="ellipse">
            <a:avLst/>
          </a:prstGeom>
          <a:solidFill>
            <a:srgbClr val="EE00EE"/>
          </a:solidFill>
          <a:ln w="6350">
            <a:solidFill>
              <a:srgbClr val="EE00EE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3799205" y="4267200"/>
            <a:ext cx="393700" cy="393700"/>
          </a:xfrm>
          <a:prstGeom prst="ellipse">
            <a:avLst/>
          </a:prstGeom>
          <a:solidFill>
            <a:srgbClr val="EE00EE"/>
          </a:solidFill>
          <a:ln w="6350">
            <a:solidFill>
              <a:srgbClr val="EE00EE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4320540" y="4267200"/>
            <a:ext cx="393700" cy="393700"/>
          </a:xfrm>
          <a:prstGeom prst="ellipse">
            <a:avLst/>
          </a:prstGeom>
          <a:solidFill>
            <a:srgbClr val="EE00EE"/>
          </a:solidFill>
          <a:ln w="6350">
            <a:solidFill>
              <a:srgbClr val="EE00EE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4841875" y="4267200"/>
            <a:ext cx="393700" cy="393700"/>
          </a:xfrm>
          <a:prstGeom prst="ellipse">
            <a:avLst/>
          </a:prstGeom>
          <a:solidFill>
            <a:srgbClr val="EE00EE"/>
          </a:solidFill>
          <a:ln w="6350">
            <a:solidFill>
              <a:srgbClr val="EE00EE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5363210" y="4267200"/>
            <a:ext cx="393700" cy="393700"/>
          </a:xfrm>
          <a:prstGeom prst="ellipse">
            <a:avLst/>
          </a:prstGeom>
          <a:solidFill>
            <a:srgbClr val="EE00EE"/>
          </a:solidFill>
          <a:ln w="6350">
            <a:solidFill>
              <a:srgbClr val="EE00EE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5884545" y="4267200"/>
            <a:ext cx="393700" cy="393700"/>
          </a:xfrm>
          <a:prstGeom prst="ellipse">
            <a:avLst/>
          </a:prstGeom>
          <a:solidFill>
            <a:srgbClr val="EE00EE"/>
          </a:solidFill>
          <a:ln w="6350">
            <a:solidFill>
              <a:srgbClr val="EE00EE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405880" y="4267200"/>
            <a:ext cx="393700" cy="393700"/>
          </a:xfrm>
          <a:prstGeom prst="ellipse">
            <a:avLst/>
          </a:prstGeom>
          <a:solidFill>
            <a:srgbClr val="EE00EE"/>
          </a:solidFill>
          <a:ln w="6350">
            <a:solidFill>
              <a:srgbClr val="EE00EE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927215" y="4267200"/>
            <a:ext cx="393700" cy="393700"/>
          </a:xfrm>
          <a:prstGeom prst="ellipse">
            <a:avLst/>
          </a:prstGeom>
          <a:solidFill>
            <a:srgbClr val="EE00EE"/>
          </a:solidFill>
          <a:ln w="6350">
            <a:solidFill>
              <a:srgbClr val="EE00EE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7448550" y="4267200"/>
            <a:ext cx="393700" cy="393700"/>
          </a:xfrm>
          <a:prstGeom prst="ellipse">
            <a:avLst/>
          </a:prstGeom>
          <a:solidFill>
            <a:srgbClr val="EE00EE"/>
          </a:solidFill>
          <a:ln w="6350">
            <a:solidFill>
              <a:srgbClr val="EE00EE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7969885" y="4267200"/>
            <a:ext cx="393700" cy="393700"/>
          </a:xfrm>
          <a:prstGeom prst="ellipse">
            <a:avLst/>
          </a:prstGeom>
          <a:solidFill>
            <a:srgbClr val="EE00EE"/>
          </a:solidFill>
          <a:ln w="6350">
            <a:solidFill>
              <a:srgbClr val="EE00EE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8491220" y="4267200"/>
            <a:ext cx="393700" cy="393700"/>
          </a:xfrm>
          <a:prstGeom prst="ellipse">
            <a:avLst/>
          </a:prstGeom>
          <a:solidFill>
            <a:srgbClr val="EE00EE"/>
          </a:solidFill>
          <a:ln w="6350">
            <a:solidFill>
              <a:srgbClr val="EE00EE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9012555" y="4267200"/>
            <a:ext cx="393700" cy="393700"/>
          </a:xfrm>
          <a:prstGeom prst="ellipse">
            <a:avLst/>
          </a:prstGeom>
          <a:solidFill>
            <a:srgbClr val="EE00EE"/>
          </a:solidFill>
          <a:ln w="6350">
            <a:solidFill>
              <a:srgbClr val="EE00EE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9533890" y="4267200"/>
            <a:ext cx="393700" cy="393700"/>
          </a:xfrm>
          <a:prstGeom prst="ellipse">
            <a:avLst/>
          </a:prstGeom>
          <a:solidFill>
            <a:srgbClr val="EE00EE"/>
          </a:solidFill>
          <a:ln w="6350">
            <a:solidFill>
              <a:srgbClr val="EE00EE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10055225" y="4267200"/>
            <a:ext cx="393700" cy="393700"/>
          </a:xfrm>
          <a:prstGeom prst="ellipse">
            <a:avLst/>
          </a:prstGeom>
          <a:solidFill>
            <a:srgbClr val="EE00EE"/>
          </a:solidFill>
          <a:ln w="6350">
            <a:solidFill>
              <a:srgbClr val="EE00EE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4836160" y="5231130"/>
            <a:ext cx="431800" cy="431800"/>
          </a:xfrm>
          <a:prstGeom prst="ellipse">
            <a:avLst/>
          </a:prstGeom>
          <a:solidFill>
            <a:srgbClr val="22C022"/>
          </a:solidFill>
          <a:ln w="6350">
            <a:solidFill>
              <a:srgbClr val="22C022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63540" y="5231130"/>
            <a:ext cx="431800" cy="431800"/>
          </a:xfrm>
          <a:prstGeom prst="ellipse">
            <a:avLst/>
          </a:prstGeom>
          <a:solidFill>
            <a:srgbClr val="22C022"/>
          </a:solidFill>
          <a:ln w="6350">
            <a:solidFill>
              <a:srgbClr val="22C022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6071870" y="5231130"/>
            <a:ext cx="431800" cy="431800"/>
          </a:xfrm>
          <a:prstGeom prst="ellipse">
            <a:avLst/>
          </a:prstGeom>
          <a:solidFill>
            <a:srgbClr val="22C022"/>
          </a:solidFill>
          <a:ln w="6350">
            <a:solidFill>
              <a:srgbClr val="22C022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6699250" y="5231130"/>
            <a:ext cx="431800" cy="431800"/>
          </a:xfrm>
          <a:prstGeom prst="ellipse">
            <a:avLst/>
          </a:prstGeom>
          <a:solidFill>
            <a:srgbClr val="22C022"/>
          </a:solidFill>
          <a:ln w="6350">
            <a:solidFill>
              <a:srgbClr val="22C022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1934210" y="2992120"/>
            <a:ext cx="8826500" cy="516890"/>
          </a:xfrm>
          <a:prstGeom prst="rect">
            <a:avLst/>
          </a:prstGeom>
          <a:solidFill>
            <a:srgbClr val="B00000"/>
          </a:solidFill>
          <a:ln/>
        </p:spPr>
      </p:sp>
      <p:sp>
        <p:nvSpPr>
          <p:cNvPr id="91" name="Text 89"/>
          <p:cNvSpPr/>
          <p:nvPr/>
        </p:nvSpPr>
        <p:spPr>
          <a:xfrm>
            <a:off x="1934210" y="2992120"/>
            <a:ext cx="8826500" cy="5168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Softmax</a:t>
            </a:r>
            <a:endParaRPr lang="en-US" sz="2400" dirty="0"/>
          </a:p>
        </p:txBody>
      </p:sp>
      <p:sp>
        <p:nvSpPr>
          <p:cNvPr id="92" name="Shape 90"/>
          <p:cNvSpPr/>
          <p:nvPr/>
        </p:nvSpPr>
        <p:spPr>
          <a:xfrm>
            <a:off x="2432050" y="3615690"/>
            <a:ext cx="0" cy="391160"/>
          </a:xfrm>
          <a:prstGeom prst="line">
            <a:avLst/>
          </a:prstGeom>
          <a:noFill/>
          <a:ln w="6350">
            <a:solidFill>
              <a:srgbClr val="CC000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2376805" y="3509010"/>
            <a:ext cx="110490" cy="106680"/>
          </a:xfrm>
          <a:prstGeom prst="triangle">
            <a:avLst/>
          </a:prstGeom>
          <a:solidFill>
            <a:srgbClr val="CC0000"/>
          </a:solidFill>
          <a:ln w="3175">
            <a:solidFill>
              <a:srgbClr val="CC000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2953385" y="3615690"/>
            <a:ext cx="0" cy="391160"/>
          </a:xfrm>
          <a:prstGeom prst="line">
            <a:avLst/>
          </a:prstGeom>
          <a:noFill/>
          <a:ln w="6350">
            <a:solidFill>
              <a:srgbClr val="CC000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2898140" y="3509010"/>
            <a:ext cx="110490" cy="106680"/>
          </a:xfrm>
          <a:prstGeom prst="triangle">
            <a:avLst/>
          </a:prstGeom>
          <a:solidFill>
            <a:srgbClr val="CC0000"/>
          </a:solidFill>
          <a:ln w="3175">
            <a:solidFill>
              <a:srgbClr val="CC000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474720" y="3615690"/>
            <a:ext cx="0" cy="391160"/>
          </a:xfrm>
          <a:prstGeom prst="line">
            <a:avLst/>
          </a:prstGeom>
          <a:noFill/>
          <a:ln w="6350">
            <a:solidFill>
              <a:srgbClr val="CC000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3419475" y="3509010"/>
            <a:ext cx="110490" cy="106680"/>
          </a:xfrm>
          <a:prstGeom prst="triangle">
            <a:avLst/>
          </a:prstGeom>
          <a:solidFill>
            <a:srgbClr val="CC0000"/>
          </a:solidFill>
          <a:ln w="3175">
            <a:solidFill>
              <a:srgbClr val="CC000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3996055" y="3615690"/>
            <a:ext cx="0" cy="391160"/>
          </a:xfrm>
          <a:prstGeom prst="line">
            <a:avLst/>
          </a:prstGeom>
          <a:noFill/>
          <a:ln w="6350">
            <a:solidFill>
              <a:srgbClr val="CC000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3940810" y="3509010"/>
            <a:ext cx="110490" cy="106680"/>
          </a:xfrm>
          <a:prstGeom prst="triangle">
            <a:avLst/>
          </a:prstGeom>
          <a:solidFill>
            <a:srgbClr val="CC0000"/>
          </a:solidFill>
          <a:ln w="3175">
            <a:solidFill>
              <a:srgbClr val="CC000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4517390" y="3615690"/>
            <a:ext cx="0" cy="391160"/>
          </a:xfrm>
          <a:prstGeom prst="line">
            <a:avLst/>
          </a:prstGeom>
          <a:noFill/>
          <a:ln w="6350">
            <a:solidFill>
              <a:srgbClr val="CC000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4462145" y="3509010"/>
            <a:ext cx="110490" cy="106680"/>
          </a:xfrm>
          <a:prstGeom prst="triangle">
            <a:avLst/>
          </a:prstGeom>
          <a:solidFill>
            <a:srgbClr val="CC0000"/>
          </a:solidFill>
          <a:ln w="3175">
            <a:solidFill>
              <a:srgbClr val="CC000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5038725" y="3615690"/>
            <a:ext cx="0" cy="391160"/>
          </a:xfrm>
          <a:prstGeom prst="line">
            <a:avLst/>
          </a:prstGeom>
          <a:noFill/>
          <a:ln w="6350">
            <a:solidFill>
              <a:srgbClr val="CC000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4983480" y="3509010"/>
            <a:ext cx="110490" cy="106680"/>
          </a:xfrm>
          <a:prstGeom prst="triangle">
            <a:avLst/>
          </a:prstGeom>
          <a:solidFill>
            <a:srgbClr val="CC0000"/>
          </a:solidFill>
          <a:ln w="3175">
            <a:solidFill>
              <a:srgbClr val="CC000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5560060" y="3615690"/>
            <a:ext cx="0" cy="391160"/>
          </a:xfrm>
          <a:prstGeom prst="line">
            <a:avLst/>
          </a:prstGeom>
          <a:noFill/>
          <a:ln w="6350">
            <a:solidFill>
              <a:srgbClr val="CC000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5504815" y="3509010"/>
            <a:ext cx="110490" cy="106680"/>
          </a:xfrm>
          <a:prstGeom prst="triangle">
            <a:avLst/>
          </a:prstGeom>
          <a:solidFill>
            <a:srgbClr val="CC0000"/>
          </a:solidFill>
          <a:ln w="3175">
            <a:solidFill>
              <a:srgbClr val="CC000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6081395" y="3615690"/>
            <a:ext cx="0" cy="391160"/>
          </a:xfrm>
          <a:prstGeom prst="line">
            <a:avLst/>
          </a:prstGeom>
          <a:noFill/>
          <a:ln w="6350">
            <a:solidFill>
              <a:srgbClr val="CC000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6026150" y="3509010"/>
            <a:ext cx="110490" cy="106680"/>
          </a:xfrm>
          <a:prstGeom prst="triangle">
            <a:avLst/>
          </a:prstGeom>
          <a:solidFill>
            <a:srgbClr val="CC0000"/>
          </a:solidFill>
          <a:ln w="3175">
            <a:solidFill>
              <a:srgbClr val="CC000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6602730" y="3615690"/>
            <a:ext cx="0" cy="391160"/>
          </a:xfrm>
          <a:prstGeom prst="line">
            <a:avLst/>
          </a:prstGeom>
          <a:noFill/>
          <a:ln w="6350">
            <a:solidFill>
              <a:srgbClr val="CC000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6547485" y="3509010"/>
            <a:ext cx="110490" cy="106680"/>
          </a:xfrm>
          <a:prstGeom prst="triangle">
            <a:avLst/>
          </a:prstGeom>
          <a:solidFill>
            <a:srgbClr val="CC0000"/>
          </a:solidFill>
          <a:ln w="3175">
            <a:solidFill>
              <a:srgbClr val="CC000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7124065" y="3615690"/>
            <a:ext cx="0" cy="391160"/>
          </a:xfrm>
          <a:prstGeom prst="line">
            <a:avLst/>
          </a:prstGeom>
          <a:noFill/>
          <a:ln w="6350">
            <a:solidFill>
              <a:srgbClr val="CC000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7068820" y="3509010"/>
            <a:ext cx="110490" cy="106680"/>
          </a:xfrm>
          <a:prstGeom prst="triangle">
            <a:avLst/>
          </a:prstGeom>
          <a:solidFill>
            <a:srgbClr val="CC0000"/>
          </a:solidFill>
          <a:ln w="3175">
            <a:solidFill>
              <a:srgbClr val="CC000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7645400" y="3615690"/>
            <a:ext cx="0" cy="391160"/>
          </a:xfrm>
          <a:prstGeom prst="line">
            <a:avLst/>
          </a:prstGeom>
          <a:noFill/>
          <a:ln w="6350">
            <a:solidFill>
              <a:srgbClr val="CC000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7590155" y="3509010"/>
            <a:ext cx="110490" cy="106680"/>
          </a:xfrm>
          <a:prstGeom prst="triangle">
            <a:avLst/>
          </a:prstGeom>
          <a:solidFill>
            <a:srgbClr val="CC0000"/>
          </a:solidFill>
          <a:ln w="3175">
            <a:solidFill>
              <a:srgbClr val="CC000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8166735" y="3615690"/>
            <a:ext cx="0" cy="391160"/>
          </a:xfrm>
          <a:prstGeom prst="line">
            <a:avLst/>
          </a:prstGeom>
          <a:noFill/>
          <a:ln w="6350">
            <a:solidFill>
              <a:srgbClr val="CC000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8111490" y="3509010"/>
            <a:ext cx="110490" cy="106680"/>
          </a:xfrm>
          <a:prstGeom prst="triangle">
            <a:avLst/>
          </a:prstGeom>
          <a:solidFill>
            <a:srgbClr val="CC0000"/>
          </a:solidFill>
          <a:ln w="3175">
            <a:solidFill>
              <a:srgbClr val="CC000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8688070" y="3615690"/>
            <a:ext cx="0" cy="391160"/>
          </a:xfrm>
          <a:prstGeom prst="line">
            <a:avLst/>
          </a:prstGeom>
          <a:noFill/>
          <a:ln w="6350">
            <a:solidFill>
              <a:srgbClr val="CC000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8632825" y="3509010"/>
            <a:ext cx="110490" cy="106680"/>
          </a:xfrm>
          <a:prstGeom prst="triangle">
            <a:avLst/>
          </a:prstGeom>
          <a:solidFill>
            <a:srgbClr val="CC0000"/>
          </a:solidFill>
          <a:ln w="3175">
            <a:solidFill>
              <a:srgbClr val="CC000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9209405" y="3615690"/>
            <a:ext cx="0" cy="391160"/>
          </a:xfrm>
          <a:prstGeom prst="line">
            <a:avLst/>
          </a:prstGeom>
          <a:noFill/>
          <a:ln w="6350">
            <a:solidFill>
              <a:srgbClr val="CC000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9154160" y="3509010"/>
            <a:ext cx="110490" cy="106680"/>
          </a:xfrm>
          <a:prstGeom prst="triangle">
            <a:avLst/>
          </a:prstGeom>
          <a:solidFill>
            <a:srgbClr val="CC0000"/>
          </a:solidFill>
          <a:ln w="3175">
            <a:solidFill>
              <a:srgbClr val="CC000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9730740" y="3615690"/>
            <a:ext cx="0" cy="391160"/>
          </a:xfrm>
          <a:prstGeom prst="line">
            <a:avLst/>
          </a:prstGeom>
          <a:noFill/>
          <a:ln w="6350">
            <a:solidFill>
              <a:srgbClr val="CC000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9675495" y="3509010"/>
            <a:ext cx="110490" cy="106680"/>
          </a:xfrm>
          <a:prstGeom prst="triangle">
            <a:avLst/>
          </a:prstGeom>
          <a:solidFill>
            <a:srgbClr val="CC0000"/>
          </a:solidFill>
          <a:ln w="3175">
            <a:solidFill>
              <a:srgbClr val="CC000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10252075" y="3615690"/>
            <a:ext cx="0" cy="391160"/>
          </a:xfrm>
          <a:prstGeom prst="line">
            <a:avLst/>
          </a:prstGeom>
          <a:noFill/>
          <a:ln w="6350">
            <a:solidFill>
              <a:srgbClr val="CC000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10196830" y="3509010"/>
            <a:ext cx="110490" cy="106680"/>
          </a:xfrm>
          <a:prstGeom prst="triangle">
            <a:avLst/>
          </a:prstGeom>
          <a:solidFill>
            <a:srgbClr val="CC0000"/>
          </a:solidFill>
          <a:ln w="3175">
            <a:solidFill>
              <a:srgbClr val="CC000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2432050" y="2419350"/>
            <a:ext cx="0" cy="572770"/>
          </a:xfrm>
          <a:prstGeom prst="line">
            <a:avLst/>
          </a:prstGeom>
          <a:noFill/>
          <a:ln w="6350">
            <a:solidFill>
              <a:srgbClr val="2222AA"/>
            </a:solidFill>
            <a:prstDash val="solid"/>
            <a:headEnd type="triangle"/>
          </a:ln>
        </p:spPr>
      </p:sp>
      <p:sp>
        <p:nvSpPr>
          <p:cNvPr id="125" name="Shape 123"/>
          <p:cNvSpPr/>
          <p:nvPr/>
        </p:nvSpPr>
        <p:spPr>
          <a:xfrm>
            <a:off x="2953385" y="2419350"/>
            <a:ext cx="0" cy="572770"/>
          </a:xfrm>
          <a:prstGeom prst="line">
            <a:avLst/>
          </a:prstGeom>
          <a:noFill/>
          <a:ln w="6350">
            <a:solidFill>
              <a:srgbClr val="2222AA"/>
            </a:solidFill>
            <a:prstDash val="solid"/>
            <a:headEnd type="triangle"/>
          </a:ln>
        </p:spPr>
      </p:sp>
      <p:sp>
        <p:nvSpPr>
          <p:cNvPr id="126" name="Shape 124"/>
          <p:cNvSpPr/>
          <p:nvPr/>
        </p:nvSpPr>
        <p:spPr>
          <a:xfrm>
            <a:off x="3474720" y="2419350"/>
            <a:ext cx="0" cy="572770"/>
          </a:xfrm>
          <a:prstGeom prst="line">
            <a:avLst/>
          </a:prstGeom>
          <a:noFill/>
          <a:ln w="6350">
            <a:solidFill>
              <a:srgbClr val="2222AA"/>
            </a:solidFill>
            <a:prstDash val="solid"/>
            <a:headEnd type="triangle"/>
          </a:ln>
        </p:spPr>
      </p:sp>
      <p:sp>
        <p:nvSpPr>
          <p:cNvPr id="127" name="Shape 125"/>
          <p:cNvSpPr/>
          <p:nvPr/>
        </p:nvSpPr>
        <p:spPr>
          <a:xfrm>
            <a:off x="3996055" y="2419350"/>
            <a:ext cx="0" cy="572770"/>
          </a:xfrm>
          <a:prstGeom prst="line">
            <a:avLst/>
          </a:prstGeom>
          <a:noFill/>
          <a:ln w="6350">
            <a:solidFill>
              <a:srgbClr val="2222AA"/>
            </a:solidFill>
            <a:prstDash val="solid"/>
            <a:headEnd type="triangle"/>
          </a:ln>
        </p:spPr>
      </p:sp>
      <p:sp>
        <p:nvSpPr>
          <p:cNvPr id="128" name="Shape 126"/>
          <p:cNvSpPr/>
          <p:nvPr/>
        </p:nvSpPr>
        <p:spPr>
          <a:xfrm>
            <a:off x="4517390" y="2419350"/>
            <a:ext cx="0" cy="572770"/>
          </a:xfrm>
          <a:prstGeom prst="line">
            <a:avLst/>
          </a:prstGeom>
          <a:noFill/>
          <a:ln w="6350">
            <a:solidFill>
              <a:srgbClr val="2222AA"/>
            </a:solidFill>
            <a:prstDash val="solid"/>
            <a:headEnd type="triangle"/>
          </a:ln>
        </p:spPr>
      </p:sp>
      <p:sp>
        <p:nvSpPr>
          <p:cNvPr id="129" name="Shape 127"/>
          <p:cNvSpPr/>
          <p:nvPr/>
        </p:nvSpPr>
        <p:spPr>
          <a:xfrm>
            <a:off x="5038725" y="2419350"/>
            <a:ext cx="0" cy="572770"/>
          </a:xfrm>
          <a:prstGeom prst="line">
            <a:avLst/>
          </a:prstGeom>
          <a:noFill/>
          <a:ln w="6350">
            <a:solidFill>
              <a:srgbClr val="2222AA"/>
            </a:solidFill>
            <a:prstDash val="solid"/>
            <a:headEnd type="triangle"/>
          </a:ln>
        </p:spPr>
      </p:sp>
      <p:sp>
        <p:nvSpPr>
          <p:cNvPr id="130" name="Shape 128"/>
          <p:cNvSpPr/>
          <p:nvPr/>
        </p:nvSpPr>
        <p:spPr>
          <a:xfrm>
            <a:off x="5560060" y="2419350"/>
            <a:ext cx="0" cy="572770"/>
          </a:xfrm>
          <a:prstGeom prst="line">
            <a:avLst/>
          </a:prstGeom>
          <a:noFill/>
          <a:ln w="6350">
            <a:solidFill>
              <a:srgbClr val="2222AA"/>
            </a:solidFill>
            <a:prstDash val="solid"/>
            <a:headEnd type="triangle"/>
          </a:ln>
        </p:spPr>
      </p:sp>
      <p:sp>
        <p:nvSpPr>
          <p:cNvPr id="131" name="Shape 129"/>
          <p:cNvSpPr/>
          <p:nvPr/>
        </p:nvSpPr>
        <p:spPr>
          <a:xfrm>
            <a:off x="6081395" y="2419350"/>
            <a:ext cx="0" cy="572770"/>
          </a:xfrm>
          <a:prstGeom prst="line">
            <a:avLst/>
          </a:prstGeom>
          <a:noFill/>
          <a:ln w="6350">
            <a:solidFill>
              <a:srgbClr val="2222AA"/>
            </a:solidFill>
            <a:prstDash val="solid"/>
            <a:headEnd type="triangle"/>
          </a:ln>
        </p:spPr>
      </p:sp>
      <p:sp>
        <p:nvSpPr>
          <p:cNvPr id="132" name="Shape 130"/>
          <p:cNvSpPr/>
          <p:nvPr/>
        </p:nvSpPr>
        <p:spPr>
          <a:xfrm>
            <a:off x="6602730" y="2419350"/>
            <a:ext cx="0" cy="572770"/>
          </a:xfrm>
          <a:prstGeom prst="line">
            <a:avLst/>
          </a:prstGeom>
          <a:noFill/>
          <a:ln w="6350">
            <a:solidFill>
              <a:srgbClr val="2222AA"/>
            </a:solidFill>
            <a:prstDash val="solid"/>
            <a:headEnd type="triangle"/>
          </a:ln>
        </p:spPr>
      </p:sp>
      <p:sp>
        <p:nvSpPr>
          <p:cNvPr id="133" name="Shape 131"/>
          <p:cNvSpPr/>
          <p:nvPr/>
        </p:nvSpPr>
        <p:spPr>
          <a:xfrm>
            <a:off x="7124065" y="2419350"/>
            <a:ext cx="0" cy="572770"/>
          </a:xfrm>
          <a:prstGeom prst="line">
            <a:avLst/>
          </a:prstGeom>
          <a:noFill/>
          <a:ln w="6350">
            <a:solidFill>
              <a:srgbClr val="2222AA"/>
            </a:solidFill>
            <a:prstDash val="solid"/>
            <a:headEnd type="triangle"/>
          </a:ln>
        </p:spPr>
      </p:sp>
      <p:sp>
        <p:nvSpPr>
          <p:cNvPr id="134" name="Shape 132"/>
          <p:cNvSpPr/>
          <p:nvPr/>
        </p:nvSpPr>
        <p:spPr>
          <a:xfrm>
            <a:off x="7645400" y="2419350"/>
            <a:ext cx="0" cy="572770"/>
          </a:xfrm>
          <a:prstGeom prst="line">
            <a:avLst/>
          </a:prstGeom>
          <a:noFill/>
          <a:ln w="6350">
            <a:solidFill>
              <a:srgbClr val="2222AA"/>
            </a:solidFill>
            <a:prstDash val="solid"/>
            <a:headEnd type="triangle"/>
          </a:ln>
        </p:spPr>
      </p:sp>
      <p:sp>
        <p:nvSpPr>
          <p:cNvPr id="135" name="Shape 133"/>
          <p:cNvSpPr/>
          <p:nvPr/>
        </p:nvSpPr>
        <p:spPr>
          <a:xfrm>
            <a:off x="8166735" y="2419350"/>
            <a:ext cx="0" cy="572770"/>
          </a:xfrm>
          <a:prstGeom prst="line">
            <a:avLst/>
          </a:prstGeom>
          <a:noFill/>
          <a:ln w="6350">
            <a:solidFill>
              <a:srgbClr val="2222AA"/>
            </a:solidFill>
            <a:prstDash val="solid"/>
            <a:headEnd type="triangle"/>
          </a:ln>
        </p:spPr>
      </p:sp>
      <p:sp>
        <p:nvSpPr>
          <p:cNvPr id="136" name="Shape 134"/>
          <p:cNvSpPr/>
          <p:nvPr/>
        </p:nvSpPr>
        <p:spPr>
          <a:xfrm>
            <a:off x="8688070" y="2419350"/>
            <a:ext cx="0" cy="572770"/>
          </a:xfrm>
          <a:prstGeom prst="line">
            <a:avLst/>
          </a:prstGeom>
          <a:noFill/>
          <a:ln w="6350">
            <a:solidFill>
              <a:srgbClr val="2222AA"/>
            </a:solidFill>
            <a:prstDash val="solid"/>
            <a:headEnd type="triangle"/>
          </a:ln>
        </p:spPr>
      </p:sp>
      <p:sp>
        <p:nvSpPr>
          <p:cNvPr id="137" name="Shape 135"/>
          <p:cNvSpPr/>
          <p:nvPr/>
        </p:nvSpPr>
        <p:spPr>
          <a:xfrm>
            <a:off x="9209405" y="2419350"/>
            <a:ext cx="0" cy="572770"/>
          </a:xfrm>
          <a:prstGeom prst="line">
            <a:avLst/>
          </a:prstGeom>
          <a:noFill/>
          <a:ln w="6350">
            <a:solidFill>
              <a:srgbClr val="2222AA"/>
            </a:solidFill>
            <a:prstDash val="solid"/>
            <a:headEnd type="triangle"/>
          </a:ln>
        </p:spPr>
      </p:sp>
      <p:sp>
        <p:nvSpPr>
          <p:cNvPr id="138" name="Shape 136"/>
          <p:cNvSpPr/>
          <p:nvPr/>
        </p:nvSpPr>
        <p:spPr>
          <a:xfrm>
            <a:off x="9730740" y="2419350"/>
            <a:ext cx="0" cy="572770"/>
          </a:xfrm>
          <a:prstGeom prst="line">
            <a:avLst/>
          </a:prstGeom>
          <a:noFill/>
          <a:ln w="6350">
            <a:solidFill>
              <a:srgbClr val="2222AA"/>
            </a:solidFill>
            <a:prstDash val="solid"/>
            <a:headEnd type="triangle"/>
          </a:ln>
        </p:spPr>
      </p:sp>
      <p:sp>
        <p:nvSpPr>
          <p:cNvPr id="139" name="Shape 137"/>
          <p:cNvSpPr/>
          <p:nvPr/>
        </p:nvSpPr>
        <p:spPr>
          <a:xfrm>
            <a:off x="10252075" y="2419350"/>
            <a:ext cx="0" cy="572770"/>
          </a:xfrm>
          <a:prstGeom prst="line">
            <a:avLst/>
          </a:prstGeom>
          <a:noFill/>
          <a:ln w="6350">
            <a:solidFill>
              <a:srgbClr val="2222AA"/>
            </a:solidFill>
            <a:prstDash val="solid"/>
            <a:headEnd type="triangle"/>
          </a:ln>
        </p:spPr>
      </p:sp>
      <p:sp>
        <p:nvSpPr>
          <p:cNvPr id="140" name="Shape 138"/>
          <p:cNvSpPr/>
          <p:nvPr/>
        </p:nvSpPr>
        <p:spPr>
          <a:xfrm>
            <a:off x="5052060" y="5734050"/>
            <a:ext cx="0" cy="401320"/>
          </a:xfrm>
          <a:prstGeom prst="line">
            <a:avLst/>
          </a:prstGeom>
          <a:noFill/>
          <a:ln w="6350">
            <a:solidFill>
              <a:srgbClr val="00AA0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5001260" y="5641340"/>
            <a:ext cx="101600" cy="92710"/>
          </a:xfrm>
          <a:prstGeom prst="triangle">
            <a:avLst/>
          </a:prstGeom>
          <a:solidFill>
            <a:srgbClr val="00AA00"/>
          </a:solidFill>
          <a:ln w="3175">
            <a:solidFill>
              <a:srgbClr val="00AA0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679440" y="5734050"/>
            <a:ext cx="0" cy="401320"/>
          </a:xfrm>
          <a:prstGeom prst="line">
            <a:avLst/>
          </a:prstGeom>
          <a:noFill/>
          <a:ln w="6350">
            <a:solidFill>
              <a:srgbClr val="00AA0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5628640" y="5641340"/>
            <a:ext cx="101600" cy="92710"/>
          </a:xfrm>
          <a:prstGeom prst="triangle">
            <a:avLst/>
          </a:prstGeom>
          <a:solidFill>
            <a:srgbClr val="00AA00"/>
          </a:solidFill>
          <a:ln w="3175">
            <a:solidFill>
              <a:srgbClr val="00AA0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287770" y="5734050"/>
            <a:ext cx="0" cy="401320"/>
          </a:xfrm>
          <a:prstGeom prst="line">
            <a:avLst/>
          </a:prstGeom>
          <a:noFill/>
          <a:ln w="6350">
            <a:solidFill>
              <a:srgbClr val="00AA0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236970" y="5641340"/>
            <a:ext cx="101600" cy="92710"/>
          </a:xfrm>
          <a:prstGeom prst="triangle">
            <a:avLst/>
          </a:prstGeom>
          <a:solidFill>
            <a:srgbClr val="00AA00"/>
          </a:solidFill>
          <a:ln w="3175">
            <a:solidFill>
              <a:srgbClr val="00AA0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915150" y="5734050"/>
            <a:ext cx="0" cy="401320"/>
          </a:xfrm>
          <a:prstGeom prst="line">
            <a:avLst/>
          </a:prstGeom>
          <a:noFill/>
          <a:ln w="6350">
            <a:solidFill>
              <a:srgbClr val="00AA0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6864350" y="5641340"/>
            <a:ext cx="101600" cy="92710"/>
          </a:xfrm>
          <a:prstGeom prst="triangle">
            <a:avLst/>
          </a:prstGeom>
          <a:solidFill>
            <a:srgbClr val="00AA00"/>
          </a:solidFill>
          <a:ln w="3175">
            <a:solidFill>
              <a:srgbClr val="00AA0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1934210" y="6135370"/>
            <a:ext cx="8826500" cy="502920"/>
          </a:xfrm>
          <a:prstGeom prst="rect">
            <a:avLst/>
          </a:prstGeom>
          <a:solidFill>
            <a:srgbClr val="1010B0"/>
          </a:solidFill>
          <a:ln/>
        </p:spPr>
      </p:sp>
      <p:sp>
        <p:nvSpPr>
          <p:cNvPr id="149" name="Text 147"/>
          <p:cNvSpPr/>
          <p:nvPr/>
        </p:nvSpPr>
        <p:spPr>
          <a:xfrm>
            <a:off x="1934210" y="6135370"/>
            <a:ext cx="88265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Decoder Block</a:t>
            </a:r>
            <a:endParaRPr lang="en-US" sz="2450" dirty="0"/>
          </a:p>
        </p:txBody>
      </p:sp>
      <p:sp>
        <p:nvSpPr>
          <p:cNvPr id="150" name="Shape 148"/>
          <p:cNvSpPr/>
          <p:nvPr/>
        </p:nvSpPr>
        <p:spPr>
          <a:xfrm>
            <a:off x="2240280" y="1938020"/>
            <a:ext cx="383540" cy="383540"/>
          </a:xfrm>
          <a:prstGeom prst="ellipse">
            <a:avLst/>
          </a:prstGeom>
          <a:solidFill>
            <a:srgbClr val="E5FEFA"/>
          </a:solidFill>
          <a:ln w="12700">
            <a:solidFill>
              <a:srgbClr val="2222AA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2761615" y="1938020"/>
            <a:ext cx="383540" cy="383540"/>
          </a:xfrm>
          <a:prstGeom prst="ellipse">
            <a:avLst/>
          </a:prstGeom>
          <a:solidFill>
            <a:srgbClr val="E5FEFA"/>
          </a:solidFill>
          <a:ln w="12700">
            <a:solidFill>
              <a:srgbClr val="2222AA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3282950" y="1938020"/>
            <a:ext cx="383540" cy="383540"/>
          </a:xfrm>
          <a:prstGeom prst="ellipse">
            <a:avLst/>
          </a:prstGeom>
          <a:solidFill>
            <a:srgbClr val="E5FEFA"/>
          </a:solidFill>
          <a:ln w="12700">
            <a:solidFill>
              <a:srgbClr val="2222AA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3804285" y="1938020"/>
            <a:ext cx="383540" cy="383540"/>
          </a:xfrm>
          <a:prstGeom prst="ellipse">
            <a:avLst/>
          </a:prstGeom>
          <a:solidFill>
            <a:srgbClr val="E5FEFA"/>
          </a:solidFill>
          <a:ln w="12700">
            <a:solidFill>
              <a:srgbClr val="2222AA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4325620" y="1938020"/>
            <a:ext cx="383540" cy="383540"/>
          </a:xfrm>
          <a:prstGeom prst="ellipse">
            <a:avLst/>
          </a:prstGeom>
          <a:solidFill>
            <a:srgbClr val="E5FEFA"/>
          </a:solidFill>
          <a:ln w="12700">
            <a:solidFill>
              <a:srgbClr val="2222AA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4846955" y="1938020"/>
            <a:ext cx="383540" cy="383540"/>
          </a:xfrm>
          <a:prstGeom prst="ellipse">
            <a:avLst/>
          </a:prstGeom>
          <a:solidFill>
            <a:srgbClr val="E5FEFA"/>
          </a:solidFill>
          <a:ln w="12700">
            <a:solidFill>
              <a:srgbClr val="2222AA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5368290" y="1938020"/>
            <a:ext cx="383540" cy="383540"/>
          </a:xfrm>
          <a:prstGeom prst="ellipse">
            <a:avLst/>
          </a:prstGeom>
          <a:solidFill>
            <a:srgbClr val="E5FEFA"/>
          </a:solidFill>
          <a:ln w="12700">
            <a:solidFill>
              <a:srgbClr val="2222AA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5889625" y="1938020"/>
            <a:ext cx="383540" cy="383540"/>
          </a:xfrm>
          <a:prstGeom prst="ellipse">
            <a:avLst/>
          </a:prstGeom>
          <a:solidFill>
            <a:srgbClr val="E5FEFA"/>
          </a:solidFill>
          <a:ln w="12700">
            <a:solidFill>
              <a:srgbClr val="2222AA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6410960" y="1938020"/>
            <a:ext cx="383540" cy="383540"/>
          </a:xfrm>
          <a:prstGeom prst="ellipse">
            <a:avLst/>
          </a:prstGeom>
          <a:solidFill>
            <a:srgbClr val="E5FEFA"/>
          </a:solidFill>
          <a:ln w="12700">
            <a:solidFill>
              <a:srgbClr val="2222AA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6932295" y="1938020"/>
            <a:ext cx="383540" cy="383540"/>
          </a:xfrm>
          <a:prstGeom prst="ellipse">
            <a:avLst/>
          </a:prstGeom>
          <a:solidFill>
            <a:srgbClr val="E5FEFA"/>
          </a:solidFill>
          <a:ln w="12700">
            <a:solidFill>
              <a:srgbClr val="2222AA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7453630" y="1938020"/>
            <a:ext cx="383540" cy="383540"/>
          </a:xfrm>
          <a:prstGeom prst="ellipse">
            <a:avLst/>
          </a:prstGeom>
          <a:solidFill>
            <a:srgbClr val="E5FEFA"/>
          </a:solidFill>
          <a:ln w="12700">
            <a:solidFill>
              <a:srgbClr val="2222AA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7974965" y="1938020"/>
            <a:ext cx="383540" cy="383540"/>
          </a:xfrm>
          <a:prstGeom prst="ellipse">
            <a:avLst/>
          </a:prstGeom>
          <a:solidFill>
            <a:srgbClr val="E5FEFA"/>
          </a:solidFill>
          <a:ln w="12700">
            <a:solidFill>
              <a:srgbClr val="2222AA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8496300" y="1938020"/>
            <a:ext cx="383540" cy="383540"/>
          </a:xfrm>
          <a:prstGeom prst="ellipse">
            <a:avLst/>
          </a:prstGeom>
          <a:solidFill>
            <a:srgbClr val="E5FEFA"/>
          </a:solidFill>
          <a:ln w="12700">
            <a:solidFill>
              <a:srgbClr val="2222AA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9017635" y="1938020"/>
            <a:ext cx="383540" cy="383540"/>
          </a:xfrm>
          <a:prstGeom prst="ellipse">
            <a:avLst/>
          </a:prstGeom>
          <a:solidFill>
            <a:srgbClr val="E5FEFA"/>
          </a:solidFill>
          <a:ln w="12700">
            <a:solidFill>
              <a:srgbClr val="2222AA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9538970" y="1938020"/>
            <a:ext cx="383540" cy="383540"/>
          </a:xfrm>
          <a:prstGeom prst="ellipse">
            <a:avLst/>
          </a:prstGeom>
          <a:solidFill>
            <a:srgbClr val="E5FEFA"/>
          </a:solidFill>
          <a:ln w="12700">
            <a:solidFill>
              <a:srgbClr val="2222AA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10060305" y="1938020"/>
            <a:ext cx="383540" cy="383540"/>
          </a:xfrm>
          <a:prstGeom prst="ellipse">
            <a:avLst/>
          </a:prstGeom>
          <a:solidFill>
            <a:srgbClr val="E5FEFA"/>
          </a:solidFill>
          <a:ln w="12700">
            <a:solidFill>
              <a:srgbClr val="2222AA"/>
            </a:solidFill>
            <a:prstDash val="solid"/>
          </a:ln>
        </p:spPr>
      </p:sp>
      <p:pic>
        <p:nvPicPr>
          <p:cNvPr id="166" name="Image 0" descr="/home/ahmed/Projects/ai_llm_slides/videos/deep-learning/002_transformers_part2/recreated_pptx/build/assets/slide056_bra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16480" y="1606550"/>
            <a:ext cx="8092440" cy="211836"/>
          </a:xfrm>
          <a:prstGeom prst="rect">
            <a:avLst/>
          </a:prstGeom>
        </p:spPr>
      </p:pic>
      <p:sp>
        <p:nvSpPr>
          <p:cNvPr id="167" name="Text 164"/>
          <p:cNvSpPr/>
          <p:nvPr/>
        </p:nvSpPr>
        <p:spPr>
          <a:xfrm>
            <a:off x="3291840" y="777240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Decoder Final Output</a:t>
            </a:r>
            <a:endParaRPr lang="en-US" sz="3100" dirty="0"/>
          </a:p>
        </p:txBody>
      </p:sp>
      <p:sp>
        <p:nvSpPr>
          <p:cNvPr id="168" name="Text 165"/>
          <p:cNvSpPr/>
          <p:nvPr/>
        </p:nvSpPr>
        <p:spPr>
          <a:xfrm>
            <a:off x="4354830" y="1266190"/>
            <a:ext cx="406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222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Probability of each word in Vocab</a:t>
            </a:r>
            <a:endParaRPr lang="en-US" sz="1550" dirty="0"/>
          </a:p>
        </p:txBody>
      </p:sp>
      <p:sp>
        <p:nvSpPr>
          <p:cNvPr id="169" name="Text 166"/>
          <p:cNvSpPr/>
          <p:nvPr/>
        </p:nvSpPr>
        <p:spPr>
          <a:xfrm>
            <a:off x="7948930" y="5233670"/>
            <a:ext cx="279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 Projection</a:t>
            </a:r>
            <a:endParaRPr lang="en-US" sz="2000" dirty="0"/>
          </a:p>
        </p:txBody>
      </p:sp>
      <p:sp>
        <p:nvSpPr>
          <p:cNvPr id="170" name="Text 167"/>
          <p:cNvSpPr/>
          <p:nvPr/>
        </p:nvSpPr>
        <p:spPr>
          <a:xfrm>
            <a:off x="782320" y="184023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Vocab Size</a:t>
            </a:r>
            <a:endParaRPr lang="en-US" sz="1600" dirty="0"/>
          </a:p>
        </p:txBody>
      </p:sp>
      <p:sp>
        <p:nvSpPr>
          <p:cNvPr id="171" name="Text 168"/>
          <p:cNvSpPr/>
          <p:nvPr/>
        </p:nvSpPr>
        <p:spPr>
          <a:xfrm>
            <a:off x="782320" y="42799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Vocab Size</a:t>
            </a:r>
            <a:endParaRPr lang="en-US" sz="16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71500"/>
            <a:ext cx="11137900" cy="6286500"/>
          </a:xfrm>
          <a:prstGeom prst="rect">
            <a:avLst/>
          </a:prstGeom>
          <a:solidFill>
            <a:srgbClr val="E9E9E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086675" y="651241"/>
            <a:ext cx="3950459" cy="6206727"/>
          </a:xfrm>
          <a:prstGeom prst="roundRect">
            <a:avLst>
              <a:gd name="adj" fmla="val 1389"/>
            </a:avLst>
          </a:prstGeom>
          <a:solidFill>
            <a:srgbClr val="C0EBD0"/>
          </a:solidFill>
          <a:ln w="25400">
            <a:solidFill>
              <a:srgbClr val="2E8E3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575528" y="611369"/>
            <a:ext cx="2655660" cy="292394"/>
          </a:xfrm>
          <a:prstGeom prst="arc">
            <a:avLst>
              <a:gd name="adj1" fmla="val 10800000"/>
              <a:gd name="adj2" fmla="val 21600000"/>
            </a:avLst>
          </a:prstGeom>
          <a:ln w="19050">
            <a:solidFill>
              <a:srgbClr val="7A1F1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48195" y="890473"/>
            <a:ext cx="0" cy="53163"/>
          </a:xfrm>
          <a:prstGeom prst="line">
            <a:avLst/>
          </a:prstGeom>
          <a:noFill/>
          <a:ln w="12700">
            <a:solidFill>
              <a:srgbClr val="00187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01952" y="804083"/>
            <a:ext cx="92486" cy="93034"/>
          </a:xfrm>
          <a:prstGeom prst="ellipse">
            <a:avLst/>
          </a:prstGeom>
          <a:solidFill>
            <a:srgbClr val="FFFFFF"/>
          </a:solidFill>
          <a:ln w="9525">
            <a:solidFill>
              <a:srgbClr val="3AA8A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06345" y="890473"/>
            <a:ext cx="0" cy="53163"/>
          </a:xfrm>
          <a:prstGeom prst="line">
            <a:avLst/>
          </a:prstGeom>
          <a:noFill/>
          <a:ln w="12700">
            <a:solidFill>
              <a:srgbClr val="00187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60103" y="804083"/>
            <a:ext cx="92486" cy="93034"/>
          </a:xfrm>
          <a:prstGeom prst="ellipse">
            <a:avLst/>
          </a:prstGeom>
          <a:solidFill>
            <a:srgbClr val="FFFFFF"/>
          </a:solidFill>
          <a:ln w="9525">
            <a:solidFill>
              <a:srgbClr val="3AA8A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964496" y="890473"/>
            <a:ext cx="0" cy="53163"/>
          </a:xfrm>
          <a:prstGeom prst="line">
            <a:avLst/>
          </a:prstGeom>
          <a:noFill/>
          <a:ln w="12700">
            <a:solidFill>
              <a:srgbClr val="00187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918253" y="804083"/>
            <a:ext cx="92486" cy="93034"/>
          </a:xfrm>
          <a:prstGeom prst="ellipse">
            <a:avLst/>
          </a:prstGeom>
          <a:solidFill>
            <a:srgbClr val="FFFFFF"/>
          </a:solidFill>
          <a:ln w="9525">
            <a:solidFill>
              <a:srgbClr val="3AA8A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22646" y="890473"/>
            <a:ext cx="0" cy="53163"/>
          </a:xfrm>
          <a:prstGeom prst="line">
            <a:avLst/>
          </a:prstGeom>
          <a:noFill/>
          <a:ln w="12700">
            <a:solidFill>
              <a:srgbClr val="00187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76404" y="804083"/>
            <a:ext cx="92486" cy="93034"/>
          </a:xfrm>
          <a:prstGeom prst="ellipse">
            <a:avLst/>
          </a:prstGeom>
          <a:solidFill>
            <a:srgbClr val="FFFFFF"/>
          </a:solidFill>
          <a:ln w="9525">
            <a:solidFill>
              <a:srgbClr val="3AA8A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80797" y="890473"/>
            <a:ext cx="0" cy="53163"/>
          </a:xfrm>
          <a:prstGeom prst="line">
            <a:avLst/>
          </a:prstGeom>
          <a:noFill/>
          <a:ln w="12700">
            <a:solidFill>
              <a:srgbClr val="00187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34554" y="804083"/>
            <a:ext cx="92486" cy="93034"/>
          </a:xfrm>
          <a:prstGeom prst="ellipse">
            <a:avLst/>
          </a:prstGeom>
          <a:solidFill>
            <a:srgbClr val="FFFFFF"/>
          </a:solidFill>
          <a:ln w="9525">
            <a:solidFill>
              <a:srgbClr val="3AA8A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38947" y="890473"/>
            <a:ext cx="0" cy="53163"/>
          </a:xfrm>
          <a:prstGeom prst="line">
            <a:avLst/>
          </a:prstGeom>
          <a:noFill/>
          <a:ln w="12700">
            <a:solidFill>
              <a:srgbClr val="00187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392705" y="804083"/>
            <a:ext cx="92486" cy="93034"/>
          </a:xfrm>
          <a:prstGeom prst="ellipse">
            <a:avLst/>
          </a:prstGeom>
          <a:solidFill>
            <a:srgbClr val="FFFFFF"/>
          </a:solidFill>
          <a:ln w="9525">
            <a:solidFill>
              <a:srgbClr val="3AA8A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597098" y="890473"/>
            <a:ext cx="0" cy="53163"/>
          </a:xfrm>
          <a:prstGeom prst="line">
            <a:avLst/>
          </a:prstGeom>
          <a:noFill/>
          <a:ln w="12700">
            <a:solidFill>
              <a:srgbClr val="00187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50855" y="804083"/>
            <a:ext cx="92486" cy="93034"/>
          </a:xfrm>
          <a:prstGeom prst="ellipse">
            <a:avLst/>
          </a:prstGeom>
          <a:solidFill>
            <a:srgbClr val="FFFFFF"/>
          </a:solidFill>
          <a:ln w="9525">
            <a:solidFill>
              <a:srgbClr val="3AA8A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755248" y="890473"/>
            <a:ext cx="0" cy="53163"/>
          </a:xfrm>
          <a:prstGeom prst="line">
            <a:avLst/>
          </a:prstGeom>
          <a:noFill/>
          <a:ln w="12700">
            <a:solidFill>
              <a:srgbClr val="00187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709006" y="804083"/>
            <a:ext cx="92486" cy="93034"/>
          </a:xfrm>
          <a:prstGeom prst="ellipse">
            <a:avLst/>
          </a:prstGeom>
          <a:solidFill>
            <a:srgbClr val="FFFFFF"/>
          </a:solidFill>
          <a:ln w="9525">
            <a:solidFill>
              <a:srgbClr val="3AA8A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913399" y="890473"/>
            <a:ext cx="0" cy="53163"/>
          </a:xfrm>
          <a:prstGeom prst="line">
            <a:avLst/>
          </a:prstGeom>
          <a:noFill/>
          <a:ln w="12700">
            <a:solidFill>
              <a:srgbClr val="00187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867156" y="804083"/>
            <a:ext cx="92486" cy="93034"/>
          </a:xfrm>
          <a:prstGeom prst="ellipse">
            <a:avLst/>
          </a:prstGeom>
          <a:solidFill>
            <a:srgbClr val="FFFFFF"/>
          </a:solidFill>
          <a:ln w="9525">
            <a:solidFill>
              <a:srgbClr val="3AA8A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071549" y="890473"/>
            <a:ext cx="0" cy="53163"/>
          </a:xfrm>
          <a:prstGeom prst="line">
            <a:avLst/>
          </a:prstGeom>
          <a:noFill/>
          <a:ln w="12700">
            <a:solidFill>
              <a:srgbClr val="00187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025307" y="804083"/>
            <a:ext cx="92486" cy="93034"/>
          </a:xfrm>
          <a:prstGeom prst="ellipse">
            <a:avLst/>
          </a:prstGeom>
          <a:solidFill>
            <a:srgbClr val="FFFFFF"/>
          </a:solidFill>
          <a:ln w="9525">
            <a:solidFill>
              <a:srgbClr val="3AA8A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229700" y="890473"/>
            <a:ext cx="0" cy="53163"/>
          </a:xfrm>
          <a:prstGeom prst="line">
            <a:avLst/>
          </a:prstGeom>
          <a:noFill/>
          <a:ln w="12700">
            <a:solidFill>
              <a:srgbClr val="00187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183457" y="804083"/>
            <a:ext cx="92486" cy="93034"/>
          </a:xfrm>
          <a:prstGeom prst="ellipse">
            <a:avLst/>
          </a:prstGeom>
          <a:solidFill>
            <a:srgbClr val="FFFFFF"/>
          </a:solidFill>
          <a:ln w="9525">
            <a:solidFill>
              <a:srgbClr val="3AA8A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387850" y="890473"/>
            <a:ext cx="0" cy="53163"/>
          </a:xfrm>
          <a:prstGeom prst="line">
            <a:avLst/>
          </a:prstGeom>
          <a:noFill/>
          <a:ln w="12700">
            <a:solidFill>
              <a:srgbClr val="00187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341608" y="804083"/>
            <a:ext cx="92486" cy="93034"/>
          </a:xfrm>
          <a:prstGeom prst="ellipse">
            <a:avLst/>
          </a:prstGeom>
          <a:solidFill>
            <a:srgbClr val="FFFFFF"/>
          </a:solidFill>
          <a:ln w="9525">
            <a:solidFill>
              <a:srgbClr val="3AA8A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546001" y="890473"/>
            <a:ext cx="0" cy="53163"/>
          </a:xfrm>
          <a:prstGeom prst="line">
            <a:avLst/>
          </a:prstGeom>
          <a:noFill/>
          <a:ln w="12700">
            <a:solidFill>
              <a:srgbClr val="00187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499758" y="804083"/>
            <a:ext cx="92486" cy="93034"/>
          </a:xfrm>
          <a:prstGeom prst="ellipse">
            <a:avLst/>
          </a:prstGeom>
          <a:solidFill>
            <a:srgbClr val="FFFFFF"/>
          </a:solidFill>
          <a:ln w="9525">
            <a:solidFill>
              <a:srgbClr val="3AA8A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704151" y="890473"/>
            <a:ext cx="0" cy="53163"/>
          </a:xfrm>
          <a:prstGeom prst="line">
            <a:avLst/>
          </a:prstGeom>
          <a:noFill/>
          <a:ln w="12700">
            <a:solidFill>
              <a:srgbClr val="00187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657909" y="804083"/>
            <a:ext cx="92486" cy="93034"/>
          </a:xfrm>
          <a:prstGeom prst="ellipse">
            <a:avLst/>
          </a:prstGeom>
          <a:solidFill>
            <a:srgbClr val="FFFFFF"/>
          </a:solidFill>
          <a:ln w="9525">
            <a:solidFill>
              <a:srgbClr val="3AA8A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862302" y="890473"/>
            <a:ext cx="0" cy="53163"/>
          </a:xfrm>
          <a:prstGeom prst="line">
            <a:avLst/>
          </a:prstGeom>
          <a:noFill/>
          <a:ln w="12700">
            <a:solidFill>
              <a:srgbClr val="00187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816059" y="804083"/>
            <a:ext cx="92486" cy="93034"/>
          </a:xfrm>
          <a:prstGeom prst="ellipse">
            <a:avLst/>
          </a:prstGeom>
          <a:solidFill>
            <a:srgbClr val="FFFFFF"/>
          </a:solidFill>
          <a:ln w="9525">
            <a:solidFill>
              <a:srgbClr val="3AA8A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020452" y="890473"/>
            <a:ext cx="0" cy="53163"/>
          </a:xfrm>
          <a:prstGeom prst="line">
            <a:avLst/>
          </a:prstGeom>
          <a:noFill/>
          <a:ln w="12700">
            <a:solidFill>
              <a:srgbClr val="00187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974210" y="804083"/>
            <a:ext cx="92486" cy="93034"/>
          </a:xfrm>
          <a:prstGeom prst="ellipse">
            <a:avLst/>
          </a:prstGeom>
          <a:solidFill>
            <a:srgbClr val="FFFFFF"/>
          </a:solidFill>
          <a:ln w="9525">
            <a:solidFill>
              <a:srgbClr val="3AA8A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0178603" y="890473"/>
            <a:ext cx="0" cy="53163"/>
          </a:xfrm>
          <a:prstGeom prst="line">
            <a:avLst/>
          </a:prstGeom>
          <a:noFill/>
          <a:ln w="12700">
            <a:solidFill>
              <a:srgbClr val="00187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132360" y="804083"/>
            <a:ext cx="92486" cy="93034"/>
          </a:xfrm>
          <a:prstGeom prst="ellipse">
            <a:avLst/>
          </a:prstGeom>
          <a:solidFill>
            <a:srgbClr val="FFFFFF"/>
          </a:solidFill>
          <a:ln w="9525">
            <a:solidFill>
              <a:srgbClr val="3AA8A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601952" y="936990"/>
            <a:ext cx="2602811" cy="79744"/>
          </a:xfrm>
          <a:prstGeom prst="rect">
            <a:avLst/>
          </a:prstGeom>
          <a:solidFill>
            <a:srgbClr val="7A1F1F"/>
          </a:solidFill>
          <a:ln/>
        </p:spPr>
      </p:sp>
      <p:sp>
        <p:nvSpPr>
          <p:cNvPr id="42" name="Text 40"/>
          <p:cNvSpPr/>
          <p:nvPr/>
        </p:nvSpPr>
        <p:spPr>
          <a:xfrm>
            <a:off x="7601952" y="936990"/>
            <a:ext cx="2602811" cy="79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Softmax</a:t>
            </a:r>
            <a:endParaRPr lang="en-US" sz="550" dirty="0"/>
          </a:p>
        </p:txBody>
      </p:sp>
      <p:sp>
        <p:nvSpPr>
          <p:cNvPr id="43" name="Shape 41"/>
          <p:cNvSpPr/>
          <p:nvPr/>
        </p:nvSpPr>
        <p:spPr>
          <a:xfrm>
            <a:off x="7575528" y="1076542"/>
            <a:ext cx="2655660" cy="531625"/>
          </a:xfrm>
          <a:prstGeom prst="roundRect">
            <a:avLst>
              <a:gd name="adj" fmla="val 17200"/>
            </a:avLst>
          </a:prstGeom>
          <a:solidFill>
            <a:srgbClr val="A5EFC0"/>
          </a:solidFill>
          <a:ln w="19050">
            <a:solidFill>
              <a:srgbClr val="1E8E3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>
            <a:off x="7720862" y="1262610"/>
            <a:ext cx="13212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flipH="1">
            <a:off x="7720862" y="1262610"/>
            <a:ext cx="169777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H="1">
            <a:off x="7720862" y="1262610"/>
            <a:ext cx="326342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H="1">
            <a:off x="7720862" y="1262610"/>
            <a:ext cx="482907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H="1">
            <a:off x="7720862" y="1262610"/>
            <a:ext cx="639472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flipH="1">
            <a:off x="7720862" y="1262610"/>
            <a:ext cx="796037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H="1">
            <a:off x="7720862" y="1262610"/>
            <a:ext cx="952602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H="1">
            <a:off x="7720862" y="1262610"/>
            <a:ext cx="1109167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H="1">
            <a:off x="7720862" y="1262610"/>
            <a:ext cx="1265732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H="1">
            <a:off x="7720862" y="1262610"/>
            <a:ext cx="1422297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H="1">
            <a:off x="7720862" y="1262610"/>
            <a:ext cx="1578862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H="1">
            <a:off x="7720862" y="1262610"/>
            <a:ext cx="1735428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H="1">
            <a:off x="7720862" y="1262610"/>
            <a:ext cx="1891993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H="1">
            <a:off x="7720862" y="1262610"/>
            <a:ext cx="2048558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H="1">
            <a:off x="7720862" y="1262610"/>
            <a:ext cx="2205123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H="1">
            <a:off x="7720862" y="1262610"/>
            <a:ext cx="2361688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734074" y="1262610"/>
            <a:ext cx="548308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890639" y="1262610"/>
            <a:ext cx="391743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047205" y="1262610"/>
            <a:ext cx="235178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203770" y="1262610"/>
            <a:ext cx="78613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flipH="1">
            <a:off x="8282382" y="1262610"/>
            <a:ext cx="77952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H="1">
            <a:off x="8282382" y="1262610"/>
            <a:ext cx="234517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H="1">
            <a:off x="8282382" y="1262610"/>
            <a:ext cx="391082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H="1">
            <a:off x="8282382" y="1262610"/>
            <a:ext cx="547647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 flipH="1">
            <a:off x="8282382" y="1262610"/>
            <a:ext cx="704212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 flipH="1">
            <a:off x="8282382" y="1262610"/>
            <a:ext cx="860777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 flipH="1">
            <a:off x="8282382" y="1262610"/>
            <a:ext cx="1017342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 flipH="1">
            <a:off x="8282382" y="1262610"/>
            <a:ext cx="1173907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 flipH="1">
            <a:off x="8282382" y="1262610"/>
            <a:ext cx="1330472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 flipH="1">
            <a:off x="8282382" y="1262610"/>
            <a:ext cx="1487037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 flipH="1">
            <a:off x="8282382" y="1262610"/>
            <a:ext cx="1643602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 flipH="1">
            <a:off x="8282382" y="1262610"/>
            <a:ext cx="1800167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7734074" y="1262610"/>
            <a:ext cx="1142859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7890639" y="1262610"/>
            <a:ext cx="986294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8047205" y="1262610"/>
            <a:ext cx="829729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8203770" y="1262610"/>
            <a:ext cx="673164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8360335" y="1262610"/>
            <a:ext cx="516599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8516900" y="1262610"/>
            <a:ext cx="360033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8673465" y="1262610"/>
            <a:ext cx="203468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8830030" y="1262610"/>
            <a:ext cx="46903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H="1">
            <a:off x="8876933" y="1262610"/>
            <a:ext cx="109662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H="1">
            <a:off x="8876933" y="1262610"/>
            <a:ext cx="266227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H="1">
            <a:off x="8876933" y="1262610"/>
            <a:ext cx="422792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H="1">
            <a:off x="8876933" y="1262610"/>
            <a:ext cx="579357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H="1">
            <a:off x="8876933" y="1262610"/>
            <a:ext cx="735922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H="1">
            <a:off x="8876933" y="1262610"/>
            <a:ext cx="892487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H="1">
            <a:off x="8876933" y="1262610"/>
            <a:ext cx="1049052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H="1">
            <a:off x="8876933" y="1262610"/>
            <a:ext cx="1205617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7734074" y="1262610"/>
            <a:ext cx="1783652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7890639" y="1262610"/>
            <a:ext cx="1627087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8047205" y="1262610"/>
            <a:ext cx="1470522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8203770" y="1262610"/>
            <a:ext cx="1313957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8360335" y="1262610"/>
            <a:ext cx="1157392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8516900" y="1262610"/>
            <a:ext cx="1000827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8673465" y="1262610"/>
            <a:ext cx="844262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8830030" y="1262610"/>
            <a:ext cx="687697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8986595" y="1262610"/>
            <a:ext cx="531132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9143160" y="1262610"/>
            <a:ext cx="374567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9299725" y="1262610"/>
            <a:ext cx="218002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9456290" y="1262610"/>
            <a:ext cx="61437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 flipH="1">
            <a:off x="9517727" y="1262610"/>
            <a:ext cx="95128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 flipH="1">
            <a:off x="9517727" y="1262610"/>
            <a:ext cx="251693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 flipH="1">
            <a:off x="9517727" y="1262610"/>
            <a:ext cx="408258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 flipH="1">
            <a:off x="9517727" y="1262610"/>
            <a:ext cx="564823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734074" y="1262610"/>
            <a:ext cx="2338566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7890639" y="1262610"/>
            <a:ext cx="2182001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047205" y="1262610"/>
            <a:ext cx="2025436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203770" y="1262610"/>
            <a:ext cx="1868871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8360335" y="1262610"/>
            <a:ext cx="1712306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516900" y="1262610"/>
            <a:ext cx="1555741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8673465" y="1262610"/>
            <a:ext cx="1399176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8830030" y="1262610"/>
            <a:ext cx="1242611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8986595" y="1262610"/>
            <a:ext cx="1086046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9143160" y="1262610"/>
            <a:ext cx="929481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9299725" y="1262610"/>
            <a:ext cx="772916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9456290" y="1262610"/>
            <a:ext cx="616351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9612855" y="1262610"/>
            <a:ext cx="459786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9769420" y="1262610"/>
            <a:ext cx="303221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9925985" y="1262610"/>
            <a:ext cx="146656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 flipH="1">
            <a:off x="10072641" y="1262610"/>
            <a:ext cx="9909" cy="159488"/>
          </a:xfrm>
          <a:prstGeom prst="line">
            <a:avLst/>
          </a:prstGeom>
          <a:noFill/>
          <a:ln w="6350">
            <a:solidFill>
              <a:srgbClr val="2E8E8E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684529" y="1166253"/>
            <a:ext cx="99092" cy="99680"/>
          </a:xfrm>
          <a:prstGeom prst="ellipse">
            <a:avLst/>
          </a:prstGeom>
          <a:solidFill>
            <a:srgbClr val="B400C8"/>
          </a:solidFill>
          <a:ln/>
        </p:spPr>
      </p:sp>
      <p:sp>
        <p:nvSpPr>
          <p:cNvPr id="125" name="Shape 123"/>
          <p:cNvSpPr/>
          <p:nvPr/>
        </p:nvSpPr>
        <p:spPr>
          <a:xfrm>
            <a:off x="7841094" y="1166253"/>
            <a:ext cx="99092" cy="99680"/>
          </a:xfrm>
          <a:prstGeom prst="ellipse">
            <a:avLst/>
          </a:prstGeom>
          <a:solidFill>
            <a:srgbClr val="B400C8"/>
          </a:solidFill>
          <a:ln/>
        </p:spPr>
      </p:sp>
      <p:sp>
        <p:nvSpPr>
          <p:cNvPr id="126" name="Shape 124"/>
          <p:cNvSpPr/>
          <p:nvPr/>
        </p:nvSpPr>
        <p:spPr>
          <a:xfrm>
            <a:off x="7997659" y="1166253"/>
            <a:ext cx="99092" cy="99680"/>
          </a:xfrm>
          <a:prstGeom prst="ellipse">
            <a:avLst/>
          </a:prstGeom>
          <a:solidFill>
            <a:srgbClr val="B400C8"/>
          </a:solidFill>
          <a:ln/>
        </p:spPr>
      </p:sp>
      <p:sp>
        <p:nvSpPr>
          <p:cNvPr id="127" name="Shape 125"/>
          <p:cNvSpPr/>
          <p:nvPr/>
        </p:nvSpPr>
        <p:spPr>
          <a:xfrm>
            <a:off x="8154224" y="1166253"/>
            <a:ext cx="99092" cy="99680"/>
          </a:xfrm>
          <a:prstGeom prst="ellipse">
            <a:avLst/>
          </a:prstGeom>
          <a:solidFill>
            <a:srgbClr val="B400C8"/>
          </a:solidFill>
          <a:ln/>
        </p:spPr>
      </p:sp>
      <p:sp>
        <p:nvSpPr>
          <p:cNvPr id="128" name="Shape 126"/>
          <p:cNvSpPr/>
          <p:nvPr/>
        </p:nvSpPr>
        <p:spPr>
          <a:xfrm>
            <a:off x="8310789" y="1166253"/>
            <a:ext cx="99092" cy="99680"/>
          </a:xfrm>
          <a:prstGeom prst="ellipse">
            <a:avLst/>
          </a:prstGeom>
          <a:solidFill>
            <a:srgbClr val="B400C8"/>
          </a:solidFill>
          <a:ln/>
        </p:spPr>
      </p:sp>
      <p:sp>
        <p:nvSpPr>
          <p:cNvPr id="129" name="Shape 127"/>
          <p:cNvSpPr/>
          <p:nvPr/>
        </p:nvSpPr>
        <p:spPr>
          <a:xfrm>
            <a:off x="8467354" y="1166253"/>
            <a:ext cx="99092" cy="99680"/>
          </a:xfrm>
          <a:prstGeom prst="ellipse">
            <a:avLst/>
          </a:prstGeom>
          <a:solidFill>
            <a:srgbClr val="B400C8"/>
          </a:solidFill>
          <a:ln/>
        </p:spPr>
      </p:sp>
      <p:sp>
        <p:nvSpPr>
          <p:cNvPr id="130" name="Shape 128"/>
          <p:cNvSpPr/>
          <p:nvPr/>
        </p:nvSpPr>
        <p:spPr>
          <a:xfrm>
            <a:off x="8623919" y="1166253"/>
            <a:ext cx="99092" cy="99680"/>
          </a:xfrm>
          <a:prstGeom prst="ellipse">
            <a:avLst/>
          </a:prstGeom>
          <a:solidFill>
            <a:srgbClr val="B400C8"/>
          </a:solidFill>
          <a:ln/>
        </p:spPr>
      </p:sp>
      <p:sp>
        <p:nvSpPr>
          <p:cNvPr id="131" name="Shape 129"/>
          <p:cNvSpPr/>
          <p:nvPr/>
        </p:nvSpPr>
        <p:spPr>
          <a:xfrm>
            <a:off x="8780484" y="1166253"/>
            <a:ext cx="99092" cy="99680"/>
          </a:xfrm>
          <a:prstGeom prst="ellipse">
            <a:avLst/>
          </a:prstGeom>
          <a:solidFill>
            <a:srgbClr val="B400C8"/>
          </a:solidFill>
          <a:ln/>
        </p:spPr>
      </p:sp>
      <p:sp>
        <p:nvSpPr>
          <p:cNvPr id="132" name="Shape 130"/>
          <p:cNvSpPr/>
          <p:nvPr/>
        </p:nvSpPr>
        <p:spPr>
          <a:xfrm>
            <a:off x="8937049" y="1166253"/>
            <a:ext cx="99092" cy="99680"/>
          </a:xfrm>
          <a:prstGeom prst="ellipse">
            <a:avLst/>
          </a:prstGeom>
          <a:solidFill>
            <a:srgbClr val="B400C8"/>
          </a:solidFill>
          <a:ln/>
        </p:spPr>
      </p:sp>
      <p:sp>
        <p:nvSpPr>
          <p:cNvPr id="133" name="Shape 131"/>
          <p:cNvSpPr/>
          <p:nvPr/>
        </p:nvSpPr>
        <p:spPr>
          <a:xfrm>
            <a:off x="9093614" y="1166253"/>
            <a:ext cx="99092" cy="99680"/>
          </a:xfrm>
          <a:prstGeom prst="ellipse">
            <a:avLst/>
          </a:prstGeom>
          <a:solidFill>
            <a:srgbClr val="B400C8"/>
          </a:solidFill>
          <a:ln/>
        </p:spPr>
      </p:sp>
      <p:sp>
        <p:nvSpPr>
          <p:cNvPr id="134" name="Shape 132"/>
          <p:cNvSpPr/>
          <p:nvPr/>
        </p:nvSpPr>
        <p:spPr>
          <a:xfrm>
            <a:off x="9250179" y="1166253"/>
            <a:ext cx="99092" cy="99680"/>
          </a:xfrm>
          <a:prstGeom prst="ellipse">
            <a:avLst/>
          </a:prstGeom>
          <a:solidFill>
            <a:srgbClr val="B400C8"/>
          </a:solidFill>
          <a:ln/>
        </p:spPr>
      </p:sp>
      <p:sp>
        <p:nvSpPr>
          <p:cNvPr id="135" name="Shape 133"/>
          <p:cNvSpPr/>
          <p:nvPr/>
        </p:nvSpPr>
        <p:spPr>
          <a:xfrm>
            <a:off x="9406744" y="1166253"/>
            <a:ext cx="99092" cy="99680"/>
          </a:xfrm>
          <a:prstGeom prst="ellipse">
            <a:avLst/>
          </a:prstGeom>
          <a:solidFill>
            <a:srgbClr val="B400C8"/>
          </a:solidFill>
          <a:ln/>
        </p:spPr>
      </p:sp>
      <p:sp>
        <p:nvSpPr>
          <p:cNvPr id="136" name="Shape 134"/>
          <p:cNvSpPr/>
          <p:nvPr/>
        </p:nvSpPr>
        <p:spPr>
          <a:xfrm>
            <a:off x="9563309" y="1166253"/>
            <a:ext cx="99092" cy="99680"/>
          </a:xfrm>
          <a:prstGeom prst="ellipse">
            <a:avLst/>
          </a:prstGeom>
          <a:solidFill>
            <a:srgbClr val="B400C8"/>
          </a:solidFill>
          <a:ln/>
        </p:spPr>
      </p:sp>
      <p:sp>
        <p:nvSpPr>
          <p:cNvPr id="137" name="Shape 135"/>
          <p:cNvSpPr/>
          <p:nvPr/>
        </p:nvSpPr>
        <p:spPr>
          <a:xfrm>
            <a:off x="9719874" y="1166253"/>
            <a:ext cx="99092" cy="99680"/>
          </a:xfrm>
          <a:prstGeom prst="ellipse">
            <a:avLst/>
          </a:prstGeom>
          <a:solidFill>
            <a:srgbClr val="B400C8"/>
          </a:solidFill>
          <a:ln/>
        </p:spPr>
      </p:sp>
      <p:sp>
        <p:nvSpPr>
          <p:cNvPr id="138" name="Shape 136"/>
          <p:cNvSpPr/>
          <p:nvPr/>
        </p:nvSpPr>
        <p:spPr>
          <a:xfrm>
            <a:off x="9876439" y="1166253"/>
            <a:ext cx="99092" cy="99680"/>
          </a:xfrm>
          <a:prstGeom prst="ellipse">
            <a:avLst/>
          </a:prstGeom>
          <a:solidFill>
            <a:srgbClr val="B400C8"/>
          </a:solidFill>
          <a:ln/>
        </p:spPr>
      </p:sp>
      <p:sp>
        <p:nvSpPr>
          <p:cNvPr id="139" name="Shape 137"/>
          <p:cNvSpPr/>
          <p:nvPr/>
        </p:nvSpPr>
        <p:spPr>
          <a:xfrm>
            <a:off x="10033004" y="1166253"/>
            <a:ext cx="99092" cy="99680"/>
          </a:xfrm>
          <a:prstGeom prst="ellipse">
            <a:avLst/>
          </a:prstGeom>
          <a:solidFill>
            <a:srgbClr val="B400C8"/>
          </a:solidFill>
          <a:ln/>
        </p:spPr>
      </p:sp>
      <p:sp>
        <p:nvSpPr>
          <p:cNvPr id="140" name="Shape 138"/>
          <p:cNvSpPr/>
          <p:nvPr/>
        </p:nvSpPr>
        <p:spPr>
          <a:xfrm>
            <a:off x="7621770" y="1415453"/>
            <a:ext cx="198184" cy="199360"/>
          </a:xfrm>
          <a:prstGeom prst="ellipse">
            <a:avLst/>
          </a:prstGeom>
          <a:solidFill>
            <a:srgbClr val="9FE8AC"/>
          </a:solidFill>
          <a:ln w="15875">
            <a:solidFill>
              <a:srgbClr val="1E8E3E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8183291" y="1415453"/>
            <a:ext cx="198184" cy="199360"/>
          </a:xfrm>
          <a:prstGeom prst="ellipse">
            <a:avLst/>
          </a:prstGeom>
          <a:solidFill>
            <a:srgbClr val="9FE8AC"/>
          </a:solidFill>
          <a:ln w="15875">
            <a:solidFill>
              <a:srgbClr val="1E8E3E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8777841" y="1415453"/>
            <a:ext cx="198184" cy="199360"/>
          </a:xfrm>
          <a:prstGeom prst="ellipse">
            <a:avLst/>
          </a:prstGeom>
          <a:solidFill>
            <a:srgbClr val="9FE8AC"/>
          </a:solidFill>
          <a:ln w="15875">
            <a:solidFill>
              <a:srgbClr val="1E8E3E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9418635" y="1415453"/>
            <a:ext cx="198184" cy="199360"/>
          </a:xfrm>
          <a:prstGeom prst="ellipse">
            <a:avLst/>
          </a:prstGeom>
          <a:solidFill>
            <a:srgbClr val="9FE8AC"/>
          </a:solidFill>
          <a:ln w="15875">
            <a:solidFill>
              <a:srgbClr val="1E8E3E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9973549" y="1415453"/>
            <a:ext cx="198184" cy="199360"/>
          </a:xfrm>
          <a:prstGeom prst="ellipse">
            <a:avLst/>
          </a:prstGeom>
          <a:solidFill>
            <a:srgbClr val="9FE8AC"/>
          </a:solidFill>
          <a:ln w="15875">
            <a:solidFill>
              <a:srgbClr val="1E8E3E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7430193" y="1634748"/>
            <a:ext cx="2906692" cy="1049960"/>
          </a:xfrm>
          <a:prstGeom prst="roundRect">
            <a:avLst>
              <a:gd name="adj" fmla="val 6967"/>
            </a:avLst>
          </a:prstGeom>
          <a:solidFill>
            <a:srgbClr val="D6EEDC"/>
          </a:solidFill>
          <a:ln w="15875">
            <a:solidFill>
              <a:srgbClr val="8A907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7575528" y="1687911"/>
            <a:ext cx="52849" cy="66453"/>
          </a:xfrm>
          <a:prstGeom prst="rect">
            <a:avLst/>
          </a:prstGeom>
          <a:solidFill>
            <a:srgbClr val="FFFCE8"/>
          </a:solidFill>
          <a:ln w="6350">
            <a:solidFill>
              <a:srgbClr val="888878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7634983" y="1687911"/>
            <a:ext cx="52849" cy="66453"/>
          </a:xfrm>
          <a:prstGeom prst="rect">
            <a:avLst/>
          </a:prstGeom>
          <a:solidFill>
            <a:srgbClr val="F0F0D8"/>
          </a:solidFill>
          <a:ln w="6350">
            <a:solidFill>
              <a:srgbClr val="888878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7694438" y="1687911"/>
            <a:ext cx="52849" cy="66453"/>
          </a:xfrm>
          <a:prstGeom prst="rect">
            <a:avLst/>
          </a:prstGeom>
          <a:solidFill>
            <a:srgbClr val="FFFCE8"/>
          </a:solidFill>
          <a:ln w="6350">
            <a:solidFill>
              <a:srgbClr val="888878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753893" y="1687911"/>
            <a:ext cx="52849" cy="66453"/>
          </a:xfrm>
          <a:prstGeom prst="rect">
            <a:avLst/>
          </a:prstGeom>
          <a:solidFill>
            <a:srgbClr val="F0F0D8"/>
          </a:solidFill>
          <a:ln w="6350">
            <a:solidFill>
              <a:srgbClr val="888878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7813348" y="1687911"/>
            <a:ext cx="52849" cy="66453"/>
          </a:xfrm>
          <a:prstGeom prst="rect">
            <a:avLst/>
          </a:prstGeom>
          <a:solidFill>
            <a:srgbClr val="FFFCE8"/>
          </a:solidFill>
          <a:ln w="6350">
            <a:solidFill>
              <a:srgbClr val="888878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8137048" y="1687911"/>
            <a:ext cx="52849" cy="66453"/>
          </a:xfrm>
          <a:prstGeom prst="rect">
            <a:avLst/>
          </a:prstGeom>
          <a:solidFill>
            <a:srgbClr val="FFFCE8"/>
          </a:solidFill>
          <a:ln w="6350">
            <a:solidFill>
              <a:srgbClr val="888878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8196503" y="1687911"/>
            <a:ext cx="52849" cy="66453"/>
          </a:xfrm>
          <a:prstGeom prst="rect">
            <a:avLst/>
          </a:prstGeom>
          <a:solidFill>
            <a:srgbClr val="F0F0D8"/>
          </a:solidFill>
          <a:ln w="6350">
            <a:solidFill>
              <a:srgbClr val="888878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8255958" y="1687911"/>
            <a:ext cx="52849" cy="66453"/>
          </a:xfrm>
          <a:prstGeom prst="rect">
            <a:avLst/>
          </a:prstGeom>
          <a:solidFill>
            <a:srgbClr val="FFFCE8"/>
          </a:solidFill>
          <a:ln w="6350">
            <a:solidFill>
              <a:srgbClr val="888878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8315413" y="1687911"/>
            <a:ext cx="52849" cy="66453"/>
          </a:xfrm>
          <a:prstGeom prst="rect">
            <a:avLst/>
          </a:prstGeom>
          <a:solidFill>
            <a:srgbClr val="F0F0D8"/>
          </a:solidFill>
          <a:ln w="6350">
            <a:solidFill>
              <a:srgbClr val="888878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8374868" y="1687911"/>
            <a:ext cx="52849" cy="66453"/>
          </a:xfrm>
          <a:prstGeom prst="rect">
            <a:avLst/>
          </a:prstGeom>
          <a:solidFill>
            <a:srgbClr val="FFFCE8"/>
          </a:solidFill>
          <a:ln w="6350">
            <a:solidFill>
              <a:srgbClr val="888878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8731598" y="1687911"/>
            <a:ext cx="52849" cy="66453"/>
          </a:xfrm>
          <a:prstGeom prst="rect">
            <a:avLst/>
          </a:prstGeom>
          <a:solidFill>
            <a:srgbClr val="FFFCE8"/>
          </a:solidFill>
          <a:ln w="6350">
            <a:solidFill>
              <a:srgbClr val="888878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8791054" y="1687911"/>
            <a:ext cx="52849" cy="66453"/>
          </a:xfrm>
          <a:prstGeom prst="rect">
            <a:avLst/>
          </a:prstGeom>
          <a:solidFill>
            <a:srgbClr val="F0F0D8"/>
          </a:solidFill>
          <a:ln w="6350">
            <a:solidFill>
              <a:srgbClr val="888878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850509" y="1687911"/>
            <a:ext cx="52849" cy="66453"/>
          </a:xfrm>
          <a:prstGeom prst="rect">
            <a:avLst/>
          </a:prstGeom>
          <a:solidFill>
            <a:srgbClr val="FFFCE8"/>
          </a:solidFill>
          <a:ln w="6350">
            <a:solidFill>
              <a:srgbClr val="888878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909964" y="1687911"/>
            <a:ext cx="52849" cy="66453"/>
          </a:xfrm>
          <a:prstGeom prst="rect">
            <a:avLst/>
          </a:prstGeom>
          <a:solidFill>
            <a:srgbClr val="F0F0D8"/>
          </a:solidFill>
          <a:ln w="6350">
            <a:solidFill>
              <a:srgbClr val="888878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969419" y="1687911"/>
            <a:ext cx="52849" cy="66453"/>
          </a:xfrm>
          <a:prstGeom prst="rect">
            <a:avLst/>
          </a:prstGeom>
          <a:solidFill>
            <a:srgbClr val="FFFCE8"/>
          </a:solidFill>
          <a:ln w="6350">
            <a:solidFill>
              <a:srgbClr val="888878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9372392" y="1687911"/>
            <a:ext cx="52849" cy="66453"/>
          </a:xfrm>
          <a:prstGeom prst="rect">
            <a:avLst/>
          </a:prstGeom>
          <a:solidFill>
            <a:srgbClr val="FFFCE8"/>
          </a:solidFill>
          <a:ln w="6350">
            <a:solidFill>
              <a:srgbClr val="888878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9431847" y="1687911"/>
            <a:ext cx="52849" cy="66453"/>
          </a:xfrm>
          <a:prstGeom prst="rect">
            <a:avLst/>
          </a:prstGeom>
          <a:solidFill>
            <a:srgbClr val="F0F0D8"/>
          </a:solidFill>
          <a:ln w="6350">
            <a:solidFill>
              <a:srgbClr val="888878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9491302" y="1687911"/>
            <a:ext cx="52849" cy="66453"/>
          </a:xfrm>
          <a:prstGeom prst="rect">
            <a:avLst/>
          </a:prstGeom>
          <a:solidFill>
            <a:srgbClr val="FFFCE8"/>
          </a:solidFill>
          <a:ln w="6350">
            <a:solidFill>
              <a:srgbClr val="888878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9550757" y="1687911"/>
            <a:ext cx="52849" cy="66453"/>
          </a:xfrm>
          <a:prstGeom prst="rect">
            <a:avLst/>
          </a:prstGeom>
          <a:solidFill>
            <a:srgbClr val="F0F0D8"/>
          </a:solidFill>
          <a:ln w="6350">
            <a:solidFill>
              <a:srgbClr val="888878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9610212" y="1687911"/>
            <a:ext cx="52849" cy="66453"/>
          </a:xfrm>
          <a:prstGeom prst="rect">
            <a:avLst/>
          </a:prstGeom>
          <a:solidFill>
            <a:srgbClr val="FFFCE8"/>
          </a:solidFill>
          <a:ln w="6350">
            <a:solidFill>
              <a:srgbClr val="888878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9927306" y="1687911"/>
            <a:ext cx="52849" cy="66453"/>
          </a:xfrm>
          <a:prstGeom prst="rect">
            <a:avLst/>
          </a:prstGeom>
          <a:solidFill>
            <a:srgbClr val="FFFCE8"/>
          </a:solidFill>
          <a:ln w="6350">
            <a:solidFill>
              <a:srgbClr val="888878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9986761" y="1687911"/>
            <a:ext cx="52849" cy="66453"/>
          </a:xfrm>
          <a:prstGeom prst="rect">
            <a:avLst/>
          </a:prstGeom>
          <a:solidFill>
            <a:srgbClr val="F0F0D8"/>
          </a:solidFill>
          <a:ln w="6350">
            <a:solidFill>
              <a:srgbClr val="888878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10046216" y="1687911"/>
            <a:ext cx="52849" cy="66453"/>
          </a:xfrm>
          <a:prstGeom prst="rect">
            <a:avLst/>
          </a:prstGeom>
          <a:solidFill>
            <a:srgbClr val="FFFCE8"/>
          </a:solidFill>
          <a:ln w="6350">
            <a:solidFill>
              <a:srgbClr val="888878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10105671" y="1687911"/>
            <a:ext cx="52849" cy="66453"/>
          </a:xfrm>
          <a:prstGeom prst="rect">
            <a:avLst/>
          </a:prstGeom>
          <a:solidFill>
            <a:srgbClr val="F0F0D8"/>
          </a:solidFill>
          <a:ln w="6350">
            <a:solidFill>
              <a:srgbClr val="888878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10165126" y="1687911"/>
            <a:ext cx="52849" cy="66453"/>
          </a:xfrm>
          <a:prstGeom prst="rect">
            <a:avLst/>
          </a:prstGeom>
          <a:solidFill>
            <a:srgbClr val="FFFCE8"/>
          </a:solidFill>
          <a:ln w="6350">
            <a:solidFill>
              <a:srgbClr val="888878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7430193" y="3309368"/>
            <a:ext cx="2906692" cy="1023379"/>
          </a:xfrm>
          <a:prstGeom prst="roundRect">
            <a:avLst>
              <a:gd name="adj" fmla="val 7148"/>
            </a:avLst>
          </a:prstGeom>
          <a:solidFill>
            <a:srgbClr val="D6EEDC"/>
          </a:solidFill>
          <a:ln w="15875">
            <a:solidFill>
              <a:srgbClr val="8A907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7522679" y="3362531"/>
            <a:ext cx="72667" cy="106325"/>
          </a:xfrm>
          <a:prstGeom prst="rect">
            <a:avLst/>
          </a:prstGeom>
          <a:solidFill>
            <a:srgbClr val="FFFCE8"/>
          </a:solidFill>
          <a:ln w="6350">
            <a:solidFill>
              <a:srgbClr val="888878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7601952" y="3362531"/>
            <a:ext cx="72667" cy="106325"/>
          </a:xfrm>
          <a:prstGeom prst="rect">
            <a:avLst/>
          </a:prstGeom>
          <a:solidFill>
            <a:srgbClr val="F0F0D8"/>
          </a:solidFill>
          <a:ln w="6350">
            <a:solidFill>
              <a:srgbClr val="888878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7681226" y="3362531"/>
            <a:ext cx="72667" cy="106325"/>
          </a:xfrm>
          <a:prstGeom prst="rect">
            <a:avLst/>
          </a:prstGeom>
          <a:solidFill>
            <a:srgbClr val="E8E8C8"/>
          </a:solidFill>
          <a:ln w="6350">
            <a:solidFill>
              <a:srgbClr val="888878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7760499" y="3362531"/>
            <a:ext cx="72667" cy="106325"/>
          </a:xfrm>
          <a:prstGeom prst="rect">
            <a:avLst/>
          </a:prstGeom>
          <a:solidFill>
            <a:srgbClr val="FFFCE8"/>
          </a:solidFill>
          <a:ln w="6350">
            <a:solidFill>
              <a:srgbClr val="888878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7839772" y="3362531"/>
            <a:ext cx="72667" cy="106325"/>
          </a:xfrm>
          <a:prstGeom prst="rect">
            <a:avLst/>
          </a:prstGeom>
          <a:solidFill>
            <a:srgbClr val="F0F0D8"/>
          </a:solidFill>
          <a:ln w="6350">
            <a:solidFill>
              <a:srgbClr val="888878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8084199" y="3362531"/>
            <a:ext cx="72667" cy="106325"/>
          </a:xfrm>
          <a:prstGeom prst="rect">
            <a:avLst/>
          </a:prstGeom>
          <a:solidFill>
            <a:srgbClr val="FFFCE8"/>
          </a:solidFill>
          <a:ln w="6350">
            <a:solidFill>
              <a:srgbClr val="888878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8163472" y="3362531"/>
            <a:ext cx="72667" cy="106325"/>
          </a:xfrm>
          <a:prstGeom prst="rect">
            <a:avLst/>
          </a:prstGeom>
          <a:solidFill>
            <a:srgbClr val="F0F0D8"/>
          </a:solidFill>
          <a:ln w="6350">
            <a:solidFill>
              <a:srgbClr val="888878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8242746" y="3362531"/>
            <a:ext cx="72667" cy="106325"/>
          </a:xfrm>
          <a:prstGeom prst="rect">
            <a:avLst/>
          </a:prstGeom>
          <a:solidFill>
            <a:srgbClr val="E8E8C8"/>
          </a:solidFill>
          <a:ln w="6350">
            <a:solidFill>
              <a:srgbClr val="888878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8322019" y="3362531"/>
            <a:ext cx="72667" cy="106325"/>
          </a:xfrm>
          <a:prstGeom prst="rect">
            <a:avLst/>
          </a:prstGeom>
          <a:solidFill>
            <a:srgbClr val="FFFCE8"/>
          </a:solidFill>
          <a:ln w="6350">
            <a:solidFill>
              <a:srgbClr val="888878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8401293" y="3362531"/>
            <a:ext cx="72667" cy="106325"/>
          </a:xfrm>
          <a:prstGeom prst="rect">
            <a:avLst/>
          </a:prstGeom>
          <a:solidFill>
            <a:srgbClr val="F0F0D8"/>
          </a:solidFill>
          <a:ln w="6350">
            <a:solidFill>
              <a:srgbClr val="888878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8678750" y="3362531"/>
            <a:ext cx="72667" cy="106325"/>
          </a:xfrm>
          <a:prstGeom prst="rect">
            <a:avLst/>
          </a:prstGeom>
          <a:solidFill>
            <a:srgbClr val="FFFCE8"/>
          </a:solidFill>
          <a:ln w="6350">
            <a:solidFill>
              <a:srgbClr val="888878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758023" y="3362531"/>
            <a:ext cx="72667" cy="106325"/>
          </a:xfrm>
          <a:prstGeom prst="rect">
            <a:avLst/>
          </a:prstGeom>
          <a:solidFill>
            <a:srgbClr val="F0F0D8"/>
          </a:solidFill>
          <a:ln w="6350">
            <a:solidFill>
              <a:srgbClr val="888878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837296" y="3362531"/>
            <a:ext cx="72667" cy="106325"/>
          </a:xfrm>
          <a:prstGeom prst="rect">
            <a:avLst/>
          </a:prstGeom>
          <a:solidFill>
            <a:srgbClr val="E8E8C8"/>
          </a:solidFill>
          <a:ln w="6350">
            <a:solidFill>
              <a:srgbClr val="888878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916570" y="3362531"/>
            <a:ext cx="72667" cy="106325"/>
          </a:xfrm>
          <a:prstGeom prst="rect">
            <a:avLst/>
          </a:prstGeom>
          <a:solidFill>
            <a:srgbClr val="FFFCE8"/>
          </a:solidFill>
          <a:ln w="6350">
            <a:solidFill>
              <a:srgbClr val="888878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8995843" y="3362531"/>
            <a:ext cx="72667" cy="106325"/>
          </a:xfrm>
          <a:prstGeom prst="rect">
            <a:avLst/>
          </a:prstGeom>
          <a:solidFill>
            <a:srgbClr val="F0F0D8"/>
          </a:solidFill>
          <a:ln w="6350">
            <a:solidFill>
              <a:srgbClr val="888878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9319543" y="3362531"/>
            <a:ext cx="72667" cy="106325"/>
          </a:xfrm>
          <a:prstGeom prst="rect">
            <a:avLst/>
          </a:prstGeom>
          <a:solidFill>
            <a:srgbClr val="FFFCE8"/>
          </a:solidFill>
          <a:ln w="6350">
            <a:solidFill>
              <a:srgbClr val="888878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9398817" y="3362531"/>
            <a:ext cx="72667" cy="106325"/>
          </a:xfrm>
          <a:prstGeom prst="rect">
            <a:avLst/>
          </a:prstGeom>
          <a:solidFill>
            <a:srgbClr val="F0F0D8"/>
          </a:solidFill>
          <a:ln w="6350">
            <a:solidFill>
              <a:srgbClr val="888878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9478090" y="3362531"/>
            <a:ext cx="72667" cy="106325"/>
          </a:xfrm>
          <a:prstGeom prst="rect">
            <a:avLst/>
          </a:prstGeom>
          <a:solidFill>
            <a:srgbClr val="E8E8C8"/>
          </a:solidFill>
          <a:ln w="6350">
            <a:solidFill>
              <a:srgbClr val="888878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9557363" y="3362531"/>
            <a:ext cx="72667" cy="106325"/>
          </a:xfrm>
          <a:prstGeom prst="rect">
            <a:avLst/>
          </a:prstGeom>
          <a:solidFill>
            <a:srgbClr val="FFFCE8"/>
          </a:solidFill>
          <a:ln w="6350">
            <a:solidFill>
              <a:srgbClr val="888878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9636637" y="3362531"/>
            <a:ext cx="72667" cy="106325"/>
          </a:xfrm>
          <a:prstGeom prst="rect">
            <a:avLst/>
          </a:prstGeom>
          <a:solidFill>
            <a:srgbClr val="F0F0D8"/>
          </a:solidFill>
          <a:ln w="6350">
            <a:solidFill>
              <a:srgbClr val="888878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9874457" y="3362531"/>
            <a:ext cx="72667" cy="106325"/>
          </a:xfrm>
          <a:prstGeom prst="rect">
            <a:avLst/>
          </a:prstGeom>
          <a:solidFill>
            <a:srgbClr val="FFFCE8"/>
          </a:solidFill>
          <a:ln w="6350">
            <a:solidFill>
              <a:srgbClr val="888878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9953731" y="3362531"/>
            <a:ext cx="72667" cy="106325"/>
          </a:xfrm>
          <a:prstGeom prst="rect">
            <a:avLst/>
          </a:prstGeom>
          <a:solidFill>
            <a:srgbClr val="F0F0D8"/>
          </a:solidFill>
          <a:ln w="6350">
            <a:solidFill>
              <a:srgbClr val="888878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10033004" y="3362531"/>
            <a:ext cx="72667" cy="106325"/>
          </a:xfrm>
          <a:prstGeom prst="rect">
            <a:avLst/>
          </a:prstGeom>
          <a:solidFill>
            <a:srgbClr val="E8E8C8"/>
          </a:solidFill>
          <a:ln w="6350">
            <a:solidFill>
              <a:srgbClr val="888878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10112277" y="3362531"/>
            <a:ext cx="72667" cy="106325"/>
          </a:xfrm>
          <a:prstGeom prst="rect">
            <a:avLst/>
          </a:prstGeom>
          <a:solidFill>
            <a:srgbClr val="FFFCE8"/>
          </a:solidFill>
          <a:ln w="6350">
            <a:solidFill>
              <a:srgbClr val="888878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10191551" y="3362531"/>
            <a:ext cx="72667" cy="106325"/>
          </a:xfrm>
          <a:prstGeom prst="rect">
            <a:avLst/>
          </a:prstGeom>
          <a:solidFill>
            <a:srgbClr val="F0F0D8"/>
          </a:solidFill>
          <a:ln w="6350">
            <a:solidFill>
              <a:srgbClr val="888878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7430193" y="4399200"/>
            <a:ext cx="2906692" cy="983507"/>
          </a:xfrm>
          <a:prstGeom prst="roundRect">
            <a:avLst>
              <a:gd name="adj" fmla="val 7438"/>
            </a:avLst>
          </a:prstGeom>
          <a:solidFill>
            <a:srgbClr val="D6EEDC"/>
          </a:solidFill>
          <a:ln w="15875">
            <a:solidFill>
              <a:srgbClr val="8A907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7601952" y="4452363"/>
            <a:ext cx="52849" cy="66453"/>
          </a:xfrm>
          <a:prstGeom prst="rect">
            <a:avLst/>
          </a:prstGeom>
          <a:solidFill>
            <a:srgbClr val="FFFCE8"/>
          </a:solidFill>
          <a:ln w="6350">
            <a:solidFill>
              <a:srgbClr val="888878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7661407" y="4452363"/>
            <a:ext cx="52849" cy="66453"/>
          </a:xfrm>
          <a:prstGeom prst="rect">
            <a:avLst/>
          </a:prstGeom>
          <a:solidFill>
            <a:srgbClr val="F0F0D8"/>
          </a:solidFill>
          <a:ln w="6350">
            <a:solidFill>
              <a:srgbClr val="888878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7720862" y="4452363"/>
            <a:ext cx="52849" cy="66453"/>
          </a:xfrm>
          <a:prstGeom prst="rect">
            <a:avLst/>
          </a:prstGeom>
          <a:solidFill>
            <a:srgbClr val="FFFCE8"/>
          </a:solidFill>
          <a:ln w="6350">
            <a:solidFill>
              <a:srgbClr val="888878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7780317" y="4452363"/>
            <a:ext cx="52849" cy="66453"/>
          </a:xfrm>
          <a:prstGeom prst="rect">
            <a:avLst/>
          </a:prstGeom>
          <a:solidFill>
            <a:srgbClr val="F0F0D8"/>
          </a:solidFill>
          <a:ln w="6350">
            <a:solidFill>
              <a:srgbClr val="888878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8163472" y="4452363"/>
            <a:ext cx="52849" cy="66453"/>
          </a:xfrm>
          <a:prstGeom prst="rect">
            <a:avLst/>
          </a:prstGeom>
          <a:solidFill>
            <a:srgbClr val="FFFCE8"/>
          </a:solidFill>
          <a:ln w="6350">
            <a:solidFill>
              <a:srgbClr val="888878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8222927" y="4452363"/>
            <a:ext cx="52849" cy="66453"/>
          </a:xfrm>
          <a:prstGeom prst="rect">
            <a:avLst/>
          </a:prstGeom>
          <a:solidFill>
            <a:srgbClr val="F0F0D8"/>
          </a:solidFill>
          <a:ln w="6350">
            <a:solidFill>
              <a:srgbClr val="888878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8282382" y="4452363"/>
            <a:ext cx="52849" cy="66453"/>
          </a:xfrm>
          <a:prstGeom prst="rect">
            <a:avLst/>
          </a:prstGeom>
          <a:solidFill>
            <a:srgbClr val="FFFCE8"/>
          </a:solidFill>
          <a:ln w="6350">
            <a:solidFill>
              <a:srgbClr val="888878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8341837" y="4452363"/>
            <a:ext cx="52849" cy="66453"/>
          </a:xfrm>
          <a:prstGeom prst="rect">
            <a:avLst/>
          </a:prstGeom>
          <a:solidFill>
            <a:srgbClr val="F0F0D8"/>
          </a:solidFill>
          <a:ln w="6350">
            <a:solidFill>
              <a:srgbClr val="888878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8758023" y="4452363"/>
            <a:ext cx="52849" cy="66453"/>
          </a:xfrm>
          <a:prstGeom prst="rect">
            <a:avLst/>
          </a:prstGeom>
          <a:solidFill>
            <a:srgbClr val="FFFCE8"/>
          </a:solidFill>
          <a:ln w="6350">
            <a:solidFill>
              <a:srgbClr val="888878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8817478" y="4452363"/>
            <a:ext cx="52849" cy="66453"/>
          </a:xfrm>
          <a:prstGeom prst="rect">
            <a:avLst/>
          </a:prstGeom>
          <a:solidFill>
            <a:srgbClr val="F0F0D8"/>
          </a:solidFill>
          <a:ln w="6350">
            <a:solidFill>
              <a:srgbClr val="888878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8876933" y="4452363"/>
            <a:ext cx="52849" cy="66453"/>
          </a:xfrm>
          <a:prstGeom prst="rect">
            <a:avLst/>
          </a:prstGeom>
          <a:solidFill>
            <a:srgbClr val="FFFCE8"/>
          </a:solidFill>
          <a:ln w="6350">
            <a:solidFill>
              <a:srgbClr val="888878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8936388" y="4452363"/>
            <a:ext cx="52849" cy="66453"/>
          </a:xfrm>
          <a:prstGeom prst="rect">
            <a:avLst/>
          </a:prstGeom>
          <a:solidFill>
            <a:srgbClr val="F0F0D8"/>
          </a:solidFill>
          <a:ln w="6350">
            <a:solidFill>
              <a:srgbClr val="888878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9398817" y="4452363"/>
            <a:ext cx="52849" cy="66453"/>
          </a:xfrm>
          <a:prstGeom prst="rect">
            <a:avLst/>
          </a:prstGeom>
          <a:solidFill>
            <a:srgbClr val="FFFCE8"/>
          </a:solidFill>
          <a:ln w="6350">
            <a:solidFill>
              <a:srgbClr val="888878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9458272" y="4452363"/>
            <a:ext cx="52849" cy="66453"/>
          </a:xfrm>
          <a:prstGeom prst="rect">
            <a:avLst/>
          </a:prstGeom>
          <a:solidFill>
            <a:srgbClr val="F0F0D8"/>
          </a:solidFill>
          <a:ln w="6350">
            <a:solidFill>
              <a:srgbClr val="888878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9517727" y="4452363"/>
            <a:ext cx="52849" cy="66453"/>
          </a:xfrm>
          <a:prstGeom prst="rect">
            <a:avLst/>
          </a:prstGeom>
          <a:solidFill>
            <a:srgbClr val="FFFCE8"/>
          </a:solidFill>
          <a:ln w="6350">
            <a:solidFill>
              <a:srgbClr val="888878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9577182" y="4452363"/>
            <a:ext cx="52849" cy="66453"/>
          </a:xfrm>
          <a:prstGeom prst="rect">
            <a:avLst/>
          </a:prstGeom>
          <a:solidFill>
            <a:srgbClr val="F0F0D8"/>
          </a:solidFill>
          <a:ln w="6350">
            <a:solidFill>
              <a:srgbClr val="888878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9953731" y="4452363"/>
            <a:ext cx="52849" cy="66453"/>
          </a:xfrm>
          <a:prstGeom prst="rect">
            <a:avLst/>
          </a:prstGeom>
          <a:solidFill>
            <a:srgbClr val="FFFCE8"/>
          </a:solidFill>
          <a:ln w="6350">
            <a:solidFill>
              <a:srgbClr val="888878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10013186" y="4452363"/>
            <a:ext cx="52849" cy="66453"/>
          </a:xfrm>
          <a:prstGeom prst="rect">
            <a:avLst/>
          </a:prstGeom>
          <a:solidFill>
            <a:srgbClr val="F0F0D8"/>
          </a:solidFill>
          <a:ln w="6350">
            <a:solidFill>
              <a:srgbClr val="888878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10072641" y="4452363"/>
            <a:ext cx="52849" cy="66453"/>
          </a:xfrm>
          <a:prstGeom prst="rect">
            <a:avLst/>
          </a:prstGeom>
          <a:solidFill>
            <a:srgbClr val="FFFCE8"/>
          </a:solidFill>
          <a:ln w="6350">
            <a:solidFill>
              <a:srgbClr val="888878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10132096" y="4452363"/>
            <a:ext cx="52849" cy="66453"/>
          </a:xfrm>
          <a:prstGeom prst="rect">
            <a:avLst/>
          </a:prstGeom>
          <a:solidFill>
            <a:srgbClr val="F0F0D8"/>
          </a:solidFill>
          <a:ln w="6350">
            <a:solidFill>
              <a:srgbClr val="888878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7687832" y="1820817"/>
            <a:ext cx="66061" cy="79744"/>
          </a:xfrm>
          <a:prstGeom prst="downArrow">
            <a:avLst/>
          </a:prstGeom>
          <a:solidFill>
            <a:srgbClr val="001878"/>
          </a:solidFill>
          <a:ln/>
        </p:spPr>
      </p:sp>
      <p:sp>
        <p:nvSpPr>
          <p:cNvPr id="219" name="Shape 217"/>
          <p:cNvSpPr/>
          <p:nvPr/>
        </p:nvSpPr>
        <p:spPr>
          <a:xfrm>
            <a:off x="8249352" y="1820817"/>
            <a:ext cx="66061" cy="79744"/>
          </a:xfrm>
          <a:prstGeom prst="downArrow">
            <a:avLst/>
          </a:prstGeom>
          <a:solidFill>
            <a:srgbClr val="001878"/>
          </a:solidFill>
          <a:ln/>
        </p:spPr>
      </p:sp>
      <p:sp>
        <p:nvSpPr>
          <p:cNvPr id="220" name="Shape 218"/>
          <p:cNvSpPr/>
          <p:nvPr/>
        </p:nvSpPr>
        <p:spPr>
          <a:xfrm>
            <a:off x="8843902" y="1820817"/>
            <a:ext cx="66061" cy="79744"/>
          </a:xfrm>
          <a:prstGeom prst="downArrow">
            <a:avLst/>
          </a:prstGeom>
          <a:solidFill>
            <a:srgbClr val="001878"/>
          </a:solidFill>
          <a:ln/>
        </p:spPr>
      </p:sp>
      <p:sp>
        <p:nvSpPr>
          <p:cNvPr id="221" name="Shape 219"/>
          <p:cNvSpPr/>
          <p:nvPr/>
        </p:nvSpPr>
        <p:spPr>
          <a:xfrm>
            <a:off x="9484696" y="1820817"/>
            <a:ext cx="66061" cy="79744"/>
          </a:xfrm>
          <a:prstGeom prst="downArrow">
            <a:avLst/>
          </a:prstGeom>
          <a:solidFill>
            <a:srgbClr val="001878"/>
          </a:solidFill>
          <a:ln/>
        </p:spPr>
      </p:sp>
      <p:sp>
        <p:nvSpPr>
          <p:cNvPr id="222" name="Shape 220"/>
          <p:cNvSpPr/>
          <p:nvPr/>
        </p:nvSpPr>
        <p:spPr>
          <a:xfrm>
            <a:off x="10039610" y="1820817"/>
            <a:ext cx="66061" cy="79744"/>
          </a:xfrm>
          <a:prstGeom prst="downArrow">
            <a:avLst/>
          </a:prstGeom>
          <a:solidFill>
            <a:srgbClr val="001878"/>
          </a:solidFill>
          <a:ln/>
        </p:spPr>
      </p:sp>
      <p:sp>
        <p:nvSpPr>
          <p:cNvPr id="223" name="Shape 221"/>
          <p:cNvSpPr/>
          <p:nvPr/>
        </p:nvSpPr>
        <p:spPr>
          <a:xfrm>
            <a:off x="7522679" y="1907206"/>
            <a:ext cx="2708509" cy="93034"/>
          </a:xfrm>
          <a:prstGeom prst="rect">
            <a:avLst/>
          </a:prstGeom>
          <a:solidFill>
            <a:srgbClr val="7A1F1F"/>
          </a:solidFill>
          <a:ln/>
        </p:spPr>
      </p:sp>
      <p:sp>
        <p:nvSpPr>
          <p:cNvPr id="224" name="Text 222"/>
          <p:cNvSpPr/>
          <p:nvPr/>
        </p:nvSpPr>
        <p:spPr>
          <a:xfrm>
            <a:off x="7522679" y="1907206"/>
            <a:ext cx="2708509" cy="930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Residual Connection and Layer Normalization</a:t>
            </a:r>
            <a:endParaRPr lang="en-US" sz="550" dirty="0"/>
          </a:p>
        </p:txBody>
      </p:sp>
      <p:sp>
        <p:nvSpPr>
          <p:cNvPr id="225" name="Shape 223"/>
          <p:cNvSpPr/>
          <p:nvPr/>
        </p:nvSpPr>
        <p:spPr>
          <a:xfrm>
            <a:off x="7509466" y="2026822"/>
            <a:ext cx="2734933" cy="119616"/>
          </a:xfrm>
          <a:prstGeom prst="rect">
            <a:avLst/>
          </a:prstGeom>
          <a:solidFill>
            <a:srgbClr val="1E9028"/>
          </a:solidFill>
          <a:ln/>
        </p:spPr>
      </p:sp>
      <p:sp>
        <p:nvSpPr>
          <p:cNvPr id="226" name="Text 224"/>
          <p:cNvSpPr/>
          <p:nvPr/>
        </p:nvSpPr>
        <p:spPr>
          <a:xfrm>
            <a:off x="7509466" y="2026822"/>
            <a:ext cx="2734933" cy="119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 Forward Networks - One Hidden with RELU Activation</a:t>
            </a:r>
            <a:endParaRPr lang="en-US" sz="500" dirty="0"/>
          </a:p>
        </p:txBody>
      </p:sp>
      <p:sp>
        <p:nvSpPr>
          <p:cNvPr id="227" name="Shape 225"/>
          <p:cNvSpPr/>
          <p:nvPr/>
        </p:nvSpPr>
        <p:spPr>
          <a:xfrm>
            <a:off x="7522679" y="2179664"/>
            <a:ext cx="2708509" cy="93034"/>
          </a:xfrm>
          <a:prstGeom prst="rect">
            <a:avLst/>
          </a:prstGeom>
          <a:solidFill>
            <a:srgbClr val="7A1F1F"/>
          </a:solidFill>
          <a:ln/>
        </p:spPr>
      </p:sp>
      <p:sp>
        <p:nvSpPr>
          <p:cNvPr id="228" name="Text 226"/>
          <p:cNvSpPr/>
          <p:nvPr/>
        </p:nvSpPr>
        <p:spPr>
          <a:xfrm>
            <a:off x="7522679" y="2179664"/>
            <a:ext cx="2708509" cy="930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Residual Connection and Layer Normalization</a:t>
            </a:r>
            <a:endParaRPr lang="en-US" sz="550" dirty="0"/>
          </a:p>
        </p:txBody>
      </p:sp>
      <p:sp>
        <p:nvSpPr>
          <p:cNvPr id="229" name="Shape 227"/>
          <p:cNvSpPr/>
          <p:nvPr/>
        </p:nvSpPr>
        <p:spPr>
          <a:xfrm>
            <a:off x="7681226" y="2272699"/>
            <a:ext cx="79273" cy="66453"/>
          </a:xfrm>
          <a:prstGeom prst="upArrow">
            <a:avLst/>
          </a:prstGeom>
          <a:solidFill>
            <a:srgbClr val="001878"/>
          </a:solidFill>
          <a:ln/>
        </p:spPr>
      </p:sp>
      <p:sp>
        <p:nvSpPr>
          <p:cNvPr id="230" name="Shape 228"/>
          <p:cNvSpPr/>
          <p:nvPr/>
        </p:nvSpPr>
        <p:spPr>
          <a:xfrm>
            <a:off x="8242746" y="2272699"/>
            <a:ext cx="79273" cy="66453"/>
          </a:xfrm>
          <a:prstGeom prst="upArrow">
            <a:avLst/>
          </a:prstGeom>
          <a:solidFill>
            <a:srgbClr val="001878"/>
          </a:solidFill>
          <a:ln/>
        </p:spPr>
      </p:sp>
      <p:sp>
        <p:nvSpPr>
          <p:cNvPr id="231" name="Shape 229"/>
          <p:cNvSpPr/>
          <p:nvPr/>
        </p:nvSpPr>
        <p:spPr>
          <a:xfrm>
            <a:off x="8837296" y="2272699"/>
            <a:ext cx="79273" cy="66453"/>
          </a:xfrm>
          <a:prstGeom prst="upArrow">
            <a:avLst/>
          </a:prstGeom>
          <a:solidFill>
            <a:srgbClr val="001878"/>
          </a:solidFill>
          <a:ln/>
        </p:spPr>
      </p:sp>
      <p:sp>
        <p:nvSpPr>
          <p:cNvPr id="232" name="Shape 230"/>
          <p:cNvSpPr/>
          <p:nvPr/>
        </p:nvSpPr>
        <p:spPr>
          <a:xfrm>
            <a:off x="9478090" y="2272699"/>
            <a:ext cx="79273" cy="66453"/>
          </a:xfrm>
          <a:prstGeom prst="upArrow">
            <a:avLst/>
          </a:prstGeom>
          <a:solidFill>
            <a:srgbClr val="001878"/>
          </a:solidFill>
          <a:ln/>
        </p:spPr>
      </p:sp>
      <p:sp>
        <p:nvSpPr>
          <p:cNvPr id="233" name="Shape 231"/>
          <p:cNvSpPr/>
          <p:nvPr/>
        </p:nvSpPr>
        <p:spPr>
          <a:xfrm>
            <a:off x="10033004" y="2272699"/>
            <a:ext cx="79273" cy="66453"/>
          </a:xfrm>
          <a:prstGeom prst="upArrow">
            <a:avLst/>
          </a:prstGeom>
          <a:solidFill>
            <a:srgbClr val="001878"/>
          </a:solidFill>
          <a:ln/>
        </p:spPr>
      </p:sp>
      <p:sp>
        <p:nvSpPr>
          <p:cNvPr id="234" name="Shape 232"/>
          <p:cNvSpPr/>
          <p:nvPr/>
        </p:nvSpPr>
        <p:spPr>
          <a:xfrm>
            <a:off x="7529285" y="2372379"/>
            <a:ext cx="449216" cy="279103"/>
          </a:xfrm>
          <a:prstGeom prst="rect">
            <a:avLst/>
          </a:prstGeom>
          <a:solidFill>
            <a:srgbClr val="58A8C8"/>
          </a:solidFill>
          <a:ln/>
        </p:spPr>
      </p:sp>
      <p:sp>
        <p:nvSpPr>
          <p:cNvPr id="235" name="Shape 233"/>
          <p:cNvSpPr/>
          <p:nvPr/>
        </p:nvSpPr>
        <p:spPr>
          <a:xfrm>
            <a:off x="7496254" y="2339152"/>
            <a:ext cx="449216" cy="279103"/>
          </a:xfrm>
          <a:prstGeom prst="rect">
            <a:avLst/>
          </a:prstGeom>
          <a:solidFill>
            <a:srgbClr val="001878"/>
          </a:solidFill>
          <a:ln w="9525">
            <a:solidFill>
              <a:srgbClr val="3078C0"/>
            </a:solidFill>
            <a:prstDash val="solid"/>
          </a:ln>
        </p:spPr>
      </p:sp>
      <p:sp>
        <p:nvSpPr>
          <p:cNvPr id="236" name="Text 234"/>
          <p:cNvSpPr/>
          <p:nvPr/>
        </p:nvSpPr>
        <p:spPr>
          <a:xfrm>
            <a:off x="7496254" y="2339152"/>
            <a:ext cx="449216" cy="27910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</a:t>
            </a:r>
            <a:endParaRPr lang="en-US" sz="500" dirty="0"/>
          </a:p>
          <a:p>
            <a:pPr algn="ctr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Decoder</a:t>
            </a:r>
            <a:endParaRPr lang="en-US" sz="500" dirty="0"/>
          </a:p>
          <a:p>
            <a:pPr algn="ctr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</a:t>
            </a:r>
            <a:endParaRPr lang="en-US" sz="500" dirty="0"/>
          </a:p>
        </p:txBody>
      </p:sp>
      <p:sp>
        <p:nvSpPr>
          <p:cNvPr id="237" name="Shape 235"/>
          <p:cNvSpPr/>
          <p:nvPr/>
        </p:nvSpPr>
        <p:spPr>
          <a:xfrm>
            <a:off x="8097411" y="2372379"/>
            <a:ext cx="449216" cy="279103"/>
          </a:xfrm>
          <a:prstGeom prst="rect">
            <a:avLst/>
          </a:prstGeom>
          <a:solidFill>
            <a:srgbClr val="58A8C8"/>
          </a:solidFill>
          <a:ln/>
        </p:spPr>
      </p:sp>
      <p:sp>
        <p:nvSpPr>
          <p:cNvPr id="238" name="Shape 236"/>
          <p:cNvSpPr/>
          <p:nvPr/>
        </p:nvSpPr>
        <p:spPr>
          <a:xfrm>
            <a:off x="8064380" y="2339152"/>
            <a:ext cx="449216" cy="279103"/>
          </a:xfrm>
          <a:prstGeom prst="rect">
            <a:avLst/>
          </a:prstGeom>
          <a:solidFill>
            <a:srgbClr val="001878"/>
          </a:solidFill>
          <a:ln w="9525">
            <a:solidFill>
              <a:srgbClr val="3078C0"/>
            </a:solidFill>
            <a:prstDash val="solid"/>
          </a:ln>
        </p:spPr>
      </p:sp>
      <p:sp>
        <p:nvSpPr>
          <p:cNvPr id="239" name="Text 237"/>
          <p:cNvSpPr/>
          <p:nvPr/>
        </p:nvSpPr>
        <p:spPr>
          <a:xfrm>
            <a:off x="8064380" y="2339152"/>
            <a:ext cx="449216" cy="27910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</a:t>
            </a:r>
            <a:endParaRPr lang="en-US" sz="500" dirty="0"/>
          </a:p>
          <a:p>
            <a:pPr algn="ctr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Decoder</a:t>
            </a:r>
            <a:endParaRPr lang="en-US" sz="500" dirty="0"/>
          </a:p>
          <a:p>
            <a:pPr algn="ctr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</a:t>
            </a:r>
            <a:endParaRPr lang="en-US" sz="500" dirty="0"/>
          </a:p>
        </p:txBody>
      </p:sp>
      <p:sp>
        <p:nvSpPr>
          <p:cNvPr id="240" name="Shape 238"/>
          <p:cNvSpPr/>
          <p:nvPr/>
        </p:nvSpPr>
        <p:spPr>
          <a:xfrm>
            <a:off x="8691962" y="2372379"/>
            <a:ext cx="449216" cy="279103"/>
          </a:xfrm>
          <a:prstGeom prst="rect">
            <a:avLst/>
          </a:prstGeom>
          <a:solidFill>
            <a:srgbClr val="58A8C8"/>
          </a:solidFill>
          <a:ln/>
        </p:spPr>
      </p:sp>
      <p:sp>
        <p:nvSpPr>
          <p:cNvPr id="241" name="Shape 239"/>
          <p:cNvSpPr/>
          <p:nvPr/>
        </p:nvSpPr>
        <p:spPr>
          <a:xfrm>
            <a:off x="8658931" y="2339152"/>
            <a:ext cx="449216" cy="279103"/>
          </a:xfrm>
          <a:prstGeom prst="rect">
            <a:avLst/>
          </a:prstGeom>
          <a:solidFill>
            <a:srgbClr val="001878"/>
          </a:solidFill>
          <a:ln w="9525">
            <a:solidFill>
              <a:srgbClr val="3078C0"/>
            </a:solidFill>
            <a:prstDash val="solid"/>
          </a:ln>
        </p:spPr>
      </p:sp>
      <p:sp>
        <p:nvSpPr>
          <p:cNvPr id="242" name="Text 240"/>
          <p:cNvSpPr/>
          <p:nvPr/>
        </p:nvSpPr>
        <p:spPr>
          <a:xfrm>
            <a:off x="8658931" y="2339152"/>
            <a:ext cx="449216" cy="27910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</a:t>
            </a:r>
            <a:endParaRPr lang="en-US" sz="500" dirty="0"/>
          </a:p>
          <a:p>
            <a:pPr algn="ctr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Decoder</a:t>
            </a:r>
            <a:endParaRPr lang="en-US" sz="500" dirty="0"/>
          </a:p>
          <a:p>
            <a:pPr algn="ctr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</a:t>
            </a:r>
            <a:endParaRPr lang="en-US" sz="500" dirty="0"/>
          </a:p>
        </p:txBody>
      </p:sp>
      <p:sp>
        <p:nvSpPr>
          <p:cNvPr id="243" name="Shape 241"/>
          <p:cNvSpPr/>
          <p:nvPr/>
        </p:nvSpPr>
        <p:spPr>
          <a:xfrm>
            <a:off x="9326149" y="2372379"/>
            <a:ext cx="449216" cy="279103"/>
          </a:xfrm>
          <a:prstGeom prst="rect">
            <a:avLst/>
          </a:prstGeom>
          <a:solidFill>
            <a:srgbClr val="58A8C8"/>
          </a:solidFill>
          <a:ln/>
        </p:spPr>
      </p:sp>
      <p:sp>
        <p:nvSpPr>
          <p:cNvPr id="244" name="Shape 242"/>
          <p:cNvSpPr/>
          <p:nvPr/>
        </p:nvSpPr>
        <p:spPr>
          <a:xfrm>
            <a:off x="9293119" y="2339152"/>
            <a:ext cx="449216" cy="279103"/>
          </a:xfrm>
          <a:prstGeom prst="rect">
            <a:avLst/>
          </a:prstGeom>
          <a:solidFill>
            <a:srgbClr val="001878"/>
          </a:solidFill>
          <a:ln w="9525">
            <a:solidFill>
              <a:srgbClr val="3078C0"/>
            </a:solidFill>
            <a:prstDash val="solid"/>
          </a:ln>
        </p:spPr>
      </p:sp>
      <p:sp>
        <p:nvSpPr>
          <p:cNvPr id="245" name="Text 243"/>
          <p:cNvSpPr/>
          <p:nvPr/>
        </p:nvSpPr>
        <p:spPr>
          <a:xfrm>
            <a:off x="9293119" y="2339152"/>
            <a:ext cx="449216" cy="27910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</a:t>
            </a:r>
            <a:endParaRPr lang="en-US" sz="500" dirty="0"/>
          </a:p>
          <a:p>
            <a:pPr algn="ctr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Decoder</a:t>
            </a:r>
            <a:endParaRPr lang="en-US" sz="500" dirty="0"/>
          </a:p>
          <a:p>
            <a:pPr algn="ctr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</a:t>
            </a:r>
            <a:endParaRPr lang="en-US" sz="500" dirty="0"/>
          </a:p>
        </p:txBody>
      </p:sp>
      <p:sp>
        <p:nvSpPr>
          <p:cNvPr id="246" name="Shape 244"/>
          <p:cNvSpPr/>
          <p:nvPr/>
        </p:nvSpPr>
        <p:spPr>
          <a:xfrm>
            <a:off x="9894275" y="2372379"/>
            <a:ext cx="449216" cy="279103"/>
          </a:xfrm>
          <a:prstGeom prst="rect">
            <a:avLst/>
          </a:prstGeom>
          <a:solidFill>
            <a:srgbClr val="58A8C8"/>
          </a:solidFill>
          <a:ln/>
        </p:spPr>
      </p:sp>
      <p:sp>
        <p:nvSpPr>
          <p:cNvPr id="247" name="Shape 245"/>
          <p:cNvSpPr/>
          <p:nvPr/>
        </p:nvSpPr>
        <p:spPr>
          <a:xfrm>
            <a:off x="9861245" y="2339152"/>
            <a:ext cx="449216" cy="279103"/>
          </a:xfrm>
          <a:prstGeom prst="rect">
            <a:avLst/>
          </a:prstGeom>
          <a:solidFill>
            <a:srgbClr val="001878"/>
          </a:solidFill>
          <a:ln w="9525">
            <a:solidFill>
              <a:srgbClr val="3078C0"/>
            </a:solidFill>
            <a:prstDash val="solid"/>
          </a:ln>
        </p:spPr>
      </p:sp>
      <p:sp>
        <p:nvSpPr>
          <p:cNvPr id="248" name="Text 246"/>
          <p:cNvSpPr/>
          <p:nvPr/>
        </p:nvSpPr>
        <p:spPr>
          <a:xfrm>
            <a:off x="9861245" y="2339152"/>
            <a:ext cx="449216" cy="27910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</a:t>
            </a:r>
            <a:endParaRPr lang="en-US" sz="500" dirty="0"/>
          </a:p>
          <a:p>
            <a:pPr algn="ctr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Decoder</a:t>
            </a:r>
            <a:endParaRPr lang="en-US" sz="500" dirty="0"/>
          </a:p>
          <a:p>
            <a:pPr algn="ctr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</a:t>
            </a:r>
            <a:endParaRPr lang="en-US" sz="500" dirty="0"/>
          </a:p>
        </p:txBody>
      </p:sp>
      <p:sp>
        <p:nvSpPr>
          <p:cNvPr id="249" name="Shape 247"/>
          <p:cNvSpPr/>
          <p:nvPr/>
        </p:nvSpPr>
        <p:spPr>
          <a:xfrm>
            <a:off x="7634983" y="2884068"/>
            <a:ext cx="171759" cy="112970"/>
          </a:xfrm>
          <a:prstGeom prst="rect">
            <a:avLst/>
          </a:prstGeom>
          <a:solidFill>
            <a:srgbClr val="A8C0A8"/>
          </a:solidFill>
          <a:ln w="9525">
            <a:solidFill>
              <a:srgbClr val="789878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634983" y="3036910"/>
            <a:ext cx="171759" cy="112970"/>
          </a:xfrm>
          <a:prstGeom prst="rect">
            <a:avLst/>
          </a:prstGeom>
          <a:solidFill>
            <a:srgbClr val="A8C0A8"/>
          </a:solidFill>
          <a:ln w="9525">
            <a:solidFill>
              <a:srgbClr val="789878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634983" y="3189753"/>
            <a:ext cx="171759" cy="112970"/>
          </a:xfrm>
          <a:prstGeom prst="rect">
            <a:avLst/>
          </a:prstGeom>
          <a:solidFill>
            <a:srgbClr val="A8C0A8"/>
          </a:solidFill>
          <a:ln w="9525">
            <a:solidFill>
              <a:srgbClr val="789878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8196503" y="2884068"/>
            <a:ext cx="171759" cy="112970"/>
          </a:xfrm>
          <a:prstGeom prst="rect">
            <a:avLst/>
          </a:prstGeom>
          <a:solidFill>
            <a:srgbClr val="A8C0A8"/>
          </a:solidFill>
          <a:ln w="9525">
            <a:solidFill>
              <a:srgbClr val="789878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8196503" y="3036910"/>
            <a:ext cx="171759" cy="112970"/>
          </a:xfrm>
          <a:prstGeom prst="rect">
            <a:avLst/>
          </a:prstGeom>
          <a:solidFill>
            <a:srgbClr val="A8C0A8"/>
          </a:solidFill>
          <a:ln w="9525">
            <a:solidFill>
              <a:srgbClr val="789878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8196503" y="3189753"/>
            <a:ext cx="171759" cy="112970"/>
          </a:xfrm>
          <a:prstGeom prst="rect">
            <a:avLst/>
          </a:prstGeom>
          <a:solidFill>
            <a:srgbClr val="A8C0A8"/>
          </a:solidFill>
          <a:ln w="9525">
            <a:solidFill>
              <a:srgbClr val="789878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8791054" y="2884068"/>
            <a:ext cx="171759" cy="112970"/>
          </a:xfrm>
          <a:prstGeom prst="rect">
            <a:avLst/>
          </a:prstGeom>
          <a:solidFill>
            <a:srgbClr val="A8C0A8"/>
          </a:solidFill>
          <a:ln w="9525">
            <a:solidFill>
              <a:srgbClr val="789878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8791054" y="3036910"/>
            <a:ext cx="171759" cy="112970"/>
          </a:xfrm>
          <a:prstGeom prst="rect">
            <a:avLst/>
          </a:prstGeom>
          <a:solidFill>
            <a:srgbClr val="A8C0A8"/>
          </a:solidFill>
          <a:ln w="9525">
            <a:solidFill>
              <a:srgbClr val="789878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8791054" y="3189753"/>
            <a:ext cx="171759" cy="112970"/>
          </a:xfrm>
          <a:prstGeom prst="rect">
            <a:avLst/>
          </a:prstGeom>
          <a:solidFill>
            <a:srgbClr val="A8C0A8"/>
          </a:solidFill>
          <a:ln w="9525">
            <a:solidFill>
              <a:srgbClr val="789878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9431847" y="2884068"/>
            <a:ext cx="171759" cy="112970"/>
          </a:xfrm>
          <a:prstGeom prst="rect">
            <a:avLst/>
          </a:prstGeom>
          <a:solidFill>
            <a:srgbClr val="A8C0A8"/>
          </a:solidFill>
          <a:ln w="9525">
            <a:solidFill>
              <a:srgbClr val="789878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9431847" y="3036910"/>
            <a:ext cx="171759" cy="112970"/>
          </a:xfrm>
          <a:prstGeom prst="rect">
            <a:avLst/>
          </a:prstGeom>
          <a:solidFill>
            <a:srgbClr val="A8C0A8"/>
          </a:solidFill>
          <a:ln w="9525">
            <a:solidFill>
              <a:srgbClr val="789878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9431847" y="3189753"/>
            <a:ext cx="171759" cy="112970"/>
          </a:xfrm>
          <a:prstGeom prst="rect">
            <a:avLst/>
          </a:prstGeom>
          <a:solidFill>
            <a:srgbClr val="A8C0A8"/>
          </a:solidFill>
          <a:ln w="9525">
            <a:solidFill>
              <a:srgbClr val="789878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9986761" y="2884068"/>
            <a:ext cx="171759" cy="112970"/>
          </a:xfrm>
          <a:prstGeom prst="rect">
            <a:avLst/>
          </a:prstGeom>
          <a:solidFill>
            <a:srgbClr val="A8C0A8"/>
          </a:solidFill>
          <a:ln w="9525">
            <a:solidFill>
              <a:srgbClr val="789878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9986761" y="3036910"/>
            <a:ext cx="171759" cy="112970"/>
          </a:xfrm>
          <a:prstGeom prst="rect">
            <a:avLst/>
          </a:prstGeom>
          <a:solidFill>
            <a:srgbClr val="A8C0A8"/>
          </a:solidFill>
          <a:ln w="9525">
            <a:solidFill>
              <a:srgbClr val="789878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9986761" y="3189753"/>
            <a:ext cx="171759" cy="112970"/>
          </a:xfrm>
          <a:prstGeom prst="rect">
            <a:avLst/>
          </a:prstGeom>
          <a:solidFill>
            <a:srgbClr val="A8C0A8"/>
          </a:solidFill>
          <a:ln w="9525">
            <a:solidFill>
              <a:srgbClr val="789878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7687832" y="3468856"/>
            <a:ext cx="66061" cy="79744"/>
          </a:xfrm>
          <a:prstGeom prst="downArrow">
            <a:avLst/>
          </a:prstGeom>
          <a:solidFill>
            <a:srgbClr val="001878"/>
          </a:solidFill>
          <a:ln/>
        </p:spPr>
      </p:sp>
      <p:sp>
        <p:nvSpPr>
          <p:cNvPr id="265" name="Shape 263"/>
          <p:cNvSpPr/>
          <p:nvPr/>
        </p:nvSpPr>
        <p:spPr>
          <a:xfrm>
            <a:off x="8249352" y="3468856"/>
            <a:ext cx="66061" cy="79744"/>
          </a:xfrm>
          <a:prstGeom prst="downArrow">
            <a:avLst/>
          </a:prstGeom>
          <a:solidFill>
            <a:srgbClr val="001878"/>
          </a:solidFill>
          <a:ln/>
        </p:spPr>
      </p:sp>
      <p:sp>
        <p:nvSpPr>
          <p:cNvPr id="266" name="Shape 264"/>
          <p:cNvSpPr/>
          <p:nvPr/>
        </p:nvSpPr>
        <p:spPr>
          <a:xfrm>
            <a:off x="8843902" y="3468856"/>
            <a:ext cx="66061" cy="79744"/>
          </a:xfrm>
          <a:prstGeom prst="downArrow">
            <a:avLst/>
          </a:prstGeom>
          <a:solidFill>
            <a:srgbClr val="001878"/>
          </a:solidFill>
          <a:ln/>
        </p:spPr>
      </p:sp>
      <p:sp>
        <p:nvSpPr>
          <p:cNvPr id="267" name="Shape 265"/>
          <p:cNvSpPr/>
          <p:nvPr/>
        </p:nvSpPr>
        <p:spPr>
          <a:xfrm>
            <a:off x="9484696" y="3468856"/>
            <a:ext cx="66061" cy="79744"/>
          </a:xfrm>
          <a:prstGeom prst="downArrow">
            <a:avLst/>
          </a:prstGeom>
          <a:solidFill>
            <a:srgbClr val="001878"/>
          </a:solidFill>
          <a:ln/>
        </p:spPr>
      </p:sp>
      <p:sp>
        <p:nvSpPr>
          <p:cNvPr id="268" name="Shape 266"/>
          <p:cNvSpPr/>
          <p:nvPr/>
        </p:nvSpPr>
        <p:spPr>
          <a:xfrm>
            <a:off x="10039610" y="3468856"/>
            <a:ext cx="66061" cy="79744"/>
          </a:xfrm>
          <a:prstGeom prst="downArrow">
            <a:avLst/>
          </a:prstGeom>
          <a:solidFill>
            <a:srgbClr val="001878"/>
          </a:solidFill>
          <a:ln/>
        </p:spPr>
      </p:sp>
      <p:sp>
        <p:nvSpPr>
          <p:cNvPr id="269" name="Shape 267"/>
          <p:cNvSpPr/>
          <p:nvPr/>
        </p:nvSpPr>
        <p:spPr>
          <a:xfrm>
            <a:off x="7522679" y="3561890"/>
            <a:ext cx="2708509" cy="93034"/>
          </a:xfrm>
          <a:prstGeom prst="rect">
            <a:avLst/>
          </a:prstGeom>
          <a:solidFill>
            <a:srgbClr val="7A1F1F"/>
          </a:solidFill>
          <a:ln/>
        </p:spPr>
      </p:sp>
      <p:sp>
        <p:nvSpPr>
          <p:cNvPr id="270" name="Text 268"/>
          <p:cNvSpPr/>
          <p:nvPr/>
        </p:nvSpPr>
        <p:spPr>
          <a:xfrm>
            <a:off x="7522679" y="3561890"/>
            <a:ext cx="2708509" cy="930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Residual Connection and Layer Normalization</a:t>
            </a:r>
            <a:endParaRPr lang="en-US" sz="550" dirty="0"/>
          </a:p>
        </p:txBody>
      </p:sp>
      <p:sp>
        <p:nvSpPr>
          <p:cNvPr id="271" name="Shape 269"/>
          <p:cNvSpPr/>
          <p:nvPr/>
        </p:nvSpPr>
        <p:spPr>
          <a:xfrm>
            <a:off x="7509466" y="3681506"/>
            <a:ext cx="2734933" cy="119616"/>
          </a:xfrm>
          <a:prstGeom prst="rect">
            <a:avLst/>
          </a:prstGeom>
          <a:solidFill>
            <a:srgbClr val="1E9028"/>
          </a:solidFill>
          <a:ln/>
        </p:spPr>
      </p:sp>
      <p:sp>
        <p:nvSpPr>
          <p:cNvPr id="272" name="Text 270"/>
          <p:cNvSpPr/>
          <p:nvPr/>
        </p:nvSpPr>
        <p:spPr>
          <a:xfrm>
            <a:off x="7509466" y="3681506"/>
            <a:ext cx="2734933" cy="119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 Forward Networks - One Hidden with RELU Activation</a:t>
            </a:r>
            <a:endParaRPr lang="en-US" sz="500" dirty="0"/>
          </a:p>
        </p:txBody>
      </p:sp>
      <p:sp>
        <p:nvSpPr>
          <p:cNvPr id="273" name="Shape 271"/>
          <p:cNvSpPr/>
          <p:nvPr/>
        </p:nvSpPr>
        <p:spPr>
          <a:xfrm>
            <a:off x="7522679" y="3827703"/>
            <a:ext cx="2708509" cy="93034"/>
          </a:xfrm>
          <a:prstGeom prst="rect">
            <a:avLst/>
          </a:prstGeom>
          <a:solidFill>
            <a:srgbClr val="7A1F1F"/>
          </a:solidFill>
          <a:ln/>
        </p:spPr>
      </p:sp>
      <p:sp>
        <p:nvSpPr>
          <p:cNvPr id="274" name="Text 272"/>
          <p:cNvSpPr/>
          <p:nvPr/>
        </p:nvSpPr>
        <p:spPr>
          <a:xfrm>
            <a:off x="7522679" y="3827703"/>
            <a:ext cx="2708509" cy="930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Residual Connection and Layer Normalization</a:t>
            </a:r>
            <a:endParaRPr lang="en-US" sz="550" dirty="0"/>
          </a:p>
        </p:txBody>
      </p:sp>
      <p:sp>
        <p:nvSpPr>
          <p:cNvPr id="275" name="Shape 273"/>
          <p:cNvSpPr/>
          <p:nvPr/>
        </p:nvSpPr>
        <p:spPr>
          <a:xfrm>
            <a:off x="7681226" y="3907447"/>
            <a:ext cx="79273" cy="66453"/>
          </a:xfrm>
          <a:prstGeom prst="upArrow">
            <a:avLst/>
          </a:prstGeom>
          <a:solidFill>
            <a:srgbClr val="001878"/>
          </a:solidFill>
          <a:ln/>
        </p:spPr>
      </p:sp>
      <p:sp>
        <p:nvSpPr>
          <p:cNvPr id="276" name="Shape 274"/>
          <p:cNvSpPr/>
          <p:nvPr/>
        </p:nvSpPr>
        <p:spPr>
          <a:xfrm>
            <a:off x="8242746" y="3907447"/>
            <a:ext cx="79273" cy="66453"/>
          </a:xfrm>
          <a:prstGeom prst="upArrow">
            <a:avLst/>
          </a:prstGeom>
          <a:solidFill>
            <a:srgbClr val="001878"/>
          </a:solidFill>
          <a:ln/>
        </p:spPr>
      </p:sp>
      <p:sp>
        <p:nvSpPr>
          <p:cNvPr id="277" name="Shape 275"/>
          <p:cNvSpPr/>
          <p:nvPr/>
        </p:nvSpPr>
        <p:spPr>
          <a:xfrm>
            <a:off x="8837296" y="3907447"/>
            <a:ext cx="79273" cy="66453"/>
          </a:xfrm>
          <a:prstGeom prst="upArrow">
            <a:avLst/>
          </a:prstGeom>
          <a:solidFill>
            <a:srgbClr val="001878"/>
          </a:solidFill>
          <a:ln/>
        </p:spPr>
      </p:sp>
      <p:sp>
        <p:nvSpPr>
          <p:cNvPr id="278" name="Shape 276"/>
          <p:cNvSpPr/>
          <p:nvPr/>
        </p:nvSpPr>
        <p:spPr>
          <a:xfrm>
            <a:off x="9478090" y="3907447"/>
            <a:ext cx="79273" cy="66453"/>
          </a:xfrm>
          <a:prstGeom prst="upArrow">
            <a:avLst/>
          </a:prstGeom>
          <a:solidFill>
            <a:srgbClr val="001878"/>
          </a:solidFill>
          <a:ln/>
        </p:spPr>
      </p:sp>
      <p:sp>
        <p:nvSpPr>
          <p:cNvPr id="279" name="Shape 277"/>
          <p:cNvSpPr/>
          <p:nvPr/>
        </p:nvSpPr>
        <p:spPr>
          <a:xfrm>
            <a:off x="10033004" y="3907447"/>
            <a:ext cx="79273" cy="66453"/>
          </a:xfrm>
          <a:prstGeom prst="upArrow">
            <a:avLst/>
          </a:prstGeom>
          <a:solidFill>
            <a:srgbClr val="001878"/>
          </a:solidFill>
          <a:ln/>
        </p:spPr>
      </p:sp>
      <p:sp>
        <p:nvSpPr>
          <p:cNvPr id="280" name="Shape 278"/>
          <p:cNvSpPr/>
          <p:nvPr/>
        </p:nvSpPr>
        <p:spPr>
          <a:xfrm>
            <a:off x="7529285" y="4007127"/>
            <a:ext cx="449216" cy="279103"/>
          </a:xfrm>
          <a:prstGeom prst="rect">
            <a:avLst/>
          </a:prstGeom>
          <a:solidFill>
            <a:srgbClr val="58A8C8"/>
          </a:solidFill>
          <a:ln/>
        </p:spPr>
      </p:sp>
      <p:sp>
        <p:nvSpPr>
          <p:cNvPr id="281" name="Shape 279"/>
          <p:cNvSpPr/>
          <p:nvPr/>
        </p:nvSpPr>
        <p:spPr>
          <a:xfrm>
            <a:off x="7496254" y="3973900"/>
            <a:ext cx="449216" cy="279103"/>
          </a:xfrm>
          <a:prstGeom prst="rect">
            <a:avLst/>
          </a:prstGeom>
          <a:solidFill>
            <a:srgbClr val="001878"/>
          </a:solidFill>
          <a:ln w="9525">
            <a:solidFill>
              <a:srgbClr val="3078C0"/>
            </a:solidFill>
            <a:prstDash val="solid"/>
          </a:ln>
        </p:spPr>
      </p:sp>
      <p:sp>
        <p:nvSpPr>
          <p:cNvPr id="282" name="Text 280"/>
          <p:cNvSpPr/>
          <p:nvPr/>
        </p:nvSpPr>
        <p:spPr>
          <a:xfrm>
            <a:off x="7496254" y="3973900"/>
            <a:ext cx="449216" cy="27910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</a:t>
            </a:r>
            <a:endParaRPr lang="en-US" sz="500" dirty="0"/>
          </a:p>
          <a:p>
            <a:pPr algn="ctr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Decoder</a:t>
            </a:r>
            <a:endParaRPr lang="en-US" sz="500" dirty="0"/>
          </a:p>
          <a:p>
            <a:pPr algn="ctr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</a:t>
            </a:r>
            <a:endParaRPr lang="en-US" sz="500" dirty="0"/>
          </a:p>
        </p:txBody>
      </p:sp>
      <p:sp>
        <p:nvSpPr>
          <p:cNvPr id="283" name="Shape 281"/>
          <p:cNvSpPr/>
          <p:nvPr/>
        </p:nvSpPr>
        <p:spPr>
          <a:xfrm>
            <a:off x="8097411" y="4007127"/>
            <a:ext cx="449216" cy="279103"/>
          </a:xfrm>
          <a:prstGeom prst="rect">
            <a:avLst/>
          </a:prstGeom>
          <a:solidFill>
            <a:srgbClr val="58A8C8"/>
          </a:solidFill>
          <a:ln/>
        </p:spPr>
      </p:sp>
      <p:sp>
        <p:nvSpPr>
          <p:cNvPr id="284" name="Shape 282"/>
          <p:cNvSpPr/>
          <p:nvPr/>
        </p:nvSpPr>
        <p:spPr>
          <a:xfrm>
            <a:off x="8064380" y="3973900"/>
            <a:ext cx="449216" cy="279103"/>
          </a:xfrm>
          <a:prstGeom prst="rect">
            <a:avLst/>
          </a:prstGeom>
          <a:solidFill>
            <a:srgbClr val="001878"/>
          </a:solidFill>
          <a:ln w="9525">
            <a:solidFill>
              <a:srgbClr val="3078C0"/>
            </a:solidFill>
            <a:prstDash val="solid"/>
          </a:ln>
        </p:spPr>
      </p:sp>
      <p:sp>
        <p:nvSpPr>
          <p:cNvPr id="285" name="Text 283"/>
          <p:cNvSpPr/>
          <p:nvPr/>
        </p:nvSpPr>
        <p:spPr>
          <a:xfrm>
            <a:off x="8064380" y="3973900"/>
            <a:ext cx="449216" cy="27910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</a:t>
            </a:r>
            <a:endParaRPr lang="en-US" sz="500" dirty="0"/>
          </a:p>
          <a:p>
            <a:pPr algn="ctr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Decoder</a:t>
            </a:r>
            <a:endParaRPr lang="en-US" sz="500" dirty="0"/>
          </a:p>
          <a:p>
            <a:pPr algn="ctr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</a:t>
            </a:r>
            <a:endParaRPr lang="en-US" sz="500" dirty="0"/>
          </a:p>
        </p:txBody>
      </p:sp>
      <p:sp>
        <p:nvSpPr>
          <p:cNvPr id="286" name="Shape 284"/>
          <p:cNvSpPr/>
          <p:nvPr/>
        </p:nvSpPr>
        <p:spPr>
          <a:xfrm>
            <a:off x="8691962" y="4007127"/>
            <a:ext cx="449216" cy="279103"/>
          </a:xfrm>
          <a:prstGeom prst="rect">
            <a:avLst/>
          </a:prstGeom>
          <a:solidFill>
            <a:srgbClr val="58A8C8"/>
          </a:solidFill>
          <a:ln/>
        </p:spPr>
      </p:sp>
      <p:sp>
        <p:nvSpPr>
          <p:cNvPr id="287" name="Shape 285"/>
          <p:cNvSpPr/>
          <p:nvPr/>
        </p:nvSpPr>
        <p:spPr>
          <a:xfrm>
            <a:off x="8658931" y="3973900"/>
            <a:ext cx="449216" cy="279103"/>
          </a:xfrm>
          <a:prstGeom prst="rect">
            <a:avLst/>
          </a:prstGeom>
          <a:solidFill>
            <a:srgbClr val="001878"/>
          </a:solidFill>
          <a:ln w="9525">
            <a:solidFill>
              <a:srgbClr val="3078C0"/>
            </a:solidFill>
            <a:prstDash val="solid"/>
          </a:ln>
        </p:spPr>
      </p:sp>
      <p:sp>
        <p:nvSpPr>
          <p:cNvPr id="288" name="Text 286"/>
          <p:cNvSpPr/>
          <p:nvPr/>
        </p:nvSpPr>
        <p:spPr>
          <a:xfrm>
            <a:off x="8658931" y="3973900"/>
            <a:ext cx="449216" cy="27910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</a:t>
            </a:r>
            <a:endParaRPr lang="en-US" sz="500" dirty="0"/>
          </a:p>
          <a:p>
            <a:pPr algn="ctr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Decoder</a:t>
            </a:r>
            <a:endParaRPr lang="en-US" sz="500" dirty="0"/>
          </a:p>
          <a:p>
            <a:pPr algn="ctr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</a:t>
            </a:r>
            <a:endParaRPr lang="en-US" sz="500" dirty="0"/>
          </a:p>
        </p:txBody>
      </p:sp>
      <p:sp>
        <p:nvSpPr>
          <p:cNvPr id="289" name="Shape 287"/>
          <p:cNvSpPr/>
          <p:nvPr/>
        </p:nvSpPr>
        <p:spPr>
          <a:xfrm>
            <a:off x="9326149" y="4007127"/>
            <a:ext cx="449216" cy="279103"/>
          </a:xfrm>
          <a:prstGeom prst="rect">
            <a:avLst/>
          </a:prstGeom>
          <a:solidFill>
            <a:srgbClr val="58A8C8"/>
          </a:solidFill>
          <a:ln/>
        </p:spPr>
      </p:sp>
      <p:sp>
        <p:nvSpPr>
          <p:cNvPr id="290" name="Shape 288"/>
          <p:cNvSpPr/>
          <p:nvPr/>
        </p:nvSpPr>
        <p:spPr>
          <a:xfrm>
            <a:off x="9293119" y="3973900"/>
            <a:ext cx="449216" cy="279103"/>
          </a:xfrm>
          <a:prstGeom prst="rect">
            <a:avLst/>
          </a:prstGeom>
          <a:solidFill>
            <a:srgbClr val="001878"/>
          </a:solidFill>
          <a:ln w="9525">
            <a:solidFill>
              <a:srgbClr val="3078C0"/>
            </a:solidFill>
            <a:prstDash val="solid"/>
          </a:ln>
        </p:spPr>
      </p:sp>
      <p:sp>
        <p:nvSpPr>
          <p:cNvPr id="291" name="Text 289"/>
          <p:cNvSpPr/>
          <p:nvPr/>
        </p:nvSpPr>
        <p:spPr>
          <a:xfrm>
            <a:off x="9293119" y="3973900"/>
            <a:ext cx="449216" cy="27910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</a:t>
            </a:r>
            <a:endParaRPr lang="en-US" sz="500" dirty="0"/>
          </a:p>
          <a:p>
            <a:pPr algn="ctr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Decoder</a:t>
            </a:r>
            <a:endParaRPr lang="en-US" sz="500" dirty="0"/>
          </a:p>
          <a:p>
            <a:pPr algn="ctr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</a:t>
            </a:r>
            <a:endParaRPr lang="en-US" sz="500" dirty="0"/>
          </a:p>
        </p:txBody>
      </p:sp>
      <p:sp>
        <p:nvSpPr>
          <p:cNvPr id="292" name="Shape 290"/>
          <p:cNvSpPr/>
          <p:nvPr/>
        </p:nvSpPr>
        <p:spPr>
          <a:xfrm>
            <a:off x="9894275" y="4007127"/>
            <a:ext cx="449216" cy="279103"/>
          </a:xfrm>
          <a:prstGeom prst="rect">
            <a:avLst/>
          </a:prstGeom>
          <a:solidFill>
            <a:srgbClr val="58A8C8"/>
          </a:solidFill>
          <a:ln/>
        </p:spPr>
      </p:sp>
      <p:sp>
        <p:nvSpPr>
          <p:cNvPr id="293" name="Shape 291"/>
          <p:cNvSpPr/>
          <p:nvPr/>
        </p:nvSpPr>
        <p:spPr>
          <a:xfrm>
            <a:off x="9861245" y="3973900"/>
            <a:ext cx="449216" cy="279103"/>
          </a:xfrm>
          <a:prstGeom prst="rect">
            <a:avLst/>
          </a:prstGeom>
          <a:solidFill>
            <a:srgbClr val="001878"/>
          </a:solidFill>
          <a:ln w="9525">
            <a:solidFill>
              <a:srgbClr val="3078C0"/>
            </a:solidFill>
            <a:prstDash val="solid"/>
          </a:ln>
        </p:spPr>
      </p:sp>
      <p:sp>
        <p:nvSpPr>
          <p:cNvPr id="294" name="Text 292"/>
          <p:cNvSpPr/>
          <p:nvPr/>
        </p:nvSpPr>
        <p:spPr>
          <a:xfrm>
            <a:off x="9861245" y="3973900"/>
            <a:ext cx="449216" cy="27910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</a:t>
            </a:r>
            <a:endParaRPr lang="en-US" sz="500" dirty="0"/>
          </a:p>
          <a:p>
            <a:pPr algn="ctr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Decoder</a:t>
            </a:r>
            <a:endParaRPr lang="en-US" sz="500" dirty="0"/>
          </a:p>
          <a:p>
            <a:pPr algn="ctr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</a:t>
            </a:r>
            <a:endParaRPr lang="en-US" sz="500" dirty="0"/>
          </a:p>
        </p:txBody>
      </p:sp>
      <p:sp>
        <p:nvSpPr>
          <p:cNvPr id="295" name="Shape 293"/>
          <p:cNvSpPr/>
          <p:nvPr/>
        </p:nvSpPr>
        <p:spPr>
          <a:xfrm>
            <a:off x="7522679" y="4625141"/>
            <a:ext cx="2708509" cy="93034"/>
          </a:xfrm>
          <a:prstGeom prst="rect">
            <a:avLst/>
          </a:prstGeom>
          <a:solidFill>
            <a:srgbClr val="7A1F1F"/>
          </a:solidFill>
          <a:ln/>
        </p:spPr>
      </p:sp>
      <p:sp>
        <p:nvSpPr>
          <p:cNvPr id="296" name="Text 294"/>
          <p:cNvSpPr/>
          <p:nvPr/>
        </p:nvSpPr>
        <p:spPr>
          <a:xfrm>
            <a:off x="7522679" y="4625141"/>
            <a:ext cx="2708509" cy="930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Residual Connection and Layer Normalization</a:t>
            </a:r>
            <a:endParaRPr lang="en-US" sz="550" dirty="0"/>
          </a:p>
        </p:txBody>
      </p:sp>
      <p:sp>
        <p:nvSpPr>
          <p:cNvPr id="297" name="Shape 295"/>
          <p:cNvSpPr/>
          <p:nvPr/>
        </p:nvSpPr>
        <p:spPr>
          <a:xfrm>
            <a:off x="7509466" y="4771338"/>
            <a:ext cx="2734933" cy="119616"/>
          </a:xfrm>
          <a:prstGeom prst="rect">
            <a:avLst/>
          </a:prstGeom>
          <a:solidFill>
            <a:srgbClr val="1E9028"/>
          </a:solidFill>
          <a:ln/>
        </p:spPr>
      </p:sp>
      <p:sp>
        <p:nvSpPr>
          <p:cNvPr id="298" name="Text 296"/>
          <p:cNvSpPr/>
          <p:nvPr/>
        </p:nvSpPr>
        <p:spPr>
          <a:xfrm>
            <a:off x="7509466" y="4771338"/>
            <a:ext cx="2734933" cy="119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 Forward Networks - One Hidden with RELU Activation</a:t>
            </a:r>
            <a:endParaRPr lang="en-US" sz="500" dirty="0"/>
          </a:p>
        </p:txBody>
      </p:sp>
      <p:sp>
        <p:nvSpPr>
          <p:cNvPr id="299" name="Shape 297"/>
          <p:cNvSpPr/>
          <p:nvPr/>
        </p:nvSpPr>
        <p:spPr>
          <a:xfrm>
            <a:off x="7522679" y="4890954"/>
            <a:ext cx="2708509" cy="93034"/>
          </a:xfrm>
          <a:prstGeom prst="rect">
            <a:avLst/>
          </a:prstGeom>
          <a:solidFill>
            <a:srgbClr val="7A1F1F"/>
          </a:solidFill>
          <a:ln/>
        </p:spPr>
      </p:sp>
      <p:sp>
        <p:nvSpPr>
          <p:cNvPr id="300" name="Text 298"/>
          <p:cNvSpPr/>
          <p:nvPr/>
        </p:nvSpPr>
        <p:spPr>
          <a:xfrm>
            <a:off x="7522679" y="4890954"/>
            <a:ext cx="2708509" cy="930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Residual Connection and Layer Normalization</a:t>
            </a:r>
            <a:endParaRPr lang="en-US" sz="550" dirty="0"/>
          </a:p>
        </p:txBody>
      </p:sp>
      <p:sp>
        <p:nvSpPr>
          <p:cNvPr id="301" name="Shape 299"/>
          <p:cNvSpPr/>
          <p:nvPr/>
        </p:nvSpPr>
        <p:spPr>
          <a:xfrm>
            <a:off x="7681226" y="5010570"/>
            <a:ext cx="79273" cy="66453"/>
          </a:xfrm>
          <a:prstGeom prst="upArrow">
            <a:avLst/>
          </a:prstGeom>
          <a:solidFill>
            <a:srgbClr val="001878"/>
          </a:solidFill>
          <a:ln/>
        </p:spPr>
      </p:sp>
      <p:sp>
        <p:nvSpPr>
          <p:cNvPr id="302" name="Shape 300"/>
          <p:cNvSpPr/>
          <p:nvPr/>
        </p:nvSpPr>
        <p:spPr>
          <a:xfrm>
            <a:off x="8242746" y="5010570"/>
            <a:ext cx="79273" cy="66453"/>
          </a:xfrm>
          <a:prstGeom prst="upArrow">
            <a:avLst/>
          </a:prstGeom>
          <a:solidFill>
            <a:srgbClr val="001878"/>
          </a:solidFill>
          <a:ln/>
        </p:spPr>
      </p:sp>
      <p:sp>
        <p:nvSpPr>
          <p:cNvPr id="303" name="Shape 301"/>
          <p:cNvSpPr/>
          <p:nvPr/>
        </p:nvSpPr>
        <p:spPr>
          <a:xfrm>
            <a:off x="8837296" y="5010570"/>
            <a:ext cx="79273" cy="66453"/>
          </a:xfrm>
          <a:prstGeom prst="upArrow">
            <a:avLst/>
          </a:prstGeom>
          <a:solidFill>
            <a:srgbClr val="001878"/>
          </a:solidFill>
          <a:ln/>
        </p:spPr>
      </p:sp>
      <p:sp>
        <p:nvSpPr>
          <p:cNvPr id="304" name="Shape 302"/>
          <p:cNvSpPr/>
          <p:nvPr/>
        </p:nvSpPr>
        <p:spPr>
          <a:xfrm>
            <a:off x="9478090" y="5010570"/>
            <a:ext cx="79273" cy="66453"/>
          </a:xfrm>
          <a:prstGeom prst="upArrow">
            <a:avLst/>
          </a:prstGeom>
          <a:solidFill>
            <a:srgbClr val="001878"/>
          </a:solidFill>
          <a:ln/>
        </p:spPr>
      </p:sp>
      <p:sp>
        <p:nvSpPr>
          <p:cNvPr id="305" name="Shape 303"/>
          <p:cNvSpPr/>
          <p:nvPr/>
        </p:nvSpPr>
        <p:spPr>
          <a:xfrm>
            <a:off x="10033004" y="5010570"/>
            <a:ext cx="79273" cy="66453"/>
          </a:xfrm>
          <a:prstGeom prst="upArrow">
            <a:avLst/>
          </a:prstGeom>
          <a:solidFill>
            <a:srgbClr val="001878"/>
          </a:solidFill>
          <a:ln/>
        </p:spPr>
      </p:sp>
      <p:sp>
        <p:nvSpPr>
          <p:cNvPr id="306" name="Shape 304"/>
          <p:cNvSpPr/>
          <p:nvPr/>
        </p:nvSpPr>
        <p:spPr>
          <a:xfrm>
            <a:off x="7529285" y="5110249"/>
            <a:ext cx="449216" cy="265813"/>
          </a:xfrm>
          <a:prstGeom prst="rect">
            <a:avLst/>
          </a:prstGeom>
          <a:solidFill>
            <a:srgbClr val="58A8C8"/>
          </a:solidFill>
          <a:ln/>
        </p:spPr>
      </p:sp>
      <p:sp>
        <p:nvSpPr>
          <p:cNvPr id="307" name="Shape 305"/>
          <p:cNvSpPr/>
          <p:nvPr/>
        </p:nvSpPr>
        <p:spPr>
          <a:xfrm>
            <a:off x="7496254" y="5077023"/>
            <a:ext cx="449216" cy="265813"/>
          </a:xfrm>
          <a:prstGeom prst="rect">
            <a:avLst/>
          </a:prstGeom>
          <a:solidFill>
            <a:srgbClr val="001878"/>
          </a:solidFill>
          <a:ln w="9525">
            <a:solidFill>
              <a:srgbClr val="3078C0"/>
            </a:solidFill>
            <a:prstDash val="solid"/>
          </a:ln>
        </p:spPr>
      </p:sp>
      <p:sp>
        <p:nvSpPr>
          <p:cNvPr id="308" name="Text 306"/>
          <p:cNvSpPr/>
          <p:nvPr/>
        </p:nvSpPr>
        <p:spPr>
          <a:xfrm>
            <a:off x="7496254" y="5077023"/>
            <a:ext cx="449216" cy="2658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</a:t>
            </a:r>
            <a:endParaRPr lang="en-US" sz="500" dirty="0"/>
          </a:p>
          <a:p>
            <a:pPr algn="ctr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Decoder</a:t>
            </a:r>
            <a:endParaRPr lang="en-US" sz="500" dirty="0"/>
          </a:p>
          <a:p>
            <a:pPr algn="ctr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</a:t>
            </a:r>
            <a:endParaRPr lang="en-US" sz="500" dirty="0"/>
          </a:p>
        </p:txBody>
      </p:sp>
      <p:sp>
        <p:nvSpPr>
          <p:cNvPr id="309" name="Shape 307"/>
          <p:cNvSpPr/>
          <p:nvPr/>
        </p:nvSpPr>
        <p:spPr>
          <a:xfrm>
            <a:off x="8097411" y="5110249"/>
            <a:ext cx="449216" cy="265813"/>
          </a:xfrm>
          <a:prstGeom prst="rect">
            <a:avLst/>
          </a:prstGeom>
          <a:solidFill>
            <a:srgbClr val="58A8C8"/>
          </a:solidFill>
          <a:ln/>
        </p:spPr>
      </p:sp>
      <p:sp>
        <p:nvSpPr>
          <p:cNvPr id="310" name="Shape 308"/>
          <p:cNvSpPr/>
          <p:nvPr/>
        </p:nvSpPr>
        <p:spPr>
          <a:xfrm>
            <a:off x="8064380" y="5077023"/>
            <a:ext cx="449216" cy="265813"/>
          </a:xfrm>
          <a:prstGeom prst="rect">
            <a:avLst/>
          </a:prstGeom>
          <a:solidFill>
            <a:srgbClr val="001878"/>
          </a:solidFill>
          <a:ln w="9525">
            <a:solidFill>
              <a:srgbClr val="3078C0"/>
            </a:solidFill>
            <a:prstDash val="solid"/>
          </a:ln>
        </p:spPr>
      </p:sp>
      <p:sp>
        <p:nvSpPr>
          <p:cNvPr id="311" name="Text 309"/>
          <p:cNvSpPr/>
          <p:nvPr/>
        </p:nvSpPr>
        <p:spPr>
          <a:xfrm>
            <a:off x="8064380" y="5077023"/>
            <a:ext cx="449216" cy="2658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</a:t>
            </a:r>
            <a:endParaRPr lang="en-US" sz="500" dirty="0"/>
          </a:p>
          <a:p>
            <a:pPr algn="ctr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Decoder</a:t>
            </a:r>
            <a:endParaRPr lang="en-US" sz="500" dirty="0"/>
          </a:p>
          <a:p>
            <a:pPr algn="ctr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</a:t>
            </a:r>
            <a:endParaRPr lang="en-US" sz="500" dirty="0"/>
          </a:p>
        </p:txBody>
      </p:sp>
      <p:sp>
        <p:nvSpPr>
          <p:cNvPr id="312" name="Shape 310"/>
          <p:cNvSpPr/>
          <p:nvPr/>
        </p:nvSpPr>
        <p:spPr>
          <a:xfrm>
            <a:off x="8691962" y="5110249"/>
            <a:ext cx="449216" cy="265813"/>
          </a:xfrm>
          <a:prstGeom prst="rect">
            <a:avLst/>
          </a:prstGeom>
          <a:solidFill>
            <a:srgbClr val="58A8C8"/>
          </a:solidFill>
          <a:ln/>
        </p:spPr>
      </p:sp>
      <p:sp>
        <p:nvSpPr>
          <p:cNvPr id="313" name="Shape 311"/>
          <p:cNvSpPr/>
          <p:nvPr/>
        </p:nvSpPr>
        <p:spPr>
          <a:xfrm>
            <a:off x="8658931" y="5077023"/>
            <a:ext cx="449216" cy="265813"/>
          </a:xfrm>
          <a:prstGeom prst="rect">
            <a:avLst/>
          </a:prstGeom>
          <a:solidFill>
            <a:srgbClr val="001878"/>
          </a:solidFill>
          <a:ln w="9525">
            <a:solidFill>
              <a:srgbClr val="3078C0"/>
            </a:solidFill>
            <a:prstDash val="solid"/>
          </a:ln>
        </p:spPr>
      </p:sp>
      <p:sp>
        <p:nvSpPr>
          <p:cNvPr id="314" name="Text 312"/>
          <p:cNvSpPr/>
          <p:nvPr/>
        </p:nvSpPr>
        <p:spPr>
          <a:xfrm>
            <a:off x="8658931" y="5077023"/>
            <a:ext cx="449216" cy="2658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</a:t>
            </a:r>
            <a:endParaRPr lang="en-US" sz="500" dirty="0"/>
          </a:p>
          <a:p>
            <a:pPr algn="ctr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Decoder</a:t>
            </a:r>
            <a:endParaRPr lang="en-US" sz="500" dirty="0"/>
          </a:p>
          <a:p>
            <a:pPr algn="ctr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</a:t>
            </a:r>
            <a:endParaRPr lang="en-US" sz="500" dirty="0"/>
          </a:p>
        </p:txBody>
      </p:sp>
      <p:sp>
        <p:nvSpPr>
          <p:cNvPr id="315" name="Shape 313"/>
          <p:cNvSpPr/>
          <p:nvPr/>
        </p:nvSpPr>
        <p:spPr>
          <a:xfrm>
            <a:off x="9326149" y="5110249"/>
            <a:ext cx="449216" cy="265813"/>
          </a:xfrm>
          <a:prstGeom prst="rect">
            <a:avLst/>
          </a:prstGeom>
          <a:solidFill>
            <a:srgbClr val="58A8C8"/>
          </a:solidFill>
          <a:ln/>
        </p:spPr>
      </p:sp>
      <p:sp>
        <p:nvSpPr>
          <p:cNvPr id="316" name="Shape 314"/>
          <p:cNvSpPr/>
          <p:nvPr/>
        </p:nvSpPr>
        <p:spPr>
          <a:xfrm>
            <a:off x="9293119" y="5077023"/>
            <a:ext cx="449216" cy="265813"/>
          </a:xfrm>
          <a:prstGeom prst="rect">
            <a:avLst/>
          </a:prstGeom>
          <a:solidFill>
            <a:srgbClr val="001878"/>
          </a:solidFill>
          <a:ln w="9525">
            <a:solidFill>
              <a:srgbClr val="3078C0"/>
            </a:solidFill>
            <a:prstDash val="solid"/>
          </a:ln>
        </p:spPr>
      </p:sp>
      <p:sp>
        <p:nvSpPr>
          <p:cNvPr id="317" name="Text 315"/>
          <p:cNvSpPr/>
          <p:nvPr/>
        </p:nvSpPr>
        <p:spPr>
          <a:xfrm>
            <a:off x="9293119" y="5077023"/>
            <a:ext cx="449216" cy="2658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</a:t>
            </a:r>
            <a:endParaRPr lang="en-US" sz="500" dirty="0"/>
          </a:p>
          <a:p>
            <a:pPr algn="ctr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Decoder</a:t>
            </a:r>
            <a:endParaRPr lang="en-US" sz="500" dirty="0"/>
          </a:p>
          <a:p>
            <a:pPr algn="ctr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</a:t>
            </a:r>
            <a:endParaRPr lang="en-US" sz="500" dirty="0"/>
          </a:p>
        </p:txBody>
      </p:sp>
      <p:sp>
        <p:nvSpPr>
          <p:cNvPr id="318" name="Shape 316"/>
          <p:cNvSpPr/>
          <p:nvPr/>
        </p:nvSpPr>
        <p:spPr>
          <a:xfrm>
            <a:off x="9894275" y="5110249"/>
            <a:ext cx="449216" cy="265813"/>
          </a:xfrm>
          <a:prstGeom prst="rect">
            <a:avLst/>
          </a:prstGeom>
          <a:solidFill>
            <a:srgbClr val="58A8C8"/>
          </a:solidFill>
          <a:ln/>
        </p:spPr>
      </p:sp>
      <p:sp>
        <p:nvSpPr>
          <p:cNvPr id="319" name="Shape 317"/>
          <p:cNvSpPr/>
          <p:nvPr/>
        </p:nvSpPr>
        <p:spPr>
          <a:xfrm>
            <a:off x="9861245" y="5077023"/>
            <a:ext cx="449216" cy="265813"/>
          </a:xfrm>
          <a:prstGeom prst="rect">
            <a:avLst/>
          </a:prstGeom>
          <a:solidFill>
            <a:srgbClr val="001878"/>
          </a:solidFill>
          <a:ln w="9525">
            <a:solidFill>
              <a:srgbClr val="3078C0"/>
            </a:solidFill>
            <a:prstDash val="solid"/>
          </a:ln>
        </p:spPr>
      </p:sp>
      <p:sp>
        <p:nvSpPr>
          <p:cNvPr id="320" name="Text 318"/>
          <p:cNvSpPr/>
          <p:nvPr/>
        </p:nvSpPr>
        <p:spPr>
          <a:xfrm>
            <a:off x="9861245" y="5077023"/>
            <a:ext cx="449216" cy="2658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</a:t>
            </a:r>
            <a:endParaRPr lang="en-US" sz="500" dirty="0"/>
          </a:p>
          <a:p>
            <a:pPr algn="ctr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Decoder</a:t>
            </a:r>
            <a:endParaRPr lang="en-US" sz="500" dirty="0"/>
          </a:p>
          <a:p>
            <a:pPr algn="ctr" indent="0" marL="0">
              <a:lnSpc>
                <a:spcPts val="550"/>
              </a:lnSpc>
              <a:buNone/>
            </a:pPr>
            <a:r>
              <a:rPr lang="en-US" sz="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</a:t>
            </a:r>
            <a:endParaRPr lang="en-US" sz="500" dirty="0"/>
          </a:p>
        </p:txBody>
      </p:sp>
      <p:sp>
        <p:nvSpPr>
          <p:cNvPr id="321" name="Shape 319"/>
          <p:cNvSpPr/>
          <p:nvPr/>
        </p:nvSpPr>
        <p:spPr>
          <a:xfrm>
            <a:off x="7965289" y="5096959"/>
            <a:ext cx="39637" cy="39872"/>
          </a:xfrm>
          <a:prstGeom prst="rect">
            <a:avLst/>
          </a:prstGeom>
          <a:solidFill>
            <a:srgbClr val="C04040"/>
          </a:solidFill>
          <a:ln/>
        </p:spPr>
      </p:sp>
      <p:sp>
        <p:nvSpPr>
          <p:cNvPr id="322" name="Shape 320"/>
          <p:cNvSpPr/>
          <p:nvPr/>
        </p:nvSpPr>
        <p:spPr>
          <a:xfrm>
            <a:off x="8018138" y="5096959"/>
            <a:ext cx="39637" cy="39872"/>
          </a:xfrm>
          <a:prstGeom prst="rect">
            <a:avLst/>
          </a:prstGeom>
          <a:solidFill>
            <a:srgbClr val="3050C0"/>
          </a:solidFill>
          <a:ln/>
        </p:spPr>
      </p:sp>
      <p:sp>
        <p:nvSpPr>
          <p:cNvPr id="323" name="Shape 321"/>
          <p:cNvSpPr/>
          <p:nvPr/>
        </p:nvSpPr>
        <p:spPr>
          <a:xfrm>
            <a:off x="8533415" y="5096959"/>
            <a:ext cx="39637" cy="39872"/>
          </a:xfrm>
          <a:prstGeom prst="rect">
            <a:avLst/>
          </a:prstGeom>
          <a:solidFill>
            <a:srgbClr val="C04040"/>
          </a:solidFill>
          <a:ln/>
        </p:spPr>
      </p:sp>
      <p:sp>
        <p:nvSpPr>
          <p:cNvPr id="324" name="Shape 322"/>
          <p:cNvSpPr/>
          <p:nvPr/>
        </p:nvSpPr>
        <p:spPr>
          <a:xfrm>
            <a:off x="8586264" y="5096959"/>
            <a:ext cx="39637" cy="39872"/>
          </a:xfrm>
          <a:prstGeom prst="rect">
            <a:avLst/>
          </a:prstGeom>
          <a:solidFill>
            <a:srgbClr val="3050C0"/>
          </a:solidFill>
          <a:ln/>
        </p:spPr>
      </p:sp>
      <p:sp>
        <p:nvSpPr>
          <p:cNvPr id="325" name="Shape 323"/>
          <p:cNvSpPr/>
          <p:nvPr/>
        </p:nvSpPr>
        <p:spPr>
          <a:xfrm>
            <a:off x="9127966" y="5096959"/>
            <a:ext cx="39637" cy="39872"/>
          </a:xfrm>
          <a:prstGeom prst="rect">
            <a:avLst/>
          </a:prstGeom>
          <a:solidFill>
            <a:srgbClr val="C04040"/>
          </a:solidFill>
          <a:ln/>
        </p:spPr>
      </p:sp>
      <p:sp>
        <p:nvSpPr>
          <p:cNvPr id="326" name="Shape 324"/>
          <p:cNvSpPr/>
          <p:nvPr/>
        </p:nvSpPr>
        <p:spPr>
          <a:xfrm>
            <a:off x="9180815" y="5096959"/>
            <a:ext cx="39637" cy="39872"/>
          </a:xfrm>
          <a:prstGeom prst="rect">
            <a:avLst/>
          </a:prstGeom>
          <a:solidFill>
            <a:srgbClr val="3050C0"/>
          </a:solidFill>
          <a:ln/>
        </p:spPr>
      </p:sp>
      <p:sp>
        <p:nvSpPr>
          <p:cNvPr id="327" name="Shape 325"/>
          <p:cNvSpPr/>
          <p:nvPr/>
        </p:nvSpPr>
        <p:spPr>
          <a:xfrm>
            <a:off x="9762153" y="5096959"/>
            <a:ext cx="39637" cy="39872"/>
          </a:xfrm>
          <a:prstGeom prst="rect">
            <a:avLst/>
          </a:prstGeom>
          <a:solidFill>
            <a:srgbClr val="C04040"/>
          </a:solidFill>
          <a:ln/>
        </p:spPr>
      </p:sp>
      <p:sp>
        <p:nvSpPr>
          <p:cNvPr id="328" name="Shape 326"/>
          <p:cNvSpPr/>
          <p:nvPr/>
        </p:nvSpPr>
        <p:spPr>
          <a:xfrm>
            <a:off x="9815002" y="5096959"/>
            <a:ext cx="39637" cy="39872"/>
          </a:xfrm>
          <a:prstGeom prst="rect">
            <a:avLst/>
          </a:prstGeom>
          <a:solidFill>
            <a:srgbClr val="3050C0"/>
          </a:solidFill>
          <a:ln/>
        </p:spPr>
      </p:sp>
      <p:sp>
        <p:nvSpPr>
          <p:cNvPr id="329" name="Shape 327"/>
          <p:cNvSpPr/>
          <p:nvPr/>
        </p:nvSpPr>
        <p:spPr>
          <a:xfrm>
            <a:off x="10330279" y="5096959"/>
            <a:ext cx="39637" cy="39872"/>
          </a:xfrm>
          <a:prstGeom prst="rect">
            <a:avLst/>
          </a:prstGeom>
          <a:solidFill>
            <a:srgbClr val="C04040"/>
          </a:solidFill>
          <a:ln/>
        </p:spPr>
      </p:sp>
      <p:sp>
        <p:nvSpPr>
          <p:cNvPr id="330" name="Shape 328"/>
          <p:cNvSpPr/>
          <p:nvPr/>
        </p:nvSpPr>
        <p:spPr>
          <a:xfrm>
            <a:off x="10383128" y="5096959"/>
            <a:ext cx="39637" cy="39872"/>
          </a:xfrm>
          <a:prstGeom prst="rect">
            <a:avLst/>
          </a:prstGeom>
          <a:solidFill>
            <a:srgbClr val="3050C0"/>
          </a:solidFill>
          <a:ln/>
        </p:spPr>
      </p:sp>
      <p:sp>
        <p:nvSpPr>
          <p:cNvPr id="331" name="Shape 329"/>
          <p:cNvSpPr/>
          <p:nvPr/>
        </p:nvSpPr>
        <p:spPr>
          <a:xfrm>
            <a:off x="7522679" y="5356126"/>
            <a:ext cx="396367" cy="119616"/>
          </a:xfrm>
          <a:prstGeom prst="rect">
            <a:avLst/>
          </a:prstGeom>
          <a:solidFill>
            <a:srgbClr val="FFF8E0"/>
          </a:solidFill>
          <a:ln w="9525">
            <a:solidFill>
              <a:srgbClr val="8A8A60"/>
            </a:solidFill>
            <a:prstDash val="solid"/>
          </a:ln>
        </p:spPr>
      </p:sp>
      <p:sp>
        <p:nvSpPr>
          <p:cNvPr id="332" name="Shape 330"/>
          <p:cNvSpPr/>
          <p:nvPr/>
        </p:nvSpPr>
        <p:spPr>
          <a:xfrm>
            <a:off x="7588740" y="5382708"/>
            <a:ext cx="52849" cy="66453"/>
          </a:xfrm>
          <a:prstGeom prst="rect">
            <a:avLst/>
          </a:prstGeom>
          <a:solidFill>
            <a:srgbClr val="D2C088"/>
          </a:solidFill>
          <a:ln w="6350">
            <a:solidFill>
              <a:srgbClr val="8A7A40"/>
            </a:solidFill>
            <a:prstDash val="solid"/>
          </a:ln>
        </p:spPr>
      </p:sp>
      <p:sp>
        <p:nvSpPr>
          <p:cNvPr id="333" name="Shape 331"/>
          <p:cNvSpPr/>
          <p:nvPr/>
        </p:nvSpPr>
        <p:spPr>
          <a:xfrm>
            <a:off x="7661407" y="5382708"/>
            <a:ext cx="52849" cy="66453"/>
          </a:xfrm>
          <a:prstGeom prst="rect">
            <a:avLst/>
          </a:prstGeom>
          <a:solidFill>
            <a:srgbClr val="D2C088"/>
          </a:solidFill>
          <a:ln w="6350">
            <a:solidFill>
              <a:srgbClr val="8A7A40"/>
            </a:solidFill>
            <a:prstDash val="solid"/>
          </a:ln>
        </p:spPr>
      </p:sp>
      <p:sp>
        <p:nvSpPr>
          <p:cNvPr id="334" name="Shape 332"/>
          <p:cNvSpPr/>
          <p:nvPr/>
        </p:nvSpPr>
        <p:spPr>
          <a:xfrm>
            <a:off x="7734074" y="5382708"/>
            <a:ext cx="52849" cy="66453"/>
          </a:xfrm>
          <a:prstGeom prst="rect">
            <a:avLst/>
          </a:prstGeom>
          <a:solidFill>
            <a:srgbClr val="D2C088"/>
          </a:solidFill>
          <a:ln w="6350">
            <a:solidFill>
              <a:srgbClr val="8A7A40"/>
            </a:solidFill>
            <a:prstDash val="solid"/>
          </a:ln>
        </p:spPr>
      </p:sp>
      <p:sp>
        <p:nvSpPr>
          <p:cNvPr id="335" name="Shape 333"/>
          <p:cNvSpPr/>
          <p:nvPr/>
        </p:nvSpPr>
        <p:spPr>
          <a:xfrm>
            <a:off x="7806742" y="5382708"/>
            <a:ext cx="52849" cy="66453"/>
          </a:xfrm>
          <a:prstGeom prst="rect">
            <a:avLst/>
          </a:prstGeom>
          <a:solidFill>
            <a:srgbClr val="D2C088"/>
          </a:solidFill>
          <a:ln w="6350">
            <a:solidFill>
              <a:srgbClr val="8A7A40"/>
            </a:solidFill>
            <a:prstDash val="solid"/>
          </a:ln>
        </p:spPr>
      </p:sp>
      <p:sp>
        <p:nvSpPr>
          <p:cNvPr id="336" name="Shape 334"/>
          <p:cNvSpPr/>
          <p:nvPr/>
        </p:nvSpPr>
        <p:spPr>
          <a:xfrm>
            <a:off x="8084199" y="5356126"/>
            <a:ext cx="396367" cy="119616"/>
          </a:xfrm>
          <a:prstGeom prst="rect">
            <a:avLst/>
          </a:prstGeom>
          <a:solidFill>
            <a:srgbClr val="FFF8E0"/>
          </a:solidFill>
          <a:ln w="9525">
            <a:solidFill>
              <a:srgbClr val="8A8A60"/>
            </a:solidFill>
            <a:prstDash val="solid"/>
          </a:ln>
        </p:spPr>
      </p:sp>
      <p:sp>
        <p:nvSpPr>
          <p:cNvPr id="337" name="Shape 335"/>
          <p:cNvSpPr/>
          <p:nvPr/>
        </p:nvSpPr>
        <p:spPr>
          <a:xfrm>
            <a:off x="8150260" y="5382708"/>
            <a:ext cx="52849" cy="66453"/>
          </a:xfrm>
          <a:prstGeom prst="rect">
            <a:avLst/>
          </a:prstGeom>
          <a:solidFill>
            <a:srgbClr val="D2C088"/>
          </a:solidFill>
          <a:ln w="6350">
            <a:solidFill>
              <a:srgbClr val="8A7A40"/>
            </a:solidFill>
            <a:prstDash val="solid"/>
          </a:ln>
        </p:spPr>
      </p:sp>
      <p:sp>
        <p:nvSpPr>
          <p:cNvPr id="338" name="Shape 336"/>
          <p:cNvSpPr/>
          <p:nvPr/>
        </p:nvSpPr>
        <p:spPr>
          <a:xfrm>
            <a:off x="8222927" y="5382708"/>
            <a:ext cx="52849" cy="66453"/>
          </a:xfrm>
          <a:prstGeom prst="rect">
            <a:avLst/>
          </a:prstGeom>
          <a:solidFill>
            <a:srgbClr val="D2C088"/>
          </a:solidFill>
          <a:ln w="6350">
            <a:solidFill>
              <a:srgbClr val="8A7A40"/>
            </a:solidFill>
            <a:prstDash val="solid"/>
          </a:ln>
        </p:spPr>
      </p:sp>
      <p:sp>
        <p:nvSpPr>
          <p:cNvPr id="339" name="Shape 337"/>
          <p:cNvSpPr/>
          <p:nvPr/>
        </p:nvSpPr>
        <p:spPr>
          <a:xfrm>
            <a:off x="8295595" y="5382708"/>
            <a:ext cx="52849" cy="66453"/>
          </a:xfrm>
          <a:prstGeom prst="rect">
            <a:avLst/>
          </a:prstGeom>
          <a:solidFill>
            <a:srgbClr val="D2C088"/>
          </a:solidFill>
          <a:ln w="6350">
            <a:solidFill>
              <a:srgbClr val="8A7A40"/>
            </a:solidFill>
            <a:prstDash val="solid"/>
          </a:ln>
        </p:spPr>
      </p:sp>
      <p:sp>
        <p:nvSpPr>
          <p:cNvPr id="340" name="Shape 338"/>
          <p:cNvSpPr/>
          <p:nvPr/>
        </p:nvSpPr>
        <p:spPr>
          <a:xfrm>
            <a:off x="8368262" y="5382708"/>
            <a:ext cx="52849" cy="66453"/>
          </a:xfrm>
          <a:prstGeom prst="rect">
            <a:avLst/>
          </a:prstGeom>
          <a:solidFill>
            <a:srgbClr val="D2C088"/>
          </a:solidFill>
          <a:ln w="6350">
            <a:solidFill>
              <a:srgbClr val="8A7A40"/>
            </a:solidFill>
            <a:prstDash val="solid"/>
          </a:ln>
        </p:spPr>
      </p:sp>
      <p:sp>
        <p:nvSpPr>
          <p:cNvPr id="341" name="Shape 339"/>
          <p:cNvSpPr/>
          <p:nvPr/>
        </p:nvSpPr>
        <p:spPr>
          <a:xfrm>
            <a:off x="8678750" y="5356126"/>
            <a:ext cx="396367" cy="119616"/>
          </a:xfrm>
          <a:prstGeom prst="rect">
            <a:avLst/>
          </a:prstGeom>
          <a:solidFill>
            <a:srgbClr val="FFF8E0"/>
          </a:solidFill>
          <a:ln w="9525">
            <a:solidFill>
              <a:srgbClr val="8A8A60"/>
            </a:solidFill>
            <a:prstDash val="solid"/>
          </a:ln>
        </p:spPr>
      </p:sp>
      <p:sp>
        <p:nvSpPr>
          <p:cNvPr id="342" name="Shape 340"/>
          <p:cNvSpPr/>
          <p:nvPr/>
        </p:nvSpPr>
        <p:spPr>
          <a:xfrm>
            <a:off x="8744811" y="5382708"/>
            <a:ext cx="52849" cy="66453"/>
          </a:xfrm>
          <a:prstGeom prst="rect">
            <a:avLst/>
          </a:prstGeom>
          <a:solidFill>
            <a:srgbClr val="D2C088"/>
          </a:solidFill>
          <a:ln w="6350">
            <a:solidFill>
              <a:srgbClr val="8A7A40"/>
            </a:solidFill>
            <a:prstDash val="solid"/>
          </a:ln>
        </p:spPr>
      </p:sp>
      <p:sp>
        <p:nvSpPr>
          <p:cNvPr id="343" name="Shape 341"/>
          <p:cNvSpPr/>
          <p:nvPr/>
        </p:nvSpPr>
        <p:spPr>
          <a:xfrm>
            <a:off x="8817478" y="5382708"/>
            <a:ext cx="52849" cy="66453"/>
          </a:xfrm>
          <a:prstGeom prst="rect">
            <a:avLst/>
          </a:prstGeom>
          <a:solidFill>
            <a:srgbClr val="D2C088"/>
          </a:solidFill>
          <a:ln w="6350">
            <a:solidFill>
              <a:srgbClr val="8A7A40"/>
            </a:solidFill>
            <a:prstDash val="solid"/>
          </a:ln>
        </p:spPr>
      </p:sp>
      <p:sp>
        <p:nvSpPr>
          <p:cNvPr id="344" name="Shape 342"/>
          <p:cNvSpPr/>
          <p:nvPr/>
        </p:nvSpPr>
        <p:spPr>
          <a:xfrm>
            <a:off x="8890145" y="5382708"/>
            <a:ext cx="52849" cy="66453"/>
          </a:xfrm>
          <a:prstGeom prst="rect">
            <a:avLst/>
          </a:prstGeom>
          <a:solidFill>
            <a:srgbClr val="D2C088"/>
          </a:solidFill>
          <a:ln w="6350">
            <a:solidFill>
              <a:srgbClr val="8A7A40"/>
            </a:solidFill>
            <a:prstDash val="solid"/>
          </a:ln>
        </p:spPr>
      </p:sp>
      <p:sp>
        <p:nvSpPr>
          <p:cNvPr id="345" name="Shape 343"/>
          <p:cNvSpPr/>
          <p:nvPr/>
        </p:nvSpPr>
        <p:spPr>
          <a:xfrm>
            <a:off x="8962813" y="5382708"/>
            <a:ext cx="52849" cy="66453"/>
          </a:xfrm>
          <a:prstGeom prst="rect">
            <a:avLst/>
          </a:prstGeom>
          <a:solidFill>
            <a:srgbClr val="D2C088"/>
          </a:solidFill>
          <a:ln w="6350">
            <a:solidFill>
              <a:srgbClr val="8A7A40"/>
            </a:solidFill>
            <a:prstDash val="solid"/>
          </a:ln>
        </p:spPr>
      </p:sp>
      <p:sp>
        <p:nvSpPr>
          <p:cNvPr id="346" name="Shape 344"/>
          <p:cNvSpPr/>
          <p:nvPr/>
        </p:nvSpPr>
        <p:spPr>
          <a:xfrm>
            <a:off x="9319543" y="5356126"/>
            <a:ext cx="396367" cy="119616"/>
          </a:xfrm>
          <a:prstGeom prst="rect">
            <a:avLst/>
          </a:prstGeom>
          <a:solidFill>
            <a:srgbClr val="FFF8E0"/>
          </a:solidFill>
          <a:ln w="9525">
            <a:solidFill>
              <a:srgbClr val="8A8A60"/>
            </a:solidFill>
            <a:prstDash val="solid"/>
          </a:ln>
        </p:spPr>
      </p:sp>
      <p:sp>
        <p:nvSpPr>
          <p:cNvPr id="347" name="Shape 345"/>
          <p:cNvSpPr/>
          <p:nvPr/>
        </p:nvSpPr>
        <p:spPr>
          <a:xfrm>
            <a:off x="9385604" y="5382708"/>
            <a:ext cx="52849" cy="66453"/>
          </a:xfrm>
          <a:prstGeom prst="rect">
            <a:avLst/>
          </a:prstGeom>
          <a:solidFill>
            <a:srgbClr val="D2C088"/>
          </a:solidFill>
          <a:ln w="6350">
            <a:solidFill>
              <a:srgbClr val="8A7A40"/>
            </a:solidFill>
            <a:prstDash val="solid"/>
          </a:ln>
        </p:spPr>
      </p:sp>
      <p:sp>
        <p:nvSpPr>
          <p:cNvPr id="348" name="Shape 346"/>
          <p:cNvSpPr/>
          <p:nvPr/>
        </p:nvSpPr>
        <p:spPr>
          <a:xfrm>
            <a:off x="9458272" y="5382708"/>
            <a:ext cx="52849" cy="66453"/>
          </a:xfrm>
          <a:prstGeom prst="rect">
            <a:avLst/>
          </a:prstGeom>
          <a:solidFill>
            <a:srgbClr val="D2C088"/>
          </a:solidFill>
          <a:ln w="6350">
            <a:solidFill>
              <a:srgbClr val="8A7A40"/>
            </a:solidFill>
            <a:prstDash val="solid"/>
          </a:ln>
        </p:spPr>
      </p:sp>
      <p:sp>
        <p:nvSpPr>
          <p:cNvPr id="349" name="Shape 347"/>
          <p:cNvSpPr/>
          <p:nvPr/>
        </p:nvSpPr>
        <p:spPr>
          <a:xfrm>
            <a:off x="9530939" y="5382708"/>
            <a:ext cx="52849" cy="66453"/>
          </a:xfrm>
          <a:prstGeom prst="rect">
            <a:avLst/>
          </a:prstGeom>
          <a:solidFill>
            <a:srgbClr val="D2C088"/>
          </a:solidFill>
          <a:ln w="6350">
            <a:solidFill>
              <a:srgbClr val="8A7A40"/>
            </a:solidFill>
            <a:prstDash val="solid"/>
          </a:ln>
        </p:spPr>
      </p:sp>
      <p:sp>
        <p:nvSpPr>
          <p:cNvPr id="350" name="Shape 348"/>
          <p:cNvSpPr/>
          <p:nvPr/>
        </p:nvSpPr>
        <p:spPr>
          <a:xfrm>
            <a:off x="9603606" y="5382708"/>
            <a:ext cx="52849" cy="66453"/>
          </a:xfrm>
          <a:prstGeom prst="rect">
            <a:avLst/>
          </a:prstGeom>
          <a:solidFill>
            <a:srgbClr val="D2C088"/>
          </a:solidFill>
          <a:ln w="6350">
            <a:solidFill>
              <a:srgbClr val="8A7A40"/>
            </a:solidFill>
            <a:prstDash val="solid"/>
          </a:ln>
        </p:spPr>
      </p:sp>
      <p:sp>
        <p:nvSpPr>
          <p:cNvPr id="351" name="Shape 349"/>
          <p:cNvSpPr/>
          <p:nvPr/>
        </p:nvSpPr>
        <p:spPr>
          <a:xfrm>
            <a:off x="9874457" y="5356126"/>
            <a:ext cx="396367" cy="119616"/>
          </a:xfrm>
          <a:prstGeom prst="rect">
            <a:avLst/>
          </a:prstGeom>
          <a:solidFill>
            <a:srgbClr val="FFF8E0"/>
          </a:solidFill>
          <a:ln w="9525">
            <a:solidFill>
              <a:srgbClr val="8A8A60"/>
            </a:solidFill>
            <a:prstDash val="solid"/>
          </a:ln>
        </p:spPr>
      </p:sp>
      <p:sp>
        <p:nvSpPr>
          <p:cNvPr id="352" name="Shape 350"/>
          <p:cNvSpPr/>
          <p:nvPr/>
        </p:nvSpPr>
        <p:spPr>
          <a:xfrm>
            <a:off x="9940518" y="5382708"/>
            <a:ext cx="52849" cy="66453"/>
          </a:xfrm>
          <a:prstGeom prst="rect">
            <a:avLst/>
          </a:prstGeom>
          <a:solidFill>
            <a:srgbClr val="D2C088"/>
          </a:solidFill>
          <a:ln w="6350">
            <a:solidFill>
              <a:srgbClr val="8A7A40"/>
            </a:solidFill>
            <a:prstDash val="solid"/>
          </a:ln>
        </p:spPr>
      </p:sp>
      <p:sp>
        <p:nvSpPr>
          <p:cNvPr id="353" name="Shape 351"/>
          <p:cNvSpPr/>
          <p:nvPr/>
        </p:nvSpPr>
        <p:spPr>
          <a:xfrm>
            <a:off x="10013186" y="5382708"/>
            <a:ext cx="52849" cy="66453"/>
          </a:xfrm>
          <a:prstGeom prst="rect">
            <a:avLst/>
          </a:prstGeom>
          <a:solidFill>
            <a:srgbClr val="D2C088"/>
          </a:solidFill>
          <a:ln w="6350">
            <a:solidFill>
              <a:srgbClr val="8A7A40"/>
            </a:solidFill>
            <a:prstDash val="solid"/>
          </a:ln>
        </p:spPr>
      </p:sp>
      <p:sp>
        <p:nvSpPr>
          <p:cNvPr id="354" name="Shape 352"/>
          <p:cNvSpPr/>
          <p:nvPr/>
        </p:nvSpPr>
        <p:spPr>
          <a:xfrm>
            <a:off x="10085853" y="5382708"/>
            <a:ext cx="52849" cy="66453"/>
          </a:xfrm>
          <a:prstGeom prst="rect">
            <a:avLst/>
          </a:prstGeom>
          <a:solidFill>
            <a:srgbClr val="D2C088"/>
          </a:solidFill>
          <a:ln w="6350">
            <a:solidFill>
              <a:srgbClr val="8A7A40"/>
            </a:solidFill>
            <a:prstDash val="solid"/>
          </a:ln>
        </p:spPr>
      </p:sp>
      <p:sp>
        <p:nvSpPr>
          <p:cNvPr id="355" name="Shape 353"/>
          <p:cNvSpPr/>
          <p:nvPr/>
        </p:nvSpPr>
        <p:spPr>
          <a:xfrm>
            <a:off x="10158520" y="5382708"/>
            <a:ext cx="52849" cy="66453"/>
          </a:xfrm>
          <a:prstGeom prst="rect">
            <a:avLst/>
          </a:prstGeom>
          <a:solidFill>
            <a:srgbClr val="D2C088"/>
          </a:solidFill>
          <a:ln w="6350">
            <a:solidFill>
              <a:srgbClr val="8A7A40"/>
            </a:solidFill>
            <a:prstDash val="solid"/>
          </a:ln>
        </p:spPr>
      </p:sp>
      <p:sp>
        <p:nvSpPr>
          <p:cNvPr id="356" name="Shape 354"/>
          <p:cNvSpPr/>
          <p:nvPr/>
        </p:nvSpPr>
        <p:spPr>
          <a:xfrm>
            <a:off x="7687832" y="5621939"/>
            <a:ext cx="66061" cy="79744"/>
          </a:xfrm>
          <a:prstGeom prst="downArrow">
            <a:avLst/>
          </a:prstGeom>
          <a:solidFill>
            <a:srgbClr val="001878"/>
          </a:solidFill>
          <a:ln/>
        </p:spPr>
      </p:sp>
      <p:sp>
        <p:nvSpPr>
          <p:cNvPr id="357" name="Shape 355"/>
          <p:cNvSpPr/>
          <p:nvPr/>
        </p:nvSpPr>
        <p:spPr>
          <a:xfrm>
            <a:off x="8249352" y="5621939"/>
            <a:ext cx="66061" cy="79744"/>
          </a:xfrm>
          <a:prstGeom prst="downArrow">
            <a:avLst/>
          </a:prstGeom>
          <a:solidFill>
            <a:srgbClr val="001878"/>
          </a:solidFill>
          <a:ln/>
        </p:spPr>
      </p:sp>
      <p:sp>
        <p:nvSpPr>
          <p:cNvPr id="358" name="Shape 356"/>
          <p:cNvSpPr/>
          <p:nvPr/>
        </p:nvSpPr>
        <p:spPr>
          <a:xfrm>
            <a:off x="8843902" y="5621939"/>
            <a:ext cx="66061" cy="79744"/>
          </a:xfrm>
          <a:prstGeom prst="downArrow">
            <a:avLst/>
          </a:prstGeom>
          <a:solidFill>
            <a:srgbClr val="001878"/>
          </a:solidFill>
          <a:ln/>
        </p:spPr>
      </p:sp>
      <p:sp>
        <p:nvSpPr>
          <p:cNvPr id="359" name="Shape 357"/>
          <p:cNvSpPr/>
          <p:nvPr/>
        </p:nvSpPr>
        <p:spPr>
          <a:xfrm>
            <a:off x="9484696" y="5621939"/>
            <a:ext cx="66061" cy="79744"/>
          </a:xfrm>
          <a:prstGeom prst="downArrow">
            <a:avLst/>
          </a:prstGeom>
          <a:solidFill>
            <a:srgbClr val="001878"/>
          </a:solidFill>
          <a:ln/>
        </p:spPr>
      </p:sp>
      <p:sp>
        <p:nvSpPr>
          <p:cNvPr id="360" name="Shape 358"/>
          <p:cNvSpPr/>
          <p:nvPr/>
        </p:nvSpPr>
        <p:spPr>
          <a:xfrm>
            <a:off x="10039610" y="5621939"/>
            <a:ext cx="66061" cy="79744"/>
          </a:xfrm>
          <a:prstGeom prst="downArrow">
            <a:avLst/>
          </a:prstGeom>
          <a:solidFill>
            <a:srgbClr val="001878"/>
          </a:solidFill>
          <a:ln/>
        </p:spPr>
      </p:sp>
      <p:sp>
        <p:nvSpPr>
          <p:cNvPr id="361" name="Shape 359"/>
          <p:cNvSpPr/>
          <p:nvPr/>
        </p:nvSpPr>
        <p:spPr>
          <a:xfrm>
            <a:off x="7271646" y="5675102"/>
            <a:ext cx="3276635" cy="1116413"/>
          </a:xfrm>
          <a:prstGeom prst="roundRect">
            <a:avLst>
              <a:gd name="adj" fmla="val 6552"/>
            </a:avLst>
          </a:prstGeom>
          <a:solidFill>
            <a:srgbClr val="CFC1E2"/>
          </a:solidFill>
          <a:ln w="15875">
            <a:solidFill>
              <a:srgbClr val="C893C4"/>
            </a:solidFill>
            <a:prstDash val="solid"/>
          </a:ln>
        </p:spPr>
      </p:sp>
      <p:sp>
        <p:nvSpPr>
          <p:cNvPr id="362" name="Shape 360"/>
          <p:cNvSpPr/>
          <p:nvPr/>
        </p:nvSpPr>
        <p:spPr>
          <a:xfrm>
            <a:off x="7522679" y="5741555"/>
            <a:ext cx="2708509" cy="93034"/>
          </a:xfrm>
          <a:prstGeom prst="rect">
            <a:avLst/>
          </a:prstGeom>
          <a:solidFill>
            <a:srgbClr val="7A1F1F"/>
          </a:solidFill>
          <a:ln/>
        </p:spPr>
      </p:sp>
      <p:sp>
        <p:nvSpPr>
          <p:cNvPr id="363" name="Text 361"/>
          <p:cNvSpPr/>
          <p:nvPr/>
        </p:nvSpPr>
        <p:spPr>
          <a:xfrm>
            <a:off x="7522679" y="5741555"/>
            <a:ext cx="2708509" cy="930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Residual Connection and Layer Normalization</a:t>
            </a:r>
            <a:endParaRPr lang="en-US" sz="550" dirty="0"/>
          </a:p>
        </p:txBody>
      </p:sp>
      <p:sp>
        <p:nvSpPr>
          <p:cNvPr id="364" name="Shape 362"/>
          <p:cNvSpPr/>
          <p:nvPr/>
        </p:nvSpPr>
        <p:spPr>
          <a:xfrm>
            <a:off x="7720862" y="5861170"/>
            <a:ext cx="0" cy="39872"/>
          </a:xfrm>
          <a:prstGeom prst="line">
            <a:avLst/>
          </a:prstGeom>
          <a:noFill/>
          <a:ln w="12700">
            <a:solidFill>
              <a:srgbClr val="001878"/>
            </a:solidFill>
            <a:prstDash val="solid"/>
          </a:ln>
        </p:spPr>
      </p:sp>
      <p:sp>
        <p:nvSpPr>
          <p:cNvPr id="365" name="Shape 363"/>
          <p:cNvSpPr/>
          <p:nvPr/>
        </p:nvSpPr>
        <p:spPr>
          <a:xfrm>
            <a:off x="8282382" y="5861170"/>
            <a:ext cx="0" cy="39872"/>
          </a:xfrm>
          <a:prstGeom prst="line">
            <a:avLst/>
          </a:prstGeom>
          <a:noFill/>
          <a:ln w="12700">
            <a:solidFill>
              <a:srgbClr val="001878"/>
            </a:solidFill>
            <a:prstDash val="solid"/>
          </a:ln>
        </p:spPr>
      </p:sp>
      <p:sp>
        <p:nvSpPr>
          <p:cNvPr id="366" name="Shape 364"/>
          <p:cNvSpPr/>
          <p:nvPr/>
        </p:nvSpPr>
        <p:spPr>
          <a:xfrm>
            <a:off x="8876933" y="5861170"/>
            <a:ext cx="0" cy="39872"/>
          </a:xfrm>
          <a:prstGeom prst="line">
            <a:avLst/>
          </a:prstGeom>
          <a:noFill/>
          <a:ln w="12700">
            <a:solidFill>
              <a:srgbClr val="001878"/>
            </a:solidFill>
            <a:prstDash val="solid"/>
          </a:ln>
        </p:spPr>
      </p:sp>
      <p:sp>
        <p:nvSpPr>
          <p:cNvPr id="367" name="Shape 365"/>
          <p:cNvSpPr/>
          <p:nvPr/>
        </p:nvSpPr>
        <p:spPr>
          <a:xfrm>
            <a:off x="9517727" y="5861170"/>
            <a:ext cx="0" cy="39872"/>
          </a:xfrm>
          <a:prstGeom prst="line">
            <a:avLst/>
          </a:prstGeom>
          <a:noFill/>
          <a:ln w="12700">
            <a:solidFill>
              <a:srgbClr val="001878"/>
            </a:solidFill>
            <a:prstDash val="solid"/>
          </a:ln>
        </p:spPr>
      </p:sp>
      <p:sp>
        <p:nvSpPr>
          <p:cNvPr id="368" name="Shape 366"/>
          <p:cNvSpPr/>
          <p:nvPr/>
        </p:nvSpPr>
        <p:spPr>
          <a:xfrm>
            <a:off x="10072641" y="5861170"/>
            <a:ext cx="0" cy="39872"/>
          </a:xfrm>
          <a:prstGeom prst="line">
            <a:avLst/>
          </a:prstGeom>
          <a:noFill/>
          <a:ln w="12700">
            <a:solidFill>
              <a:srgbClr val="001878"/>
            </a:solidFill>
            <a:prstDash val="solid"/>
          </a:ln>
        </p:spPr>
      </p:sp>
      <p:sp>
        <p:nvSpPr>
          <p:cNvPr id="369" name="Shape 367"/>
          <p:cNvSpPr/>
          <p:nvPr/>
        </p:nvSpPr>
        <p:spPr>
          <a:xfrm>
            <a:off x="7529285" y="5934269"/>
            <a:ext cx="449216" cy="252522"/>
          </a:xfrm>
          <a:prstGeom prst="rect">
            <a:avLst/>
          </a:prstGeom>
          <a:solidFill>
            <a:srgbClr val="58A8C8"/>
          </a:solidFill>
          <a:ln/>
        </p:spPr>
      </p:sp>
      <p:sp>
        <p:nvSpPr>
          <p:cNvPr id="370" name="Shape 368"/>
          <p:cNvSpPr/>
          <p:nvPr/>
        </p:nvSpPr>
        <p:spPr>
          <a:xfrm>
            <a:off x="7496254" y="5901042"/>
            <a:ext cx="449216" cy="252522"/>
          </a:xfrm>
          <a:prstGeom prst="rect">
            <a:avLst/>
          </a:prstGeom>
          <a:solidFill>
            <a:srgbClr val="001878"/>
          </a:solidFill>
          <a:ln w="9525">
            <a:solidFill>
              <a:srgbClr val="3078C0"/>
            </a:solidFill>
            <a:prstDash val="solid"/>
          </a:ln>
        </p:spPr>
      </p:sp>
      <p:sp>
        <p:nvSpPr>
          <p:cNvPr id="371" name="Text 369"/>
          <p:cNvSpPr/>
          <p:nvPr/>
        </p:nvSpPr>
        <p:spPr>
          <a:xfrm>
            <a:off x="7496254" y="5901042"/>
            <a:ext cx="449216" cy="25252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600"/>
              </a:lnSpc>
              <a:buNone/>
            </a:pPr>
            <a:r>
              <a:rPr lang="en-US" sz="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Multi-Head</a:t>
            </a:r>
            <a:endParaRPr lang="en-US" sz="450" dirty="0"/>
          </a:p>
          <a:p>
            <a:pPr algn="ctr" indent="0" marL="0">
              <a:lnSpc>
                <a:spcPts val="600"/>
              </a:lnSpc>
              <a:buNone/>
            </a:pPr>
            <a:r>
              <a:rPr lang="en-US" sz="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Self-Attention</a:t>
            </a:r>
            <a:endParaRPr lang="en-US" sz="450" dirty="0"/>
          </a:p>
        </p:txBody>
      </p:sp>
      <p:sp>
        <p:nvSpPr>
          <p:cNvPr id="372" name="Shape 370"/>
          <p:cNvSpPr/>
          <p:nvPr/>
        </p:nvSpPr>
        <p:spPr>
          <a:xfrm>
            <a:off x="8097411" y="5934269"/>
            <a:ext cx="449216" cy="252522"/>
          </a:xfrm>
          <a:prstGeom prst="rect">
            <a:avLst/>
          </a:prstGeom>
          <a:solidFill>
            <a:srgbClr val="58A8C8"/>
          </a:solidFill>
          <a:ln/>
        </p:spPr>
      </p:sp>
      <p:sp>
        <p:nvSpPr>
          <p:cNvPr id="373" name="Shape 371"/>
          <p:cNvSpPr/>
          <p:nvPr/>
        </p:nvSpPr>
        <p:spPr>
          <a:xfrm>
            <a:off x="8064380" y="5901042"/>
            <a:ext cx="449216" cy="252522"/>
          </a:xfrm>
          <a:prstGeom prst="rect">
            <a:avLst/>
          </a:prstGeom>
          <a:solidFill>
            <a:srgbClr val="001878"/>
          </a:solidFill>
          <a:ln w="9525">
            <a:solidFill>
              <a:srgbClr val="3078C0"/>
            </a:solidFill>
            <a:prstDash val="solid"/>
          </a:ln>
        </p:spPr>
      </p:sp>
      <p:sp>
        <p:nvSpPr>
          <p:cNvPr id="374" name="Text 372"/>
          <p:cNvSpPr/>
          <p:nvPr/>
        </p:nvSpPr>
        <p:spPr>
          <a:xfrm>
            <a:off x="8064380" y="5901042"/>
            <a:ext cx="449216" cy="25252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600"/>
              </a:lnSpc>
              <a:buNone/>
            </a:pPr>
            <a:r>
              <a:rPr lang="en-US" sz="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Multi-Head</a:t>
            </a:r>
            <a:endParaRPr lang="en-US" sz="450" dirty="0"/>
          </a:p>
          <a:p>
            <a:pPr algn="ctr" indent="0" marL="0">
              <a:lnSpc>
                <a:spcPts val="600"/>
              </a:lnSpc>
              <a:buNone/>
            </a:pPr>
            <a:r>
              <a:rPr lang="en-US" sz="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Self-Attention</a:t>
            </a:r>
            <a:endParaRPr lang="en-US" sz="450" dirty="0"/>
          </a:p>
        </p:txBody>
      </p:sp>
      <p:sp>
        <p:nvSpPr>
          <p:cNvPr id="375" name="Shape 373"/>
          <p:cNvSpPr/>
          <p:nvPr/>
        </p:nvSpPr>
        <p:spPr>
          <a:xfrm>
            <a:off x="8691962" y="5934269"/>
            <a:ext cx="449216" cy="252522"/>
          </a:xfrm>
          <a:prstGeom prst="rect">
            <a:avLst/>
          </a:prstGeom>
          <a:solidFill>
            <a:srgbClr val="58A8C8"/>
          </a:solidFill>
          <a:ln/>
        </p:spPr>
      </p:sp>
      <p:sp>
        <p:nvSpPr>
          <p:cNvPr id="376" name="Shape 374"/>
          <p:cNvSpPr/>
          <p:nvPr/>
        </p:nvSpPr>
        <p:spPr>
          <a:xfrm>
            <a:off x="8658931" y="5901042"/>
            <a:ext cx="449216" cy="252522"/>
          </a:xfrm>
          <a:prstGeom prst="rect">
            <a:avLst/>
          </a:prstGeom>
          <a:solidFill>
            <a:srgbClr val="001878"/>
          </a:solidFill>
          <a:ln w="9525">
            <a:solidFill>
              <a:srgbClr val="3078C0"/>
            </a:solidFill>
            <a:prstDash val="solid"/>
          </a:ln>
        </p:spPr>
      </p:sp>
      <p:sp>
        <p:nvSpPr>
          <p:cNvPr id="377" name="Text 375"/>
          <p:cNvSpPr/>
          <p:nvPr/>
        </p:nvSpPr>
        <p:spPr>
          <a:xfrm>
            <a:off x="8658931" y="5901042"/>
            <a:ext cx="449216" cy="25252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600"/>
              </a:lnSpc>
              <a:buNone/>
            </a:pPr>
            <a:r>
              <a:rPr lang="en-US" sz="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Multi-Head</a:t>
            </a:r>
            <a:endParaRPr lang="en-US" sz="450" dirty="0"/>
          </a:p>
          <a:p>
            <a:pPr algn="ctr" indent="0" marL="0">
              <a:lnSpc>
                <a:spcPts val="600"/>
              </a:lnSpc>
              <a:buNone/>
            </a:pPr>
            <a:r>
              <a:rPr lang="en-US" sz="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Self-Attention</a:t>
            </a:r>
            <a:endParaRPr lang="en-US" sz="450" dirty="0"/>
          </a:p>
        </p:txBody>
      </p:sp>
      <p:sp>
        <p:nvSpPr>
          <p:cNvPr id="378" name="Shape 376"/>
          <p:cNvSpPr/>
          <p:nvPr/>
        </p:nvSpPr>
        <p:spPr>
          <a:xfrm>
            <a:off x="9326149" y="5934269"/>
            <a:ext cx="449216" cy="252522"/>
          </a:xfrm>
          <a:prstGeom prst="rect">
            <a:avLst/>
          </a:prstGeom>
          <a:solidFill>
            <a:srgbClr val="58A8C8"/>
          </a:solidFill>
          <a:ln/>
        </p:spPr>
      </p:sp>
      <p:sp>
        <p:nvSpPr>
          <p:cNvPr id="379" name="Shape 377"/>
          <p:cNvSpPr/>
          <p:nvPr/>
        </p:nvSpPr>
        <p:spPr>
          <a:xfrm>
            <a:off x="9293119" y="5901042"/>
            <a:ext cx="449216" cy="252522"/>
          </a:xfrm>
          <a:prstGeom prst="rect">
            <a:avLst/>
          </a:prstGeom>
          <a:solidFill>
            <a:srgbClr val="001878"/>
          </a:solidFill>
          <a:ln w="9525">
            <a:solidFill>
              <a:srgbClr val="3078C0"/>
            </a:solidFill>
            <a:prstDash val="solid"/>
          </a:ln>
        </p:spPr>
      </p:sp>
      <p:sp>
        <p:nvSpPr>
          <p:cNvPr id="380" name="Text 378"/>
          <p:cNvSpPr/>
          <p:nvPr/>
        </p:nvSpPr>
        <p:spPr>
          <a:xfrm>
            <a:off x="9293119" y="5901042"/>
            <a:ext cx="449216" cy="25252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600"/>
              </a:lnSpc>
              <a:buNone/>
            </a:pPr>
            <a:r>
              <a:rPr lang="en-US" sz="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Multi-Head</a:t>
            </a:r>
            <a:endParaRPr lang="en-US" sz="450" dirty="0"/>
          </a:p>
          <a:p>
            <a:pPr algn="ctr" indent="0" marL="0">
              <a:lnSpc>
                <a:spcPts val="600"/>
              </a:lnSpc>
              <a:buNone/>
            </a:pPr>
            <a:r>
              <a:rPr lang="en-US" sz="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Self-Attention</a:t>
            </a:r>
            <a:endParaRPr lang="en-US" sz="450" dirty="0"/>
          </a:p>
        </p:txBody>
      </p:sp>
      <p:sp>
        <p:nvSpPr>
          <p:cNvPr id="381" name="Shape 379"/>
          <p:cNvSpPr/>
          <p:nvPr/>
        </p:nvSpPr>
        <p:spPr>
          <a:xfrm>
            <a:off x="9894275" y="5934269"/>
            <a:ext cx="449216" cy="252522"/>
          </a:xfrm>
          <a:prstGeom prst="rect">
            <a:avLst/>
          </a:prstGeom>
          <a:solidFill>
            <a:srgbClr val="58A8C8"/>
          </a:solidFill>
          <a:ln/>
        </p:spPr>
      </p:sp>
      <p:sp>
        <p:nvSpPr>
          <p:cNvPr id="382" name="Shape 380"/>
          <p:cNvSpPr/>
          <p:nvPr/>
        </p:nvSpPr>
        <p:spPr>
          <a:xfrm>
            <a:off x="9861245" y="5901042"/>
            <a:ext cx="449216" cy="252522"/>
          </a:xfrm>
          <a:prstGeom prst="rect">
            <a:avLst/>
          </a:prstGeom>
          <a:solidFill>
            <a:srgbClr val="001878"/>
          </a:solidFill>
          <a:ln w="9525">
            <a:solidFill>
              <a:srgbClr val="3078C0"/>
            </a:solidFill>
            <a:prstDash val="solid"/>
          </a:ln>
        </p:spPr>
      </p:sp>
      <p:sp>
        <p:nvSpPr>
          <p:cNvPr id="383" name="Text 381"/>
          <p:cNvSpPr/>
          <p:nvPr/>
        </p:nvSpPr>
        <p:spPr>
          <a:xfrm>
            <a:off x="9861245" y="5901042"/>
            <a:ext cx="449216" cy="25252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600"/>
              </a:lnSpc>
              <a:buNone/>
            </a:pPr>
            <a:r>
              <a:rPr lang="en-US" sz="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Multi-Head</a:t>
            </a:r>
            <a:endParaRPr lang="en-US" sz="450" dirty="0"/>
          </a:p>
          <a:p>
            <a:pPr algn="ctr" indent="0" marL="0">
              <a:lnSpc>
                <a:spcPts val="600"/>
              </a:lnSpc>
              <a:buNone/>
            </a:pPr>
            <a:r>
              <a:rPr lang="en-US" sz="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Self-Attention</a:t>
            </a:r>
            <a:endParaRPr lang="en-US" sz="450" dirty="0"/>
          </a:p>
        </p:txBody>
      </p:sp>
      <p:sp>
        <p:nvSpPr>
          <p:cNvPr id="384" name="Shape 382"/>
          <p:cNvSpPr/>
          <p:nvPr/>
        </p:nvSpPr>
        <p:spPr>
          <a:xfrm>
            <a:off x="7932258" y="5954205"/>
            <a:ext cx="145335" cy="172778"/>
          </a:xfrm>
          <a:prstGeom prst="arc">
            <a:avLst>
              <a:gd name="adj1" fmla="val 10800000"/>
              <a:gd name="adj2" fmla="val 21600000"/>
            </a:avLst>
          </a:prstGeom>
          <a:ln w="9525">
            <a:solidFill>
              <a:srgbClr val="C03030"/>
            </a:solidFill>
            <a:prstDash val="solid"/>
          </a:ln>
        </p:spPr>
      </p:sp>
      <p:sp>
        <p:nvSpPr>
          <p:cNvPr id="385" name="Shape 383"/>
          <p:cNvSpPr/>
          <p:nvPr/>
        </p:nvSpPr>
        <p:spPr>
          <a:xfrm>
            <a:off x="8500384" y="5954205"/>
            <a:ext cx="171759" cy="172778"/>
          </a:xfrm>
          <a:prstGeom prst="arc">
            <a:avLst>
              <a:gd name="adj1" fmla="val 10800000"/>
              <a:gd name="adj2" fmla="val 21600000"/>
            </a:avLst>
          </a:prstGeom>
          <a:ln w="9525">
            <a:solidFill>
              <a:srgbClr val="C03030"/>
            </a:solidFill>
            <a:prstDash val="solid"/>
          </a:ln>
        </p:spPr>
      </p:sp>
      <p:sp>
        <p:nvSpPr>
          <p:cNvPr id="386" name="Shape 384"/>
          <p:cNvSpPr/>
          <p:nvPr/>
        </p:nvSpPr>
        <p:spPr>
          <a:xfrm>
            <a:off x="9094935" y="5954205"/>
            <a:ext cx="211396" cy="172778"/>
          </a:xfrm>
          <a:prstGeom prst="arc">
            <a:avLst>
              <a:gd name="adj1" fmla="val 10800000"/>
              <a:gd name="adj2" fmla="val 21600000"/>
            </a:avLst>
          </a:prstGeom>
          <a:ln w="9525">
            <a:solidFill>
              <a:srgbClr val="C03030"/>
            </a:solidFill>
            <a:prstDash val="solid"/>
          </a:ln>
        </p:spPr>
      </p:sp>
      <p:sp>
        <p:nvSpPr>
          <p:cNvPr id="387" name="Shape 385"/>
          <p:cNvSpPr/>
          <p:nvPr/>
        </p:nvSpPr>
        <p:spPr>
          <a:xfrm>
            <a:off x="9729122" y="5954205"/>
            <a:ext cx="145335" cy="172778"/>
          </a:xfrm>
          <a:prstGeom prst="arc">
            <a:avLst>
              <a:gd name="adj1" fmla="val 10800000"/>
              <a:gd name="adj2" fmla="val 21600000"/>
            </a:avLst>
          </a:prstGeom>
          <a:ln w="9525">
            <a:solidFill>
              <a:srgbClr val="C03030"/>
            </a:solidFill>
            <a:prstDash val="solid"/>
          </a:ln>
        </p:spPr>
      </p:sp>
      <p:sp>
        <p:nvSpPr>
          <p:cNvPr id="388" name="Shape 386"/>
          <p:cNvSpPr/>
          <p:nvPr/>
        </p:nvSpPr>
        <p:spPr>
          <a:xfrm>
            <a:off x="7496254" y="6153564"/>
            <a:ext cx="449216" cy="186069"/>
          </a:xfrm>
          <a:prstGeom prst="rect">
            <a:avLst/>
          </a:prstGeom>
          <a:solidFill>
            <a:srgbClr val="DFF5C8"/>
          </a:solidFill>
          <a:ln w="9525">
            <a:solidFill>
              <a:srgbClr val="8A9A70"/>
            </a:solidFill>
            <a:prstDash val="solid"/>
          </a:ln>
        </p:spPr>
      </p:sp>
      <p:sp>
        <p:nvSpPr>
          <p:cNvPr id="389" name="Shape 387"/>
          <p:cNvSpPr/>
          <p:nvPr/>
        </p:nvSpPr>
        <p:spPr>
          <a:xfrm>
            <a:off x="7588740" y="6180146"/>
            <a:ext cx="46243" cy="46517"/>
          </a:xfrm>
          <a:prstGeom prst="rect">
            <a:avLst/>
          </a:prstGeom>
          <a:solidFill>
            <a:srgbClr val="C04040"/>
          </a:solidFill>
          <a:ln/>
        </p:spPr>
      </p:sp>
      <p:sp>
        <p:nvSpPr>
          <p:cNvPr id="390" name="Shape 388"/>
          <p:cNvSpPr/>
          <p:nvPr/>
        </p:nvSpPr>
        <p:spPr>
          <a:xfrm>
            <a:off x="7644231" y="6180146"/>
            <a:ext cx="46243" cy="46517"/>
          </a:xfrm>
          <a:prstGeom prst="rect">
            <a:avLst/>
          </a:prstGeom>
          <a:solidFill>
            <a:srgbClr val="3050C0"/>
          </a:solidFill>
          <a:ln/>
        </p:spPr>
      </p:sp>
      <p:sp>
        <p:nvSpPr>
          <p:cNvPr id="391" name="Shape 389"/>
          <p:cNvSpPr/>
          <p:nvPr/>
        </p:nvSpPr>
        <p:spPr>
          <a:xfrm>
            <a:off x="7699723" y="6180146"/>
            <a:ext cx="46243" cy="46517"/>
          </a:xfrm>
          <a:prstGeom prst="rect">
            <a:avLst/>
          </a:prstGeom>
          <a:solidFill>
            <a:srgbClr val="E0C040"/>
          </a:solidFill>
          <a:ln/>
        </p:spPr>
      </p:sp>
      <p:sp>
        <p:nvSpPr>
          <p:cNvPr id="392" name="Shape 390"/>
          <p:cNvSpPr/>
          <p:nvPr/>
        </p:nvSpPr>
        <p:spPr>
          <a:xfrm>
            <a:off x="7755214" y="6180146"/>
            <a:ext cx="46243" cy="46517"/>
          </a:xfrm>
          <a:prstGeom prst="rect">
            <a:avLst/>
          </a:prstGeom>
          <a:solidFill>
            <a:srgbClr val="E08030"/>
          </a:solidFill>
          <a:ln/>
        </p:spPr>
      </p:sp>
      <p:sp>
        <p:nvSpPr>
          <p:cNvPr id="393" name="Shape 391"/>
          <p:cNvSpPr/>
          <p:nvPr/>
        </p:nvSpPr>
        <p:spPr>
          <a:xfrm>
            <a:off x="7810705" y="6180146"/>
            <a:ext cx="46243" cy="46517"/>
          </a:xfrm>
          <a:prstGeom prst="rect">
            <a:avLst/>
          </a:prstGeom>
          <a:solidFill>
            <a:srgbClr val="40A060"/>
          </a:solidFill>
          <a:ln/>
        </p:spPr>
      </p:sp>
      <p:sp>
        <p:nvSpPr>
          <p:cNvPr id="394" name="Shape 392"/>
          <p:cNvSpPr/>
          <p:nvPr/>
        </p:nvSpPr>
        <p:spPr>
          <a:xfrm>
            <a:off x="7615164" y="6246599"/>
            <a:ext cx="46243" cy="46517"/>
          </a:xfrm>
          <a:prstGeom prst="rect">
            <a:avLst/>
          </a:prstGeom>
          <a:solidFill>
            <a:srgbClr val="E0C040"/>
          </a:solidFill>
          <a:ln/>
        </p:spPr>
      </p:sp>
      <p:sp>
        <p:nvSpPr>
          <p:cNvPr id="395" name="Shape 393"/>
          <p:cNvSpPr/>
          <p:nvPr/>
        </p:nvSpPr>
        <p:spPr>
          <a:xfrm>
            <a:off x="7670656" y="6246599"/>
            <a:ext cx="46243" cy="46517"/>
          </a:xfrm>
          <a:prstGeom prst="rect">
            <a:avLst/>
          </a:prstGeom>
          <a:solidFill>
            <a:srgbClr val="E08030"/>
          </a:solidFill>
          <a:ln/>
        </p:spPr>
      </p:sp>
      <p:sp>
        <p:nvSpPr>
          <p:cNvPr id="396" name="Shape 394"/>
          <p:cNvSpPr/>
          <p:nvPr/>
        </p:nvSpPr>
        <p:spPr>
          <a:xfrm>
            <a:off x="7726147" y="6246599"/>
            <a:ext cx="46243" cy="46517"/>
          </a:xfrm>
          <a:prstGeom prst="rect">
            <a:avLst/>
          </a:prstGeom>
          <a:solidFill>
            <a:srgbClr val="40A060"/>
          </a:solidFill>
          <a:ln/>
        </p:spPr>
      </p:sp>
      <p:sp>
        <p:nvSpPr>
          <p:cNvPr id="397" name="Shape 395"/>
          <p:cNvSpPr/>
          <p:nvPr/>
        </p:nvSpPr>
        <p:spPr>
          <a:xfrm>
            <a:off x="7781639" y="6246599"/>
            <a:ext cx="46243" cy="46517"/>
          </a:xfrm>
          <a:prstGeom prst="rect">
            <a:avLst/>
          </a:prstGeom>
          <a:solidFill>
            <a:srgbClr val="C04040"/>
          </a:solidFill>
          <a:ln/>
        </p:spPr>
      </p:sp>
      <p:sp>
        <p:nvSpPr>
          <p:cNvPr id="398" name="Shape 396"/>
          <p:cNvSpPr/>
          <p:nvPr/>
        </p:nvSpPr>
        <p:spPr>
          <a:xfrm>
            <a:off x="8064380" y="6153564"/>
            <a:ext cx="449216" cy="186069"/>
          </a:xfrm>
          <a:prstGeom prst="rect">
            <a:avLst/>
          </a:prstGeom>
          <a:solidFill>
            <a:srgbClr val="DFF5C8"/>
          </a:solidFill>
          <a:ln w="9525">
            <a:solidFill>
              <a:srgbClr val="8A9A70"/>
            </a:solidFill>
            <a:prstDash val="solid"/>
          </a:ln>
        </p:spPr>
      </p:sp>
      <p:sp>
        <p:nvSpPr>
          <p:cNvPr id="399" name="Shape 397"/>
          <p:cNvSpPr/>
          <p:nvPr/>
        </p:nvSpPr>
        <p:spPr>
          <a:xfrm>
            <a:off x="8156866" y="6180146"/>
            <a:ext cx="46243" cy="46517"/>
          </a:xfrm>
          <a:prstGeom prst="rect">
            <a:avLst/>
          </a:prstGeom>
          <a:solidFill>
            <a:srgbClr val="C04040"/>
          </a:solidFill>
          <a:ln/>
        </p:spPr>
      </p:sp>
      <p:sp>
        <p:nvSpPr>
          <p:cNvPr id="400" name="Shape 398"/>
          <p:cNvSpPr/>
          <p:nvPr/>
        </p:nvSpPr>
        <p:spPr>
          <a:xfrm>
            <a:off x="8212358" y="6180146"/>
            <a:ext cx="46243" cy="46517"/>
          </a:xfrm>
          <a:prstGeom prst="rect">
            <a:avLst/>
          </a:prstGeom>
          <a:solidFill>
            <a:srgbClr val="3050C0"/>
          </a:solidFill>
          <a:ln/>
        </p:spPr>
      </p:sp>
      <p:sp>
        <p:nvSpPr>
          <p:cNvPr id="401" name="Shape 399"/>
          <p:cNvSpPr/>
          <p:nvPr/>
        </p:nvSpPr>
        <p:spPr>
          <a:xfrm>
            <a:off x="8267849" y="6180146"/>
            <a:ext cx="46243" cy="46517"/>
          </a:xfrm>
          <a:prstGeom prst="rect">
            <a:avLst/>
          </a:prstGeom>
          <a:solidFill>
            <a:srgbClr val="E0C040"/>
          </a:solidFill>
          <a:ln/>
        </p:spPr>
      </p:sp>
      <p:sp>
        <p:nvSpPr>
          <p:cNvPr id="402" name="Shape 400"/>
          <p:cNvSpPr/>
          <p:nvPr/>
        </p:nvSpPr>
        <p:spPr>
          <a:xfrm>
            <a:off x="8323340" y="6180146"/>
            <a:ext cx="46243" cy="46517"/>
          </a:xfrm>
          <a:prstGeom prst="rect">
            <a:avLst/>
          </a:prstGeom>
          <a:solidFill>
            <a:srgbClr val="E08030"/>
          </a:solidFill>
          <a:ln/>
        </p:spPr>
      </p:sp>
      <p:sp>
        <p:nvSpPr>
          <p:cNvPr id="403" name="Shape 401"/>
          <p:cNvSpPr/>
          <p:nvPr/>
        </p:nvSpPr>
        <p:spPr>
          <a:xfrm>
            <a:off x="8378832" y="6180146"/>
            <a:ext cx="46243" cy="46517"/>
          </a:xfrm>
          <a:prstGeom prst="rect">
            <a:avLst/>
          </a:prstGeom>
          <a:solidFill>
            <a:srgbClr val="40A060"/>
          </a:solidFill>
          <a:ln/>
        </p:spPr>
      </p:sp>
      <p:sp>
        <p:nvSpPr>
          <p:cNvPr id="404" name="Shape 402"/>
          <p:cNvSpPr/>
          <p:nvPr/>
        </p:nvSpPr>
        <p:spPr>
          <a:xfrm>
            <a:off x="8183291" y="6246599"/>
            <a:ext cx="46243" cy="46517"/>
          </a:xfrm>
          <a:prstGeom prst="rect">
            <a:avLst/>
          </a:prstGeom>
          <a:solidFill>
            <a:srgbClr val="E0C040"/>
          </a:solidFill>
          <a:ln/>
        </p:spPr>
      </p:sp>
      <p:sp>
        <p:nvSpPr>
          <p:cNvPr id="405" name="Shape 403"/>
          <p:cNvSpPr/>
          <p:nvPr/>
        </p:nvSpPr>
        <p:spPr>
          <a:xfrm>
            <a:off x="8238782" y="6246599"/>
            <a:ext cx="46243" cy="46517"/>
          </a:xfrm>
          <a:prstGeom prst="rect">
            <a:avLst/>
          </a:prstGeom>
          <a:solidFill>
            <a:srgbClr val="E08030"/>
          </a:solidFill>
          <a:ln/>
        </p:spPr>
      </p:sp>
      <p:sp>
        <p:nvSpPr>
          <p:cNvPr id="406" name="Shape 404"/>
          <p:cNvSpPr/>
          <p:nvPr/>
        </p:nvSpPr>
        <p:spPr>
          <a:xfrm>
            <a:off x="8294273" y="6246599"/>
            <a:ext cx="46243" cy="46517"/>
          </a:xfrm>
          <a:prstGeom prst="rect">
            <a:avLst/>
          </a:prstGeom>
          <a:solidFill>
            <a:srgbClr val="40A060"/>
          </a:solidFill>
          <a:ln/>
        </p:spPr>
      </p:sp>
      <p:sp>
        <p:nvSpPr>
          <p:cNvPr id="407" name="Shape 405"/>
          <p:cNvSpPr/>
          <p:nvPr/>
        </p:nvSpPr>
        <p:spPr>
          <a:xfrm>
            <a:off x="8349765" y="6246599"/>
            <a:ext cx="46243" cy="46517"/>
          </a:xfrm>
          <a:prstGeom prst="rect">
            <a:avLst/>
          </a:prstGeom>
          <a:solidFill>
            <a:srgbClr val="C04040"/>
          </a:solidFill>
          <a:ln/>
        </p:spPr>
      </p:sp>
      <p:sp>
        <p:nvSpPr>
          <p:cNvPr id="408" name="Shape 406"/>
          <p:cNvSpPr/>
          <p:nvPr/>
        </p:nvSpPr>
        <p:spPr>
          <a:xfrm>
            <a:off x="8658931" y="6153564"/>
            <a:ext cx="449216" cy="186069"/>
          </a:xfrm>
          <a:prstGeom prst="rect">
            <a:avLst/>
          </a:prstGeom>
          <a:solidFill>
            <a:srgbClr val="DFF5C8"/>
          </a:solidFill>
          <a:ln w="9525">
            <a:solidFill>
              <a:srgbClr val="8A9A70"/>
            </a:solidFill>
            <a:prstDash val="solid"/>
          </a:ln>
        </p:spPr>
      </p:sp>
      <p:sp>
        <p:nvSpPr>
          <p:cNvPr id="409" name="Shape 407"/>
          <p:cNvSpPr/>
          <p:nvPr/>
        </p:nvSpPr>
        <p:spPr>
          <a:xfrm>
            <a:off x="8751417" y="6180146"/>
            <a:ext cx="46243" cy="46517"/>
          </a:xfrm>
          <a:prstGeom prst="rect">
            <a:avLst/>
          </a:prstGeom>
          <a:solidFill>
            <a:srgbClr val="C04040"/>
          </a:solidFill>
          <a:ln/>
        </p:spPr>
      </p:sp>
      <p:sp>
        <p:nvSpPr>
          <p:cNvPr id="410" name="Shape 408"/>
          <p:cNvSpPr/>
          <p:nvPr/>
        </p:nvSpPr>
        <p:spPr>
          <a:xfrm>
            <a:off x="8806908" y="6180146"/>
            <a:ext cx="46243" cy="46517"/>
          </a:xfrm>
          <a:prstGeom prst="rect">
            <a:avLst/>
          </a:prstGeom>
          <a:solidFill>
            <a:srgbClr val="3050C0"/>
          </a:solidFill>
          <a:ln/>
        </p:spPr>
      </p:sp>
      <p:sp>
        <p:nvSpPr>
          <p:cNvPr id="411" name="Shape 409"/>
          <p:cNvSpPr/>
          <p:nvPr/>
        </p:nvSpPr>
        <p:spPr>
          <a:xfrm>
            <a:off x="8862400" y="6180146"/>
            <a:ext cx="46243" cy="46517"/>
          </a:xfrm>
          <a:prstGeom prst="rect">
            <a:avLst/>
          </a:prstGeom>
          <a:solidFill>
            <a:srgbClr val="E0C040"/>
          </a:solidFill>
          <a:ln/>
        </p:spPr>
      </p:sp>
      <p:sp>
        <p:nvSpPr>
          <p:cNvPr id="412" name="Shape 410"/>
          <p:cNvSpPr/>
          <p:nvPr/>
        </p:nvSpPr>
        <p:spPr>
          <a:xfrm>
            <a:off x="8917891" y="6180146"/>
            <a:ext cx="46243" cy="46517"/>
          </a:xfrm>
          <a:prstGeom prst="rect">
            <a:avLst/>
          </a:prstGeom>
          <a:solidFill>
            <a:srgbClr val="E08030"/>
          </a:solidFill>
          <a:ln/>
        </p:spPr>
      </p:sp>
      <p:sp>
        <p:nvSpPr>
          <p:cNvPr id="413" name="Shape 411"/>
          <p:cNvSpPr/>
          <p:nvPr/>
        </p:nvSpPr>
        <p:spPr>
          <a:xfrm>
            <a:off x="8973382" y="6180146"/>
            <a:ext cx="46243" cy="46517"/>
          </a:xfrm>
          <a:prstGeom prst="rect">
            <a:avLst/>
          </a:prstGeom>
          <a:solidFill>
            <a:srgbClr val="40A060"/>
          </a:solidFill>
          <a:ln/>
        </p:spPr>
      </p:sp>
      <p:sp>
        <p:nvSpPr>
          <p:cNvPr id="414" name="Shape 412"/>
          <p:cNvSpPr/>
          <p:nvPr/>
        </p:nvSpPr>
        <p:spPr>
          <a:xfrm>
            <a:off x="8777841" y="6246599"/>
            <a:ext cx="46243" cy="46517"/>
          </a:xfrm>
          <a:prstGeom prst="rect">
            <a:avLst/>
          </a:prstGeom>
          <a:solidFill>
            <a:srgbClr val="E0C040"/>
          </a:solidFill>
          <a:ln/>
        </p:spPr>
      </p:sp>
      <p:sp>
        <p:nvSpPr>
          <p:cNvPr id="415" name="Shape 413"/>
          <p:cNvSpPr/>
          <p:nvPr/>
        </p:nvSpPr>
        <p:spPr>
          <a:xfrm>
            <a:off x="8833333" y="6246599"/>
            <a:ext cx="46243" cy="46517"/>
          </a:xfrm>
          <a:prstGeom prst="rect">
            <a:avLst/>
          </a:prstGeom>
          <a:solidFill>
            <a:srgbClr val="E08030"/>
          </a:solidFill>
          <a:ln/>
        </p:spPr>
      </p:sp>
      <p:sp>
        <p:nvSpPr>
          <p:cNvPr id="416" name="Shape 414"/>
          <p:cNvSpPr/>
          <p:nvPr/>
        </p:nvSpPr>
        <p:spPr>
          <a:xfrm>
            <a:off x="8888824" y="6246599"/>
            <a:ext cx="46243" cy="46517"/>
          </a:xfrm>
          <a:prstGeom prst="rect">
            <a:avLst/>
          </a:prstGeom>
          <a:solidFill>
            <a:srgbClr val="40A060"/>
          </a:solidFill>
          <a:ln/>
        </p:spPr>
      </p:sp>
      <p:sp>
        <p:nvSpPr>
          <p:cNvPr id="417" name="Shape 415"/>
          <p:cNvSpPr/>
          <p:nvPr/>
        </p:nvSpPr>
        <p:spPr>
          <a:xfrm>
            <a:off x="8944316" y="6246599"/>
            <a:ext cx="46243" cy="46517"/>
          </a:xfrm>
          <a:prstGeom prst="rect">
            <a:avLst/>
          </a:prstGeom>
          <a:solidFill>
            <a:srgbClr val="C04040"/>
          </a:solidFill>
          <a:ln/>
        </p:spPr>
      </p:sp>
      <p:sp>
        <p:nvSpPr>
          <p:cNvPr id="418" name="Shape 416"/>
          <p:cNvSpPr/>
          <p:nvPr/>
        </p:nvSpPr>
        <p:spPr>
          <a:xfrm>
            <a:off x="9293119" y="6153564"/>
            <a:ext cx="449216" cy="186069"/>
          </a:xfrm>
          <a:prstGeom prst="rect">
            <a:avLst/>
          </a:prstGeom>
          <a:solidFill>
            <a:srgbClr val="DFF5C8"/>
          </a:solidFill>
          <a:ln w="9525">
            <a:solidFill>
              <a:srgbClr val="8A9A70"/>
            </a:solidFill>
            <a:prstDash val="solid"/>
          </a:ln>
        </p:spPr>
      </p:sp>
      <p:sp>
        <p:nvSpPr>
          <p:cNvPr id="419" name="Shape 417"/>
          <p:cNvSpPr/>
          <p:nvPr/>
        </p:nvSpPr>
        <p:spPr>
          <a:xfrm>
            <a:off x="9385604" y="6180146"/>
            <a:ext cx="46243" cy="46517"/>
          </a:xfrm>
          <a:prstGeom prst="rect">
            <a:avLst/>
          </a:prstGeom>
          <a:solidFill>
            <a:srgbClr val="C04040"/>
          </a:solidFill>
          <a:ln/>
        </p:spPr>
      </p:sp>
      <p:sp>
        <p:nvSpPr>
          <p:cNvPr id="420" name="Shape 418"/>
          <p:cNvSpPr/>
          <p:nvPr/>
        </p:nvSpPr>
        <p:spPr>
          <a:xfrm>
            <a:off x="9441096" y="6180146"/>
            <a:ext cx="46243" cy="46517"/>
          </a:xfrm>
          <a:prstGeom prst="rect">
            <a:avLst/>
          </a:prstGeom>
          <a:solidFill>
            <a:srgbClr val="3050C0"/>
          </a:solidFill>
          <a:ln/>
        </p:spPr>
      </p:sp>
      <p:sp>
        <p:nvSpPr>
          <p:cNvPr id="421" name="Shape 419"/>
          <p:cNvSpPr/>
          <p:nvPr/>
        </p:nvSpPr>
        <p:spPr>
          <a:xfrm>
            <a:off x="9496587" y="6180146"/>
            <a:ext cx="46243" cy="46517"/>
          </a:xfrm>
          <a:prstGeom prst="rect">
            <a:avLst/>
          </a:prstGeom>
          <a:solidFill>
            <a:srgbClr val="E0C040"/>
          </a:solidFill>
          <a:ln/>
        </p:spPr>
      </p:sp>
      <p:sp>
        <p:nvSpPr>
          <p:cNvPr id="422" name="Shape 420"/>
          <p:cNvSpPr/>
          <p:nvPr/>
        </p:nvSpPr>
        <p:spPr>
          <a:xfrm>
            <a:off x="9552078" y="6180146"/>
            <a:ext cx="46243" cy="46517"/>
          </a:xfrm>
          <a:prstGeom prst="rect">
            <a:avLst/>
          </a:prstGeom>
          <a:solidFill>
            <a:srgbClr val="E08030"/>
          </a:solidFill>
          <a:ln/>
        </p:spPr>
      </p:sp>
      <p:sp>
        <p:nvSpPr>
          <p:cNvPr id="423" name="Shape 421"/>
          <p:cNvSpPr/>
          <p:nvPr/>
        </p:nvSpPr>
        <p:spPr>
          <a:xfrm>
            <a:off x="9607570" y="6180146"/>
            <a:ext cx="46243" cy="46517"/>
          </a:xfrm>
          <a:prstGeom prst="rect">
            <a:avLst/>
          </a:prstGeom>
          <a:solidFill>
            <a:srgbClr val="40A060"/>
          </a:solidFill>
          <a:ln/>
        </p:spPr>
      </p:sp>
      <p:sp>
        <p:nvSpPr>
          <p:cNvPr id="424" name="Shape 422"/>
          <p:cNvSpPr/>
          <p:nvPr/>
        </p:nvSpPr>
        <p:spPr>
          <a:xfrm>
            <a:off x="9412029" y="6246599"/>
            <a:ext cx="46243" cy="46517"/>
          </a:xfrm>
          <a:prstGeom prst="rect">
            <a:avLst/>
          </a:prstGeom>
          <a:solidFill>
            <a:srgbClr val="E0C040"/>
          </a:solidFill>
          <a:ln/>
        </p:spPr>
      </p:sp>
      <p:sp>
        <p:nvSpPr>
          <p:cNvPr id="425" name="Shape 423"/>
          <p:cNvSpPr/>
          <p:nvPr/>
        </p:nvSpPr>
        <p:spPr>
          <a:xfrm>
            <a:off x="9467520" y="6246599"/>
            <a:ext cx="46243" cy="46517"/>
          </a:xfrm>
          <a:prstGeom prst="rect">
            <a:avLst/>
          </a:prstGeom>
          <a:solidFill>
            <a:srgbClr val="E08030"/>
          </a:solidFill>
          <a:ln/>
        </p:spPr>
      </p:sp>
      <p:sp>
        <p:nvSpPr>
          <p:cNvPr id="426" name="Shape 424"/>
          <p:cNvSpPr/>
          <p:nvPr/>
        </p:nvSpPr>
        <p:spPr>
          <a:xfrm>
            <a:off x="9523012" y="6246599"/>
            <a:ext cx="46243" cy="46517"/>
          </a:xfrm>
          <a:prstGeom prst="rect">
            <a:avLst/>
          </a:prstGeom>
          <a:solidFill>
            <a:srgbClr val="40A060"/>
          </a:solidFill>
          <a:ln/>
        </p:spPr>
      </p:sp>
      <p:sp>
        <p:nvSpPr>
          <p:cNvPr id="427" name="Shape 425"/>
          <p:cNvSpPr/>
          <p:nvPr/>
        </p:nvSpPr>
        <p:spPr>
          <a:xfrm>
            <a:off x="9578503" y="6246599"/>
            <a:ext cx="46243" cy="46517"/>
          </a:xfrm>
          <a:prstGeom prst="rect">
            <a:avLst/>
          </a:prstGeom>
          <a:solidFill>
            <a:srgbClr val="C04040"/>
          </a:solidFill>
          <a:ln/>
        </p:spPr>
      </p:sp>
      <p:sp>
        <p:nvSpPr>
          <p:cNvPr id="428" name="Shape 426"/>
          <p:cNvSpPr/>
          <p:nvPr/>
        </p:nvSpPr>
        <p:spPr>
          <a:xfrm>
            <a:off x="9861245" y="6153564"/>
            <a:ext cx="449216" cy="186069"/>
          </a:xfrm>
          <a:prstGeom prst="rect">
            <a:avLst/>
          </a:prstGeom>
          <a:solidFill>
            <a:srgbClr val="DFF5C8"/>
          </a:solidFill>
          <a:ln w="9525">
            <a:solidFill>
              <a:srgbClr val="8A9A70"/>
            </a:solidFill>
            <a:prstDash val="solid"/>
          </a:ln>
        </p:spPr>
      </p:sp>
      <p:sp>
        <p:nvSpPr>
          <p:cNvPr id="429" name="Shape 427"/>
          <p:cNvSpPr/>
          <p:nvPr/>
        </p:nvSpPr>
        <p:spPr>
          <a:xfrm>
            <a:off x="9953731" y="6180146"/>
            <a:ext cx="46243" cy="46517"/>
          </a:xfrm>
          <a:prstGeom prst="rect">
            <a:avLst/>
          </a:prstGeom>
          <a:solidFill>
            <a:srgbClr val="C04040"/>
          </a:solidFill>
          <a:ln/>
        </p:spPr>
      </p:sp>
      <p:sp>
        <p:nvSpPr>
          <p:cNvPr id="430" name="Shape 428"/>
          <p:cNvSpPr/>
          <p:nvPr/>
        </p:nvSpPr>
        <p:spPr>
          <a:xfrm>
            <a:off x="10009222" y="6180146"/>
            <a:ext cx="46243" cy="46517"/>
          </a:xfrm>
          <a:prstGeom prst="rect">
            <a:avLst/>
          </a:prstGeom>
          <a:solidFill>
            <a:srgbClr val="3050C0"/>
          </a:solidFill>
          <a:ln/>
        </p:spPr>
      </p:sp>
      <p:sp>
        <p:nvSpPr>
          <p:cNvPr id="431" name="Shape 429"/>
          <p:cNvSpPr/>
          <p:nvPr/>
        </p:nvSpPr>
        <p:spPr>
          <a:xfrm>
            <a:off x="10064713" y="6180146"/>
            <a:ext cx="46243" cy="46517"/>
          </a:xfrm>
          <a:prstGeom prst="rect">
            <a:avLst/>
          </a:prstGeom>
          <a:solidFill>
            <a:srgbClr val="E0C040"/>
          </a:solidFill>
          <a:ln/>
        </p:spPr>
      </p:sp>
      <p:sp>
        <p:nvSpPr>
          <p:cNvPr id="432" name="Shape 430"/>
          <p:cNvSpPr/>
          <p:nvPr/>
        </p:nvSpPr>
        <p:spPr>
          <a:xfrm>
            <a:off x="10120205" y="6180146"/>
            <a:ext cx="46243" cy="46517"/>
          </a:xfrm>
          <a:prstGeom prst="rect">
            <a:avLst/>
          </a:prstGeom>
          <a:solidFill>
            <a:srgbClr val="E08030"/>
          </a:solidFill>
          <a:ln/>
        </p:spPr>
      </p:sp>
      <p:sp>
        <p:nvSpPr>
          <p:cNvPr id="433" name="Shape 431"/>
          <p:cNvSpPr/>
          <p:nvPr/>
        </p:nvSpPr>
        <p:spPr>
          <a:xfrm>
            <a:off x="10175696" y="6180146"/>
            <a:ext cx="46243" cy="46517"/>
          </a:xfrm>
          <a:prstGeom prst="rect">
            <a:avLst/>
          </a:prstGeom>
          <a:solidFill>
            <a:srgbClr val="40A060"/>
          </a:solidFill>
          <a:ln/>
        </p:spPr>
      </p:sp>
      <p:sp>
        <p:nvSpPr>
          <p:cNvPr id="434" name="Shape 432"/>
          <p:cNvSpPr/>
          <p:nvPr/>
        </p:nvSpPr>
        <p:spPr>
          <a:xfrm>
            <a:off x="9980155" y="6246599"/>
            <a:ext cx="46243" cy="46517"/>
          </a:xfrm>
          <a:prstGeom prst="rect">
            <a:avLst/>
          </a:prstGeom>
          <a:solidFill>
            <a:srgbClr val="E0C040"/>
          </a:solidFill>
          <a:ln/>
        </p:spPr>
      </p:sp>
      <p:sp>
        <p:nvSpPr>
          <p:cNvPr id="435" name="Shape 433"/>
          <p:cNvSpPr/>
          <p:nvPr/>
        </p:nvSpPr>
        <p:spPr>
          <a:xfrm>
            <a:off x="10035646" y="6246599"/>
            <a:ext cx="46243" cy="46517"/>
          </a:xfrm>
          <a:prstGeom prst="rect">
            <a:avLst/>
          </a:prstGeom>
          <a:solidFill>
            <a:srgbClr val="E08030"/>
          </a:solidFill>
          <a:ln/>
        </p:spPr>
      </p:sp>
      <p:sp>
        <p:nvSpPr>
          <p:cNvPr id="436" name="Shape 434"/>
          <p:cNvSpPr/>
          <p:nvPr/>
        </p:nvSpPr>
        <p:spPr>
          <a:xfrm>
            <a:off x="10091138" y="6246599"/>
            <a:ext cx="46243" cy="46517"/>
          </a:xfrm>
          <a:prstGeom prst="rect">
            <a:avLst/>
          </a:prstGeom>
          <a:solidFill>
            <a:srgbClr val="40A060"/>
          </a:solidFill>
          <a:ln/>
        </p:spPr>
      </p:sp>
      <p:sp>
        <p:nvSpPr>
          <p:cNvPr id="437" name="Shape 435"/>
          <p:cNvSpPr/>
          <p:nvPr/>
        </p:nvSpPr>
        <p:spPr>
          <a:xfrm>
            <a:off x="10146629" y="6246599"/>
            <a:ext cx="46243" cy="46517"/>
          </a:xfrm>
          <a:prstGeom prst="rect">
            <a:avLst/>
          </a:prstGeom>
          <a:solidFill>
            <a:srgbClr val="C04040"/>
          </a:solidFill>
          <a:ln/>
        </p:spPr>
      </p:sp>
      <p:sp>
        <p:nvSpPr>
          <p:cNvPr id="438" name="Shape 436"/>
          <p:cNvSpPr/>
          <p:nvPr/>
        </p:nvSpPr>
        <p:spPr>
          <a:xfrm>
            <a:off x="7720862" y="6339633"/>
            <a:ext cx="0" cy="132906"/>
          </a:xfrm>
          <a:prstGeom prst="line">
            <a:avLst/>
          </a:prstGeom>
          <a:noFill/>
          <a:ln w="12700">
            <a:solidFill>
              <a:srgbClr val="001878"/>
            </a:solidFill>
            <a:prstDash val="solid"/>
          </a:ln>
        </p:spPr>
      </p:sp>
      <p:sp>
        <p:nvSpPr>
          <p:cNvPr id="439" name="Shape 437"/>
          <p:cNvSpPr/>
          <p:nvPr/>
        </p:nvSpPr>
        <p:spPr>
          <a:xfrm>
            <a:off x="8282382" y="6339633"/>
            <a:ext cx="0" cy="132906"/>
          </a:xfrm>
          <a:prstGeom prst="line">
            <a:avLst/>
          </a:prstGeom>
          <a:noFill/>
          <a:ln w="12700">
            <a:solidFill>
              <a:srgbClr val="001878"/>
            </a:solidFill>
            <a:prstDash val="solid"/>
          </a:ln>
        </p:spPr>
      </p:sp>
      <p:sp>
        <p:nvSpPr>
          <p:cNvPr id="440" name="Shape 438"/>
          <p:cNvSpPr/>
          <p:nvPr/>
        </p:nvSpPr>
        <p:spPr>
          <a:xfrm>
            <a:off x="8876933" y="6339633"/>
            <a:ext cx="0" cy="132906"/>
          </a:xfrm>
          <a:prstGeom prst="line">
            <a:avLst/>
          </a:prstGeom>
          <a:noFill/>
          <a:ln w="12700">
            <a:solidFill>
              <a:srgbClr val="001878"/>
            </a:solidFill>
            <a:prstDash val="solid"/>
          </a:ln>
        </p:spPr>
      </p:sp>
      <p:sp>
        <p:nvSpPr>
          <p:cNvPr id="441" name="Shape 439"/>
          <p:cNvSpPr/>
          <p:nvPr/>
        </p:nvSpPr>
        <p:spPr>
          <a:xfrm>
            <a:off x="9517727" y="6339633"/>
            <a:ext cx="0" cy="132906"/>
          </a:xfrm>
          <a:prstGeom prst="line">
            <a:avLst/>
          </a:prstGeom>
          <a:noFill/>
          <a:ln w="12700">
            <a:solidFill>
              <a:srgbClr val="001878"/>
            </a:solidFill>
            <a:prstDash val="solid"/>
          </a:ln>
        </p:spPr>
      </p:sp>
      <p:sp>
        <p:nvSpPr>
          <p:cNvPr id="442" name="Shape 440"/>
          <p:cNvSpPr/>
          <p:nvPr/>
        </p:nvSpPr>
        <p:spPr>
          <a:xfrm>
            <a:off x="10072641" y="6339633"/>
            <a:ext cx="0" cy="132906"/>
          </a:xfrm>
          <a:prstGeom prst="line">
            <a:avLst/>
          </a:prstGeom>
          <a:noFill/>
          <a:ln w="12700">
            <a:solidFill>
              <a:srgbClr val="001878"/>
            </a:solidFill>
            <a:prstDash val="solid"/>
          </a:ln>
        </p:spPr>
      </p:sp>
      <p:sp>
        <p:nvSpPr>
          <p:cNvPr id="443" name="Shape 441"/>
          <p:cNvSpPr/>
          <p:nvPr/>
        </p:nvSpPr>
        <p:spPr>
          <a:xfrm>
            <a:off x="7588740" y="6479185"/>
            <a:ext cx="2629235" cy="112970"/>
          </a:xfrm>
          <a:prstGeom prst="rect">
            <a:avLst/>
          </a:prstGeom>
          <a:solidFill>
            <a:srgbClr val="5C186E"/>
          </a:solidFill>
          <a:ln/>
        </p:spPr>
      </p:sp>
      <p:sp>
        <p:nvSpPr>
          <p:cNvPr id="444" name="Text 442"/>
          <p:cNvSpPr/>
          <p:nvPr/>
        </p:nvSpPr>
        <p:spPr>
          <a:xfrm>
            <a:off x="7588740" y="6479185"/>
            <a:ext cx="2629235" cy="112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and Position Encoding</a:t>
            </a:r>
            <a:endParaRPr lang="en-US" sz="600" dirty="0"/>
          </a:p>
        </p:txBody>
      </p:sp>
      <p:sp>
        <p:nvSpPr>
          <p:cNvPr id="445" name="Shape 443"/>
          <p:cNvSpPr/>
          <p:nvPr/>
        </p:nvSpPr>
        <p:spPr>
          <a:xfrm>
            <a:off x="7496254" y="6605446"/>
            <a:ext cx="449216" cy="239231"/>
          </a:xfrm>
          <a:prstGeom prst="roundRect">
            <a:avLst>
              <a:gd name="adj" fmla="val 45867"/>
            </a:avLst>
          </a:prstGeom>
          <a:solidFill>
            <a:srgbClr val="C8E8C8"/>
          </a:solidFill>
          <a:ln w="9525">
            <a:solidFill>
              <a:srgbClr val="5A9A6A"/>
            </a:solidFill>
            <a:prstDash val="solid"/>
          </a:ln>
        </p:spPr>
      </p:sp>
      <p:sp>
        <p:nvSpPr>
          <p:cNvPr id="446" name="Shape 444"/>
          <p:cNvSpPr/>
          <p:nvPr/>
        </p:nvSpPr>
        <p:spPr>
          <a:xfrm>
            <a:off x="7601952" y="6625382"/>
            <a:ext cx="52849" cy="53163"/>
          </a:xfrm>
          <a:prstGeom prst="rect">
            <a:avLst/>
          </a:prstGeom>
          <a:solidFill>
            <a:srgbClr val="D2C088"/>
          </a:solidFill>
          <a:ln w="6350">
            <a:solidFill>
              <a:srgbClr val="8A7A40"/>
            </a:solidFill>
            <a:prstDash val="solid"/>
          </a:ln>
        </p:spPr>
      </p:sp>
      <p:sp>
        <p:nvSpPr>
          <p:cNvPr id="447" name="Shape 445"/>
          <p:cNvSpPr/>
          <p:nvPr/>
        </p:nvSpPr>
        <p:spPr>
          <a:xfrm>
            <a:off x="7668013" y="6625382"/>
            <a:ext cx="52849" cy="53163"/>
          </a:xfrm>
          <a:prstGeom prst="rect">
            <a:avLst/>
          </a:prstGeom>
          <a:solidFill>
            <a:srgbClr val="D2C088"/>
          </a:solidFill>
          <a:ln w="6350">
            <a:solidFill>
              <a:srgbClr val="8A7A40"/>
            </a:solidFill>
            <a:prstDash val="solid"/>
          </a:ln>
        </p:spPr>
      </p:sp>
      <p:sp>
        <p:nvSpPr>
          <p:cNvPr id="448" name="Shape 446"/>
          <p:cNvSpPr/>
          <p:nvPr/>
        </p:nvSpPr>
        <p:spPr>
          <a:xfrm>
            <a:off x="7734074" y="6625382"/>
            <a:ext cx="52849" cy="53163"/>
          </a:xfrm>
          <a:prstGeom prst="rect">
            <a:avLst/>
          </a:prstGeom>
          <a:solidFill>
            <a:srgbClr val="D2C088"/>
          </a:solidFill>
          <a:ln w="6350">
            <a:solidFill>
              <a:srgbClr val="8A7A40"/>
            </a:solidFill>
            <a:prstDash val="solid"/>
          </a:ln>
        </p:spPr>
      </p:sp>
      <p:sp>
        <p:nvSpPr>
          <p:cNvPr id="449" name="Shape 447"/>
          <p:cNvSpPr/>
          <p:nvPr/>
        </p:nvSpPr>
        <p:spPr>
          <a:xfrm>
            <a:off x="7800136" y="6625382"/>
            <a:ext cx="52849" cy="53163"/>
          </a:xfrm>
          <a:prstGeom prst="rect">
            <a:avLst/>
          </a:prstGeom>
          <a:solidFill>
            <a:srgbClr val="D2C088"/>
          </a:solidFill>
          <a:ln w="6350">
            <a:solidFill>
              <a:srgbClr val="8A7A40"/>
            </a:solidFill>
            <a:prstDash val="solid"/>
          </a:ln>
        </p:spPr>
      </p:sp>
      <p:sp>
        <p:nvSpPr>
          <p:cNvPr id="450" name="Text 448"/>
          <p:cNvSpPr/>
          <p:nvPr/>
        </p:nvSpPr>
        <p:spPr>
          <a:xfrm>
            <a:off x="7496254" y="6691835"/>
            <a:ext cx="449216" cy="106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A03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SOS</a:t>
            </a:r>
            <a:endParaRPr lang="en-US" sz="500" dirty="0"/>
          </a:p>
        </p:txBody>
      </p:sp>
      <p:sp>
        <p:nvSpPr>
          <p:cNvPr id="451" name="Shape 449"/>
          <p:cNvSpPr/>
          <p:nvPr/>
        </p:nvSpPr>
        <p:spPr>
          <a:xfrm>
            <a:off x="7535891" y="6798160"/>
            <a:ext cx="369943" cy="0"/>
          </a:xfrm>
          <a:prstGeom prst="line">
            <a:avLst/>
          </a:prstGeom>
          <a:noFill/>
          <a:ln w="6350">
            <a:solidFill>
              <a:srgbClr val="5A9A6A"/>
            </a:solidFill>
            <a:prstDash val="solid"/>
          </a:ln>
        </p:spPr>
      </p:sp>
      <p:sp>
        <p:nvSpPr>
          <p:cNvPr id="452" name="Shape 450"/>
          <p:cNvSpPr/>
          <p:nvPr/>
        </p:nvSpPr>
        <p:spPr>
          <a:xfrm>
            <a:off x="7516073" y="6804806"/>
            <a:ext cx="409579" cy="33227"/>
          </a:xfrm>
          <a:prstGeom prst="rect">
            <a:avLst/>
          </a:prstGeom>
          <a:solidFill>
            <a:srgbClr val="E0F4DC"/>
          </a:solidFill>
          <a:ln/>
        </p:spPr>
      </p:sp>
      <p:sp>
        <p:nvSpPr>
          <p:cNvPr id="453" name="Shape 451"/>
          <p:cNvSpPr/>
          <p:nvPr/>
        </p:nvSpPr>
        <p:spPr>
          <a:xfrm>
            <a:off x="8064380" y="6605446"/>
            <a:ext cx="449216" cy="239231"/>
          </a:xfrm>
          <a:prstGeom prst="roundRect">
            <a:avLst>
              <a:gd name="adj" fmla="val 45867"/>
            </a:avLst>
          </a:prstGeom>
          <a:solidFill>
            <a:srgbClr val="C8E8C8"/>
          </a:solidFill>
          <a:ln w="9525">
            <a:solidFill>
              <a:srgbClr val="5A9A6A"/>
            </a:solidFill>
            <a:prstDash val="solid"/>
          </a:ln>
        </p:spPr>
      </p:sp>
      <p:sp>
        <p:nvSpPr>
          <p:cNvPr id="454" name="Shape 452"/>
          <p:cNvSpPr/>
          <p:nvPr/>
        </p:nvSpPr>
        <p:spPr>
          <a:xfrm>
            <a:off x="8170078" y="6625382"/>
            <a:ext cx="52849" cy="53163"/>
          </a:xfrm>
          <a:prstGeom prst="rect">
            <a:avLst/>
          </a:prstGeom>
          <a:solidFill>
            <a:srgbClr val="D2C088"/>
          </a:solidFill>
          <a:ln w="6350">
            <a:solidFill>
              <a:srgbClr val="8A7A40"/>
            </a:solidFill>
            <a:prstDash val="solid"/>
          </a:ln>
        </p:spPr>
      </p:sp>
      <p:sp>
        <p:nvSpPr>
          <p:cNvPr id="455" name="Shape 453"/>
          <p:cNvSpPr/>
          <p:nvPr/>
        </p:nvSpPr>
        <p:spPr>
          <a:xfrm>
            <a:off x="8236140" y="6625382"/>
            <a:ext cx="52849" cy="53163"/>
          </a:xfrm>
          <a:prstGeom prst="rect">
            <a:avLst/>
          </a:prstGeom>
          <a:solidFill>
            <a:srgbClr val="D2C088"/>
          </a:solidFill>
          <a:ln w="6350">
            <a:solidFill>
              <a:srgbClr val="8A7A40"/>
            </a:solidFill>
            <a:prstDash val="solid"/>
          </a:ln>
        </p:spPr>
      </p:sp>
      <p:sp>
        <p:nvSpPr>
          <p:cNvPr id="456" name="Shape 454"/>
          <p:cNvSpPr/>
          <p:nvPr/>
        </p:nvSpPr>
        <p:spPr>
          <a:xfrm>
            <a:off x="8302201" y="6625382"/>
            <a:ext cx="52849" cy="53163"/>
          </a:xfrm>
          <a:prstGeom prst="rect">
            <a:avLst/>
          </a:prstGeom>
          <a:solidFill>
            <a:srgbClr val="D2C088"/>
          </a:solidFill>
          <a:ln w="6350">
            <a:solidFill>
              <a:srgbClr val="8A7A40"/>
            </a:solidFill>
            <a:prstDash val="solid"/>
          </a:ln>
        </p:spPr>
      </p:sp>
      <p:sp>
        <p:nvSpPr>
          <p:cNvPr id="457" name="Shape 455"/>
          <p:cNvSpPr/>
          <p:nvPr/>
        </p:nvSpPr>
        <p:spPr>
          <a:xfrm>
            <a:off x="8368262" y="6625382"/>
            <a:ext cx="52849" cy="53163"/>
          </a:xfrm>
          <a:prstGeom prst="rect">
            <a:avLst/>
          </a:prstGeom>
          <a:solidFill>
            <a:srgbClr val="D2C088"/>
          </a:solidFill>
          <a:ln w="6350">
            <a:solidFill>
              <a:srgbClr val="8A7A40"/>
            </a:solidFill>
            <a:prstDash val="solid"/>
          </a:ln>
        </p:spPr>
      </p:sp>
      <p:sp>
        <p:nvSpPr>
          <p:cNvPr id="458" name="Text 456"/>
          <p:cNvSpPr/>
          <p:nvPr/>
        </p:nvSpPr>
        <p:spPr>
          <a:xfrm>
            <a:off x="8064380" y="6691835"/>
            <a:ext cx="449216" cy="106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A03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</a:t>
            </a:r>
            <a:endParaRPr lang="en-US" sz="500" dirty="0"/>
          </a:p>
        </p:txBody>
      </p:sp>
      <p:sp>
        <p:nvSpPr>
          <p:cNvPr id="459" name="Shape 457"/>
          <p:cNvSpPr/>
          <p:nvPr/>
        </p:nvSpPr>
        <p:spPr>
          <a:xfrm>
            <a:off x="8104017" y="6798160"/>
            <a:ext cx="369943" cy="0"/>
          </a:xfrm>
          <a:prstGeom prst="line">
            <a:avLst/>
          </a:prstGeom>
          <a:noFill/>
          <a:ln w="6350">
            <a:solidFill>
              <a:srgbClr val="5A9A6A"/>
            </a:solidFill>
            <a:prstDash val="solid"/>
          </a:ln>
        </p:spPr>
      </p:sp>
      <p:sp>
        <p:nvSpPr>
          <p:cNvPr id="460" name="Shape 458"/>
          <p:cNvSpPr/>
          <p:nvPr/>
        </p:nvSpPr>
        <p:spPr>
          <a:xfrm>
            <a:off x="8084199" y="6804806"/>
            <a:ext cx="409579" cy="33227"/>
          </a:xfrm>
          <a:prstGeom prst="rect">
            <a:avLst/>
          </a:prstGeom>
          <a:solidFill>
            <a:srgbClr val="E0F4DC"/>
          </a:solidFill>
          <a:ln/>
        </p:spPr>
      </p:sp>
      <p:sp>
        <p:nvSpPr>
          <p:cNvPr id="461" name="Shape 459"/>
          <p:cNvSpPr/>
          <p:nvPr/>
        </p:nvSpPr>
        <p:spPr>
          <a:xfrm>
            <a:off x="8658931" y="6605446"/>
            <a:ext cx="449216" cy="239231"/>
          </a:xfrm>
          <a:prstGeom prst="roundRect">
            <a:avLst>
              <a:gd name="adj" fmla="val 45867"/>
            </a:avLst>
          </a:prstGeom>
          <a:solidFill>
            <a:srgbClr val="C8E8C8"/>
          </a:solidFill>
          <a:ln w="9525">
            <a:solidFill>
              <a:srgbClr val="5A9A6A"/>
            </a:solidFill>
            <a:prstDash val="solid"/>
          </a:ln>
        </p:spPr>
      </p:sp>
      <p:sp>
        <p:nvSpPr>
          <p:cNvPr id="462" name="Shape 460"/>
          <p:cNvSpPr/>
          <p:nvPr/>
        </p:nvSpPr>
        <p:spPr>
          <a:xfrm>
            <a:off x="8764629" y="6625382"/>
            <a:ext cx="52849" cy="53163"/>
          </a:xfrm>
          <a:prstGeom prst="rect">
            <a:avLst/>
          </a:prstGeom>
          <a:solidFill>
            <a:srgbClr val="D2C088"/>
          </a:solidFill>
          <a:ln w="6350">
            <a:solidFill>
              <a:srgbClr val="8A7A40"/>
            </a:solidFill>
            <a:prstDash val="solid"/>
          </a:ln>
        </p:spPr>
      </p:sp>
      <p:sp>
        <p:nvSpPr>
          <p:cNvPr id="463" name="Shape 461"/>
          <p:cNvSpPr/>
          <p:nvPr/>
        </p:nvSpPr>
        <p:spPr>
          <a:xfrm>
            <a:off x="8830690" y="6625382"/>
            <a:ext cx="52849" cy="53163"/>
          </a:xfrm>
          <a:prstGeom prst="rect">
            <a:avLst/>
          </a:prstGeom>
          <a:solidFill>
            <a:srgbClr val="D2C088"/>
          </a:solidFill>
          <a:ln w="6350">
            <a:solidFill>
              <a:srgbClr val="8A7A40"/>
            </a:solidFill>
            <a:prstDash val="solid"/>
          </a:ln>
        </p:spPr>
      </p:sp>
      <p:sp>
        <p:nvSpPr>
          <p:cNvPr id="464" name="Shape 462"/>
          <p:cNvSpPr/>
          <p:nvPr/>
        </p:nvSpPr>
        <p:spPr>
          <a:xfrm>
            <a:off x="8896751" y="6625382"/>
            <a:ext cx="52849" cy="53163"/>
          </a:xfrm>
          <a:prstGeom prst="rect">
            <a:avLst/>
          </a:prstGeom>
          <a:solidFill>
            <a:srgbClr val="D2C088"/>
          </a:solidFill>
          <a:ln w="6350">
            <a:solidFill>
              <a:srgbClr val="8A7A40"/>
            </a:solidFill>
            <a:prstDash val="solid"/>
          </a:ln>
        </p:spPr>
      </p:sp>
      <p:sp>
        <p:nvSpPr>
          <p:cNvPr id="465" name="Shape 463"/>
          <p:cNvSpPr/>
          <p:nvPr/>
        </p:nvSpPr>
        <p:spPr>
          <a:xfrm>
            <a:off x="8962813" y="6625382"/>
            <a:ext cx="52849" cy="53163"/>
          </a:xfrm>
          <a:prstGeom prst="rect">
            <a:avLst/>
          </a:prstGeom>
          <a:solidFill>
            <a:srgbClr val="D2C088"/>
          </a:solidFill>
          <a:ln w="6350">
            <a:solidFill>
              <a:srgbClr val="8A7A40"/>
            </a:solidFill>
            <a:prstDash val="solid"/>
          </a:ln>
        </p:spPr>
      </p:sp>
      <p:sp>
        <p:nvSpPr>
          <p:cNvPr id="466" name="Text 464"/>
          <p:cNvSpPr/>
          <p:nvPr/>
        </p:nvSpPr>
        <p:spPr>
          <a:xfrm>
            <a:off x="8658931" y="6691835"/>
            <a:ext cx="449216" cy="106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A03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</a:t>
            </a:r>
            <a:endParaRPr lang="en-US" sz="500" dirty="0"/>
          </a:p>
        </p:txBody>
      </p:sp>
      <p:sp>
        <p:nvSpPr>
          <p:cNvPr id="467" name="Shape 465"/>
          <p:cNvSpPr/>
          <p:nvPr/>
        </p:nvSpPr>
        <p:spPr>
          <a:xfrm>
            <a:off x="8698568" y="6798160"/>
            <a:ext cx="369943" cy="0"/>
          </a:xfrm>
          <a:prstGeom prst="line">
            <a:avLst/>
          </a:prstGeom>
          <a:noFill/>
          <a:ln w="6350">
            <a:solidFill>
              <a:srgbClr val="5A9A6A"/>
            </a:solidFill>
            <a:prstDash val="solid"/>
          </a:ln>
        </p:spPr>
      </p:sp>
      <p:sp>
        <p:nvSpPr>
          <p:cNvPr id="468" name="Shape 466"/>
          <p:cNvSpPr/>
          <p:nvPr/>
        </p:nvSpPr>
        <p:spPr>
          <a:xfrm>
            <a:off x="8678750" y="6804806"/>
            <a:ext cx="409579" cy="33227"/>
          </a:xfrm>
          <a:prstGeom prst="rect">
            <a:avLst/>
          </a:prstGeom>
          <a:solidFill>
            <a:srgbClr val="E0F4DC"/>
          </a:solidFill>
          <a:ln/>
        </p:spPr>
      </p:sp>
      <p:sp>
        <p:nvSpPr>
          <p:cNvPr id="469" name="Shape 467"/>
          <p:cNvSpPr/>
          <p:nvPr/>
        </p:nvSpPr>
        <p:spPr>
          <a:xfrm>
            <a:off x="9293119" y="6605446"/>
            <a:ext cx="449216" cy="239231"/>
          </a:xfrm>
          <a:prstGeom prst="roundRect">
            <a:avLst>
              <a:gd name="adj" fmla="val 45867"/>
            </a:avLst>
          </a:prstGeom>
          <a:solidFill>
            <a:srgbClr val="C8E8C8"/>
          </a:solidFill>
          <a:ln w="9525">
            <a:solidFill>
              <a:srgbClr val="5A9A6A"/>
            </a:solidFill>
            <a:prstDash val="solid"/>
          </a:ln>
        </p:spPr>
      </p:sp>
      <p:sp>
        <p:nvSpPr>
          <p:cNvPr id="470" name="Shape 468"/>
          <p:cNvSpPr/>
          <p:nvPr/>
        </p:nvSpPr>
        <p:spPr>
          <a:xfrm>
            <a:off x="9398817" y="6625382"/>
            <a:ext cx="52849" cy="53163"/>
          </a:xfrm>
          <a:prstGeom prst="rect">
            <a:avLst/>
          </a:prstGeom>
          <a:solidFill>
            <a:srgbClr val="D2C088"/>
          </a:solidFill>
          <a:ln w="6350">
            <a:solidFill>
              <a:srgbClr val="8A7A40"/>
            </a:solidFill>
            <a:prstDash val="solid"/>
          </a:ln>
        </p:spPr>
      </p:sp>
      <p:sp>
        <p:nvSpPr>
          <p:cNvPr id="471" name="Shape 469"/>
          <p:cNvSpPr/>
          <p:nvPr/>
        </p:nvSpPr>
        <p:spPr>
          <a:xfrm>
            <a:off x="9464878" y="6625382"/>
            <a:ext cx="52849" cy="53163"/>
          </a:xfrm>
          <a:prstGeom prst="rect">
            <a:avLst/>
          </a:prstGeom>
          <a:solidFill>
            <a:srgbClr val="D2C088"/>
          </a:solidFill>
          <a:ln w="6350">
            <a:solidFill>
              <a:srgbClr val="8A7A40"/>
            </a:solidFill>
            <a:prstDash val="solid"/>
          </a:ln>
        </p:spPr>
      </p:sp>
      <p:sp>
        <p:nvSpPr>
          <p:cNvPr id="472" name="Shape 470"/>
          <p:cNvSpPr/>
          <p:nvPr/>
        </p:nvSpPr>
        <p:spPr>
          <a:xfrm>
            <a:off x="9530939" y="6625382"/>
            <a:ext cx="52849" cy="53163"/>
          </a:xfrm>
          <a:prstGeom prst="rect">
            <a:avLst/>
          </a:prstGeom>
          <a:solidFill>
            <a:srgbClr val="D2C088"/>
          </a:solidFill>
          <a:ln w="6350">
            <a:solidFill>
              <a:srgbClr val="8A7A40"/>
            </a:solidFill>
            <a:prstDash val="solid"/>
          </a:ln>
        </p:spPr>
      </p:sp>
      <p:sp>
        <p:nvSpPr>
          <p:cNvPr id="473" name="Shape 471"/>
          <p:cNvSpPr/>
          <p:nvPr/>
        </p:nvSpPr>
        <p:spPr>
          <a:xfrm>
            <a:off x="9597000" y="6625382"/>
            <a:ext cx="52849" cy="53163"/>
          </a:xfrm>
          <a:prstGeom prst="rect">
            <a:avLst/>
          </a:prstGeom>
          <a:solidFill>
            <a:srgbClr val="D2C088"/>
          </a:solidFill>
          <a:ln w="6350">
            <a:solidFill>
              <a:srgbClr val="8A7A40"/>
            </a:solidFill>
            <a:prstDash val="solid"/>
          </a:ln>
        </p:spPr>
      </p:sp>
      <p:sp>
        <p:nvSpPr>
          <p:cNvPr id="474" name="Text 472"/>
          <p:cNvSpPr/>
          <p:nvPr/>
        </p:nvSpPr>
        <p:spPr>
          <a:xfrm>
            <a:off x="9293119" y="6691835"/>
            <a:ext cx="449216" cy="106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A03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suis</a:t>
            </a:r>
            <a:endParaRPr lang="en-US" sz="500" dirty="0"/>
          </a:p>
        </p:txBody>
      </p:sp>
      <p:sp>
        <p:nvSpPr>
          <p:cNvPr id="475" name="Shape 473"/>
          <p:cNvSpPr/>
          <p:nvPr/>
        </p:nvSpPr>
        <p:spPr>
          <a:xfrm>
            <a:off x="9332755" y="6798160"/>
            <a:ext cx="369943" cy="0"/>
          </a:xfrm>
          <a:prstGeom prst="line">
            <a:avLst/>
          </a:prstGeom>
          <a:noFill/>
          <a:ln w="6350">
            <a:solidFill>
              <a:srgbClr val="5A9A6A"/>
            </a:solidFill>
            <a:prstDash val="solid"/>
          </a:ln>
        </p:spPr>
      </p:sp>
      <p:sp>
        <p:nvSpPr>
          <p:cNvPr id="476" name="Shape 474"/>
          <p:cNvSpPr/>
          <p:nvPr/>
        </p:nvSpPr>
        <p:spPr>
          <a:xfrm>
            <a:off x="9312937" y="6804806"/>
            <a:ext cx="409579" cy="33227"/>
          </a:xfrm>
          <a:prstGeom prst="rect">
            <a:avLst/>
          </a:prstGeom>
          <a:solidFill>
            <a:srgbClr val="E0F4DC"/>
          </a:solidFill>
          <a:ln/>
        </p:spPr>
      </p:sp>
      <p:sp>
        <p:nvSpPr>
          <p:cNvPr id="477" name="Shape 475"/>
          <p:cNvSpPr/>
          <p:nvPr/>
        </p:nvSpPr>
        <p:spPr>
          <a:xfrm>
            <a:off x="9861245" y="6605446"/>
            <a:ext cx="449216" cy="239231"/>
          </a:xfrm>
          <a:prstGeom prst="roundRect">
            <a:avLst>
              <a:gd name="adj" fmla="val 45867"/>
            </a:avLst>
          </a:prstGeom>
          <a:solidFill>
            <a:srgbClr val="C8E8C8"/>
          </a:solidFill>
          <a:ln w="9525">
            <a:solidFill>
              <a:srgbClr val="5A9A6A"/>
            </a:solidFill>
            <a:prstDash val="solid"/>
          </a:ln>
        </p:spPr>
      </p:sp>
      <p:sp>
        <p:nvSpPr>
          <p:cNvPr id="478" name="Shape 476"/>
          <p:cNvSpPr/>
          <p:nvPr/>
        </p:nvSpPr>
        <p:spPr>
          <a:xfrm>
            <a:off x="9966943" y="6625382"/>
            <a:ext cx="52849" cy="53163"/>
          </a:xfrm>
          <a:prstGeom prst="rect">
            <a:avLst/>
          </a:prstGeom>
          <a:solidFill>
            <a:srgbClr val="D2C088"/>
          </a:solidFill>
          <a:ln w="6350">
            <a:solidFill>
              <a:srgbClr val="8A7A40"/>
            </a:solidFill>
            <a:prstDash val="solid"/>
          </a:ln>
        </p:spPr>
      </p:sp>
      <p:sp>
        <p:nvSpPr>
          <p:cNvPr id="479" name="Shape 477"/>
          <p:cNvSpPr/>
          <p:nvPr/>
        </p:nvSpPr>
        <p:spPr>
          <a:xfrm>
            <a:off x="10033004" y="6625382"/>
            <a:ext cx="52849" cy="53163"/>
          </a:xfrm>
          <a:prstGeom prst="rect">
            <a:avLst/>
          </a:prstGeom>
          <a:solidFill>
            <a:srgbClr val="D2C088"/>
          </a:solidFill>
          <a:ln w="6350">
            <a:solidFill>
              <a:srgbClr val="8A7A40"/>
            </a:solidFill>
            <a:prstDash val="solid"/>
          </a:ln>
        </p:spPr>
      </p:sp>
      <p:sp>
        <p:nvSpPr>
          <p:cNvPr id="480" name="Shape 478"/>
          <p:cNvSpPr/>
          <p:nvPr/>
        </p:nvSpPr>
        <p:spPr>
          <a:xfrm>
            <a:off x="10099065" y="6625382"/>
            <a:ext cx="52849" cy="53163"/>
          </a:xfrm>
          <a:prstGeom prst="rect">
            <a:avLst/>
          </a:prstGeom>
          <a:solidFill>
            <a:srgbClr val="D2C088"/>
          </a:solidFill>
          <a:ln w="6350">
            <a:solidFill>
              <a:srgbClr val="8A7A40"/>
            </a:solidFill>
            <a:prstDash val="solid"/>
          </a:ln>
        </p:spPr>
      </p:sp>
      <p:sp>
        <p:nvSpPr>
          <p:cNvPr id="481" name="Shape 479"/>
          <p:cNvSpPr/>
          <p:nvPr/>
        </p:nvSpPr>
        <p:spPr>
          <a:xfrm>
            <a:off x="10165126" y="6625382"/>
            <a:ext cx="52849" cy="53163"/>
          </a:xfrm>
          <a:prstGeom prst="rect">
            <a:avLst/>
          </a:prstGeom>
          <a:solidFill>
            <a:srgbClr val="D2C088"/>
          </a:solidFill>
          <a:ln w="6350">
            <a:solidFill>
              <a:srgbClr val="8A7A40"/>
            </a:solidFill>
            <a:prstDash val="solid"/>
          </a:ln>
        </p:spPr>
      </p:sp>
      <p:sp>
        <p:nvSpPr>
          <p:cNvPr id="482" name="Text 480"/>
          <p:cNvSpPr/>
          <p:nvPr/>
        </p:nvSpPr>
        <p:spPr>
          <a:xfrm>
            <a:off x="9861245" y="6691835"/>
            <a:ext cx="449216" cy="1063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A03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faisait</a:t>
            </a:r>
            <a:endParaRPr lang="en-US" sz="500" dirty="0"/>
          </a:p>
        </p:txBody>
      </p:sp>
      <p:sp>
        <p:nvSpPr>
          <p:cNvPr id="483" name="Shape 481"/>
          <p:cNvSpPr/>
          <p:nvPr/>
        </p:nvSpPr>
        <p:spPr>
          <a:xfrm>
            <a:off x="9900882" y="6798160"/>
            <a:ext cx="369943" cy="0"/>
          </a:xfrm>
          <a:prstGeom prst="line">
            <a:avLst/>
          </a:prstGeom>
          <a:noFill/>
          <a:ln w="6350">
            <a:solidFill>
              <a:srgbClr val="5A9A6A"/>
            </a:solidFill>
            <a:prstDash val="solid"/>
          </a:ln>
        </p:spPr>
      </p:sp>
      <p:sp>
        <p:nvSpPr>
          <p:cNvPr id="484" name="Shape 482"/>
          <p:cNvSpPr/>
          <p:nvPr/>
        </p:nvSpPr>
        <p:spPr>
          <a:xfrm>
            <a:off x="9881063" y="6804806"/>
            <a:ext cx="409579" cy="33227"/>
          </a:xfrm>
          <a:prstGeom prst="rect">
            <a:avLst/>
          </a:prstGeom>
          <a:solidFill>
            <a:srgbClr val="E0F4DC"/>
          </a:solidFill>
          <a:ln/>
        </p:spPr>
      </p:sp>
      <p:sp>
        <p:nvSpPr>
          <p:cNvPr id="485" name="Text 483"/>
          <p:cNvSpPr/>
          <p:nvPr/>
        </p:nvSpPr>
        <p:spPr>
          <a:xfrm>
            <a:off x="10825738" y="3083428"/>
            <a:ext cx="251033" cy="1329064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vert270"/>
          <a:lstStyle/>
          <a:p>
            <a:pPr algn="ctr" indent="0" marL="0">
              <a:buNone/>
            </a:pPr>
            <a:r>
              <a:rPr lang="en-US" sz="2000" b="1" spc="200" kern="0" dirty="0">
                <a:solidFill>
                  <a:srgbClr val="1E8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Decoder</a:t>
            </a:r>
            <a:endParaRPr lang="en-US" sz="2000" dirty="0"/>
          </a:p>
        </p:txBody>
      </p:sp>
      <p:sp>
        <p:nvSpPr>
          <p:cNvPr id="486" name="Shape 484"/>
          <p:cNvSpPr/>
          <p:nvPr/>
        </p:nvSpPr>
        <p:spPr>
          <a:xfrm>
            <a:off x="5970241" y="1329064"/>
            <a:ext cx="422792" cy="4226422"/>
          </a:xfrm>
          <a:prstGeom prst="rect">
            <a:avLst/>
          </a:prstGeom>
          <a:solidFill>
            <a:srgbClr val="B4AEE6"/>
          </a:solidFill>
          <a:ln/>
        </p:spPr>
      </p:sp>
      <p:sp>
        <p:nvSpPr>
          <p:cNvPr id="487" name="Shape 485"/>
          <p:cNvSpPr/>
          <p:nvPr/>
        </p:nvSpPr>
        <p:spPr>
          <a:xfrm>
            <a:off x="6016483" y="1329064"/>
            <a:ext cx="18497" cy="4226422"/>
          </a:xfrm>
          <a:prstGeom prst="rect">
            <a:avLst/>
          </a:prstGeom>
          <a:solidFill>
            <a:srgbClr val="E0E0FA"/>
          </a:solidFill>
          <a:ln/>
        </p:spPr>
      </p:sp>
      <p:sp>
        <p:nvSpPr>
          <p:cNvPr id="488" name="Shape 486"/>
          <p:cNvSpPr/>
          <p:nvPr/>
        </p:nvSpPr>
        <p:spPr>
          <a:xfrm>
            <a:off x="6062726" y="1329064"/>
            <a:ext cx="18497" cy="4226422"/>
          </a:xfrm>
          <a:prstGeom prst="rect">
            <a:avLst/>
          </a:prstGeom>
          <a:solidFill>
            <a:srgbClr val="E0E0FA"/>
          </a:solidFill>
          <a:ln/>
        </p:spPr>
      </p:sp>
      <p:sp>
        <p:nvSpPr>
          <p:cNvPr id="489" name="Shape 487"/>
          <p:cNvSpPr/>
          <p:nvPr/>
        </p:nvSpPr>
        <p:spPr>
          <a:xfrm>
            <a:off x="6108969" y="1329064"/>
            <a:ext cx="18497" cy="4226422"/>
          </a:xfrm>
          <a:prstGeom prst="rect">
            <a:avLst/>
          </a:prstGeom>
          <a:solidFill>
            <a:srgbClr val="E0E0FA"/>
          </a:solidFill>
          <a:ln/>
        </p:spPr>
      </p:sp>
      <p:sp>
        <p:nvSpPr>
          <p:cNvPr id="490" name="Shape 488"/>
          <p:cNvSpPr/>
          <p:nvPr/>
        </p:nvSpPr>
        <p:spPr>
          <a:xfrm>
            <a:off x="6155212" y="1329064"/>
            <a:ext cx="18497" cy="4226422"/>
          </a:xfrm>
          <a:prstGeom prst="rect">
            <a:avLst/>
          </a:prstGeom>
          <a:solidFill>
            <a:srgbClr val="E0E0FA"/>
          </a:solidFill>
          <a:ln/>
        </p:spPr>
      </p:sp>
      <p:sp>
        <p:nvSpPr>
          <p:cNvPr id="491" name="Shape 489"/>
          <p:cNvSpPr/>
          <p:nvPr/>
        </p:nvSpPr>
        <p:spPr>
          <a:xfrm>
            <a:off x="6201455" y="1329064"/>
            <a:ext cx="18497" cy="4226422"/>
          </a:xfrm>
          <a:prstGeom prst="rect">
            <a:avLst/>
          </a:prstGeom>
          <a:solidFill>
            <a:srgbClr val="E0E0FA"/>
          </a:solidFill>
          <a:ln/>
        </p:spPr>
      </p:sp>
      <p:sp>
        <p:nvSpPr>
          <p:cNvPr id="492" name="Shape 490"/>
          <p:cNvSpPr/>
          <p:nvPr/>
        </p:nvSpPr>
        <p:spPr>
          <a:xfrm>
            <a:off x="6247698" y="1329064"/>
            <a:ext cx="18497" cy="4226422"/>
          </a:xfrm>
          <a:prstGeom prst="rect">
            <a:avLst/>
          </a:prstGeom>
          <a:solidFill>
            <a:srgbClr val="E0E0FA"/>
          </a:solidFill>
          <a:ln/>
        </p:spPr>
      </p:sp>
      <p:sp>
        <p:nvSpPr>
          <p:cNvPr id="493" name="Shape 491"/>
          <p:cNvSpPr/>
          <p:nvPr/>
        </p:nvSpPr>
        <p:spPr>
          <a:xfrm>
            <a:off x="6293940" y="1329064"/>
            <a:ext cx="18497" cy="4226422"/>
          </a:xfrm>
          <a:prstGeom prst="rect">
            <a:avLst/>
          </a:prstGeom>
          <a:solidFill>
            <a:srgbClr val="E0E0FA"/>
          </a:solidFill>
          <a:ln/>
        </p:spPr>
      </p:sp>
      <p:sp>
        <p:nvSpPr>
          <p:cNvPr id="494" name="Shape 492"/>
          <p:cNvSpPr/>
          <p:nvPr/>
        </p:nvSpPr>
        <p:spPr>
          <a:xfrm>
            <a:off x="6340183" y="1329064"/>
            <a:ext cx="18497" cy="4226422"/>
          </a:xfrm>
          <a:prstGeom prst="rect">
            <a:avLst/>
          </a:prstGeom>
          <a:solidFill>
            <a:srgbClr val="E0E0FA"/>
          </a:solidFill>
          <a:ln/>
        </p:spPr>
      </p:sp>
      <p:sp>
        <p:nvSpPr>
          <p:cNvPr id="495" name="Shape 493"/>
          <p:cNvSpPr/>
          <p:nvPr/>
        </p:nvSpPr>
        <p:spPr>
          <a:xfrm>
            <a:off x="5970241" y="1329064"/>
            <a:ext cx="0" cy="4226422"/>
          </a:xfrm>
          <a:prstGeom prst="line">
            <a:avLst/>
          </a:prstGeom>
          <a:noFill/>
          <a:ln w="19050">
            <a:solidFill>
              <a:srgbClr val="1A1160"/>
            </a:solidFill>
            <a:prstDash val="solid"/>
          </a:ln>
        </p:spPr>
      </p:sp>
      <p:sp>
        <p:nvSpPr>
          <p:cNvPr id="496" name="Shape 494"/>
          <p:cNvSpPr/>
          <p:nvPr/>
        </p:nvSpPr>
        <p:spPr>
          <a:xfrm>
            <a:off x="6379820" y="1329064"/>
            <a:ext cx="0" cy="4226422"/>
          </a:xfrm>
          <a:prstGeom prst="line">
            <a:avLst/>
          </a:prstGeom>
          <a:noFill/>
          <a:ln w="19050">
            <a:solidFill>
              <a:srgbClr val="1A1160"/>
            </a:solidFill>
            <a:prstDash val="solid"/>
          </a:ln>
        </p:spPr>
      </p:sp>
      <p:sp>
        <p:nvSpPr>
          <p:cNvPr id="497" name="Shape 495"/>
          <p:cNvSpPr/>
          <p:nvPr/>
        </p:nvSpPr>
        <p:spPr>
          <a:xfrm>
            <a:off x="1735718" y="797438"/>
            <a:ext cx="4545010" cy="0"/>
          </a:xfrm>
          <a:prstGeom prst="line">
            <a:avLst/>
          </a:prstGeom>
          <a:noFill/>
          <a:ln w="19050">
            <a:solidFill>
              <a:srgbClr val="8D8AB5"/>
            </a:solidFill>
            <a:prstDash val="solid"/>
          </a:ln>
        </p:spPr>
      </p:sp>
      <p:sp>
        <p:nvSpPr>
          <p:cNvPr id="498" name="Shape 496"/>
          <p:cNvSpPr/>
          <p:nvPr/>
        </p:nvSpPr>
        <p:spPr>
          <a:xfrm>
            <a:off x="5950422" y="770857"/>
            <a:ext cx="0" cy="584788"/>
          </a:xfrm>
          <a:prstGeom prst="line">
            <a:avLst/>
          </a:prstGeom>
          <a:noFill/>
          <a:ln w="19050">
            <a:solidFill>
              <a:srgbClr val="8D8AB5"/>
            </a:solidFill>
            <a:prstDash val="solid"/>
          </a:ln>
        </p:spPr>
      </p:sp>
      <p:sp>
        <p:nvSpPr>
          <p:cNvPr id="499" name="Shape 497"/>
          <p:cNvSpPr/>
          <p:nvPr/>
        </p:nvSpPr>
        <p:spPr>
          <a:xfrm flipH="1">
            <a:off x="1266684" y="797438"/>
            <a:ext cx="4670526" cy="611369"/>
          </a:xfrm>
          <a:prstGeom prst="line">
            <a:avLst/>
          </a:prstGeom>
          <a:noFill/>
          <a:ln w="12700">
            <a:solidFill>
              <a:srgbClr val="8D8AB5"/>
            </a:solidFill>
            <a:prstDash val="solid"/>
          </a:ln>
        </p:spPr>
      </p:sp>
      <p:sp>
        <p:nvSpPr>
          <p:cNvPr id="500" name="Shape 498"/>
          <p:cNvSpPr/>
          <p:nvPr/>
        </p:nvSpPr>
        <p:spPr>
          <a:xfrm flipH="1">
            <a:off x="1735718" y="797438"/>
            <a:ext cx="4201492" cy="611369"/>
          </a:xfrm>
          <a:prstGeom prst="line">
            <a:avLst/>
          </a:prstGeom>
          <a:noFill/>
          <a:ln w="12700">
            <a:solidFill>
              <a:srgbClr val="8D8AB5"/>
            </a:solidFill>
            <a:prstDash val="solid"/>
          </a:ln>
        </p:spPr>
      </p:sp>
      <p:sp>
        <p:nvSpPr>
          <p:cNvPr id="501" name="Shape 499"/>
          <p:cNvSpPr/>
          <p:nvPr/>
        </p:nvSpPr>
        <p:spPr>
          <a:xfrm flipH="1">
            <a:off x="2204753" y="797438"/>
            <a:ext cx="3732457" cy="611369"/>
          </a:xfrm>
          <a:prstGeom prst="line">
            <a:avLst/>
          </a:prstGeom>
          <a:noFill/>
          <a:ln w="12700">
            <a:solidFill>
              <a:srgbClr val="8D8AB5"/>
            </a:solidFill>
            <a:prstDash val="solid"/>
          </a:ln>
        </p:spPr>
      </p:sp>
      <p:sp>
        <p:nvSpPr>
          <p:cNvPr id="502" name="Shape 500"/>
          <p:cNvSpPr/>
          <p:nvPr/>
        </p:nvSpPr>
        <p:spPr>
          <a:xfrm flipH="1">
            <a:off x="2673787" y="797438"/>
            <a:ext cx="3263423" cy="611369"/>
          </a:xfrm>
          <a:prstGeom prst="line">
            <a:avLst/>
          </a:prstGeom>
          <a:noFill/>
          <a:ln w="12700">
            <a:solidFill>
              <a:srgbClr val="8D8AB5"/>
            </a:solidFill>
            <a:prstDash val="solid"/>
          </a:ln>
        </p:spPr>
      </p:sp>
      <p:sp>
        <p:nvSpPr>
          <p:cNvPr id="503" name="Shape 501"/>
          <p:cNvSpPr/>
          <p:nvPr/>
        </p:nvSpPr>
        <p:spPr>
          <a:xfrm flipH="1">
            <a:off x="3142822" y="797438"/>
            <a:ext cx="2794388" cy="611369"/>
          </a:xfrm>
          <a:prstGeom prst="line">
            <a:avLst/>
          </a:prstGeom>
          <a:noFill/>
          <a:ln w="12700">
            <a:solidFill>
              <a:srgbClr val="8D8AB5"/>
            </a:solidFill>
            <a:prstDash val="solid"/>
          </a:ln>
        </p:spPr>
      </p:sp>
      <p:sp>
        <p:nvSpPr>
          <p:cNvPr id="504" name="Shape 502"/>
          <p:cNvSpPr/>
          <p:nvPr/>
        </p:nvSpPr>
        <p:spPr>
          <a:xfrm flipH="1">
            <a:off x="3611856" y="797438"/>
            <a:ext cx="2325354" cy="611369"/>
          </a:xfrm>
          <a:prstGeom prst="line">
            <a:avLst/>
          </a:prstGeom>
          <a:noFill/>
          <a:ln w="12700">
            <a:solidFill>
              <a:srgbClr val="8D8AB5"/>
            </a:solidFill>
            <a:prstDash val="solid"/>
          </a:ln>
        </p:spPr>
      </p:sp>
      <p:sp>
        <p:nvSpPr>
          <p:cNvPr id="505" name="Shape 503"/>
          <p:cNvSpPr/>
          <p:nvPr/>
        </p:nvSpPr>
        <p:spPr>
          <a:xfrm flipH="1">
            <a:off x="4833988" y="797438"/>
            <a:ext cx="1103222" cy="611369"/>
          </a:xfrm>
          <a:prstGeom prst="line">
            <a:avLst/>
          </a:prstGeom>
          <a:noFill/>
          <a:ln w="12700">
            <a:solidFill>
              <a:srgbClr val="8D8AB5"/>
            </a:solidFill>
            <a:prstDash val="solid"/>
          </a:ln>
        </p:spPr>
      </p:sp>
      <p:sp>
        <p:nvSpPr>
          <p:cNvPr id="506" name="Shape 504"/>
          <p:cNvSpPr/>
          <p:nvPr/>
        </p:nvSpPr>
        <p:spPr>
          <a:xfrm flipH="1">
            <a:off x="5296416" y="797438"/>
            <a:ext cx="640794" cy="611369"/>
          </a:xfrm>
          <a:prstGeom prst="line">
            <a:avLst/>
          </a:prstGeom>
          <a:noFill/>
          <a:ln w="12700">
            <a:solidFill>
              <a:srgbClr val="8D8AB5"/>
            </a:solidFill>
            <a:prstDash val="solid"/>
          </a:ln>
        </p:spPr>
      </p:sp>
      <p:sp>
        <p:nvSpPr>
          <p:cNvPr id="507" name="Shape 505"/>
          <p:cNvSpPr/>
          <p:nvPr/>
        </p:nvSpPr>
        <p:spPr>
          <a:xfrm>
            <a:off x="6465700" y="2099920"/>
            <a:ext cx="264245" cy="265813"/>
          </a:xfrm>
          <a:prstGeom prst="ellipse">
            <a:avLst/>
          </a:prstGeom>
          <a:solidFill>
            <a:srgbClr val="FFF8E0"/>
          </a:solidFill>
          <a:ln w="15875">
            <a:solidFill>
              <a:srgbClr val="B02020"/>
            </a:solidFill>
            <a:prstDash val="solid"/>
          </a:ln>
        </p:spPr>
      </p:sp>
      <p:sp>
        <p:nvSpPr>
          <p:cNvPr id="508" name="Text 506"/>
          <p:cNvSpPr/>
          <p:nvPr/>
        </p:nvSpPr>
        <p:spPr>
          <a:xfrm>
            <a:off x="6465700" y="2099920"/>
            <a:ext cx="264245" cy="265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2E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</a:t>
            </a:r>
            <a:endParaRPr lang="en-US" sz="1100" dirty="0"/>
          </a:p>
        </p:txBody>
      </p:sp>
      <p:sp>
        <p:nvSpPr>
          <p:cNvPr id="509" name="Shape 507"/>
          <p:cNvSpPr/>
          <p:nvPr/>
        </p:nvSpPr>
        <p:spPr>
          <a:xfrm>
            <a:off x="6729944" y="2166374"/>
            <a:ext cx="343518" cy="159488"/>
          </a:xfrm>
          <a:prstGeom prst="rightArrow">
            <a:avLst/>
          </a:prstGeom>
          <a:solidFill>
            <a:srgbClr val="FFFFFF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510" name="Shape 508"/>
          <p:cNvSpPr/>
          <p:nvPr/>
        </p:nvSpPr>
        <p:spPr>
          <a:xfrm>
            <a:off x="6478912" y="3389112"/>
            <a:ext cx="264245" cy="265813"/>
          </a:xfrm>
          <a:prstGeom prst="ellipse">
            <a:avLst/>
          </a:prstGeom>
          <a:solidFill>
            <a:srgbClr val="FFF8E0"/>
          </a:solidFill>
          <a:ln w="15875">
            <a:solidFill>
              <a:srgbClr val="B02020"/>
            </a:solidFill>
            <a:prstDash val="solid"/>
          </a:ln>
        </p:spPr>
      </p:sp>
      <p:sp>
        <p:nvSpPr>
          <p:cNvPr id="511" name="Text 509"/>
          <p:cNvSpPr/>
          <p:nvPr/>
        </p:nvSpPr>
        <p:spPr>
          <a:xfrm>
            <a:off x="6478912" y="3389112"/>
            <a:ext cx="264245" cy="265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E2E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</a:t>
            </a:r>
            <a:endParaRPr lang="en-US" sz="1100" dirty="0"/>
          </a:p>
        </p:txBody>
      </p:sp>
      <p:sp>
        <p:nvSpPr>
          <p:cNvPr id="512" name="Shape 510"/>
          <p:cNvSpPr/>
          <p:nvPr/>
        </p:nvSpPr>
        <p:spPr>
          <a:xfrm>
            <a:off x="6729944" y="3482147"/>
            <a:ext cx="343518" cy="159488"/>
          </a:xfrm>
          <a:prstGeom prst="rightArrow">
            <a:avLst/>
          </a:prstGeom>
          <a:solidFill>
            <a:srgbClr val="FFFFFF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513" name="Shape 511"/>
          <p:cNvSpPr/>
          <p:nvPr/>
        </p:nvSpPr>
        <p:spPr>
          <a:xfrm>
            <a:off x="6426063" y="2405605"/>
            <a:ext cx="660612" cy="199360"/>
          </a:xfrm>
          <a:prstGeom prst="rightArrow">
            <a:avLst/>
          </a:prstGeom>
          <a:solidFill>
            <a:srgbClr val="C8C4F0"/>
          </a:solidFill>
          <a:ln w="15875">
            <a:solidFill>
              <a:srgbClr val="333399"/>
            </a:solidFill>
            <a:prstDash val="solid"/>
          </a:ln>
        </p:spPr>
      </p:sp>
      <p:sp>
        <p:nvSpPr>
          <p:cNvPr id="514" name="Shape 512"/>
          <p:cNvSpPr/>
          <p:nvPr/>
        </p:nvSpPr>
        <p:spPr>
          <a:xfrm flipV="1">
            <a:off x="6591216" y="2418896"/>
            <a:ext cx="158547" cy="172778"/>
          </a:xfrm>
          <a:prstGeom prst="line">
            <a:avLst/>
          </a:prstGeom>
          <a:noFill/>
          <a:ln w="6350">
            <a:solidFill>
              <a:srgbClr val="333399"/>
            </a:solidFill>
            <a:prstDash val="solid"/>
          </a:ln>
        </p:spPr>
      </p:sp>
      <p:sp>
        <p:nvSpPr>
          <p:cNvPr id="515" name="Shape 513"/>
          <p:cNvSpPr/>
          <p:nvPr/>
        </p:nvSpPr>
        <p:spPr>
          <a:xfrm flipV="1">
            <a:off x="6756369" y="2418896"/>
            <a:ext cx="158547" cy="172778"/>
          </a:xfrm>
          <a:prstGeom prst="line">
            <a:avLst/>
          </a:prstGeom>
          <a:noFill/>
          <a:ln w="6350">
            <a:solidFill>
              <a:srgbClr val="333399"/>
            </a:solidFill>
            <a:prstDash val="solid"/>
          </a:ln>
        </p:spPr>
      </p:sp>
      <p:sp>
        <p:nvSpPr>
          <p:cNvPr id="516" name="Shape 514"/>
          <p:cNvSpPr/>
          <p:nvPr/>
        </p:nvSpPr>
        <p:spPr>
          <a:xfrm flipV="1">
            <a:off x="6921522" y="2418896"/>
            <a:ext cx="151941" cy="172778"/>
          </a:xfrm>
          <a:prstGeom prst="line">
            <a:avLst/>
          </a:prstGeom>
          <a:noFill/>
          <a:ln w="6350">
            <a:solidFill>
              <a:srgbClr val="333399"/>
            </a:solidFill>
            <a:prstDash val="solid"/>
          </a:ln>
        </p:spPr>
      </p:sp>
      <p:sp>
        <p:nvSpPr>
          <p:cNvPr id="517" name="Shape 515"/>
          <p:cNvSpPr/>
          <p:nvPr/>
        </p:nvSpPr>
        <p:spPr>
          <a:xfrm>
            <a:off x="6426063" y="2857487"/>
            <a:ext cx="568126" cy="106325"/>
          </a:xfrm>
          <a:prstGeom prst="rightArrow">
            <a:avLst/>
          </a:prstGeom>
          <a:solidFill>
            <a:srgbClr val="C8C4F0"/>
          </a:solidFill>
          <a:ln w="15875">
            <a:solidFill>
              <a:srgbClr val="333399"/>
            </a:solidFill>
            <a:prstDash val="solid"/>
          </a:ln>
        </p:spPr>
      </p:sp>
      <p:sp>
        <p:nvSpPr>
          <p:cNvPr id="518" name="Shape 516"/>
          <p:cNvSpPr/>
          <p:nvPr/>
        </p:nvSpPr>
        <p:spPr>
          <a:xfrm flipV="1">
            <a:off x="6615438" y="2870777"/>
            <a:ext cx="84558" cy="79744"/>
          </a:xfrm>
          <a:prstGeom prst="line">
            <a:avLst/>
          </a:prstGeom>
          <a:noFill/>
          <a:ln w="6350">
            <a:solidFill>
              <a:srgbClr val="333399"/>
            </a:solidFill>
            <a:prstDash val="solid"/>
          </a:ln>
        </p:spPr>
      </p:sp>
      <p:sp>
        <p:nvSpPr>
          <p:cNvPr id="519" name="Shape 517"/>
          <p:cNvSpPr/>
          <p:nvPr/>
        </p:nvSpPr>
        <p:spPr>
          <a:xfrm flipV="1">
            <a:off x="6804814" y="2870777"/>
            <a:ext cx="84558" cy="79744"/>
          </a:xfrm>
          <a:prstGeom prst="line">
            <a:avLst/>
          </a:prstGeom>
          <a:noFill/>
          <a:ln w="6350">
            <a:solidFill>
              <a:srgbClr val="333399"/>
            </a:solidFill>
            <a:prstDash val="solid"/>
          </a:ln>
        </p:spPr>
      </p:sp>
      <p:sp>
        <p:nvSpPr>
          <p:cNvPr id="520" name="Shape 518"/>
          <p:cNvSpPr/>
          <p:nvPr/>
        </p:nvSpPr>
        <p:spPr>
          <a:xfrm>
            <a:off x="6426063" y="3016974"/>
            <a:ext cx="568126" cy="106325"/>
          </a:xfrm>
          <a:prstGeom prst="rightArrow">
            <a:avLst/>
          </a:prstGeom>
          <a:solidFill>
            <a:srgbClr val="C8C4F0"/>
          </a:solidFill>
          <a:ln w="15875">
            <a:solidFill>
              <a:srgbClr val="333399"/>
            </a:solidFill>
            <a:prstDash val="solid"/>
          </a:ln>
        </p:spPr>
      </p:sp>
      <p:sp>
        <p:nvSpPr>
          <p:cNvPr id="521" name="Shape 519"/>
          <p:cNvSpPr/>
          <p:nvPr/>
        </p:nvSpPr>
        <p:spPr>
          <a:xfrm flipV="1">
            <a:off x="6615438" y="3030265"/>
            <a:ext cx="84558" cy="79744"/>
          </a:xfrm>
          <a:prstGeom prst="line">
            <a:avLst/>
          </a:prstGeom>
          <a:noFill/>
          <a:ln w="6350">
            <a:solidFill>
              <a:srgbClr val="333399"/>
            </a:solidFill>
            <a:prstDash val="solid"/>
          </a:ln>
        </p:spPr>
      </p:sp>
      <p:sp>
        <p:nvSpPr>
          <p:cNvPr id="522" name="Shape 520"/>
          <p:cNvSpPr/>
          <p:nvPr/>
        </p:nvSpPr>
        <p:spPr>
          <a:xfrm flipV="1">
            <a:off x="6804814" y="3030265"/>
            <a:ext cx="84558" cy="79744"/>
          </a:xfrm>
          <a:prstGeom prst="line">
            <a:avLst/>
          </a:prstGeom>
          <a:noFill/>
          <a:ln w="6350">
            <a:solidFill>
              <a:srgbClr val="333399"/>
            </a:solidFill>
            <a:prstDash val="solid"/>
          </a:ln>
        </p:spPr>
      </p:sp>
      <p:sp>
        <p:nvSpPr>
          <p:cNvPr id="523" name="Shape 521"/>
          <p:cNvSpPr/>
          <p:nvPr/>
        </p:nvSpPr>
        <p:spPr>
          <a:xfrm>
            <a:off x="6426063" y="3189753"/>
            <a:ext cx="568126" cy="106325"/>
          </a:xfrm>
          <a:prstGeom prst="rightArrow">
            <a:avLst/>
          </a:prstGeom>
          <a:solidFill>
            <a:srgbClr val="C8C4F0"/>
          </a:solidFill>
          <a:ln w="15875">
            <a:solidFill>
              <a:srgbClr val="333399"/>
            </a:solidFill>
            <a:prstDash val="solid"/>
          </a:ln>
        </p:spPr>
      </p:sp>
      <p:sp>
        <p:nvSpPr>
          <p:cNvPr id="524" name="Shape 522"/>
          <p:cNvSpPr/>
          <p:nvPr/>
        </p:nvSpPr>
        <p:spPr>
          <a:xfrm flipV="1">
            <a:off x="6615438" y="3203043"/>
            <a:ext cx="84558" cy="79744"/>
          </a:xfrm>
          <a:prstGeom prst="line">
            <a:avLst/>
          </a:prstGeom>
          <a:noFill/>
          <a:ln w="6350">
            <a:solidFill>
              <a:srgbClr val="333399"/>
            </a:solidFill>
            <a:prstDash val="solid"/>
          </a:ln>
        </p:spPr>
      </p:sp>
      <p:sp>
        <p:nvSpPr>
          <p:cNvPr id="525" name="Shape 523"/>
          <p:cNvSpPr/>
          <p:nvPr/>
        </p:nvSpPr>
        <p:spPr>
          <a:xfrm flipV="1">
            <a:off x="6804814" y="3203043"/>
            <a:ext cx="84558" cy="79744"/>
          </a:xfrm>
          <a:prstGeom prst="line">
            <a:avLst/>
          </a:prstGeom>
          <a:noFill/>
          <a:ln w="6350">
            <a:solidFill>
              <a:srgbClr val="333399"/>
            </a:solidFill>
            <a:prstDash val="solid"/>
          </a:ln>
        </p:spPr>
      </p:sp>
      <p:sp>
        <p:nvSpPr>
          <p:cNvPr id="526" name="Shape 524"/>
          <p:cNvSpPr/>
          <p:nvPr/>
        </p:nvSpPr>
        <p:spPr>
          <a:xfrm>
            <a:off x="6426063" y="4053644"/>
            <a:ext cx="660612" cy="159488"/>
          </a:xfrm>
          <a:prstGeom prst="rightArrow">
            <a:avLst/>
          </a:prstGeom>
          <a:solidFill>
            <a:srgbClr val="C8C4F0"/>
          </a:solidFill>
          <a:ln w="15875">
            <a:solidFill>
              <a:srgbClr val="333399"/>
            </a:solidFill>
            <a:prstDash val="solid"/>
          </a:ln>
        </p:spPr>
      </p:sp>
      <p:sp>
        <p:nvSpPr>
          <p:cNvPr id="527" name="Shape 525"/>
          <p:cNvSpPr/>
          <p:nvPr/>
        </p:nvSpPr>
        <p:spPr>
          <a:xfrm flipV="1">
            <a:off x="6591216" y="4066935"/>
            <a:ext cx="126837" cy="132906"/>
          </a:xfrm>
          <a:prstGeom prst="line">
            <a:avLst/>
          </a:prstGeom>
          <a:noFill/>
          <a:ln w="6350">
            <a:solidFill>
              <a:srgbClr val="333399"/>
            </a:solidFill>
            <a:prstDash val="solid"/>
          </a:ln>
        </p:spPr>
      </p:sp>
      <p:sp>
        <p:nvSpPr>
          <p:cNvPr id="528" name="Shape 526"/>
          <p:cNvSpPr/>
          <p:nvPr/>
        </p:nvSpPr>
        <p:spPr>
          <a:xfrm flipV="1">
            <a:off x="6756369" y="4066935"/>
            <a:ext cx="126837" cy="132906"/>
          </a:xfrm>
          <a:prstGeom prst="line">
            <a:avLst/>
          </a:prstGeom>
          <a:noFill/>
          <a:ln w="6350">
            <a:solidFill>
              <a:srgbClr val="333399"/>
            </a:solidFill>
            <a:prstDash val="solid"/>
          </a:ln>
        </p:spPr>
      </p:sp>
      <p:sp>
        <p:nvSpPr>
          <p:cNvPr id="529" name="Shape 527"/>
          <p:cNvSpPr/>
          <p:nvPr/>
        </p:nvSpPr>
        <p:spPr>
          <a:xfrm flipV="1">
            <a:off x="6921522" y="4066935"/>
            <a:ext cx="126837" cy="132906"/>
          </a:xfrm>
          <a:prstGeom prst="line">
            <a:avLst/>
          </a:prstGeom>
          <a:noFill/>
          <a:ln w="6350">
            <a:solidFill>
              <a:srgbClr val="333399"/>
            </a:solidFill>
            <a:prstDash val="solid"/>
          </a:ln>
        </p:spPr>
      </p:sp>
      <p:sp>
        <p:nvSpPr>
          <p:cNvPr id="530" name="Shape 528"/>
          <p:cNvSpPr/>
          <p:nvPr/>
        </p:nvSpPr>
        <p:spPr>
          <a:xfrm>
            <a:off x="6426063" y="5103604"/>
            <a:ext cx="660612" cy="199360"/>
          </a:xfrm>
          <a:prstGeom prst="rightArrow">
            <a:avLst/>
          </a:prstGeom>
          <a:solidFill>
            <a:srgbClr val="C8C4F0"/>
          </a:solidFill>
          <a:ln w="15875">
            <a:solidFill>
              <a:srgbClr val="333399"/>
            </a:solidFill>
            <a:prstDash val="solid"/>
          </a:ln>
        </p:spPr>
      </p:sp>
      <p:sp>
        <p:nvSpPr>
          <p:cNvPr id="531" name="Shape 529"/>
          <p:cNvSpPr/>
          <p:nvPr/>
        </p:nvSpPr>
        <p:spPr>
          <a:xfrm flipV="1">
            <a:off x="6591216" y="5116895"/>
            <a:ext cx="158547" cy="172778"/>
          </a:xfrm>
          <a:prstGeom prst="line">
            <a:avLst/>
          </a:prstGeom>
          <a:noFill/>
          <a:ln w="6350">
            <a:solidFill>
              <a:srgbClr val="333399"/>
            </a:solidFill>
            <a:prstDash val="solid"/>
          </a:ln>
        </p:spPr>
      </p:sp>
      <p:sp>
        <p:nvSpPr>
          <p:cNvPr id="532" name="Shape 530"/>
          <p:cNvSpPr/>
          <p:nvPr/>
        </p:nvSpPr>
        <p:spPr>
          <a:xfrm flipV="1">
            <a:off x="6756369" y="5116895"/>
            <a:ext cx="158547" cy="172778"/>
          </a:xfrm>
          <a:prstGeom prst="line">
            <a:avLst/>
          </a:prstGeom>
          <a:noFill/>
          <a:ln w="6350">
            <a:solidFill>
              <a:srgbClr val="333399"/>
            </a:solidFill>
            <a:prstDash val="solid"/>
          </a:ln>
        </p:spPr>
      </p:sp>
      <p:sp>
        <p:nvSpPr>
          <p:cNvPr id="533" name="Shape 531"/>
          <p:cNvSpPr/>
          <p:nvPr/>
        </p:nvSpPr>
        <p:spPr>
          <a:xfrm flipV="1">
            <a:off x="6921522" y="5116895"/>
            <a:ext cx="151941" cy="172778"/>
          </a:xfrm>
          <a:prstGeom prst="line">
            <a:avLst/>
          </a:prstGeom>
          <a:noFill/>
          <a:ln w="6350">
            <a:solidFill>
              <a:srgbClr val="333399"/>
            </a:solidFill>
            <a:prstDash val="solid"/>
          </a:ln>
        </p:spPr>
      </p:sp>
      <p:sp>
        <p:nvSpPr>
          <p:cNvPr id="534" name="Shape 532"/>
          <p:cNvSpPr/>
          <p:nvPr/>
        </p:nvSpPr>
        <p:spPr>
          <a:xfrm>
            <a:off x="7331101" y="3953964"/>
            <a:ext cx="118910" cy="119616"/>
          </a:xfrm>
          <a:prstGeom prst="ellipse">
            <a:avLst/>
          </a:prstGeom>
          <a:solidFill>
            <a:srgbClr val="FFF8E0"/>
          </a:solidFill>
          <a:ln w="9525">
            <a:solidFill>
              <a:srgbClr val="B02020"/>
            </a:solidFill>
            <a:prstDash val="solid"/>
          </a:ln>
        </p:spPr>
      </p:sp>
      <p:sp>
        <p:nvSpPr>
          <p:cNvPr id="535" name="Text 533"/>
          <p:cNvSpPr/>
          <p:nvPr/>
        </p:nvSpPr>
        <p:spPr>
          <a:xfrm>
            <a:off x="7324495" y="3947319"/>
            <a:ext cx="132122" cy="1329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8E2E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</a:t>
            </a:r>
            <a:endParaRPr lang="en-US" sz="500" dirty="0"/>
          </a:p>
        </p:txBody>
      </p:sp>
      <p:sp>
        <p:nvSpPr>
          <p:cNvPr id="536" name="Shape 534"/>
          <p:cNvSpPr/>
          <p:nvPr/>
        </p:nvSpPr>
        <p:spPr>
          <a:xfrm>
            <a:off x="7317889" y="5030506"/>
            <a:ext cx="118910" cy="119616"/>
          </a:xfrm>
          <a:prstGeom prst="ellipse">
            <a:avLst/>
          </a:prstGeom>
          <a:solidFill>
            <a:srgbClr val="FFF8E0"/>
          </a:solidFill>
          <a:ln w="9525">
            <a:solidFill>
              <a:srgbClr val="B02020"/>
            </a:solidFill>
            <a:prstDash val="solid"/>
          </a:ln>
        </p:spPr>
      </p:sp>
      <p:sp>
        <p:nvSpPr>
          <p:cNvPr id="537" name="Text 535"/>
          <p:cNvSpPr/>
          <p:nvPr/>
        </p:nvSpPr>
        <p:spPr>
          <a:xfrm>
            <a:off x="7311283" y="5023860"/>
            <a:ext cx="132122" cy="1329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8E2E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</a:t>
            </a:r>
            <a:endParaRPr lang="en-US" sz="500" dirty="0"/>
          </a:p>
        </p:txBody>
      </p:sp>
      <p:sp>
        <p:nvSpPr>
          <p:cNvPr id="538" name="Shape 536"/>
          <p:cNvSpPr/>
          <p:nvPr/>
        </p:nvSpPr>
        <p:spPr>
          <a:xfrm>
            <a:off x="7099887" y="4193196"/>
            <a:ext cx="277457" cy="0"/>
          </a:xfrm>
          <a:prstGeom prst="line">
            <a:avLst/>
          </a:prstGeom>
          <a:noFill/>
          <a:ln w="12700">
            <a:solidFill>
              <a:srgbClr val="7ED07E"/>
            </a:solidFill>
            <a:prstDash val="solid"/>
          </a:ln>
        </p:spPr>
      </p:sp>
      <p:sp>
        <p:nvSpPr>
          <p:cNvPr id="539" name="Shape 537"/>
          <p:cNvSpPr/>
          <p:nvPr/>
        </p:nvSpPr>
        <p:spPr>
          <a:xfrm>
            <a:off x="7099887" y="5269737"/>
            <a:ext cx="264245" cy="0"/>
          </a:xfrm>
          <a:prstGeom prst="line">
            <a:avLst/>
          </a:prstGeom>
          <a:noFill/>
          <a:ln w="12700">
            <a:solidFill>
              <a:srgbClr val="7ED07E"/>
            </a:solidFill>
            <a:prstDash val="solid"/>
          </a:ln>
        </p:spPr>
      </p:sp>
      <p:sp>
        <p:nvSpPr>
          <p:cNvPr id="540" name="Shape 538"/>
          <p:cNvSpPr/>
          <p:nvPr/>
        </p:nvSpPr>
        <p:spPr>
          <a:xfrm>
            <a:off x="10680404" y="5302964"/>
            <a:ext cx="132122" cy="398719"/>
          </a:xfrm>
          <a:prstGeom prst="upArrow">
            <a:avLst/>
          </a:prstGeom>
          <a:solidFill>
            <a:srgbClr val="FFFFFF"/>
          </a:solidFill>
          <a:ln w="19050">
            <a:solidFill>
              <a:srgbClr val="7A1F1F"/>
            </a:solidFill>
            <a:prstDash val="solid"/>
          </a:ln>
        </p:spPr>
      </p:sp>
      <p:sp>
        <p:nvSpPr>
          <p:cNvPr id="541" name="Shape 539"/>
          <p:cNvSpPr/>
          <p:nvPr/>
        </p:nvSpPr>
        <p:spPr>
          <a:xfrm>
            <a:off x="10653979" y="5701683"/>
            <a:ext cx="211396" cy="212650"/>
          </a:xfrm>
          <a:prstGeom prst="ellipse">
            <a:avLst/>
          </a:prstGeom>
          <a:solidFill>
            <a:srgbClr val="F5F0D0"/>
          </a:solidFill>
          <a:ln w="15875">
            <a:solidFill>
              <a:srgbClr val="B02020"/>
            </a:solidFill>
            <a:prstDash val="solid"/>
          </a:ln>
        </p:spPr>
      </p:sp>
      <p:sp>
        <p:nvSpPr>
          <p:cNvPr id="542" name="Text 540"/>
          <p:cNvSpPr/>
          <p:nvPr/>
        </p:nvSpPr>
        <p:spPr>
          <a:xfrm>
            <a:off x="10653979" y="5701683"/>
            <a:ext cx="211396" cy="212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E2E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</a:t>
            </a:r>
            <a:endParaRPr lang="en-US" sz="900" dirty="0"/>
          </a:p>
        </p:txBody>
      </p:sp>
      <p:sp>
        <p:nvSpPr>
          <p:cNvPr id="543" name="Shape 541"/>
          <p:cNvSpPr/>
          <p:nvPr/>
        </p:nvSpPr>
        <p:spPr>
          <a:xfrm>
            <a:off x="612678" y="1741073"/>
            <a:ext cx="5060287" cy="5037151"/>
          </a:xfrm>
          <a:prstGeom prst="rect">
            <a:avLst/>
          </a:prstGeom>
          <a:solidFill>
            <a:srgbClr val="CCC1B3"/>
          </a:solidFill>
          <a:ln w="25400">
            <a:solidFill>
              <a:srgbClr val="7A2318"/>
            </a:solidFill>
            <a:prstDash val="solid"/>
          </a:ln>
        </p:spPr>
      </p:sp>
      <p:sp>
        <p:nvSpPr>
          <p:cNvPr id="544" name="Shape 542"/>
          <p:cNvSpPr/>
          <p:nvPr/>
        </p:nvSpPr>
        <p:spPr>
          <a:xfrm>
            <a:off x="1246865" y="1721137"/>
            <a:ext cx="39637" cy="39872"/>
          </a:xfrm>
          <a:prstGeom prst="rect">
            <a:avLst/>
          </a:prstGeom>
          <a:solidFill>
            <a:srgbClr val="7A2318"/>
          </a:solidFill>
          <a:ln/>
        </p:spPr>
      </p:sp>
      <p:sp>
        <p:nvSpPr>
          <p:cNvPr id="545" name="Shape 543"/>
          <p:cNvSpPr/>
          <p:nvPr/>
        </p:nvSpPr>
        <p:spPr>
          <a:xfrm>
            <a:off x="1715900" y="1721137"/>
            <a:ext cx="39637" cy="39872"/>
          </a:xfrm>
          <a:prstGeom prst="rect">
            <a:avLst/>
          </a:prstGeom>
          <a:solidFill>
            <a:srgbClr val="7A2318"/>
          </a:solidFill>
          <a:ln/>
        </p:spPr>
      </p:sp>
      <p:sp>
        <p:nvSpPr>
          <p:cNvPr id="546" name="Shape 544"/>
          <p:cNvSpPr/>
          <p:nvPr/>
        </p:nvSpPr>
        <p:spPr>
          <a:xfrm>
            <a:off x="2184934" y="1721137"/>
            <a:ext cx="39637" cy="39872"/>
          </a:xfrm>
          <a:prstGeom prst="rect">
            <a:avLst/>
          </a:prstGeom>
          <a:solidFill>
            <a:srgbClr val="7A2318"/>
          </a:solidFill>
          <a:ln/>
        </p:spPr>
      </p:sp>
      <p:sp>
        <p:nvSpPr>
          <p:cNvPr id="547" name="Shape 545"/>
          <p:cNvSpPr/>
          <p:nvPr/>
        </p:nvSpPr>
        <p:spPr>
          <a:xfrm>
            <a:off x="2653969" y="1721137"/>
            <a:ext cx="39637" cy="39872"/>
          </a:xfrm>
          <a:prstGeom prst="rect">
            <a:avLst/>
          </a:prstGeom>
          <a:solidFill>
            <a:srgbClr val="7A2318"/>
          </a:solidFill>
          <a:ln/>
        </p:spPr>
      </p:sp>
      <p:sp>
        <p:nvSpPr>
          <p:cNvPr id="548" name="Shape 546"/>
          <p:cNvSpPr/>
          <p:nvPr/>
        </p:nvSpPr>
        <p:spPr>
          <a:xfrm>
            <a:off x="3123003" y="1721137"/>
            <a:ext cx="39637" cy="39872"/>
          </a:xfrm>
          <a:prstGeom prst="rect">
            <a:avLst/>
          </a:prstGeom>
          <a:solidFill>
            <a:srgbClr val="7A2318"/>
          </a:solidFill>
          <a:ln/>
        </p:spPr>
      </p:sp>
      <p:sp>
        <p:nvSpPr>
          <p:cNvPr id="549" name="Shape 547"/>
          <p:cNvSpPr/>
          <p:nvPr/>
        </p:nvSpPr>
        <p:spPr>
          <a:xfrm>
            <a:off x="3592038" y="1721137"/>
            <a:ext cx="39637" cy="39872"/>
          </a:xfrm>
          <a:prstGeom prst="rect">
            <a:avLst/>
          </a:prstGeom>
          <a:solidFill>
            <a:srgbClr val="7A2318"/>
          </a:solidFill>
          <a:ln/>
        </p:spPr>
      </p:sp>
      <p:sp>
        <p:nvSpPr>
          <p:cNvPr id="550" name="Shape 548"/>
          <p:cNvSpPr/>
          <p:nvPr/>
        </p:nvSpPr>
        <p:spPr>
          <a:xfrm>
            <a:off x="4814170" y="1721137"/>
            <a:ext cx="39637" cy="39872"/>
          </a:xfrm>
          <a:prstGeom prst="rect">
            <a:avLst/>
          </a:prstGeom>
          <a:solidFill>
            <a:srgbClr val="7A2318"/>
          </a:solidFill>
          <a:ln/>
        </p:spPr>
      </p:sp>
      <p:sp>
        <p:nvSpPr>
          <p:cNvPr id="551" name="Shape 549"/>
          <p:cNvSpPr/>
          <p:nvPr/>
        </p:nvSpPr>
        <p:spPr>
          <a:xfrm>
            <a:off x="5276598" y="1721137"/>
            <a:ext cx="39637" cy="39872"/>
          </a:xfrm>
          <a:prstGeom prst="rect">
            <a:avLst/>
          </a:prstGeom>
          <a:solidFill>
            <a:srgbClr val="7A2318"/>
          </a:solidFill>
          <a:ln/>
        </p:spPr>
      </p:sp>
      <p:sp>
        <p:nvSpPr>
          <p:cNvPr id="552" name="Shape 550"/>
          <p:cNvSpPr/>
          <p:nvPr/>
        </p:nvSpPr>
        <p:spPr>
          <a:xfrm>
            <a:off x="1180804" y="1408807"/>
            <a:ext cx="171759" cy="318975"/>
          </a:xfrm>
          <a:prstGeom prst="upArrow">
            <a:avLst/>
          </a:prstGeom>
          <a:solidFill>
            <a:srgbClr val="D8EFC8"/>
          </a:solidFill>
          <a:ln w="9525">
            <a:solidFill>
              <a:srgbClr val="2E8B57"/>
            </a:solidFill>
            <a:prstDash val="solid"/>
          </a:ln>
        </p:spPr>
      </p:sp>
      <p:sp>
        <p:nvSpPr>
          <p:cNvPr id="553" name="Shape 551"/>
          <p:cNvSpPr/>
          <p:nvPr/>
        </p:nvSpPr>
        <p:spPr>
          <a:xfrm>
            <a:off x="1649839" y="1408807"/>
            <a:ext cx="171759" cy="318975"/>
          </a:xfrm>
          <a:prstGeom prst="upArrow">
            <a:avLst/>
          </a:prstGeom>
          <a:solidFill>
            <a:srgbClr val="D8EFC8"/>
          </a:solidFill>
          <a:ln w="9525">
            <a:solidFill>
              <a:srgbClr val="2E8B57"/>
            </a:solidFill>
            <a:prstDash val="solid"/>
          </a:ln>
        </p:spPr>
      </p:sp>
      <p:sp>
        <p:nvSpPr>
          <p:cNvPr id="554" name="Shape 552"/>
          <p:cNvSpPr/>
          <p:nvPr/>
        </p:nvSpPr>
        <p:spPr>
          <a:xfrm>
            <a:off x="2118873" y="1408807"/>
            <a:ext cx="171759" cy="318975"/>
          </a:xfrm>
          <a:prstGeom prst="upArrow">
            <a:avLst/>
          </a:prstGeom>
          <a:solidFill>
            <a:srgbClr val="D8EFC8"/>
          </a:solidFill>
          <a:ln w="9525">
            <a:solidFill>
              <a:srgbClr val="2E8B57"/>
            </a:solidFill>
            <a:prstDash val="solid"/>
          </a:ln>
        </p:spPr>
      </p:sp>
      <p:sp>
        <p:nvSpPr>
          <p:cNvPr id="555" name="Shape 553"/>
          <p:cNvSpPr/>
          <p:nvPr/>
        </p:nvSpPr>
        <p:spPr>
          <a:xfrm>
            <a:off x="2587908" y="1408807"/>
            <a:ext cx="171759" cy="318975"/>
          </a:xfrm>
          <a:prstGeom prst="upArrow">
            <a:avLst/>
          </a:prstGeom>
          <a:solidFill>
            <a:srgbClr val="D8EFC8"/>
          </a:solidFill>
          <a:ln w="9525">
            <a:solidFill>
              <a:srgbClr val="2E8B57"/>
            </a:solidFill>
            <a:prstDash val="solid"/>
          </a:ln>
        </p:spPr>
      </p:sp>
      <p:sp>
        <p:nvSpPr>
          <p:cNvPr id="556" name="Shape 554"/>
          <p:cNvSpPr/>
          <p:nvPr/>
        </p:nvSpPr>
        <p:spPr>
          <a:xfrm>
            <a:off x="3056942" y="1408807"/>
            <a:ext cx="171759" cy="318975"/>
          </a:xfrm>
          <a:prstGeom prst="upArrow">
            <a:avLst/>
          </a:prstGeom>
          <a:solidFill>
            <a:srgbClr val="D8EFC8"/>
          </a:solidFill>
          <a:ln w="9525">
            <a:solidFill>
              <a:srgbClr val="2E8B57"/>
            </a:solidFill>
            <a:prstDash val="solid"/>
          </a:ln>
        </p:spPr>
      </p:sp>
      <p:sp>
        <p:nvSpPr>
          <p:cNvPr id="557" name="Shape 555"/>
          <p:cNvSpPr/>
          <p:nvPr/>
        </p:nvSpPr>
        <p:spPr>
          <a:xfrm>
            <a:off x="3525977" y="1408807"/>
            <a:ext cx="171759" cy="318975"/>
          </a:xfrm>
          <a:prstGeom prst="upArrow">
            <a:avLst/>
          </a:prstGeom>
          <a:solidFill>
            <a:srgbClr val="D8EFC8"/>
          </a:solidFill>
          <a:ln w="9525">
            <a:solidFill>
              <a:srgbClr val="2E8B57"/>
            </a:solidFill>
            <a:prstDash val="solid"/>
          </a:ln>
        </p:spPr>
      </p:sp>
      <p:sp>
        <p:nvSpPr>
          <p:cNvPr id="558" name="Shape 556"/>
          <p:cNvSpPr/>
          <p:nvPr/>
        </p:nvSpPr>
        <p:spPr>
          <a:xfrm>
            <a:off x="4748109" y="1408807"/>
            <a:ext cx="171759" cy="318975"/>
          </a:xfrm>
          <a:prstGeom prst="upArrow">
            <a:avLst/>
          </a:prstGeom>
          <a:solidFill>
            <a:srgbClr val="D8EFC8"/>
          </a:solidFill>
          <a:ln w="9525">
            <a:solidFill>
              <a:srgbClr val="2E8B57"/>
            </a:solidFill>
            <a:prstDash val="solid"/>
          </a:ln>
        </p:spPr>
      </p:sp>
      <p:sp>
        <p:nvSpPr>
          <p:cNvPr id="559" name="Shape 557"/>
          <p:cNvSpPr/>
          <p:nvPr/>
        </p:nvSpPr>
        <p:spPr>
          <a:xfrm>
            <a:off x="5210537" y="1408807"/>
            <a:ext cx="171759" cy="318975"/>
          </a:xfrm>
          <a:prstGeom prst="upArrow">
            <a:avLst/>
          </a:prstGeom>
          <a:solidFill>
            <a:srgbClr val="D8EFC8"/>
          </a:solidFill>
          <a:ln w="9525">
            <a:solidFill>
              <a:srgbClr val="2E8B57"/>
            </a:solidFill>
            <a:prstDash val="solid"/>
          </a:ln>
        </p:spPr>
      </p:sp>
      <p:sp>
        <p:nvSpPr>
          <p:cNvPr id="560" name="Shape 558"/>
          <p:cNvSpPr/>
          <p:nvPr/>
        </p:nvSpPr>
        <p:spPr>
          <a:xfrm>
            <a:off x="1075106" y="2020177"/>
            <a:ext cx="4426100" cy="318975"/>
          </a:xfrm>
          <a:prstGeom prst="rect">
            <a:avLst/>
          </a:prstGeom>
          <a:solidFill>
            <a:srgbClr val="584592"/>
          </a:solidFill>
          <a:ln/>
        </p:spPr>
      </p:sp>
      <p:sp>
        <p:nvSpPr>
          <p:cNvPr id="561" name="Text 559"/>
          <p:cNvSpPr/>
          <p:nvPr/>
        </p:nvSpPr>
        <p:spPr>
          <a:xfrm>
            <a:off x="1075106" y="2020177"/>
            <a:ext cx="4426100" cy="318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 Block M</a:t>
            </a:r>
            <a:endParaRPr lang="en-US" sz="1100" dirty="0"/>
          </a:p>
        </p:txBody>
      </p:sp>
      <p:sp>
        <p:nvSpPr>
          <p:cNvPr id="562" name="Shape 560"/>
          <p:cNvSpPr/>
          <p:nvPr/>
        </p:nvSpPr>
        <p:spPr>
          <a:xfrm>
            <a:off x="1075106" y="3322659"/>
            <a:ext cx="4426100" cy="305685"/>
          </a:xfrm>
          <a:prstGeom prst="rect">
            <a:avLst/>
          </a:prstGeom>
          <a:solidFill>
            <a:srgbClr val="584592"/>
          </a:solidFill>
          <a:ln/>
        </p:spPr>
      </p:sp>
      <p:sp>
        <p:nvSpPr>
          <p:cNvPr id="563" name="Text 561"/>
          <p:cNvSpPr/>
          <p:nvPr/>
        </p:nvSpPr>
        <p:spPr>
          <a:xfrm>
            <a:off x="1075106" y="3322659"/>
            <a:ext cx="4426100" cy="3056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 Block 2</a:t>
            </a:r>
            <a:endParaRPr lang="en-US" sz="1100" dirty="0"/>
          </a:p>
        </p:txBody>
      </p:sp>
      <p:sp>
        <p:nvSpPr>
          <p:cNvPr id="564" name="Shape 562"/>
          <p:cNvSpPr/>
          <p:nvPr/>
        </p:nvSpPr>
        <p:spPr>
          <a:xfrm>
            <a:off x="1075106" y="3867575"/>
            <a:ext cx="4426100" cy="318975"/>
          </a:xfrm>
          <a:prstGeom prst="rect">
            <a:avLst/>
          </a:prstGeom>
          <a:solidFill>
            <a:srgbClr val="584592"/>
          </a:solidFill>
          <a:ln/>
        </p:spPr>
      </p:sp>
      <p:sp>
        <p:nvSpPr>
          <p:cNvPr id="565" name="Text 563"/>
          <p:cNvSpPr/>
          <p:nvPr/>
        </p:nvSpPr>
        <p:spPr>
          <a:xfrm>
            <a:off x="1075106" y="3867575"/>
            <a:ext cx="4426100" cy="318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 Block 1</a:t>
            </a:r>
            <a:endParaRPr lang="en-US" sz="1100" dirty="0"/>
          </a:p>
        </p:txBody>
      </p:sp>
      <p:sp>
        <p:nvSpPr>
          <p:cNvPr id="566" name="Shape 564"/>
          <p:cNvSpPr/>
          <p:nvPr/>
        </p:nvSpPr>
        <p:spPr>
          <a:xfrm>
            <a:off x="1075106" y="4425782"/>
            <a:ext cx="4426100" cy="305685"/>
          </a:xfrm>
          <a:prstGeom prst="rect">
            <a:avLst/>
          </a:prstGeom>
          <a:solidFill>
            <a:srgbClr val="584592"/>
          </a:solidFill>
          <a:ln/>
        </p:spPr>
      </p:sp>
      <p:sp>
        <p:nvSpPr>
          <p:cNvPr id="567" name="Text 565"/>
          <p:cNvSpPr/>
          <p:nvPr/>
        </p:nvSpPr>
        <p:spPr>
          <a:xfrm>
            <a:off x="1075106" y="4425782"/>
            <a:ext cx="4426100" cy="3056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 Block 0</a:t>
            </a:r>
            <a:endParaRPr lang="en-US" sz="1100" dirty="0"/>
          </a:p>
        </p:txBody>
      </p:sp>
      <p:sp>
        <p:nvSpPr>
          <p:cNvPr id="568" name="Shape 566"/>
          <p:cNvSpPr/>
          <p:nvPr/>
        </p:nvSpPr>
        <p:spPr>
          <a:xfrm>
            <a:off x="1227047" y="2432186"/>
            <a:ext cx="79273" cy="79744"/>
          </a:xfrm>
          <a:prstGeom prst="ellipse">
            <a:avLst/>
          </a:prstGeom>
          <a:solidFill>
            <a:srgbClr val="04048C"/>
          </a:solidFill>
          <a:ln/>
        </p:spPr>
      </p:sp>
      <p:sp>
        <p:nvSpPr>
          <p:cNvPr id="569" name="Shape 567"/>
          <p:cNvSpPr/>
          <p:nvPr/>
        </p:nvSpPr>
        <p:spPr>
          <a:xfrm>
            <a:off x="1227047" y="2571738"/>
            <a:ext cx="79273" cy="79744"/>
          </a:xfrm>
          <a:prstGeom prst="ellipse">
            <a:avLst/>
          </a:prstGeom>
          <a:solidFill>
            <a:srgbClr val="04048C"/>
          </a:solidFill>
          <a:ln/>
        </p:spPr>
      </p:sp>
      <p:sp>
        <p:nvSpPr>
          <p:cNvPr id="570" name="Shape 568"/>
          <p:cNvSpPr/>
          <p:nvPr/>
        </p:nvSpPr>
        <p:spPr>
          <a:xfrm>
            <a:off x="1227047" y="2711290"/>
            <a:ext cx="79273" cy="79744"/>
          </a:xfrm>
          <a:prstGeom prst="ellipse">
            <a:avLst/>
          </a:prstGeom>
          <a:solidFill>
            <a:srgbClr val="04048C"/>
          </a:solidFill>
          <a:ln/>
        </p:spPr>
      </p:sp>
      <p:sp>
        <p:nvSpPr>
          <p:cNvPr id="571" name="Shape 569"/>
          <p:cNvSpPr/>
          <p:nvPr/>
        </p:nvSpPr>
        <p:spPr>
          <a:xfrm>
            <a:off x="1227047" y="2850841"/>
            <a:ext cx="79273" cy="79744"/>
          </a:xfrm>
          <a:prstGeom prst="ellipse">
            <a:avLst/>
          </a:prstGeom>
          <a:solidFill>
            <a:srgbClr val="04048C"/>
          </a:solidFill>
          <a:ln/>
        </p:spPr>
      </p:sp>
      <p:sp>
        <p:nvSpPr>
          <p:cNvPr id="572" name="Shape 570"/>
          <p:cNvSpPr/>
          <p:nvPr/>
        </p:nvSpPr>
        <p:spPr>
          <a:xfrm>
            <a:off x="1227047" y="2990393"/>
            <a:ext cx="79273" cy="79744"/>
          </a:xfrm>
          <a:prstGeom prst="ellipse">
            <a:avLst/>
          </a:prstGeom>
          <a:solidFill>
            <a:srgbClr val="04048C"/>
          </a:solidFill>
          <a:ln/>
        </p:spPr>
      </p:sp>
      <p:sp>
        <p:nvSpPr>
          <p:cNvPr id="573" name="Shape 571"/>
          <p:cNvSpPr/>
          <p:nvPr/>
        </p:nvSpPr>
        <p:spPr>
          <a:xfrm>
            <a:off x="1696081" y="2432186"/>
            <a:ext cx="79273" cy="79744"/>
          </a:xfrm>
          <a:prstGeom prst="ellipse">
            <a:avLst/>
          </a:prstGeom>
          <a:solidFill>
            <a:srgbClr val="04048C"/>
          </a:solidFill>
          <a:ln/>
        </p:spPr>
      </p:sp>
      <p:sp>
        <p:nvSpPr>
          <p:cNvPr id="574" name="Shape 572"/>
          <p:cNvSpPr/>
          <p:nvPr/>
        </p:nvSpPr>
        <p:spPr>
          <a:xfrm>
            <a:off x="1696081" y="2571738"/>
            <a:ext cx="79273" cy="79744"/>
          </a:xfrm>
          <a:prstGeom prst="ellipse">
            <a:avLst/>
          </a:prstGeom>
          <a:solidFill>
            <a:srgbClr val="04048C"/>
          </a:solidFill>
          <a:ln/>
        </p:spPr>
      </p:sp>
      <p:sp>
        <p:nvSpPr>
          <p:cNvPr id="575" name="Shape 573"/>
          <p:cNvSpPr/>
          <p:nvPr/>
        </p:nvSpPr>
        <p:spPr>
          <a:xfrm>
            <a:off x="1696081" y="2711290"/>
            <a:ext cx="79273" cy="79744"/>
          </a:xfrm>
          <a:prstGeom prst="ellipse">
            <a:avLst/>
          </a:prstGeom>
          <a:solidFill>
            <a:srgbClr val="04048C"/>
          </a:solidFill>
          <a:ln/>
        </p:spPr>
      </p:sp>
      <p:sp>
        <p:nvSpPr>
          <p:cNvPr id="576" name="Shape 574"/>
          <p:cNvSpPr/>
          <p:nvPr/>
        </p:nvSpPr>
        <p:spPr>
          <a:xfrm>
            <a:off x="1696081" y="2850841"/>
            <a:ext cx="79273" cy="79744"/>
          </a:xfrm>
          <a:prstGeom prst="ellipse">
            <a:avLst/>
          </a:prstGeom>
          <a:solidFill>
            <a:srgbClr val="04048C"/>
          </a:solidFill>
          <a:ln/>
        </p:spPr>
      </p:sp>
      <p:sp>
        <p:nvSpPr>
          <p:cNvPr id="577" name="Shape 575"/>
          <p:cNvSpPr/>
          <p:nvPr/>
        </p:nvSpPr>
        <p:spPr>
          <a:xfrm>
            <a:off x="1696081" y="2990393"/>
            <a:ext cx="79273" cy="79744"/>
          </a:xfrm>
          <a:prstGeom prst="ellipse">
            <a:avLst/>
          </a:prstGeom>
          <a:solidFill>
            <a:srgbClr val="04048C"/>
          </a:solidFill>
          <a:ln/>
        </p:spPr>
      </p:sp>
      <p:sp>
        <p:nvSpPr>
          <p:cNvPr id="578" name="Shape 576"/>
          <p:cNvSpPr/>
          <p:nvPr/>
        </p:nvSpPr>
        <p:spPr>
          <a:xfrm>
            <a:off x="2165116" y="2432186"/>
            <a:ext cx="79273" cy="79744"/>
          </a:xfrm>
          <a:prstGeom prst="ellipse">
            <a:avLst/>
          </a:prstGeom>
          <a:solidFill>
            <a:srgbClr val="04048C"/>
          </a:solidFill>
          <a:ln/>
        </p:spPr>
      </p:sp>
      <p:sp>
        <p:nvSpPr>
          <p:cNvPr id="579" name="Shape 577"/>
          <p:cNvSpPr/>
          <p:nvPr/>
        </p:nvSpPr>
        <p:spPr>
          <a:xfrm>
            <a:off x="2165116" y="2571738"/>
            <a:ext cx="79273" cy="79744"/>
          </a:xfrm>
          <a:prstGeom prst="ellipse">
            <a:avLst/>
          </a:prstGeom>
          <a:solidFill>
            <a:srgbClr val="04048C"/>
          </a:solidFill>
          <a:ln/>
        </p:spPr>
      </p:sp>
      <p:sp>
        <p:nvSpPr>
          <p:cNvPr id="580" name="Shape 578"/>
          <p:cNvSpPr/>
          <p:nvPr/>
        </p:nvSpPr>
        <p:spPr>
          <a:xfrm>
            <a:off x="2165116" y="2711290"/>
            <a:ext cx="79273" cy="79744"/>
          </a:xfrm>
          <a:prstGeom prst="ellipse">
            <a:avLst/>
          </a:prstGeom>
          <a:solidFill>
            <a:srgbClr val="04048C"/>
          </a:solidFill>
          <a:ln/>
        </p:spPr>
      </p:sp>
      <p:sp>
        <p:nvSpPr>
          <p:cNvPr id="581" name="Shape 579"/>
          <p:cNvSpPr/>
          <p:nvPr/>
        </p:nvSpPr>
        <p:spPr>
          <a:xfrm>
            <a:off x="2165116" y="2850841"/>
            <a:ext cx="79273" cy="79744"/>
          </a:xfrm>
          <a:prstGeom prst="ellipse">
            <a:avLst/>
          </a:prstGeom>
          <a:solidFill>
            <a:srgbClr val="04048C"/>
          </a:solidFill>
          <a:ln/>
        </p:spPr>
      </p:sp>
      <p:sp>
        <p:nvSpPr>
          <p:cNvPr id="582" name="Shape 580"/>
          <p:cNvSpPr/>
          <p:nvPr/>
        </p:nvSpPr>
        <p:spPr>
          <a:xfrm>
            <a:off x="2165116" y="2990393"/>
            <a:ext cx="79273" cy="79744"/>
          </a:xfrm>
          <a:prstGeom prst="ellipse">
            <a:avLst/>
          </a:prstGeom>
          <a:solidFill>
            <a:srgbClr val="04048C"/>
          </a:solidFill>
          <a:ln/>
        </p:spPr>
      </p:sp>
      <p:sp>
        <p:nvSpPr>
          <p:cNvPr id="583" name="Shape 581"/>
          <p:cNvSpPr/>
          <p:nvPr/>
        </p:nvSpPr>
        <p:spPr>
          <a:xfrm>
            <a:off x="2634150" y="2432186"/>
            <a:ext cx="79273" cy="79744"/>
          </a:xfrm>
          <a:prstGeom prst="ellipse">
            <a:avLst/>
          </a:prstGeom>
          <a:solidFill>
            <a:srgbClr val="04048C"/>
          </a:solidFill>
          <a:ln/>
        </p:spPr>
      </p:sp>
      <p:sp>
        <p:nvSpPr>
          <p:cNvPr id="584" name="Shape 582"/>
          <p:cNvSpPr/>
          <p:nvPr/>
        </p:nvSpPr>
        <p:spPr>
          <a:xfrm>
            <a:off x="2634150" y="2571738"/>
            <a:ext cx="79273" cy="79744"/>
          </a:xfrm>
          <a:prstGeom prst="ellipse">
            <a:avLst/>
          </a:prstGeom>
          <a:solidFill>
            <a:srgbClr val="04048C"/>
          </a:solidFill>
          <a:ln/>
        </p:spPr>
      </p:sp>
      <p:sp>
        <p:nvSpPr>
          <p:cNvPr id="585" name="Shape 583"/>
          <p:cNvSpPr/>
          <p:nvPr/>
        </p:nvSpPr>
        <p:spPr>
          <a:xfrm>
            <a:off x="2634150" y="2711290"/>
            <a:ext cx="79273" cy="79744"/>
          </a:xfrm>
          <a:prstGeom prst="ellipse">
            <a:avLst/>
          </a:prstGeom>
          <a:solidFill>
            <a:srgbClr val="04048C"/>
          </a:solidFill>
          <a:ln/>
        </p:spPr>
      </p:sp>
      <p:sp>
        <p:nvSpPr>
          <p:cNvPr id="586" name="Shape 584"/>
          <p:cNvSpPr/>
          <p:nvPr/>
        </p:nvSpPr>
        <p:spPr>
          <a:xfrm>
            <a:off x="2634150" y="2850841"/>
            <a:ext cx="79273" cy="79744"/>
          </a:xfrm>
          <a:prstGeom prst="ellipse">
            <a:avLst/>
          </a:prstGeom>
          <a:solidFill>
            <a:srgbClr val="04048C"/>
          </a:solidFill>
          <a:ln/>
        </p:spPr>
      </p:sp>
      <p:sp>
        <p:nvSpPr>
          <p:cNvPr id="587" name="Shape 585"/>
          <p:cNvSpPr/>
          <p:nvPr/>
        </p:nvSpPr>
        <p:spPr>
          <a:xfrm>
            <a:off x="2634150" y="2990393"/>
            <a:ext cx="79273" cy="79744"/>
          </a:xfrm>
          <a:prstGeom prst="ellipse">
            <a:avLst/>
          </a:prstGeom>
          <a:solidFill>
            <a:srgbClr val="04048C"/>
          </a:solidFill>
          <a:ln/>
        </p:spPr>
      </p:sp>
      <p:sp>
        <p:nvSpPr>
          <p:cNvPr id="588" name="Shape 586"/>
          <p:cNvSpPr/>
          <p:nvPr/>
        </p:nvSpPr>
        <p:spPr>
          <a:xfrm>
            <a:off x="3103185" y="2432186"/>
            <a:ext cx="79273" cy="79744"/>
          </a:xfrm>
          <a:prstGeom prst="ellipse">
            <a:avLst/>
          </a:prstGeom>
          <a:solidFill>
            <a:srgbClr val="04048C"/>
          </a:solidFill>
          <a:ln/>
        </p:spPr>
      </p:sp>
      <p:sp>
        <p:nvSpPr>
          <p:cNvPr id="589" name="Shape 587"/>
          <p:cNvSpPr/>
          <p:nvPr/>
        </p:nvSpPr>
        <p:spPr>
          <a:xfrm>
            <a:off x="3103185" y="2571738"/>
            <a:ext cx="79273" cy="79744"/>
          </a:xfrm>
          <a:prstGeom prst="ellipse">
            <a:avLst/>
          </a:prstGeom>
          <a:solidFill>
            <a:srgbClr val="04048C"/>
          </a:solidFill>
          <a:ln/>
        </p:spPr>
      </p:sp>
      <p:sp>
        <p:nvSpPr>
          <p:cNvPr id="590" name="Shape 588"/>
          <p:cNvSpPr/>
          <p:nvPr/>
        </p:nvSpPr>
        <p:spPr>
          <a:xfrm>
            <a:off x="3103185" y="2711290"/>
            <a:ext cx="79273" cy="79744"/>
          </a:xfrm>
          <a:prstGeom prst="ellipse">
            <a:avLst/>
          </a:prstGeom>
          <a:solidFill>
            <a:srgbClr val="04048C"/>
          </a:solidFill>
          <a:ln/>
        </p:spPr>
      </p:sp>
      <p:sp>
        <p:nvSpPr>
          <p:cNvPr id="591" name="Shape 589"/>
          <p:cNvSpPr/>
          <p:nvPr/>
        </p:nvSpPr>
        <p:spPr>
          <a:xfrm>
            <a:off x="3103185" y="2850841"/>
            <a:ext cx="79273" cy="79744"/>
          </a:xfrm>
          <a:prstGeom prst="ellipse">
            <a:avLst/>
          </a:prstGeom>
          <a:solidFill>
            <a:srgbClr val="04048C"/>
          </a:solidFill>
          <a:ln/>
        </p:spPr>
      </p:sp>
      <p:sp>
        <p:nvSpPr>
          <p:cNvPr id="592" name="Shape 590"/>
          <p:cNvSpPr/>
          <p:nvPr/>
        </p:nvSpPr>
        <p:spPr>
          <a:xfrm>
            <a:off x="3103185" y="2990393"/>
            <a:ext cx="79273" cy="79744"/>
          </a:xfrm>
          <a:prstGeom prst="ellipse">
            <a:avLst/>
          </a:prstGeom>
          <a:solidFill>
            <a:srgbClr val="04048C"/>
          </a:solidFill>
          <a:ln/>
        </p:spPr>
      </p:sp>
      <p:sp>
        <p:nvSpPr>
          <p:cNvPr id="593" name="Shape 591"/>
          <p:cNvSpPr/>
          <p:nvPr/>
        </p:nvSpPr>
        <p:spPr>
          <a:xfrm>
            <a:off x="3572219" y="2432186"/>
            <a:ext cx="79273" cy="79744"/>
          </a:xfrm>
          <a:prstGeom prst="ellipse">
            <a:avLst/>
          </a:prstGeom>
          <a:solidFill>
            <a:srgbClr val="04048C"/>
          </a:solidFill>
          <a:ln/>
        </p:spPr>
      </p:sp>
      <p:sp>
        <p:nvSpPr>
          <p:cNvPr id="594" name="Shape 592"/>
          <p:cNvSpPr/>
          <p:nvPr/>
        </p:nvSpPr>
        <p:spPr>
          <a:xfrm>
            <a:off x="3572219" y="2571738"/>
            <a:ext cx="79273" cy="79744"/>
          </a:xfrm>
          <a:prstGeom prst="ellipse">
            <a:avLst/>
          </a:prstGeom>
          <a:solidFill>
            <a:srgbClr val="04048C"/>
          </a:solidFill>
          <a:ln/>
        </p:spPr>
      </p:sp>
      <p:sp>
        <p:nvSpPr>
          <p:cNvPr id="595" name="Shape 593"/>
          <p:cNvSpPr/>
          <p:nvPr/>
        </p:nvSpPr>
        <p:spPr>
          <a:xfrm>
            <a:off x="3572219" y="2711290"/>
            <a:ext cx="79273" cy="79744"/>
          </a:xfrm>
          <a:prstGeom prst="ellipse">
            <a:avLst/>
          </a:prstGeom>
          <a:solidFill>
            <a:srgbClr val="04048C"/>
          </a:solidFill>
          <a:ln/>
        </p:spPr>
      </p:sp>
      <p:sp>
        <p:nvSpPr>
          <p:cNvPr id="596" name="Shape 594"/>
          <p:cNvSpPr/>
          <p:nvPr/>
        </p:nvSpPr>
        <p:spPr>
          <a:xfrm>
            <a:off x="3572219" y="2850841"/>
            <a:ext cx="79273" cy="79744"/>
          </a:xfrm>
          <a:prstGeom prst="ellipse">
            <a:avLst/>
          </a:prstGeom>
          <a:solidFill>
            <a:srgbClr val="04048C"/>
          </a:solidFill>
          <a:ln/>
        </p:spPr>
      </p:sp>
      <p:sp>
        <p:nvSpPr>
          <p:cNvPr id="597" name="Shape 595"/>
          <p:cNvSpPr/>
          <p:nvPr/>
        </p:nvSpPr>
        <p:spPr>
          <a:xfrm>
            <a:off x="3572219" y="2990393"/>
            <a:ext cx="79273" cy="79744"/>
          </a:xfrm>
          <a:prstGeom prst="ellipse">
            <a:avLst/>
          </a:prstGeom>
          <a:solidFill>
            <a:srgbClr val="04048C"/>
          </a:solidFill>
          <a:ln/>
        </p:spPr>
      </p:sp>
      <p:sp>
        <p:nvSpPr>
          <p:cNvPr id="598" name="Shape 596"/>
          <p:cNvSpPr/>
          <p:nvPr/>
        </p:nvSpPr>
        <p:spPr>
          <a:xfrm>
            <a:off x="4794351" y="2432186"/>
            <a:ext cx="79273" cy="79744"/>
          </a:xfrm>
          <a:prstGeom prst="ellipse">
            <a:avLst/>
          </a:prstGeom>
          <a:solidFill>
            <a:srgbClr val="04048C"/>
          </a:solidFill>
          <a:ln/>
        </p:spPr>
      </p:sp>
      <p:sp>
        <p:nvSpPr>
          <p:cNvPr id="599" name="Shape 597"/>
          <p:cNvSpPr/>
          <p:nvPr/>
        </p:nvSpPr>
        <p:spPr>
          <a:xfrm>
            <a:off x="4794351" y="2571738"/>
            <a:ext cx="79273" cy="79744"/>
          </a:xfrm>
          <a:prstGeom prst="ellipse">
            <a:avLst/>
          </a:prstGeom>
          <a:solidFill>
            <a:srgbClr val="04048C"/>
          </a:solidFill>
          <a:ln/>
        </p:spPr>
      </p:sp>
      <p:sp>
        <p:nvSpPr>
          <p:cNvPr id="600" name="Shape 598"/>
          <p:cNvSpPr/>
          <p:nvPr/>
        </p:nvSpPr>
        <p:spPr>
          <a:xfrm>
            <a:off x="4794351" y="2711290"/>
            <a:ext cx="79273" cy="79744"/>
          </a:xfrm>
          <a:prstGeom prst="ellipse">
            <a:avLst/>
          </a:prstGeom>
          <a:solidFill>
            <a:srgbClr val="04048C"/>
          </a:solidFill>
          <a:ln/>
        </p:spPr>
      </p:sp>
      <p:sp>
        <p:nvSpPr>
          <p:cNvPr id="601" name="Shape 599"/>
          <p:cNvSpPr/>
          <p:nvPr/>
        </p:nvSpPr>
        <p:spPr>
          <a:xfrm>
            <a:off x="4794351" y="2850841"/>
            <a:ext cx="79273" cy="79744"/>
          </a:xfrm>
          <a:prstGeom prst="ellipse">
            <a:avLst/>
          </a:prstGeom>
          <a:solidFill>
            <a:srgbClr val="04048C"/>
          </a:solidFill>
          <a:ln/>
        </p:spPr>
      </p:sp>
      <p:sp>
        <p:nvSpPr>
          <p:cNvPr id="602" name="Shape 600"/>
          <p:cNvSpPr/>
          <p:nvPr/>
        </p:nvSpPr>
        <p:spPr>
          <a:xfrm>
            <a:off x="4794351" y="2990393"/>
            <a:ext cx="79273" cy="79744"/>
          </a:xfrm>
          <a:prstGeom prst="ellipse">
            <a:avLst/>
          </a:prstGeom>
          <a:solidFill>
            <a:srgbClr val="04048C"/>
          </a:solidFill>
          <a:ln/>
        </p:spPr>
      </p:sp>
      <p:sp>
        <p:nvSpPr>
          <p:cNvPr id="603" name="Shape 601"/>
          <p:cNvSpPr/>
          <p:nvPr/>
        </p:nvSpPr>
        <p:spPr>
          <a:xfrm>
            <a:off x="5256780" y="2432186"/>
            <a:ext cx="79273" cy="79744"/>
          </a:xfrm>
          <a:prstGeom prst="ellipse">
            <a:avLst/>
          </a:prstGeom>
          <a:solidFill>
            <a:srgbClr val="04048C"/>
          </a:solidFill>
          <a:ln/>
        </p:spPr>
      </p:sp>
      <p:sp>
        <p:nvSpPr>
          <p:cNvPr id="604" name="Shape 602"/>
          <p:cNvSpPr/>
          <p:nvPr/>
        </p:nvSpPr>
        <p:spPr>
          <a:xfrm>
            <a:off x="5256780" y="2571738"/>
            <a:ext cx="79273" cy="79744"/>
          </a:xfrm>
          <a:prstGeom prst="ellipse">
            <a:avLst/>
          </a:prstGeom>
          <a:solidFill>
            <a:srgbClr val="04048C"/>
          </a:solidFill>
          <a:ln/>
        </p:spPr>
      </p:sp>
      <p:sp>
        <p:nvSpPr>
          <p:cNvPr id="605" name="Shape 603"/>
          <p:cNvSpPr/>
          <p:nvPr/>
        </p:nvSpPr>
        <p:spPr>
          <a:xfrm>
            <a:off x="5256780" y="2711290"/>
            <a:ext cx="79273" cy="79744"/>
          </a:xfrm>
          <a:prstGeom prst="ellipse">
            <a:avLst/>
          </a:prstGeom>
          <a:solidFill>
            <a:srgbClr val="04048C"/>
          </a:solidFill>
          <a:ln/>
        </p:spPr>
      </p:sp>
      <p:sp>
        <p:nvSpPr>
          <p:cNvPr id="606" name="Shape 604"/>
          <p:cNvSpPr/>
          <p:nvPr/>
        </p:nvSpPr>
        <p:spPr>
          <a:xfrm>
            <a:off x="5256780" y="2850841"/>
            <a:ext cx="79273" cy="79744"/>
          </a:xfrm>
          <a:prstGeom prst="ellipse">
            <a:avLst/>
          </a:prstGeom>
          <a:solidFill>
            <a:srgbClr val="04048C"/>
          </a:solidFill>
          <a:ln/>
        </p:spPr>
      </p:sp>
      <p:sp>
        <p:nvSpPr>
          <p:cNvPr id="607" name="Shape 605"/>
          <p:cNvSpPr/>
          <p:nvPr/>
        </p:nvSpPr>
        <p:spPr>
          <a:xfrm>
            <a:off x="5256780" y="2990393"/>
            <a:ext cx="79273" cy="79744"/>
          </a:xfrm>
          <a:prstGeom prst="ellipse">
            <a:avLst/>
          </a:prstGeom>
          <a:solidFill>
            <a:srgbClr val="04048C"/>
          </a:solidFill>
          <a:ln/>
        </p:spPr>
      </p:sp>
      <p:sp>
        <p:nvSpPr>
          <p:cNvPr id="608" name="Shape 606"/>
          <p:cNvSpPr/>
          <p:nvPr/>
        </p:nvSpPr>
        <p:spPr>
          <a:xfrm>
            <a:off x="1200623" y="3668215"/>
            <a:ext cx="132122" cy="172778"/>
          </a:xfrm>
          <a:prstGeom prst="upArrow">
            <a:avLst/>
          </a:prstGeom>
          <a:solidFill>
            <a:srgbClr val="F2C9D6"/>
          </a:solidFill>
          <a:ln w="9525">
            <a:solidFill>
              <a:srgbClr val="C00000"/>
            </a:solidFill>
            <a:prstDash val="solid"/>
          </a:ln>
        </p:spPr>
      </p:sp>
      <p:sp>
        <p:nvSpPr>
          <p:cNvPr id="609" name="Shape 607"/>
          <p:cNvSpPr/>
          <p:nvPr/>
        </p:nvSpPr>
        <p:spPr>
          <a:xfrm>
            <a:off x="1200623" y="4226422"/>
            <a:ext cx="132122" cy="172778"/>
          </a:xfrm>
          <a:prstGeom prst="upArrow">
            <a:avLst/>
          </a:prstGeom>
          <a:solidFill>
            <a:srgbClr val="F2C9D6"/>
          </a:solidFill>
          <a:ln w="9525">
            <a:solidFill>
              <a:srgbClr val="C00000"/>
            </a:solidFill>
            <a:prstDash val="solid"/>
          </a:ln>
        </p:spPr>
      </p:sp>
      <p:sp>
        <p:nvSpPr>
          <p:cNvPr id="610" name="Shape 608"/>
          <p:cNvSpPr/>
          <p:nvPr/>
        </p:nvSpPr>
        <p:spPr>
          <a:xfrm>
            <a:off x="1669657" y="3668215"/>
            <a:ext cx="132122" cy="172778"/>
          </a:xfrm>
          <a:prstGeom prst="upArrow">
            <a:avLst/>
          </a:prstGeom>
          <a:solidFill>
            <a:srgbClr val="F2C9D6"/>
          </a:solidFill>
          <a:ln w="9525">
            <a:solidFill>
              <a:srgbClr val="C00000"/>
            </a:solidFill>
            <a:prstDash val="solid"/>
          </a:ln>
        </p:spPr>
      </p:sp>
      <p:sp>
        <p:nvSpPr>
          <p:cNvPr id="611" name="Shape 609"/>
          <p:cNvSpPr/>
          <p:nvPr/>
        </p:nvSpPr>
        <p:spPr>
          <a:xfrm>
            <a:off x="1669657" y="4226422"/>
            <a:ext cx="132122" cy="172778"/>
          </a:xfrm>
          <a:prstGeom prst="upArrow">
            <a:avLst/>
          </a:prstGeom>
          <a:solidFill>
            <a:srgbClr val="F2C9D6"/>
          </a:solidFill>
          <a:ln w="9525">
            <a:solidFill>
              <a:srgbClr val="C00000"/>
            </a:solidFill>
            <a:prstDash val="solid"/>
          </a:ln>
        </p:spPr>
      </p:sp>
      <p:sp>
        <p:nvSpPr>
          <p:cNvPr id="612" name="Shape 610"/>
          <p:cNvSpPr/>
          <p:nvPr/>
        </p:nvSpPr>
        <p:spPr>
          <a:xfrm>
            <a:off x="2138691" y="3668215"/>
            <a:ext cx="132122" cy="172778"/>
          </a:xfrm>
          <a:prstGeom prst="upArrow">
            <a:avLst/>
          </a:prstGeom>
          <a:solidFill>
            <a:srgbClr val="F2C9D6"/>
          </a:solidFill>
          <a:ln w="9525">
            <a:solidFill>
              <a:srgbClr val="C00000"/>
            </a:solidFill>
            <a:prstDash val="solid"/>
          </a:ln>
        </p:spPr>
      </p:sp>
      <p:sp>
        <p:nvSpPr>
          <p:cNvPr id="613" name="Shape 611"/>
          <p:cNvSpPr/>
          <p:nvPr/>
        </p:nvSpPr>
        <p:spPr>
          <a:xfrm>
            <a:off x="2138691" y="4226422"/>
            <a:ext cx="132122" cy="172778"/>
          </a:xfrm>
          <a:prstGeom prst="upArrow">
            <a:avLst/>
          </a:prstGeom>
          <a:solidFill>
            <a:srgbClr val="F2C9D6"/>
          </a:solidFill>
          <a:ln w="9525">
            <a:solidFill>
              <a:srgbClr val="C00000"/>
            </a:solidFill>
            <a:prstDash val="solid"/>
          </a:ln>
        </p:spPr>
      </p:sp>
      <p:sp>
        <p:nvSpPr>
          <p:cNvPr id="614" name="Shape 612"/>
          <p:cNvSpPr/>
          <p:nvPr/>
        </p:nvSpPr>
        <p:spPr>
          <a:xfrm>
            <a:off x="2607726" y="3668215"/>
            <a:ext cx="132122" cy="172778"/>
          </a:xfrm>
          <a:prstGeom prst="upArrow">
            <a:avLst/>
          </a:prstGeom>
          <a:solidFill>
            <a:srgbClr val="F2C9D6"/>
          </a:solidFill>
          <a:ln w="9525">
            <a:solidFill>
              <a:srgbClr val="C00000"/>
            </a:solidFill>
            <a:prstDash val="solid"/>
          </a:ln>
        </p:spPr>
      </p:sp>
      <p:sp>
        <p:nvSpPr>
          <p:cNvPr id="615" name="Shape 613"/>
          <p:cNvSpPr/>
          <p:nvPr/>
        </p:nvSpPr>
        <p:spPr>
          <a:xfrm>
            <a:off x="2607726" y="4226422"/>
            <a:ext cx="132122" cy="172778"/>
          </a:xfrm>
          <a:prstGeom prst="upArrow">
            <a:avLst/>
          </a:prstGeom>
          <a:solidFill>
            <a:srgbClr val="F2C9D6"/>
          </a:solidFill>
          <a:ln w="9525">
            <a:solidFill>
              <a:srgbClr val="C00000"/>
            </a:solidFill>
            <a:prstDash val="solid"/>
          </a:ln>
        </p:spPr>
      </p:sp>
      <p:sp>
        <p:nvSpPr>
          <p:cNvPr id="616" name="Shape 614"/>
          <p:cNvSpPr/>
          <p:nvPr/>
        </p:nvSpPr>
        <p:spPr>
          <a:xfrm>
            <a:off x="3076760" y="3668215"/>
            <a:ext cx="132122" cy="172778"/>
          </a:xfrm>
          <a:prstGeom prst="upArrow">
            <a:avLst/>
          </a:prstGeom>
          <a:solidFill>
            <a:srgbClr val="F2C9D6"/>
          </a:solidFill>
          <a:ln w="9525">
            <a:solidFill>
              <a:srgbClr val="C00000"/>
            </a:solidFill>
            <a:prstDash val="solid"/>
          </a:ln>
        </p:spPr>
      </p:sp>
      <p:sp>
        <p:nvSpPr>
          <p:cNvPr id="617" name="Shape 615"/>
          <p:cNvSpPr/>
          <p:nvPr/>
        </p:nvSpPr>
        <p:spPr>
          <a:xfrm>
            <a:off x="3076760" y="4226422"/>
            <a:ext cx="132122" cy="172778"/>
          </a:xfrm>
          <a:prstGeom prst="upArrow">
            <a:avLst/>
          </a:prstGeom>
          <a:solidFill>
            <a:srgbClr val="F2C9D6"/>
          </a:solidFill>
          <a:ln w="9525">
            <a:solidFill>
              <a:srgbClr val="C00000"/>
            </a:solidFill>
            <a:prstDash val="solid"/>
          </a:ln>
        </p:spPr>
      </p:sp>
      <p:sp>
        <p:nvSpPr>
          <p:cNvPr id="618" name="Shape 616"/>
          <p:cNvSpPr/>
          <p:nvPr/>
        </p:nvSpPr>
        <p:spPr>
          <a:xfrm>
            <a:off x="3545795" y="3668215"/>
            <a:ext cx="132122" cy="172778"/>
          </a:xfrm>
          <a:prstGeom prst="upArrow">
            <a:avLst/>
          </a:prstGeom>
          <a:solidFill>
            <a:srgbClr val="F2C9D6"/>
          </a:solidFill>
          <a:ln w="9525">
            <a:solidFill>
              <a:srgbClr val="C00000"/>
            </a:solidFill>
            <a:prstDash val="solid"/>
          </a:ln>
        </p:spPr>
      </p:sp>
      <p:sp>
        <p:nvSpPr>
          <p:cNvPr id="619" name="Shape 617"/>
          <p:cNvSpPr/>
          <p:nvPr/>
        </p:nvSpPr>
        <p:spPr>
          <a:xfrm>
            <a:off x="3545795" y="4226422"/>
            <a:ext cx="132122" cy="172778"/>
          </a:xfrm>
          <a:prstGeom prst="upArrow">
            <a:avLst/>
          </a:prstGeom>
          <a:solidFill>
            <a:srgbClr val="F2C9D6"/>
          </a:solidFill>
          <a:ln w="9525">
            <a:solidFill>
              <a:srgbClr val="C00000"/>
            </a:solidFill>
            <a:prstDash val="solid"/>
          </a:ln>
        </p:spPr>
      </p:sp>
      <p:sp>
        <p:nvSpPr>
          <p:cNvPr id="620" name="Shape 618"/>
          <p:cNvSpPr/>
          <p:nvPr/>
        </p:nvSpPr>
        <p:spPr>
          <a:xfrm>
            <a:off x="4767927" y="3668215"/>
            <a:ext cx="132122" cy="172778"/>
          </a:xfrm>
          <a:prstGeom prst="upArrow">
            <a:avLst/>
          </a:prstGeom>
          <a:solidFill>
            <a:srgbClr val="F2C9D6"/>
          </a:solidFill>
          <a:ln w="9525">
            <a:solidFill>
              <a:srgbClr val="C00000"/>
            </a:solidFill>
            <a:prstDash val="solid"/>
          </a:ln>
        </p:spPr>
      </p:sp>
      <p:sp>
        <p:nvSpPr>
          <p:cNvPr id="621" name="Shape 619"/>
          <p:cNvSpPr/>
          <p:nvPr/>
        </p:nvSpPr>
        <p:spPr>
          <a:xfrm>
            <a:off x="4767927" y="4226422"/>
            <a:ext cx="132122" cy="172778"/>
          </a:xfrm>
          <a:prstGeom prst="upArrow">
            <a:avLst/>
          </a:prstGeom>
          <a:solidFill>
            <a:srgbClr val="F2C9D6"/>
          </a:solidFill>
          <a:ln w="9525">
            <a:solidFill>
              <a:srgbClr val="C00000"/>
            </a:solidFill>
            <a:prstDash val="solid"/>
          </a:ln>
        </p:spPr>
      </p:sp>
      <p:sp>
        <p:nvSpPr>
          <p:cNvPr id="622" name="Shape 620"/>
          <p:cNvSpPr/>
          <p:nvPr/>
        </p:nvSpPr>
        <p:spPr>
          <a:xfrm>
            <a:off x="5230355" y="3668215"/>
            <a:ext cx="132122" cy="172778"/>
          </a:xfrm>
          <a:prstGeom prst="upArrow">
            <a:avLst/>
          </a:prstGeom>
          <a:solidFill>
            <a:srgbClr val="F2C9D6"/>
          </a:solidFill>
          <a:ln w="9525">
            <a:solidFill>
              <a:srgbClr val="C00000"/>
            </a:solidFill>
            <a:prstDash val="solid"/>
          </a:ln>
        </p:spPr>
      </p:sp>
      <p:sp>
        <p:nvSpPr>
          <p:cNvPr id="623" name="Shape 621"/>
          <p:cNvSpPr/>
          <p:nvPr/>
        </p:nvSpPr>
        <p:spPr>
          <a:xfrm>
            <a:off x="5230355" y="4226422"/>
            <a:ext cx="132122" cy="172778"/>
          </a:xfrm>
          <a:prstGeom prst="upArrow">
            <a:avLst/>
          </a:prstGeom>
          <a:solidFill>
            <a:srgbClr val="F2C9D6"/>
          </a:solidFill>
          <a:ln w="9525">
            <a:solidFill>
              <a:srgbClr val="C00000"/>
            </a:solidFill>
            <a:prstDash val="solid"/>
          </a:ln>
        </p:spPr>
      </p:sp>
      <p:sp>
        <p:nvSpPr>
          <p:cNvPr id="624" name="Shape 622"/>
          <p:cNvSpPr/>
          <p:nvPr/>
        </p:nvSpPr>
        <p:spPr>
          <a:xfrm>
            <a:off x="1180804" y="4758048"/>
            <a:ext cx="171759" cy="332266"/>
          </a:xfrm>
          <a:prstGeom prst="upArrow">
            <a:avLst/>
          </a:prstGeom>
          <a:solidFill>
            <a:srgbClr val="E8E0F8"/>
          </a:solidFill>
          <a:ln w="15875">
            <a:solidFill>
              <a:srgbClr val="5A2E98"/>
            </a:solidFill>
            <a:prstDash val="solid"/>
          </a:ln>
        </p:spPr>
      </p:sp>
      <p:sp>
        <p:nvSpPr>
          <p:cNvPr id="625" name="Shape 623"/>
          <p:cNvSpPr/>
          <p:nvPr/>
        </p:nvSpPr>
        <p:spPr>
          <a:xfrm>
            <a:off x="1187410" y="5329545"/>
            <a:ext cx="158547" cy="186069"/>
          </a:xfrm>
          <a:prstGeom prst="upArrow">
            <a:avLst/>
          </a:prstGeom>
          <a:solidFill>
            <a:srgbClr val="E8E0F8"/>
          </a:solidFill>
          <a:ln w="15875">
            <a:solidFill>
              <a:srgbClr val="5A2E98"/>
            </a:solidFill>
            <a:prstDash val="solid"/>
          </a:ln>
        </p:spPr>
      </p:sp>
      <p:sp>
        <p:nvSpPr>
          <p:cNvPr id="626" name="Shape 624"/>
          <p:cNvSpPr/>
          <p:nvPr/>
        </p:nvSpPr>
        <p:spPr>
          <a:xfrm>
            <a:off x="1187410" y="6126983"/>
            <a:ext cx="158547" cy="199360"/>
          </a:xfrm>
          <a:prstGeom prst="upArrow">
            <a:avLst/>
          </a:prstGeom>
          <a:solidFill>
            <a:srgbClr val="E8E0F8"/>
          </a:solidFill>
          <a:ln w="15875">
            <a:solidFill>
              <a:srgbClr val="5A2E98"/>
            </a:solidFill>
            <a:prstDash val="solid"/>
          </a:ln>
        </p:spPr>
      </p:sp>
      <p:sp>
        <p:nvSpPr>
          <p:cNvPr id="627" name="Shape 625"/>
          <p:cNvSpPr/>
          <p:nvPr/>
        </p:nvSpPr>
        <p:spPr>
          <a:xfrm>
            <a:off x="1649839" y="4758048"/>
            <a:ext cx="171759" cy="332266"/>
          </a:xfrm>
          <a:prstGeom prst="upArrow">
            <a:avLst/>
          </a:prstGeom>
          <a:solidFill>
            <a:srgbClr val="E8E0F8"/>
          </a:solidFill>
          <a:ln w="15875">
            <a:solidFill>
              <a:srgbClr val="5A2E98"/>
            </a:solidFill>
            <a:prstDash val="solid"/>
          </a:ln>
        </p:spPr>
      </p:sp>
      <p:sp>
        <p:nvSpPr>
          <p:cNvPr id="628" name="Shape 626"/>
          <p:cNvSpPr/>
          <p:nvPr/>
        </p:nvSpPr>
        <p:spPr>
          <a:xfrm>
            <a:off x="1656445" y="5329545"/>
            <a:ext cx="158547" cy="186069"/>
          </a:xfrm>
          <a:prstGeom prst="upArrow">
            <a:avLst/>
          </a:prstGeom>
          <a:solidFill>
            <a:srgbClr val="E8E0F8"/>
          </a:solidFill>
          <a:ln w="15875">
            <a:solidFill>
              <a:srgbClr val="5A2E98"/>
            </a:solidFill>
            <a:prstDash val="solid"/>
          </a:ln>
        </p:spPr>
      </p:sp>
      <p:sp>
        <p:nvSpPr>
          <p:cNvPr id="629" name="Shape 627"/>
          <p:cNvSpPr/>
          <p:nvPr/>
        </p:nvSpPr>
        <p:spPr>
          <a:xfrm>
            <a:off x="1656445" y="6126983"/>
            <a:ext cx="158547" cy="199360"/>
          </a:xfrm>
          <a:prstGeom prst="upArrow">
            <a:avLst/>
          </a:prstGeom>
          <a:solidFill>
            <a:srgbClr val="E8E0F8"/>
          </a:solidFill>
          <a:ln w="15875">
            <a:solidFill>
              <a:srgbClr val="5A2E98"/>
            </a:solidFill>
            <a:prstDash val="solid"/>
          </a:ln>
        </p:spPr>
      </p:sp>
      <p:sp>
        <p:nvSpPr>
          <p:cNvPr id="630" name="Shape 628"/>
          <p:cNvSpPr/>
          <p:nvPr/>
        </p:nvSpPr>
        <p:spPr>
          <a:xfrm>
            <a:off x="2118873" y="4758048"/>
            <a:ext cx="171759" cy="332266"/>
          </a:xfrm>
          <a:prstGeom prst="upArrow">
            <a:avLst/>
          </a:prstGeom>
          <a:solidFill>
            <a:srgbClr val="E8E0F8"/>
          </a:solidFill>
          <a:ln w="15875">
            <a:solidFill>
              <a:srgbClr val="5A2E98"/>
            </a:solidFill>
            <a:prstDash val="solid"/>
          </a:ln>
        </p:spPr>
      </p:sp>
      <p:sp>
        <p:nvSpPr>
          <p:cNvPr id="631" name="Shape 629"/>
          <p:cNvSpPr/>
          <p:nvPr/>
        </p:nvSpPr>
        <p:spPr>
          <a:xfrm>
            <a:off x="2125479" y="5329545"/>
            <a:ext cx="158547" cy="186069"/>
          </a:xfrm>
          <a:prstGeom prst="upArrow">
            <a:avLst/>
          </a:prstGeom>
          <a:solidFill>
            <a:srgbClr val="E8E0F8"/>
          </a:solidFill>
          <a:ln w="15875">
            <a:solidFill>
              <a:srgbClr val="5A2E98"/>
            </a:solidFill>
            <a:prstDash val="solid"/>
          </a:ln>
        </p:spPr>
      </p:sp>
      <p:sp>
        <p:nvSpPr>
          <p:cNvPr id="632" name="Shape 630"/>
          <p:cNvSpPr/>
          <p:nvPr/>
        </p:nvSpPr>
        <p:spPr>
          <a:xfrm>
            <a:off x="2125479" y="6126983"/>
            <a:ext cx="158547" cy="199360"/>
          </a:xfrm>
          <a:prstGeom prst="upArrow">
            <a:avLst/>
          </a:prstGeom>
          <a:solidFill>
            <a:srgbClr val="E8E0F8"/>
          </a:solidFill>
          <a:ln w="15875">
            <a:solidFill>
              <a:srgbClr val="5A2E98"/>
            </a:solidFill>
            <a:prstDash val="solid"/>
          </a:ln>
        </p:spPr>
      </p:sp>
      <p:sp>
        <p:nvSpPr>
          <p:cNvPr id="633" name="Shape 631"/>
          <p:cNvSpPr/>
          <p:nvPr/>
        </p:nvSpPr>
        <p:spPr>
          <a:xfrm>
            <a:off x="2587908" y="4758048"/>
            <a:ext cx="171759" cy="332266"/>
          </a:xfrm>
          <a:prstGeom prst="upArrow">
            <a:avLst/>
          </a:prstGeom>
          <a:solidFill>
            <a:srgbClr val="E8E0F8"/>
          </a:solidFill>
          <a:ln w="15875">
            <a:solidFill>
              <a:srgbClr val="5A2E98"/>
            </a:solidFill>
            <a:prstDash val="solid"/>
          </a:ln>
        </p:spPr>
      </p:sp>
      <p:sp>
        <p:nvSpPr>
          <p:cNvPr id="634" name="Shape 632"/>
          <p:cNvSpPr/>
          <p:nvPr/>
        </p:nvSpPr>
        <p:spPr>
          <a:xfrm>
            <a:off x="2594514" y="5329545"/>
            <a:ext cx="158547" cy="186069"/>
          </a:xfrm>
          <a:prstGeom prst="upArrow">
            <a:avLst/>
          </a:prstGeom>
          <a:solidFill>
            <a:srgbClr val="E8E0F8"/>
          </a:solidFill>
          <a:ln w="15875">
            <a:solidFill>
              <a:srgbClr val="5A2E98"/>
            </a:solidFill>
            <a:prstDash val="solid"/>
          </a:ln>
        </p:spPr>
      </p:sp>
      <p:sp>
        <p:nvSpPr>
          <p:cNvPr id="635" name="Shape 633"/>
          <p:cNvSpPr/>
          <p:nvPr/>
        </p:nvSpPr>
        <p:spPr>
          <a:xfrm>
            <a:off x="2594514" y="6126983"/>
            <a:ext cx="158547" cy="199360"/>
          </a:xfrm>
          <a:prstGeom prst="upArrow">
            <a:avLst/>
          </a:prstGeom>
          <a:solidFill>
            <a:srgbClr val="E8E0F8"/>
          </a:solidFill>
          <a:ln w="15875">
            <a:solidFill>
              <a:srgbClr val="5A2E98"/>
            </a:solidFill>
            <a:prstDash val="solid"/>
          </a:ln>
        </p:spPr>
      </p:sp>
      <p:sp>
        <p:nvSpPr>
          <p:cNvPr id="636" name="Shape 634"/>
          <p:cNvSpPr/>
          <p:nvPr/>
        </p:nvSpPr>
        <p:spPr>
          <a:xfrm>
            <a:off x="3056942" y="4758048"/>
            <a:ext cx="171759" cy="332266"/>
          </a:xfrm>
          <a:prstGeom prst="upArrow">
            <a:avLst/>
          </a:prstGeom>
          <a:solidFill>
            <a:srgbClr val="E8E0F8"/>
          </a:solidFill>
          <a:ln w="15875">
            <a:solidFill>
              <a:srgbClr val="5A2E98"/>
            </a:solidFill>
            <a:prstDash val="solid"/>
          </a:ln>
        </p:spPr>
      </p:sp>
      <p:sp>
        <p:nvSpPr>
          <p:cNvPr id="637" name="Shape 635"/>
          <p:cNvSpPr/>
          <p:nvPr/>
        </p:nvSpPr>
        <p:spPr>
          <a:xfrm>
            <a:off x="3063548" y="5329545"/>
            <a:ext cx="158547" cy="186069"/>
          </a:xfrm>
          <a:prstGeom prst="upArrow">
            <a:avLst/>
          </a:prstGeom>
          <a:solidFill>
            <a:srgbClr val="E8E0F8"/>
          </a:solidFill>
          <a:ln w="15875">
            <a:solidFill>
              <a:srgbClr val="5A2E98"/>
            </a:solidFill>
            <a:prstDash val="solid"/>
          </a:ln>
        </p:spPr>
      </p:sp>
      <p:sp>
        <p:nvSpPr>
          <p:cNvPr id="638" name="Shape 636"/>
          <p:cNvSpPr/>
          <p:nvPr/>
        </p:nvSpPr>
        <p:spPr>
          <a:xfrm>
            <a:off x="3063548" y="6126983"/>
            <a:ext cx="158547" cy="199360"/>
          </a:xfrm>
          <a:prstGeom prst="upArrow">
            <a:avLst/>
          </a:prstGeom>
          <a:solidFill>
            <a:srgbClr val="E8E0F8"/>
          </a:solidFill>
          <a:ln w="15875">
            <a:solidFill>
              <a:srgbClr val="5A2E98"/>
            </a:solidFill>
            <a:prstDash val="solid"/>
          </a:ln>
        </p:spPr>
      </p:sp>
      <p:sp>
        <p:nvSpPr>
          <p:cNvPr id="639" name="Shape 637"/>
          <p:cNvSpPr/>
          <p:nvPr/>
        </p:nvSpPr>
        <p:spPr>
          <a:xfrm>
            <a:off x="3525977" y="4758048"/>
            <a:ext cx="171759" cy="332266"/>
          </a:xfrm>
          <a:prstGeom prst="upArrow">
            <a:avLst/>
          </a:prstGeom>
          <a:solidFill>
            <a:srgbClr val="E8E0F8"/>
          </a:solidFill>
          <a:ln w="15875">
            <a:solidFill>
              <a:srgbClr val="5A2E98"/>
            </a:solidFill>
            <a:prstDash val="solid"/>
          </a:ln>
        </p:spPr>
      </p:sp>
      <p:sp>
        <p:nvSpPr>
          <p:cNvPr id="640" name="Shape 638"/>
          <p:cNvSpPr/>
          <p:nvPr/>
        </p:nvSpPr>
        <p:spPr>
          <a:xfrm>
            <a:off x="3532583" y="5329545"/>
            <a:ext cx="158547" cy="186069"/>
          </a:xfrm>
          <a:prstGeom prst="upArrow">
            <a:avLst/>
          </a:prstGeom>
          <a:solidFill>
            <a:srgbClr val="E8E0F8"/>
          </a:solidFill>
          <a:ln w="15875">
            <a:solidFill>
              <a:srgbClr val="5A2E98"/>
            </a:solidFill>
            <a:prstDash val="solid"/>
          </a:ln>
        </p:spPr>
      </p:sp>
      <p:sp>
        <p:nvSpPr>
          <p:cNvPr id="641" name="Shape 639"/>
          <p:cNvSpPr/>
          <p:nvPr/>
        </p:nvSpPr>
        <p:spPr>
          <a:xfrm>
            <a:off x="3532583" y="6126983"/>
            <a:ext cx="158547" cy="199360"/>
          </a:xfrm>
          <a:prstGeom prst="upArrow">
            <a:avLst/>
          </a:prstGeom>
          <a:solidFill>
            <a:srgbClr val="E8E0F8"/>
          </a:solidFill>
          <a:ln w="15875">
            <a:solidFill>
              <a:srgbClr val="5A2E98"/>
            </a:solidFill>
            <a:prstDash val="solid"/>
          </a:ln>
        </p:spPr>
      </p:sp>
      <p:sp>
        <p:nvSpPr>
          <p:cNvPr id="642" name="Shape 640"/>
          <p:cNvSpPr/>
          <p:nvPr/>
        </p:nvSpPr>
        <p:spPr>
          <a:xfrm>
            <a:off x="4748109" y="4758048"/>
            <a:ext cx="171759" cy="332266"/>
          </a:xfrm>
          <a:prstGeom prst="upArrow">
            <a:avLst/>
          </a:prstGeom>
          <a:solidFill>
            <a:srgbClr val="E8E0F8"/>
          </a:solidFill>
          <a:ln w="15875">
            <a:solidFill>
              <a:srgbClr val="5A2E98"/>
            </a:solidFill>
            <a:prstDash val="solid"/>
          </a:ln>
        </p:spPr>
      </p:sp>
      <p:sp>
        <p:nvSpPr>
          <p:cNvPr id="643" name="Shape 641"/>
          <p:cNvSpPr/>
          <p:nvPr/>
        </p:nvSpPr>
        <p:spPr>
          <a:xfrm>
            <a:off x="4754715" y="5329545"/>
            <a:ext cx="158547" cy="186069"/>
          </a:xfrm>
          <a:prstGeom prst="upArrow">
            <a:avLst/>
          </a:prstGeom>
          <a:solidFill>
            <a:srgbClr val="E8E0F8"/>
          </a:solidFill>
          <a:ln w="15875">
            <a:solidFill>
              <a:srgbClr val="5A2E98"/>
            </a:solidFill>
            <a:prstDash val="solid"/>
          </a:ln>
        </p:spPr>
      </p:sp>
      <p:sp>
        <p:nvSpPr>
          <p:cNvPr id="644" name="Shape 642"/>
          <p:cNvSpPr/>
          <p:nvPr/>
        </p:nvSpPr>
        <p:spPr>
          <a:xfrm>
            <a:off x="4754715" y="6126983"/>
            <a:ext cx="158547" cy="199360"/>
          </a:xfrm>
          <a:prstGeom prst="upArrow">
            <a:avLst/>
          </a:prstGeom>
          <a:solidFill>
            <a:srgbClr val="E8E0F8"/>
          </a:solidFill>
          <a:ln w="15875">
            <a:solidFill>
              <a:srgbClr val="5A2E98"/>
            </a:solidFill>
            <a:prstDash val="solid"/>
          </a:ln>
        </p:spPr>
      </p:sp>
      <p:sp>
        <p:nvSpPr>
          <p:cNvPr id="645" name="Shape 643"/>
          <p:cNvSpPr/>
          <p:nvPr/>
        </p:nvSpPr>
        <p:spPr>
          <a:xfrm>
            <a:off x="5210537" y="4758048"/>
            <a:ext cx="171759" cy="332266"/>
          </a:xfrm>
          <a:prstGeom prst="upArrow">
            <a:avLst/>
          </a:prstGeom>
          <a:solidFill>
            <a:srgbClr val="E8E0F8"/>
          </a:solidFill>
          <a:ln w="15875">
            <a:solidFill>
              <a:srgbClr val="5A2E98"/>
            </a:solidFill>
            <a:prstDash val="solid"/>
          </a:ln>
        </p:spPr>
      </p:sp>
      <p:sp>
        <p:nvSpPr>
          <p:cNvPr id="646" name="Shape 644"/>
          <p:cNvSpPr/>
          <p:nvPr/>
        </p:nvSpPr>
        <p:spPr>
          <a:xfrm>
            <a:off x="5217143" y="5329545"/>
            <a:ext cx="158547" cy="186069"/>
          </a:xfrm>
          <a:prstGeom prst="upArrow">
            <a:avLst/>
          </a:prstGeom>
          <a:solidFill>
            <a:srgbClr val="E8E0F8"/>
          </a:solidFill>
          <a:ln w="15875">
            <a:solidFill>
              <a:srgbClr val="5A2E98"/>
            </a:solidFill>
            <a:prstDash val="solid"/>
          </a:ln>
        </p:spPr>
      </p:sp>
      <p:sp>
        <p:nvSpPr>
          <p:cNvPr id="647" name="Shape 645"/>
          <p:cNvSpPr/>
          <p:nvPr/>
        </p:nvSpPr>
        <p:spPr>
          <a:xfrm>
            <a:off x="5217143" y="6126983"/>
            <a:ext cx="158547" cy="199360"/>
          </a:xfrm>
          <a:prstGeom prst="upArrow">
            <a:avLst/>
          </a:prstGeom>
          <a:solidFill>
            <a:srgbClr val="E8E0F8"/>
          </a:solidFill>
          <a:ln w="15875">
            <a:solidFill>
              <a:srgbClr val="5A2E98"/>
            </a:solidFill>
            <a:prstDash val="solid"/>
          </a:ln>
        </p:spPr>
      </p:sp>
      <p:sp>
        <p:nvSpPr>
          <p:cNvPr id="648" name="Shape 646"/>
          <p:cNvSpPr/>
          <p:nvPr/>
        </p:nvSpPr>
        <p:spPr>
          <a:xfrm>
            <a:off x="1068500" y="1468615"/>
            <a:ext cx="79273" cy="212650"/>
          </a:xfrm>
          <a:prstGeom prst="rect">
            <a:avLst/>
          </a:prstGeom>
          <a:solidFill>
            <a:srgbClr val="F2C4CC"/>
          </a:solidFill>
          <a:ln/>
        </p:spPr>
      </p:sp>
      <p:sp>
        <p:nvSpPr>
          <p:cNvPr id="649" name="Shape 647"/>
          <p:cNvSpPr/>
          <p:nvPr/>
        </p:nvSpPr>
        <p:spPr>
          <a:xfrm>
            <a:off x="1147774" y="1468615"/>
            <a:ext cx="79273" cy="212650"/>
          </a:xfrm>
          <a:prstGeom prst="rect">
            <a:avLst/>
          </a:prstGeom>
          <a:solidFill>
            <a:srgbClr val="FDF3DC"/>
          </a:solidFill>
          <a:ln/>
        </p:spPr>
      </p:sp>
      <p:sp>
        <p:nvSpPr>
          <p:cNvPr id="650" name="Shape 648"/>
          <p:cNvSpPr/>
          <p:nvPr/>
        </p:nvSpPr>
        <p:spPr>
          <a:xfrm>
            <a:off x="1227047" y="1468615"/>
            <a:ext cx="79273" cy="212650"/>
          </a:xfrm>
          <a:prstGeom prst="rect">
            <a:avLst/>
          </a:prstGeom>
          <a:solidFill>
            <a:srgbClr val="F6D8E0"/>
          </a:solidFill>
          <a:ln/>
        </p:spPr>
      </p:sp>
      <p:sp>
        <p:nvSpPr>
          <p:cNvPr id="651" name="Shape 649"/>
          <p:cNvSpPr/>
          <p:nvPr/>
        </p:nvSpPr>
        <p:spPr>
          <a:xfrm>
            <a:off x="1306320" y="1468615"/>
            <a:ext cx="79273" cy="212650"/>
          </a:xfrm>
          <a:prstGeom prst="rect">
            <a:avLst/>
          </a:prstGeom>
          <a:solidFill>
            <a:srgbClr val="FDF3DC"/>
          </a:solidFill>
          <a:ln/>
        </p:spPr>
      </p:sp>
      <p:sp>
        <p:nvSpPr>
          <p:cNvPr id="652" name="Shape 650"/>
          <p:cNvSpPr/>
          <p:nvPr/>
        </p:nvSpPr>
        <p:spPr>
          <a:xfrm>
            <a:off x="1385594" y="1468615"/>
            <a:ext cx="79273" cy="212650"/>
          </a:xfrm>
          <a:prstGeom prst="rect">
            <a:avLst/>
          </a:prstGeom>
          <a:solidFill>
            <a:srgbClr val="F2C4CC"/>
          </a:solidFill>
          <a:ln/>
        </p:spPr>
      </p:sp>
      <p:sp>
        <p:nvSpPr>
          <p:cNvPr id="653" name="Shape 651"/>
          <p:cNvSpPr/>
          <p:nvPr/>
        </p:nvSpPr>
        <p:spPr>
          <a:xfrm>
            <a:off x="1068500" y="1468615"/>
            <a:ext cx="396367" cy="212650"/>
          </a:xfrm>
          <a:prstGeom prst="rect">
            <a:avLst/>
          </a:prstGeom>
          <a:ln w="9525">
            <a:solidFill>
              <a:srgbClr val="6A1A1A"/>
            </a:solidFill>
            <a:prstDash val="solid"/>
          </a:ln>
        </p:spPr>
      </p:sp>
      <p:sp>
        <p:nvSpPr>
          <p:cNvPr id="654" name="Text 652"/>
          <p:cNvSpPr/>
          <p:nvPr/>
        </p:nvSpPr>
        <p:spPr>
          <a:xfrm>
            <a:off x="1055288" y="1442034"/>
            <a:ext cx="422792" cy="265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i="1" dirty="0">
                <a:solidFill>
                  <a:srgbClr val="8E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</a:t>
            </a:r>
            <a:pPr algn="ctr" indent="0" marL="0">
              <a:buNone/>
            </a:pPr>
            <a:r>
              <a:rPr lang="en-US" sz="850" b="1" i="1" baseline="-40000" dirty="0">
                <a:solidFill>
                  <a:srgbClr val="8E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endParaRPr lang="en-US" sz="850" dirty="0"/>
          </a:p>
        </p:txBody>
      </p:sp>
      <p:sp>
        <p:nvSpPr>
          <p:cNvPr id="655" name="Shape 653"/>
          <p:cNvSpPr/>
          <p:nvPr/>
        </p:nvSpPr>
        <p:spPr>
          <a:xfrm>
            <a:off x="1537535" y="1468615"/>
            <a:ext cx="79273" cy="212650"/>
          </a:xfrm>
          <a:prstGeom prst="rect">
            <a:avLst/>
          </a:prstGeom>
          <a:solidFill>
            <a:srgbClr val="F2C4CC"/>
          </a:solidFill>
          <a:ln/>
        </p:spPr>
      </p:sp>
      <p:sp>
        <p:nvSpPr>
          <p:cNvPr id="656" name="Shape 654"/>
          <p:cNvSpPr/>
          <p:nvPr/>
        </p:nvSpPr>
        <p:spPr>
          <a:xfrm>
            <a:off x="1616808" y="1468615"/>
            <a:ext cx="79273" cy="212650"/>
          </a:xfrm>
          <a:prstGeom prst="rect">
            <a:avLst/>
          </a:prstGeom>
          <a:solidFill>
            <a:srgbClr val="FDF3DC"/>
          </a:solidFill>
          <a:ln/>
        </p:spPr>
      </p:sp>
      <p:sp>
        <p:nvSpPr>
          <p:cNvPr id="657" name="Shape 655"/>
          <p:cNvSpPr/>
          <p:nvPr/>
        </p:nvSpPr>
        <p:spPr>
          <a:xfrm>
            <a:off x="1696081" y="1468615"/>
            <a:ext cx="79273" cy="212650"/>
          </a:xfrm>
          <a:prstGeom prst="rect">
            <a:avLst/>
          </a:prstGeom>
          <a:solidFill>
            <a:srgbClr val="F6D8E0"/>
          </a:solidFill>
          <a:ln/>
        </p:spPr>
      </p:sp>
      <p:sp>
        <p:nvSpPr>
          <p:cNvPr id="658" name="Shape 656"/>
          <p:cNvSpPr/>
          <p:nvPr/>
        </p:nvSpPr>
        <p:spPr>
          <a:xfrm>
            <a:off x="1775355" y="1468615"/>
            <a:ext cx="79273" cy="212650"/>
          </a:xfrm>
          <a:prstGeom prst="rect">
            <a:avLst/>
          </a:prstGeom>
          <a:solidFill>
            <a:srgbClr val="FDF3DC"/>
          </a:solidFill>
          <a:ln/>
        </p:spPr>
      </p:sp>
      <p:sp>
        <p:nvSpPr>
          <p:cNvPr id="659" name="Shape 657"/>
          <p:cNvSpPr/>
          <p:nvPr/>
        </p:nvSpPr>
        <p:spPr>
          <a:xfrm>
            <a:off x="1854628" y="1468615"/>
            <a:ext cx="79273" cy="212650"/>
          </a:xfrm>
          <a:prstGeom prst="rect">
            <a:avLst/>
          </a:prstGeom>
          <a:solidFill>
            <a:srgbClr val="F2C4CC"/>
          </a:solidFill>
          <a:ln/>
        </p:spPr>
      </p:sp>
      <p:sp>
        <p:nvSpPr>
          <p:cNvPr id="660" name="Shape 658"/>
          <p:cNvSpPr/>
          <p:nvPr/>
        </p:nvSpPr>
        <p:spPr>
          <a:xfrm>
            <a:off x="1537535" y="1468615"/>
            <a:ext cx="396367" cy="212650"/>
          </a:xfrm>
          <a:prstGeom prst="rect">
            <a:avLst/>
          </a:prstGeom>
          <a:ln w="9525">
            <a:solidFill>
              <a:srgbClr val="6A1A1A"/>
            </a:solidFill>
            <a:prstDash val="solid"/>
          </a:ln>
        </p:spPr>
      </p:sp>
      <p:sp>
        <p:nvSpPr>
          <p:cNvPr id="661" name="Text 659"/>
          <p:cNvSpPr/>
          <p:nvPr/>
        </p:nvSpPr>
        <p:spPr>
          <a:xfrm>
            <a:off x="1524322" y="1442034"/>
            <a:ext cx="422792" cy="265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i="1" dirty="0">
                <a:solidFill>
                  <a:srgbClr val="8E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</a:t>
            </a:r>
            <a:pPr algn="ctr" indent="0" marL="0">
              <a:buNone/>
            </a:pPr>
            <a:r>
              <a:rPr lang="en-US" sz="850" b="1" i="1" baseline="-40000" dirty="0">
                <a:solidFill>
                  <a:srgbClr val="8E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850" dirty="0"/>
          </a:p>
        </p:txBody>
      </p:sp>
      <p:sp>
        <p:nvSpPr>
          <p:cNvPr id="662" name="Shape 660"/>
          <p:cNvSpPr/>
          <p:nvPr/>
        </p:nvSpPr>
        <p:spPr>
          <a:xfrm>
            <a:off x="2006569" y="1468615"/>
            <a:ext cx="79273" cy="212650"/>
          </a:xfrm>
          <a:prstGeom prst="rect">
            <a:avLst/>
          </a:prstGeom>
          <a:solidFill>
            <a:srgbClr val="F2C4CC"/>
          </a:solidFill>
          <a:ln/>
        </p:spPr>
      </p:sp>
      <p:sp>
        <p:nvSpPr>
          <p:cNvPr id="663" name="Shape 661"/>
          <p:cNvSpPr/>
          <p:nvPr/>
        </p:nvSpPr>
        <p:spPr>
          <a:xfrm>
            <a:off x="2085843" y="1468615"/>
            <a:ext cx="79273" cy="212650"/>
          </a:xfrm>
          <a:prstGeom prst="rect">
            <a:avLst/>
          </a:prstGeom>
          <a:solidFill>
            <a:srgbClr val="FDF3DC"/>
          </a:solidFill>
          <a:ln/>
        </p:spPr>
      </p:sp>
      <p:sp>
        <p:nvSpPr>
          <p:cNvPr id="664" name="Shape 662"/>
          <p:cNvSpPr/>
          <p:nvPr/>
        </p:nvSpPr>
        <p:spPr>
          <a:xfrm>
            <a:off x="2165116" y="1468615"/>
            <a:ext cx="79273" cy="212650"/>
          </a:xfrm>
          <a:prstGeom prst="rect">
            <a:avLst/>
          </a:prstGeom>
          <a:solidFill>
            <a:srgbClr val="F6D8E0"/>
          </a:solidFill>
          <a:ln/>
        </p:spPr>
      </p:sp>
      <p:sp>
        <p:nvSpPr>
          <p:cNvPr id="665" name="Shape 663"/>
          <p:cNvSpPr/>
          <p:nvPr/>
        </p:nvSpPr>
        <p:spPr>
          <a:xfrm>
            <a:off x="2244389" y="1468615"/>
            <a:ext cx="79273" cy="212650"/>
          </a:xfrm>
          <a:prstGeom prst="rect">
            <a:avLst/>
          </a:prstGeom>
          <a:solidFill>
            <a:srgbClr val="FDF3DC"/>
          </a:solidFill>
          <a:ln/>
        </p:spPr>
      </p:sp>
      <p:sp>
        <p:nvSpPr>
          <p:cNvPr id="666" name="Shape 664"/>
          <p:cNvSpPr/>
          <p:nvPr/>
        </p:nvSpPr>
        <p:spPr>
          <a:xfrm>
            <a:off x="2323663" y="1468615"/>
            <a:ext cx="79273" cy="212650"/>
          </a:xfrm>
          <a:prstGeom prst="rect">
            <a:avLst/>
          </a:prstGeom>
          <a:solidFill>
            <a:srgbClr val="F2C4CC"/>
          </a:solidFill>
          <a:ln/>
        </p:spPr>
      </p:sp>
      <p:sp>
        <p:nvSpPr>
          <p:cNvPr id="667" name="Shape 665"/>
          <p:cNvSpPr/>
          <p:nvPr/>
        </p:nvSpPr>
        <p:spPr>
          <a:xfrm>
            <a:off x="2006569" y="1468615"/>
            <a:ext cx="396367" cy="212650"/>
          </a:xfrm>
          <a:prstGeom prst="rect">
            <a:avLst/>
          </a:prstGeom>
          <a:ln w="9525">
            <a:solidFill>
              <a:srgbClr val="6A1A1A"/>
            </a:solidFill>
            <a:prstDash val="solid"/>
          </a:ln>
        </p:spPr>
      </p:sp>
      <p:sp>
        <p:nvSpPr>
          <p:cNvPr id="668" name="Text 666"/>
          <p:cNvSpPr/>
          <p:nvPr/>
        </p:nvSpPr>
        <p:spPr>
          <a:xfrm>
            <a:off x="1993357" y="1442034"/>
            <a:ext cx="422792" cy="265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i="1" dirty="0">
                <a:solidFill>
                  <a:srgbClr val="8E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</a:t>
            </a:r>
            <a:pPr algn="ctr" indent="0" marL="0">
              <a:buNone/>
            </a:pPr>
            <a:r>
              <a:rPr lang="en-US" sz="850" b="1" i="1" baseline="-40000" dirty="0">
                <a:solidFill>
                  <a:srgbClr val="8E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850" dirty="0"/>
          </a:p>
        </p:txBody>
      </p:sp>
      <p:sp>
        <p:nvSpPr>
          <p:cNvPr id="669" name="Shape 667"/>
          <p:cNvSpPr/>
          <p:nvPr/>
        </p:nvSpPr>
        <p:spPr>
          <a:xfrm>
            <a:off x="2475604" y="1468615"/>
            <a:ext cx="79273" cy="212650"/>
          </a:xfrm>
          <a:prstGeom prst="rect">
            <a:avLst/>
          </a:prstGeom>
          <a:solidFill>
            <a:srgbClr val="F2C4CC"/>
          </a:solidFill>
          <a:ln/>
        </p:spPr>
      </p:sp>
      <p:sp>
        <p:nvSpPr>
          <p:cNvPr id="670" name="Shape 668"/>
          <p:cNvSpPr/>
          <p:nvPr/>
        </p:nvSpPr>
        <p:spPr>
          <a:xfrm>
            <a:off x="2554877" y="1468615"/>
            <a:ext cx="79273" cy="212650"/>
          </a:xfrm>
          <a:prstGeom prst="rect">
            <a:avLst/>
          </a:prstGeom>
          <a:solidFill>
            <a:srgbClr val="FDF3DC"/>
          </a:solidFill>
          <a:ln/>
        </p:spPr>
      </p:sp>
      <p:sp>
        <p:nvSpPr>
          <p:cNvPr id="671" name="Shape 669"/>
          <p:cNvSpPr/>
          <p:nvPr/>
        </p:nvSpPr>
        <p:spPr>
          <a:xfrm>
            <a:off x="2634150" y="1468615"/>
            <a:ext cx="79273" cy="212650"/>
          </a:xfrm>
          <a:prstGeom prst="rect">
            <a:avLst/>
          </a:prstGeom>
          <a:solidFill>
            <a:srgbClr val="F6D8E0"/>
          </a:solidFill>
          <a:ln/>
        </p:spPr>
      </p:sp>
      <p:sp>
        <p:nvSpPr>
          <p:cNvPr id="672" name="Shape 670"/>
          <p:cNvSpPr/>
          <p:nvPr/>
        </p:nvSpPr>
        <p:spPr>
          <a:xfrm>
            <a:off x="2713424" y="1468615"/>
            <a:ext cx="79273" cy="212650"/>
          </a:xfrm>
          <a:prstGeom prst="rect">
            <a:avLst/>
          </a:prstGeom>
          <a:solidFill>
            <a:srgbClr val="FDF3DC"/>
          </a:solidFill>
          <a:ln/>
        </p:spPr>
      </p:sp>
      <p:sp>
        <p:nvSpPr>
          <p:cNvPr id="673" name="Shape 671"/>
          <p:cNvSpPr/>
          <p:nvPr/>
        </p:nvSpPr>
        <p:spPr>
          <a:xfrm>
            <a:off x="2792697" y="1468615"/>
            <a:ext cx="79273" cy="212650"/>
          </a:xfrm>
          <a:prstGeom prst="rect">
            <a:avLst/>
          </a:prstGeom>
          <a:solidFill>
            <a:srgbClr val="F2C4CC"/>
          </a:solidFill>
          <a:ln/>
        </p:spPr>
      </p:sp>
      <p:sp>
        <p:nvSpPr>
          <p:cNvPr id="674" name="Shape 672"/>
          <p:cNvSpPr/>
          <p:nvPr/>
        </p:nvSpPr>
        <p:spPr>
          <a:xfrm>
            <a:off x="2475604" y="1468615"/>
            <a:ext cx="396367" cy="212650"/>
          </a:xfrm>
          <a:prstGeom prst="rect">
            <a:avLst/>
          </a:prstGeom>
          <a:ln w="9525">
            <a:solidFill>
              <a:srgbClr val="6A1A1A"/>
            </a:solidFill>
            <a:prstDash val="solid"/>
          </a:ln>
        </p:spPr>
      </p:sp>
      <p:sp>
        <p:nvSpPr>
          <p:cNvPr id="675" name="Text 673"/>
          <p:cNvSpPr/>
          <p:nvPr/>
        </p:nvSpPr>
        <p:spPr>
          <a:xfrm>
            <a:off x="2462391" y="1442034"/>
            <a:ext cx="422792" cy="265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i="1" dirty="0">
                <a:solidFill>
                  <a:srgbClr val="8E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</a:t>
            </a:r>
            <a:pPr algn="ctr" indent="0" marL="0">
              <a:buNone/>
            </a:pPr>
            <a:r>
              <a:rPr lang="en-US" sz="850" b="1" i="1" baseline="-40000" dirty="0">
                <a:solidFill>
                  <a:srgbClr val="8E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850" dirty="0"/>
          </a:p>
        </p:txBody>
      </p:sp>
      <p:sp>
        <p:nvSpPr>
          <p:cNvPr id="676" name="Shape 674"/>
          <p:cNvSpPr/>
          <p:nvPr/>
        </p:nvSpPr>
        <p:spPr>
          <a:xfrm>
            <a:off x="2944638" y="1468615"/>
            <a:ext cx="79273" cy="212650"/>
          </a:xfrm>
          <a:prstGeom prst="rect">
            <a:avLst/>
          </a:prstGeom>
          <a:solidFill>
            <a:srgbClr val="F2C4CC"/>
          </a:solidFill>
          <a:ln/>
        </p:spPr>
      </p:sp>
      <p:sp>
        <p:nvSpPr>
          <p:cNvPr id="677" name="Shape 675"/>
          <p:cNvSpPr/>
          <p:nvPr/>
        </p:nvSpPr>
        <p:spPr>
          <a:xfrm>
            <a:off x="3023911" y="1468615"/>
            <a:ext cx="79273" cy="212650"/>
          </a:xfrm>
          <a:prstGeom prst="rect">
            <a:avLst/>
          </a:prstGeom>
          <a:solidFill>
            <a:srgbClr val="FDF3DC"/>
          </a:solidFill>
          <a:ln/>
        </p:spPr>
      </p:sp>
      <p:sp>
        <p:nvSpPr>
          <p:cNvPr id="678" name="Shape 676"/>
          <p:cNvSpPr/>
          <p:nvPr/>
        </p:nvSpPr>
        <p:spPr>
          <a:xfrm>
            <a:off x="3103185" y="1468615"/>
            <a:ext cx="79273" cy="212650"/>
          </a:xfrm>
          <a:prstGeom prst="rect">
            <a:avLst/>
          </a:prstGeom>
          <a:solidFill>
            <a:srgbClr val="F6D8E0"/>
          </a:solidFill>
          <a:ln/>
        </p:spPr>
      </p:sp>
      <p:sp>
        <p:nvSpPr>
          <p:cNvPr id="679" name="Shape 677"/>
          <p:cNvSpPr/>
          <p:nvPr/>
        </p:nvSpPr>
        <p:spPr>
          <a:xfrm>
            <a:off x="3182458" y="1468615"/>
            <a:ext cx="79273" cy="212650"/>
          </a:xfrm>
          <a:prstGeom prst="rect">
            <a:avLst/>
          </a:prstGeom>
          <a:solidFill>
            <a:srgbClr val="FDF3DC"/>
          </a:solidFill>
          <a:ln/>
        </p:spPr>
      </p:sp>
      <p:sp>
        <p:nvSpPr>
          <p:cNvPr id="680" name="Shape 678"/>
          <p:cNvSpPr/>
          <p:nvPr/>
        </p:nvSpPr>
        <p:spPr>
          <a:xfrm>
            <a:off x="3261732" y="1468615"/>
            <a:ext cx="79273" cy="212650"/>
          </a:xfrm>
          <a:prstGeom prst="rect">
            <a:avLst/>
          </a:prstGeom>
          <a:solidFill>
            <a:srgbClr val="F2C4CC"/>
          </a:solidFill>
          <a:ln/>
        </p:spPr>
      </p:sp>
      <p:sp>
        <p:nvSpPr>
          <p:cNvPr id="681" name="Shape 679"/>
          <p:cNvSpPr/>
          <p:nvPr/>
        </p:nvSpPr>
        <p:spPr>
          <a:xfrm>
            <a:off x="2944638" y="1468615"/>
            <a:ext cx="396367" cy="212650"/>
          </a:xfrm>
          <a:prstGeom prst="rect">
            <a:avLst/>
          </a:prstGeom>
          <a:ln w="9525">
            <a:solidFill>
              <a:srgbClr val="6A1A1A"/>
            </a:solidFill>
            <a:prstDash val="solid"/>
          </a:ln>
        </p:spPr>
      </p:sp>
      <p:sp>
        <p:nvSpPr>
          <p:cNvPr id="682" name="Text 680"/>
          <p:cNvSpPr/>
          <p:nvPr/>
        </p:nvSpPr>
        <p:spPr>
          <a:xfrm>
            <a:off x="2931426" y="1442034"/>
            <a:ext cx="422792" cy="265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i="1" dirty="0">
                <a:solidFill>
                  <a:srgbClr val="8E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</a:t>
            </a:r>
            <a:pPr algn="ctr" indent="0" marL="0">
              <a:buNone/>
            </a:pPr>
            <a:r>
              <a:rPr lang="en-US" sz="850" b="1" i="1" baseline="-40000" dirty="0">
                <a:solidFill>
                  <a:srgbClr val="8E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850" dirty="0"/>
          </a:p>
        </p:txBody>
      </p:sp>
      <p:sp>
        <p:nvSpPr>
          <p:cNvPr id="683" name="Shape 681"/>
          <p:cNvSpPr/>
          <p:nvPr/>
        </p:nvSpPr>
        <p:spPr>
          <a:xfrm>
            <a:off x="3413672" y="1468615"/>
            <a:ext cx="79273" cy="212650"/>
          </a:xfrm>
          <a:prstGeom prst="rect">
            <a:avLst/>
          </a:prstGeom>
          <a:solidFill>
            <a:srgbClr val="F2C4CC"/>
          </a:solidFill>
          <a:ln/>
        </p:spPr>
      </p:sp>
      <p:sp>
        <p:nvSpPr>
          <p:cNvPr id="684" name="Shape 682"/>
          <p:cNvSpPr/>
          <p:nvPr/>
        </p:nvSpPr>
        <p:spPr>
          <a:xfrm>
            <a:off x="3492946" y="1468615"/>
            <a:ext cx="79273" cy="212650"/>
          </a:xfrm>
          <a:prstGeom prst="rect">
            <a:avLst/>
          </a:prstGeom>
          <a:solidFill>
            <a:srgbClr val="FDF3DC"/>
          </a:solidFill>
          <a:ln/>
        </p:spPr>
      </p:sp>
      <p:sp>
        <p:nvSpPr>
          <p:cNvPr id="685" name="Shape 683"/>
          <p:cNvSpPr/>
          <p:nvPr/>
        </p:nvSpPr>
        <p:spPr>
          <a:xfrm>
            <a:off x="3572219" y="1468615"/>
            <a:ext cx="79273" cy="212650"/>
          </a:xfrm>
          <a:prstGeom prst="rect">
            <a:avLst/>
          </a:prstGeom>
          <a:solidFill>
            <a:srgbClr val="F6D8E0"/>
          </a:solidFill>
          <a:ln/>
        </p:spPr>
      </p:sp>
      <p:sp>
        <p:nvSpPr>
          <p:cNvPr id="686" name="Shape 684"/>
          <p:cNvSpPr/>
          <p:nvPr/>
        </p:nvSpPr>
        <p:spPr>
          <a:xfrm>
            <a:off x="3651493" y="1468615"/>
            <a:ext cx="79273" cy="212650"/>
          </a:xfrm>
          <a:prstGeom prst="rect">
            <a:avLst/>
          </a:prstGeom>
          <a:solidFill>
            <a:srgbClr val="FDF3DC"/>
          </a:solidFill>
          <a:ln/>
        </p:spPr>
      </p:sp>
      <p:sp>
        <p:nvSpPr>
          <p:cNvPr id="687" name="Shape 685"/>
          <p:cNvSpPr/>
          <p:nvPr/>
        </p:nvSpPr>
        <p:spPr>
          <a:xfrm>
            <a:off x="3730766" y="1468615"/>
            <a:ext cx="79273" cy="212650"/>
          </a:xfrm>
          <a:prstGeom prst="rect">
            <a:avLst/>
          </a:prstGeom>
          <a:solidFill>
            <a:srgbClr val="F2C4CC"/>
          </a:solidFill>
          <a:ln/>
        </p:spPr>
      </p:sp>
      <p:sp>
        <p:nvSpPr>
          <p:cNvPr id="688" name="Shape 686"/>
          <p:cNvSpPr/>
          <p:nvPr/>
        </p:nvSpPr>
        <p:spPr>
          <a:xfrm>
            <a:off x="3413672" y="1468615"/>
            <a:ext cx="396367" cy="212650"/>
          </a:xfrm>
          <a:prstGeom prst="rect">
            <a:avLst/>
          </a:prstGeom>
          <a:ln w="9525">
            <a:solidFill>
              <a:srgbClr val="6A1A1A"/>
            </a:solidFill>
            <a:prstDash val="solid"/>
          </a:ln>
        </p:spPr>
      </p:sp>
      <p:sp>
        <p:nvSpPr>
          <p:cNvPr id="689" name="Text 687"/>
          <p:cNvSpPr/>
          <p:nvPr/>
        </p:nvSpPr>
        <p:spPr>
          <a:xfrm>
            <a:off x="3400460" y="1442034"/>
            <a:ext cx="422792" cy="265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i="1" dirty="0">
                <a:solidFill>
                  <a:srgbClr val="8E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</a:t>
            </a:r>
            <a:pPr algn="ctr" indent="0" marL="0">
              <a:buNone/>
            </a:pPr>
            <a:r>
              <a:rPr lang="en-US" sz="850" b="1" i="1" baseline="-40000" dirty="0">
                <a:solidFill>
                  <a:srgbClr val="8E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850" dirty="0"/>
          </a:p>
        </p:txBody>
      </p:sp>
      <p:sp>
        <p:nvSpPr>
          <p:cNvPr id="690" name="Shape 688"/>
          <p:cNvSpPr/>
          <p:nvPr/>
        </p:nvSpPr>
        <p:spPr>
          <a:xfrm>
            <a:off x="4635805" y="1468615"/>
            <a:ext cx="79273" cy="212650"/>
          </a:xfrm>
          <a:prstGeom prst="rect">
            <a:avLst/>
          </a:prstGeom>
          <a:solidFill>
            <a:srgbClr val="F2C4CC"/>
          </a:solidFill>
          <a:ln/>
        </p:spPr>
      </p:sp>
      <p:sp>
        <p:nvSpPr>
          <p:cNvPr id="691" name="Shape 689"/>
          <p:cNvSpPr/>
          <p:nvPr/>
        </p:nvSpPr>
        <p:spPr>
          <a:xfrm>
            <a:off x="4715078" y="1468615"/>
            <a:ext cx="79273" cy="212650"/>
          </a:xfrm>
          <a:prstGeom prst="rect">
            <a:avLst/>
          </a:prstGeom>
          <a:solidFill>
            <a:srgbClr val="FDF3DC"/>
          </a:solidFill>
          <a:ln/>
        </p:spPr>
      </p:sp>
      <p:sp>
        <p:nvSpPr>
          <p:cNvPr id="692" name="Shape 690"/>
          <p:cNvSpPr/>
          <p:nvPr/>
        </p:nvSpPr>
        <p:spPr>
          <a:xfrm>
            <a:off x="4794351" y="1468615"/>
            <a:ext cx="79273" cy="212650"/>
          </a:xfrm>
          <a:prstGeom prst="rect">
            <a:avLst/>
          </a:prstGeom>
          <a:solidFill>
            <a:srgbClr val="F6D8E0"/>
          </a:solidFill>
          <a:ln/>
        </p:spPr>
      </p:sp>
      <p:sp>
        <p:nvSpPr>
          <p:cNvPr id="693" name="Shape 691"/>
          <p:cNvSpPr/>
          <p:nvPr/>
        </p:nvSpPr>
        <p:spPr>
          <a:xfrm>
            <a:off x="4873625" y="1468615"/>
            <a:ext cx="79273" cy="212650"/>
          </a:xfrm>
          <a:prstGeom prst="rect">
            <a:avLst/>
          </a:prstGeom>
          <a:solidFill>
            <a:srgbClr val="FDF3DC"/>
          </a:solidFill>
          <a:ln/>
        </p:spPr>
      </p:sp>
      <p:sp>
        <p:nvSpPr>
          <p:cNvPr id="694" name="Shape 692"/>
          <p:cNvSpPr/>
          <p:nvPr/>
        </p:nvSpPr>
        <p:spPr>
          <a:xfrm>
            <a:off x="4952898" y="1468615"/>
            <a:ext cx="79273" cy="212650"/>
          </a:xfrm>
          <a:prstGeom prst="rect">
            <a:avLst/>
          </a:prstGeom>
          <a:solidFill>
            <a:srgbClr val="F2C4CC"/>
          </a:solidFill>
          <a:ln/>
        </p:spPr>
      </p:sp>
      <p:sp>
        <p:nvSpPr>
          <p:cNvPr id="695" name="Shape 693"/>
          <p:cNvSpPr/>
          <p:nvPr/>
        </p:nvSpPr>
        <p:spPr>
          <a:xfrm>
            <a:off x="4635805" y="1468615"/>
            <a:ext cx="396367" cy="212650"/>
          </a:xfrm>
          <a:prstGeom prst="rect">
            <a:avLst/>
          </a:prstGeom>
          <a:ln w="9525">
            <a:solidFill>
              <a:srgbClr val="6A1A1A"/>
            </a:solidFill>
            <a:prstDash val="solid"/>
          </a:ln>
        </p:spPr>
      </p:sp>
      <p:sp>
        <p:nvSpPr>
          <p:cNvPr id="696" name="Text 694"/>
          <p:cNvSpPr/>
          <p:nvPr/>
        </p:nvSpPr>
        <p:spPr>
          <a:xfrm>
            <a:off x="4622592" y="1442034"/>
            <a:ext cx="422792" cy="265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i="1" dirty="0">
                <a:solidFill>
                  <a:srgbClr val="8E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</a:t>
            </a:r>
            <a:pPr algn="ctr" indent="0" marL="0">
              <a:buNone/>
            </a:pPr>
            <a:r>
              <a:rPr lang="en-US" sz="850" b="1" i="1" baseline="-40000" dirty="0">
                <a:solidFill>
                  <a:srgbClr val="8E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N-2</a:t>
            </a:r>
            <a:endParaRPr lang="en-US" sz="850" dirty="0"/>
          </a:p>
        </p:txBody>
      </p:sp>
      <p:sp>
        <p:nvSpPr>
          <p:cNvPr id="697" name="Shape 695"/>
          <p:cNvSpPr/>
          <p:nvPr/>
        </p:nvSpPr>
        <p:spPr>
          <a:xfrm>
            <a:off x="5098233" y="1468615"/>
            <a:ext cx="79273" cy="212650"/>
          </a:xfrm>
          <a:prstGeom prst="rect">
            <a:avLst/>
          </a:prstGeom>
          <a:solidFill>
            <a:srgbClr val="F2C4CC"/>
          </a:solidFill>
          <a:ln/>
        </p:spPr>
      </p:sp>
      <p:sp>
        <p:nvSpPr>
          <p:cNvPr id="698" name="Shape 696"/>
          <p:cNvSpPr/>
          <p:nvPr/>
        </p:nvSpPr>
        <p:spPr>
          <a:xfrm>
            <a:off x="5177506" y="1468615"/>
            <a:ext cx="79273" cy="212650"/>
          </a:xfrm>
          <a:prstGeom prst="rect">
            <a:avLst/>
          </a:prstGeom>
          <a:solidFill>
            <a:srgbClr val="FDF3DC"/>
          </a:solidFill>
          <a:ln/>
        </p:spPr>
      </p:sp>
      <p:sp>
        <p:nvSpPr>
          <p:cNvPr id="699" name="Shape 697"/>
          <p:cNvSpPr/>
          <p:nvPr/>
        </p:nvSpPr>
        <p:spPr>
          <a:xfrm>
            <a:off x="5256780" y="1468615"/>
            <a:ext cx="79273" cy="212650"/>
          </a:xfrm>
          <a:prstGeom prst="rect">
            <a:avLst/>
          </a:prstGeom>
          <a:solidFill>
            <a:srgbClr val="F6D8E0"/>
          </a:solidFill>
          <a:ln/>
        </p:spPr>
      </p:sp>
      <p:sp>
        <p:nvSpPr>
          <p:cNvPr id="700" name="Shape 698"/>
          <p:cNvSpPr/>
          <p:nvPr/>
        </p:nvSpPr>
        <p:spPr>
          <a:xfrm>
            <a:off x="5336053" y="1468615"/>
            <a:ext cx="79273" cy="212650"/>
          </a:xfrm>
          <a:prstGeom prst="rect">
            <a:avLst/>
          </a:prstGeom>
          <a:solidFill>
            <a:srgbClr val="FDF3DC"/>
          </a:solidFill>
          <a:ln/>
        </p:spPr>
      </p:sp>
      <p:sp>
        <p:nvSpPr>
          <p:cNvPr id="701" name="Shape 699"/>
          <p:cNvSpPr/>
          <p:nvPr/>
        </p:nvSpPr>
        <p:spPr>
          <a:xfrm>
            <a:off x="5415327" y="1468615"/>
            <a:ext cx="79273" cy="212650"/>
          </a:xfrm>
          <a:prstGeom prst="rect">
            <a:avLst/>
          </a:prstGeom>
          <a:solidFill>
            <a:srgbClr val="F2C4CC"/>
          </a:solidFill>
          <a:ln/>
        </p:spPr>
      </p:sp>
      <p:sp>
        <p:nvSpPr>
          <p:cNvPr id="702" name="Shape 700"/>
          <p:cNvSpPr/>
          <p:nvPr/>
        </p:nvSpPr>
        <p:spPr>
          <a:xfrm>
            <a:off x="5098233" y="1468615"/>
            <a:ext cx="396367" cy="212650"/>
          </a:xfrm>
          <a:prstGeom prst="rect">
            <a:avLst/>
          </a:prstGeom>
          <a:ln w="9525">
            <a:solidFill>
              <a:srgbClr val="6A1A1A"/>
            </a:solidFill>
            <a:prstDash val="solid"/>
          </a:ln>
        </p:spPr>
      </p:sp>
      <p:sp>
        <p:nvSpPr>
          <p:cNvPr id="703" name="Text 701"/>
          <p:cNvSpPr/>
          <p:nvPr/>
        </p:nvSpPr>
        <p:spPr>
          <a:xfrm>
            <a:off x="5085021" y="1442034"/>
            <a:ext cx="422792" cy="265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i="1" dirty="0">
                <a:solidFill>
                  <a:srgbClr val="8E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</a:t>
            </a:r>
            <a:pPr algn="ctr" indent="0" marL="0">
              <a:buNone/>
            </a:pPr>
            <a:r>
              <a:rPr lang="en-US" sz="850" b="1" i="1" baseline="-40000" dirty="0">
                <a:solidFill>
                  <a:srgbClr val="8E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N-1</a:t>
            </a:r>
            <a:endParaRPr lang="en-US" sz="850" dirty="0"/>
          </a:p>
        </p:txBody>
      </p:sp>
      <p:sp>
        <p:nvSpPr>
          <p:cNvPr id="704" name="Shape 702"/>
          <p:cNvSpPr/>
          <p:nvPr/>
        </p:nvSpPr>
        <p:spPr>
          <a:xfrm>
            <a:off x="3872798" y="1538391"/>
            <a:ext cx="59455" cy="59808"/>
          </a:xfrm>
          <a:prstGeom prst="ellipse">
            <a:avLst/>
          </a:prstGeom>
          <a:solidFill>
            <a:srgbClr val="00008B"/>
          </a:solidFill>
          <a:ln/>
        </p:spPr>
      </p:sp>
      <p:sp>
        <p:nvSpPr>
          <p:cNvPr id="705" name="Shape 703"/>
          <p:cNvSpPr/>
          <p:nvPr/>
        </p:nvSpPr>
        <p:spPr>
          <a:xfrm>
            <a:off x="4044557" y="1538391"/>
            <a:ext cx="59455" cy="59808"/>
          </a:xfrm>
          <a:prstGeom prst="ellipse">
            <a:avLst/>
          </a:prstGeom>
          <a:solidFill>
            <a:srgbClr val="00008B"/>
          </a:solidFill>
          <a:ln/>
        </p:spPr>
      </p:sp>
      <p:sp>
        <p:nvSpPr>
          <p:cNvPr id="706" name="Shape 704"/>
          <p:cNvSpPr/>
          <p:nvPr/>
        </p:nvSpPr>
        <p:spPr>
          <a:xfrm>
            <a:off x="4216316" y="1538391"/>
            <a:ext cx="59455" cy="59808"/>
          </a:xfrm>
          <a:prstGeom prst="ellipse">
            <a:avLst/>
          </a:prstGeom>
          <a:solidFill>
            <a:srgbClr val="00008B"/>
          </a:solidFill>
          <a:ln/>
        </p:spPr>
      </p:sp>
      <p:sp>
        <p:nvSpPr>
          <p:cNvPr id="707" name="Shape 705"/>
          <p:cNvSpPr/>
          <p:nvPr/>
        </p:nvSpPr>
        <p:spPr>
          <a:xfrm>
            <a:off x="4388075" y="1538391"/>
            <a:ext cx="59455" cy="59808"/>
          </a:xfrm>
          <a:prstGeom prst="ellipse">
            <a:avLst/>
          </a:prstGeom>
          <a:solidFill>
            <a:srgbClr val="00008B"/>
          </a:solidFill>
          <a:ln/>
        </p:spPr>
      </p:sp>
      <p:sp>
        <p:nvSpPr>
          <p:cNvPr id="708" name="Shape 706"/>
          <p:cNvSpPr/>
          <p:nvPr/>
        </p:nvSpPr>
        <p:spPr>
          <a:xfrm>
            <a:off x="4559834" y="1538391"/>
            <a:ext cx="59455" cy="59808"/>
          </a:xfrm>
          <a:prstGeom prst="ellipse">
            <a:avLst/>
          </a:prstGeom>
          <a:solidFill>
            <a:srgbClr val="00008B"/>
          </a:solidFill>
          <a:ln/>
        </p:spPr>
      </p:sp>
      <p:sp>
        <p:nvSpPr>
          <p:cNvPr id="709" name="Shape 707"/>
          <p:cNvSpPr/>
          <p:nvPr/>
        </p:nvSpPr>
        <p:spPr>
          <a:xfrm>
            <a:off x="1068500" y="5110249"/>
            <a:ext cx="66061" cy="212650"/>
          </a:xfrm>
          <a:prstGeom prst="rect">
            <a:avLst/>
          </a:prstGeom>
          <a:solidFill>
            <a:srgbClr val="FFF3C8"/>
          </a:solidFill>
          <a:ln/>
        </p:spPr>
      </p:sp>
      <p:sp>
        <p:nvSpPr>
          <p:cNvPr id="710" name="Shape 708"/>
          <p:cNvSpPr/>
          <p:nvPr/>
        </p:nvSpPr>
        <p:spPr>
          <a:xfrm>
            <a:off x="1134561" y="5110249"/>
            <a:ext cx="66061" cy="212650"/>
          </a:xfrm>
          <a:prstGeom prst="rect">
            <a:avLst/>
          </a:prstGeom>
          <a:solidFill>
            <a:srgbClr val="FFE0A8"/>
          </a:solidFill>
          <a:ln/>
        </p:spPr>
      </p:sp>
      <p:sp>
        <p:nvSpPr>
          <p:cNvPr id="711" name="Shape 709"/>
          <p:cNvSpPr/>
          <p:nvPr/>
        </p:nvSpPr>
        <p:spPr>
          <a:xfrm>
            <a:off x="1200623" y="5110249"/>
            <a:ext cx="66061" cy="212650"/>
          </a:xfrm>
          <a:prstGeom prst="rect">
            <a:avLst/>
          </a:prstGeom>
          <a:solidFill>
            <a:srgbClr val="FFAD7A"/>
          </a:solidFill>
          <a:ln/>
        </p:spPr>
      </p:sp>
      <p:sp>
        <p:nvSpPr>
          <p:cNvPr id="712" name="Shape 710"/>
          <p:cNvSpPr/>
          <p:nvPr/>
        </p:nvSpPr>
        <p:spPr>
          <a:xfrm>
            <a:off x="1266684" y="5110249"/>
            <a:ext cx="66061" cy="212650"/>
          </a:xfrm>
          <a:prstGeom prst="rect">
            <a:avLst/>
          </a:prstGeom>
          <a:solidFill>
            <a:srgbClr val="FF8D6A"/>
          </a:solidFill>
          <a:ln/>
        </p:spPr>
      </p:sp>
      <p:sp>
        <p:nvSpPr>
          <p:cNvPr id="713" name="Shape 711"/>
          <p:cNvSpPr/>
          <p:nvPr/>
        </p:nvSpPr>
        <p:spPr>
          <a:xfrm>
            <a:off x="1332745" y="5110249"/>
            <a:ext cx="66061" cy="212650"/>
          </a:xfrm>
          <a:prstGeom prst="rect">
            <a:avLst/>
          </a:prstGeom>
          <a:solidFill>
            <a:srgbClr val="F8B8B0"/>
          </a:solidFill>
          <a:ln/>
        </p:spPr>
      </p:sp>
      <p:sp>
        <p:nvSpPr>
          <p:cNvPr id="714" name="Shape 712"/>
          <p:cNvSpPr/>
          <p:nvPr/>
        </p:nvSpPr>
        <p:spPr>
          <a:xfrm>
            <a:off x="1398806" y="5110249"/>
            <a:ext cx="66061" cy="212650"/>
          </a:xfrm>
          <a:prstGeom prst="rect">
            <a:avLst/>
          </a:prstGeom>
          <a:solidFill>
            <a:srgbClr val="F8D0D0"/>
          </a:solidFill>
          <a:ln/>
        </p:spPr>
      </p:sp>
      <p:sp>
        <p:nvSpPr>
          <p:cNvPr id="715" name="Shape 713"/>
          <p:cNvSpPr/>
          <p:nvPr/>
        </p:nvSpPr>
        <p:spPr>
          <a:xfrm>
            <a:off x="1068500" y="5110249"/>
            <a:ext cx="396367" cy="212650"/>
          </a:xfrm>
          <a:prstGeom prst="rect">
            <a:avLst/>
          </a:prstGeom>
          <a:ln w="9525">
            <a:solidFill>
              <a:srgbClr val="C04030"/>
            </a:solidFill>
            <a:prstDash val="solid"/>
          </a:ln>
        </p:spPr>
      </p:sp>
      <p:sp>
        <p:nvSpPr>
          <p:cNvPr id="716" name="Text 714"/>
          <p:cNvSpPr/>
          <p:nvPr/>
        </p:nvSpPr>
        <p:spPr>
          <a:xfrm>
            <a:off x="1055288" y="5083668"/>
            <a:ext cx="422792" cy="265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i="1" dirty="0">
                <a:solidFill>
                  <a:srgbClr val="8E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pPr algn="ctr" indent="0" marL="0">
              <a:buNone/>
            </a:pPr>
            <a:r>
              <a:rPr lang="en-US" sz="850" b="1" i="1" baseline="-40000" dirty="0">
                <a:solidFill>
                  <a:srgbClr val="8E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endParaRPr lang="en-US" sz="850" dirty="0"/>
          </a:p>
        </p:txBody>
      </p:sp>
      <p:sp>
        <p:nvSpPr>
          <p:cNvPr id="717" name="Shape 715"/>
          <p:cNvSpPr/>
          <p:nvPr/>
        </p:nvSpPr>
        <p:spPr>
          <a:xfrm>
            <a:off x="1537535" y="5110249"/>
            <a:ext cx="66061" cy="212650"/>
          </a:xfrm>
          <a:prstGeom prst="rect">
            <a:avLst/>
          </a:prstGeom>
          <a:solidFill>
            <a:srgbClr val="FFF3C8"/>
          </a:solidFill>
          <a:ln/>
        </p:spPr>
      </p:sp>
      <p:sp>
        <p:nvSpPr>
          <p:cNvPr id="718" name="Shape 716"/>
          <p:cNvSpPr/>
          <p:nvPr/>
        </p:nvSpPr>
        <p:spPr>
          <a:xfrm>
            <a:off x="1603596" y="5110249"/>
            <a:ext cx="66061" cy="212650"/>
          </a:xfrm>
          <a:prstGeom prst="rect">
            <a:avLst/>
          </a:prstGeom>
          <a:solidFill>
            <a:srgbClr val="FFE0A8"/>
          </a:solidFill>
          <a:ln/>
        </p:spPr>
      </p:sp>
      <p:sp>
        <p:nvSpPr>
          <p:cNvPr id="719" name="Shape 717"/>
          <p:cNvSpPr/>
          <p:nvPr/>
        </p:nvSpPr>
        <p:spPr>
          <a:xfrm>
            <a:off x="1669657" y="5110249"/>
            <a:ext cx="66061" cy="212650"/>
          </a:xfrm>
          <a:prstGeom prst="rect">
            <a:avLst/>
          </a:prstGeom>
          <a:solidFill>
            <a:srgbClr val="FFAD7A"/>
          </a:solidFill>
          <a:ln/>
        </p:spPr>
      </p:sp>
      <p:sp>
        <p:nvSpPr>
          <p:cNvPr id="720" name="Shape 718"/>
          <p:cNvSpPr/>
          <p:nvPr/>
        </p:nvSpPr>
        <p:spPr>
          <a:xfrm>
            <a:off x="1735718" y="5110249"/>
            <a:ext cx="66061" cy="212650"/>
          </a:xfrm>
          <a:prstGeom prst="rect">
            <a:avLst/>
          </a:prstGeom>
          <a:solidFill>
            <a:srgbClr val="FF8D6A"/>
          </a:solidFill>
          <a:ln/>
        </p:spPr>
      </p:sp>
      <p:sp>
        <p:nvSpPr>
          <p:cNvPr id="721" name="Shape 719"/>
          <p:cNvSpPr/>
          <p:nvPr/>
        </p:nvSpPr>
        <p:spPr>
          <a:xfrm>
            <a:off x="1801779" y="5110249"/>
            <a:ext cx="66061" cy="212650"/>
          </a:xfrm>
          <a:prstGeom prst="rect">
            <a:avLst/>
          </a:prstGeom>
          <a:solidFill>
            <a:srgbClr val="F8B8B0"/>
          </a:solidFill>
          <a:ln/>
        </p:spPr>
      </p:sp>
      <p:sp>
        <p:nvSpPr>
          <p:cNvPr id="722" name="Shape 720"/>
          <p:cNvSpPr/>
          <p:nvPr/>
        </p:nvSpPr>
        <p:spPr>
          <a:xfrm>
            <a:off x="1867841" y="5110249"/>
            <a:ext cx="66061" cy="212650"/>
          </a:xfrm>
          <a:prstGeom prst="rect">
            <a:avLst/>
          </a:prstGeom>
          <a:solidFill>
            <a:srgbClr val="F8D0D0"/>
          </a:solidFill>
          <a:ln/>
        </p:spPr>
      </p:sp>
      <p:sp>
        <p:nvSpPr>
          <p:cNvPr id="723" name="Shape 721"/>
          <p:cNvSpPr/>
          <p:nvPr/>
        </p:nvSpPr>
        <p:spPr>
          <a:xfrm>
            <a:off x="1537535" y="5110249"/>
            <a:ext cx="396367" cy="212650"/>
          </a:xfrm>
          <a:prstGeom prst="rect">
            <a:avLst/>
          </a:prstGeom>
          <a:ln w="9525">
            <a:solidFill>
              <a:srgbClr val="C04030"/>
            </a:solidFill>
            <a:prstDash val="solid"/>
          </a:ln>
        </p:spPr>
      </p:sp>
      <p:sp>
        <p:nvSpPr>
          <p:cNvPr id="724" name="Text 722"/>
          <p:cNvSpPr/>
          <p:nvPr/>
        </p:nvSpPr>
        <p:spPr>
          <a:xfrm>
            <a:off x="1524322" y="5083668"/>
            <a:ext cx="422792" cy="265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i="1" dirty="0">
                <a:solidFill>
                  <a:srgbClr val="8E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pPr algn="ctr" indent="0" marL="0">
              <a:buNone/>
            </a:pPr>
            <a:r>
              <a:rPr lang="en-US" sz="850" b="1" i="1" baseline="-40000" dirty="0">
                <a:solidFill>
                  <a:srgbClr val="8E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850" dirty="0"/>
          </a:p>
        </p:txBody>
      </p:sp>
      <p:sp>
        <p:nvSpPr>
          <p:cNvPr id="725" name="Shape 723"/>
          <p:cNvSpPr/>
          <p:nvPr/>
        </p:nvSpPr>
        <p:spPr>
          <a:xfrm>
            <a:off x="2006569" y="5110249"/>
            <a:ext cx="66061" cy="212650"/>
          </a:xfrm>
          <a:prstGeom prst="rect">
            <a:avLst/>
          </a:prstGeom>
          <a:solidFill>
            <a:srgbClr val="FFF3C8"/>
          </a:solidFill>
          <a:ln/>
        </p:spPr>
      </p:sp>
      <p:sp>
        <p:nvSpPr>
          <p:cNvPr id="726" name="Shape 724"/>
          <p:cNvSpPr/>
          <p:nvPr/>
        </p:nvSpPr>
        <p:spPr>
          <a:xfrm>
            <a:off x="2072630" y="5110249"/>
            <a:ext cx="66061" cy="212650"/>
          </a:xfrm>
          <a:prstGeom prst="rect">
            <a:avLst/>
          </a:prstGeom>
          <a:solidFill>
            <a:srgbClr val="FFE0A8"/>
          </a:solidFill>
          <a:ln/>
        </p:spPr>
      </p:sp>
      <p:sp>
        <p:nvSpPr>
          <p:cNvPr id="727" name="Shape 725"/>
          <p:cNvSpPr/>
          <p:nvPr/>
        </p:nvSpPr>
        <p:spPr>
          <a:xfrm>
            <a:off x="2138691" y="5110249"/>
            <a:ext cx="66061" cy="212650"/>
          </a:xfrm>
          <a:prstGeom prst="rect">
            <a:avLst/>
          </a:prstGeom>
          <a:solidFill>
            <a:srgbClr val="FFAD7A"/>
          </a:solidFill>
          <a:ln/>
        </p:spPr>
      </p:sp>
      <p:sp>
        <p:nvSpPr>
          <p:cNvPr id="728" name="Shape 726"/>
          <p:cNvSpPr/>
          <p:nvPr/>
        </p:nvSpPr>
        <p:spPr>
          <a:xfrm>
            <a:off x="2204753" y="5110249"/>
            <a:ext cx="66061" cy="212650"/>
          </a:xfrm>
          <a:prstGeom prst="rect">
            <a:avLst/>
          </a:prstGeom>
          <a:solidFill>
            <a:srgbClr val="FF8D6A"/>
          </a:solidFill>
          <a:ln/>
        </p:spPr>
      </p:sp>
      <p:sp>
        <p:nvSpPr>
          <p:cNvPr id="729" name="Shape 727"/>
          <p:cNvSpPr/>
          <p:nvPr/>
        </p:nvSpPr>
        <p:spPr>
          <a:xfrm>
            <a:off x="2270814" y="5110249"/>
            <a:ext cx="66061" cy="212650"/>
          </a:xfrm>
          <a:prstGeom prst="rect">
            <a:avLst/>
          </a:prstGeom>
          <a:solidFill>
            <a:srgbClr val="F8B8B0"/>
          </a:solidFill>
          <a:ln/>
        </p:spPr>
      </p:sp>
      <p:sp>
        <p:nvSpPr>
          <p:cNvPr id="730" name="Shape 728"/>
          <p:cNvSpPr/>
          <p:nvPr/>
        </p:nvSpPr>
        <p:spPr>
          <a:xfrm>
            <a:off x="2336875" y="5110249"/>
            <a:ext cx="66061" cy="212650"/>
          </a:xfrm>
          <a:prstGeom prst="rect">
            <a:avLst/>
          </a:prstGeom>
          <a:solidFill>
            <a:srgbClr val="F8D0D0"/>
          </a:solidFill>
          <a:ln/>
        </p:spPr>
      </p:sp>
      <p:sp>
        <p:nvSpPr>
          <p:cNvPr id="731" name="Shape 729"/>
          <p:cNvSpPr/>
          <p:nvPr/>
        </p:nvSpPr>
        <p:spPr>
          <a:xfrm>
            <a:off x="2006569" y="5110249"/>
            <a:ext cx="396367" cy="212650"/>
          </a:xfrm>
          <a:prstGeom prst="rect">
            <a:avLst/>
          </a:prstGeom>
          <a:ln w="9525">
            <a:solidFill>
              <a:srgbClr val="C04030"/>
            </a:solidFill>
            <a:prstDash val="solid"/>
          </a:ln>
        </p:spPr>
      </p:sp>
      <p:sp>
        <p:nvSpPr>
          <p:cNvPr id="732" name="Text 730"/>
          <p:cNvSpPr/>
          <p:nvPr/>
        </p:nvSpPr>
        <p:spPr>
          <a:xfrm>
            <a:off x="1993357" y="5083668"/>
            <a:ext cx="422792" cy="265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i="1" dirty="0">
                <a:solidFill>
                  <a:srgbClr val="8E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pPr algn="ctr" indent="0" marL="0">
              <a:buNone/>
            </a:pPr>
            <a:r>
              <a:rPr lang="en-US" sz="850" b="1" i="1" baseline="-40000" dirty="0">
                <a:solidFill>
                  <a:srgbClr val="8E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850" dirty="0"/>
          </a:p>
        </p:txBody>
      </p:sp>
      <p:sp>
        <p:nvSpPr>
          <p:cNvPr id="733" name="Shape 731"/>
          <p:cNvSpPr/>
          <p:nvPr/>
        </p:nvSpPr>
        <p:spPr>
          <a:xfrm>
            <a:off x="2475604" y="5110249"/>
            <a:ext cx="66061" cy="212650"/>
          </a:xfrm>
          <a:prstGeom prst="rect">
            <a:avLst/>
          </a:prstGeom>
          <a:solidFill>
            <a:srgbClr val="FFF3C8"/>
          </a:solidFill>
          <a:ln/>
        </p:spPr>
      </p:sp>
      <p:sp>
        <p:nvSpPr>
          <p:cNvPr id="734" name="Shape 732"/>
          <p:cNvSpPr/>
          <p:nvPr/>
        </p:nvSpPr>
        <p:spPr>
          <a:xfrm>
            <a:off x="2541665" y="5110249"/>
            <a:ext cx="66061" cy="212650"/>
          </a:xfrm>
          <a:prstGeom prst="rect">
            <a:avLst/>
          </a:prstGeom>
          <a:solidFill>
            <a:srgbClr val="FFE0A8"/>
          </a:solidFill>
          <a:ln/>
        </p:spPr>
      </p:sp>
      <p:sp>
        <p:nvSpPr>
          <p:cNvPr id="735" name="Shape 733"/>
          <p:cNvSpPr/>
          <p:nvPr/>
        </p:nvSpPr>
        <p:spPr>
          <a:xfrm>
            <a:off x="2607726" y="5110249"/>
            <a:ext cx="66061" cy="212650"/>
          </a:xfrm>
          <a:prstGeom prst="rect">
            <a:avLst/>
          </a:prstGeom>
          <a:solidFill>
            <a:srgbClr val="FFAD7A"/>
          </a:solidFill>
          <a:ln/>
        </p:spPr>
      </p:sp>
      <p:sp>
        <p:nvSpPr>
          <p:cNvPr id="736" name="Shape 734"/>
          <p:cNvSpPr/>
          <p:nvPr/>
        </p:nvSpPr>
        <p:spPr>
          <a:xfrm>
            <a:off x="2673787" y="5110249"/>
            <a:ext cx="66061" cy="212650"/>
          </a:xfrm>
          <a:prstGeom prst="rect">
            <a:avLst/>
          </a:prstGeom>
          <a:solidFill>
            <a:srgbClr val="FF8D6A"/>
          </a:solidFill>
          <a:ln/>
        </p:spPr>
      </p:sp>
      <p:sp>
        <p:nvSpPr>
          <p:cNvPr id="737" name="Shape 735"/>
          <p:cNvSpPr/>
          <p:nvPr/>
        </p:nvSpPr>
        <p:spPr>
          <a:xfrm>
            <a:off x="2739848" y="5110249"/>
            <a:ext cx="66061" cy="212650"/>
          </a:xfrm>
          <a:prstGeom prst="rect">
            <a:avLst/>
          </a:prstGeom>
          <a:solidFill>
            <a:srgbClr val="F8B8B0"/>
          </a:solidFill>
          <a:ln/>
        </p:spPr>
      </p:sp>
      <p:sp>
        <p:nvSpPr>
          <p:cNvPr id="738" name="Shape 736"/>
          <p:cNvSpPr/>
          <p:nvPr/>
        </p:nvSpPr>
        <p:spPr>
          <a:xfrm>
            <a:off x="2805910" y="5110249"/>
            <a:ext cx="66061" cy="212650"/>
          </a:xfrm>
          <a:prstGeom prst="rect">
            <a:avLst/>
          </a:prstGeom>
          <a:solidFill>
            <a:srgbClr val="F8D0D0"/>
          </a:solidFill>
          <a:ln/>
        </p:spPr>
      </p:sp>
      <p:sp>
        <p:nvSpPr>
          <p:cNvPr id="739" name="Shape 737"/>
          <p:cNvSpPr/>
          <p:nvPr/>
        </p:nvSpPr>
        <p:spPr>
          <a:xfrm>
            <a:off x="2475604" y="5110249"/>
            <a:ext cx="396367" cy="212650"/>
          </a:xfrm>
          <a:prstGeom prst="rect">
            <a:avLst/>
          </a:prstGeom>
          <a:ln w="9525">
            <a:solidFill>
              <a:srgbClr val="C04030"/>
            </a:solidFill>
            <a:prstDash val="solid"/>
          </a:ln>
        </p:spPr>
      </p:sp>
      <p:sp>
        <p:nvSpPr>
          <p:cNvPr id="740" name="Text 738"/>
          <p:cNvSpPr/>
          <p:nvPr/>
        </p:nvSpPr>
        <p:spPr>
          <a:xfrm>
            <a:off x="2462391" y="5083668"/>
            <a:ext cx="422792" cy="265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i="1" dirty="0">
                <a:solidFill>
                  <a:srgbClr val="8E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pPr algn="ctr" indent="0" marL="0">
              <a:buNone/>
            </a:pPr>
            <a:r>
              <a:rPr lang="en-US" sz="850" b="1" i="1" baseline="-40000" dirty="0">
                <a:solidFill>
                  <a:srgbClr val="8E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850" dirty="0"/>
          </a:p>
        </p:txBody>
      </p:sp>
      <p:sp>
        <p:nvSpPr>
          <p:cNvPr id="741" name="Shape 739"/>
          <p:cNvSpPr/>
          <p:nvPr/>
        </p:nvSpPr>
        <p:spPr>
          <a:xfrm>
            <a:off x="2944638" y="5110249"/>
            <a:ext cx="66061" cy="212650"/>
          </a:xfrm>
          <a:prstGeom prst="rect">
            <a:avLst/>
          </a:prstGeom>
          <a:solidFill>
            <a:srgbClr val="FFF3C8"/>
          </a:solidFill>
          <a:ln/>
        </p:spPr>
      </p:sp>
      <p:sp>
        <p:nvSpPr>
          <p:cNvPr id="742" name="Shape 740"/>
          <p:cNvSpPr/>
          <p:nvPr/>
        </p:nvSpPr>
        <p:spPr>
          <a:xfrm>
            <a:off x="3010699" y="5110249"/>
            <a:ext cx="66061" cy="212650"/>
          </a:xfrm>
          <a:prstGeom prst="rect">
            <a:avLst/>
          </a:prstGeom>
          <a:solidFill>
            <a:srgbClr val="FFE0A8"/>
          </a:solidFill>
          <a:ln/>
        </p:spPr>
      </p:sp>
      <p:sp>
        <p:nvSpPr>
          <p:cNvPr id="743" name="Shape 741"/>
          <p:cNvSpPr/>
          <p:nvPr/>
        </p:nvSpPr>
        <p:spPr>
          <a:xfrm>
            <a:off x="3076760" y="5110249"/>
            <a:ext cx="66061" cy="212650"/>
          </a:xfrm>
          <a:prstGeom prst="rect">
            <a:avLst/>
          </a:prstGeom>
          <a:solidFill>
            <a:srgbClr val="FFAD7A"/>
          </a:solidFill>
          <a:ln/>
        </p:spPr>
      </p:sp>
      <p:sp>
        <p:nvSpPr>
          <p:cNvPr id="744" name="Shape 742"/>
          <p:cNvSpPr/>
          <p:nvPr/>
        </p:nvSpPr>
        <p:spPr>
          <a:xfrm>
            <a:off x="3142822" y="5110249"/>
            <a:ext cx="66061" cy="212650"/>
          </a:xfrm>
          <a:prstGeom prst="rect">
            <a:avLst/>
          </a:prstGeom>
          <a:solidFill>
            <a:srgbClr val="FF8D6A"/>
          </a:solidFill>
          <a:ln/>
        </p:spPr>
      </p:sp>
      <p:sp>
        <p:nvSpPr>
          <p:cNvPr id="745" name="Shape 743"/>
          <p:cNvSpPr/>
          <p:nvPr/>
        </p:nvSpPr>
        <p:spPr>
          <a:xfrm>
            <a:off x="3208883" y="5110249"/>
            <a:ext cx="66061" cy="212650"/>
          </a:xfrm>
          <a:prstGeom prst="rect">
            <a:avLst/>
          </a:prstGeom>
          <a:solidFill>
            <a:srgbClr val="F8B8B0"/>
          </a:solidFill>
          <a:ln/>
        </p:spPr>
      </p:sp>
      <p:sp>
        <p:nvSpPr>
          <p:cNvPr id="746" name="Shape 744"/>
          <p:cNvSpPr/>
          <p:nvPr/>
        </p:nvSpPr>
        <p:spPr>
          <a:xfrm>
            <a:off x="3274944" y="5110249"/>
            <a:ext cx="66061" cy="212650"/>
          </a:xfrm>
          <a:prstGeom prst="rect">
            <a:avLst/>
          </a:prstGeom>
          <a:solidFill>
            <a:srgbClr val="F8D0D0"/>
          </a:solidFill>
          <a:ln/>
        </p:spPr>
      </p:sp>
      <p:sp>
        <p:nvSpPr>
          <p:cNvPr id="747" name="Shape 745"/>
          <p:cNvSpPr/>
          <p:nvPr/>
        </p:nvSpPr>
        <p:spPr>
          <a:xfrm>
            <a:off x="2944638" y="5110249"/>
            <a:ext cx="396367" cy="212650"/>
          </a:xfrm>
          <a:prstGeom prst="rect">
            <a:avLst/>
          </a:prstGeom>
          <a:ln w="9525">
            <a:solidFill>
              <a:srgbClr val="C04030"/>
            </a:solidFill>
            <a:prstDash val="solid"/>
          </a:ln>
        </p:spPr>
      </p:sp>
      <p:sp>
        <p:nvSpPr>
          <p:cNvPr id="748" name="Text 746"/>
          <p:cNvSpPr/>
          <p:nvPr/>
        </p:nvSpPr>
        <p:spPr>
          <a:xfrm>
            <a:off x="2931426" y="5083668"/>
            <a:ext cx="422792" cy="265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i="1" dirty="0">
                <a:solidFill>
                  <a:srgbClr val="8E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pPr algn="ctr" indent="0" marL="0">
              <a:buNone/>
            </a:pPr>
            <a:r>
              <a:rPr lang="en-US" sz="850" b="1" i="1" baseline="-40000" dirty="0">
                <a:solidFill>
                  <a:srgbClr val="8E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850" dirty="0"/>
          </a:p>
        </p:txBody>
      </p:sp>
      <p:sp>
        <p:nvSpPr>
          <p:cNvPr id="749" name="Shape 747"/>
          <p:cNvSpPr/>
          <p:nvPr/>
        </p:nvSpPr>
        <p:spPr>
          <a:xfrm>
            <a:off x="3413672" y="5110249"/>
            <a:ext cx="66061" cy="212650"/>
          </a:xfrm>
          <a:prstGeom prst="rect">
            <a:avLst/>
          </a:prstGeom>
          <a:solidFill>
            <a:srgbClr val="FFF3C8"/>
          </a:solidFill>
          <a:ln/>
        </p:spPr>
      </p:sp>
      <p:sp>
        <p:nvSpPr>
          <p:cNvPr id="750" name="Shape 748"/>
          <p:cNvSpPr/>
          <p:nvPr/>
        </p:nvSpPr>
        <p:spPr>
          <a:xfrm>
            <a:off x="3479734" y="5110249"/>
            <a:ext cx="66061" cy="212650"/>
          </a:xfrm>
          <a:prstGeom prst="rect">
            <a:avLst/>
          </a:prstGeom>
          <a:solidFill>
            <a:srgbClr val="FFE0A8"/>
          </a:solidFill>
          <a:ln/>
        </p:spPr>
      </p:sp>
      <p:sp>
        <p:nvSpPr>
          <p:cNvPr id="751" name="Shape 749"/>
          <p:cNvSpPr/>
          <p:nvPr/>
        </p:nvSpPr>
        <p:spPr>
          <a:xfrm>
            <a:off x="3545795" y="5110249"/>
            <a:ext cx="66061" cy="212650"/>
          </a:xfrm>
          <a:prstGeom prst="rect">
            <a:avLst/>
          </a:prstGeom>
          <a:solidFill>
            <a:srgbClr val="FFAD7A"/>
          </a:solidFill>
          <a:ln/>
        </p:spPr>
      </p:sp>
      <p:sp>
        <p:nvSpPr>
          <p:cNvPr id="752" name="Shape 750"/>
          <p:cNvSpPr/>
          <p:nvPr/>
        </p:nvSpPr>
        <p:spPr>
          <a:xfrm>
            <a:off x="3611856" y="5110249"/>
            <a:ext cx="66061" cy="212650"/>
          </a:xfrm>
          <a:prstGeom prst="rect">
            <a:avLst/>
          </a:prstGeom>
          <a:solidFill>
            <a:srgbClr val="FF8D6A"/>
          </a:solidFill>
          <a:ln/>
        </p:spPr>
      </p:sp>
      <p:sp>
        <p:nvSpPr>
          <p:cNvPr id="753" name="Shape 751"/>
          <p:cNvSpPr/>
          <p:nvPr/>
        </p:nvSpPr>
        <p:spPr>
          <a:xfrm>
            <a:off x="3677917" y="5110249"/>
            <a:ext cx="66061" cy="212650"/>
          </a:xfrm>
          <a:prstGeom prst="rect">
            <a:avLst/>
          </a:prstGeom>
          <a:solidFill>
            <a:srgbClr val="F8B8B0"/>
          </a:solidFill>
          <a:ln/>
        </p:spPr>
      </p:sp>
      <p:sp>
        <p:nvSpPr>
          <p:cNvPr id="754" name="Shape 752"/>
          <p:cNvSpPr/>
          <p:nvPr/>
        </p:nvSpPr>
        <p:spPr>
          <a:xfrm>
            <a:off x="3743978" y="5110249"/>
            <a:ext cx="66061" cy="212650"/>
          </a:xfrm>
          <a:prstGeom prst="rect">
            <a:avLst/>
          </a:prstGeom>
          <a:solidFill>
            <a:srgbClr val="F8D0D0"/>
          </a:solidFill>
          <a:ln/>
        </p:spPr>
      </p:sp>
      <p:sp>
        <p:nvSpPr>
          <p:cNvPr id="755" name="Shape 753"/>
          <p:cNvSpPr/>
          <p:nvPr/>
        </p:nvSpPr>
        <p:spPr>
          <a:xfrm>
            <a:off x="3413672" y="5110249"/>
            <a:ext cx="396367" cy="212650"/>
          </a:xfrm>
          <a:prstGeom prst="rect">
            <a:avLst/>
          </a:prstGeom>
          <a:ln w="9525">
            <a:solidFill>
              <a:srgbClr val="C04030"/>
            </a:solidFill>
            <a:prstDash val="solid"/>
          </a:ln>
        </p:spPr>
      </p:sp>
      <p:sp>
        <p:nvSpPr>
          <p:cNvPr id="756" name="Text 754"/>
          <p:cNvSpPr/>
          <p:nvPr/>
        </p:nvSpPr>
        <p:spPr>
          <a:xfrm>
            <a:off x="3400460" y="5083668"/>
            <a:ext cx="422792" cy="265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i="1" dirty="0">
                <a:solidFill>
                  <a:srgbClr val="8E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pPr algn="ctr" indent="0" marL="0">
              <a:buNone/>
            </a:pPr>
            <a:r>
              <a:rPr lang="en-US" sz="850" b="1" i="1" baseline="-40000" dirty="0">
                <a:solidFill>
                  <a:srgbClr val="8E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850" dirty="0"/>
          </a:p>
        </p:txBody>
      </p:sp>
      <p:sp>
        <p:nvSpPr>
          <p:cNvPr id="757" name="Shape 755"/>
          <p:cNvSpPr/>
          <p:nvPr/>
        </p:nvSpPr>
        <p:spPr>
          <a:xfrm>
            <a:off x="4635805" y="5110249"/>
            <a:ext cx="66061" cy="212650"/>
          </a:xfrm>
          <a:prstGeom prst="rect">
            <a:avLst/>
          </a:prstGeom>
          <a:solidFill>
            <a:srgbClr val="FFF3C8"/>
          </a:solidFill>
          <a:ln/>
        </p:spPr>
      </p:sp>
      <p:sp>
        <p:nvSpPr>
          <p:cNvPr id="758" name="Shape 756"/>
          <p:cNvSpPr/>
          <p:nvPr/>
        </p:nvSpPr>
        <p:spPr>
          <a:xfrm>
            <a:off x="4701866" y="5110249"/>
            <a:ext cx="66061" cy="212650"/>
          </a:xfrm>
          <a:prstGeom prst="rect">
            <a:avLst/>
          </a:prstGeom>
          <a:solidFill>
            <a:srgbClr val="FFE0A8"/>
          </a:solidFill>
          <a:ln/>
        </p:spPr>
      </p:sp>
      <p:sp>
        <p:nvSpPr>
          <p:cNvPr id="759" name="Shape 757"/>
          <p:cNvSpPr/>
          <p:nvPr/>
        </p:nvSpPr>
        <p:spPr>
          <a:xfrm>
            <a:off x="4767927" y="5110249"/>
            <a:ext cx="66061" cy="212650"/>
          </a:xfrm>
          <a:prstGeom prst="rect">
            <a:avLst/>
          </a:prstGeom>
          <a:solidFill>
            <a:srgbClr val="FFAD7A"/>
          </a:solidFill>
          <a:ln/>
        </p:spPr>
      </p:sp>
      <p:sp>
        <p:nvSpPr>
          <p:cNvPr id="760" name="Shape 758"/>
          <p:cNvSpPr/>
          <p:nvPr/>
        </p:nvSpPr>
        <p:spPr>
          <a:xfrm>
            <a:off x="4833988" y="5110249"/>
            <a:ext cx="66061" cy="212650"/>
          </a:xfrm>
          <a:prstGeom prst="rect">
            <a:avLst/>
          </a:prstGeom>
          <a:solidFill>
            <a:srgbClr val="FF8D6A"/>
          </a:solidFill>
          <a:ln/>
        </p:spPr>
      </p:sp>
      <p:sp>
        <p:nvSpPr>
          <p:cNvPr id="761" name="Shape 759"/>
          <p:cNvSpPr/>
          <p:nvPr/>
        </p:nvSpPr>
        <p:spPr>
          <a:xfrm>
            <a:off x="4900049" y="5110249"/>
            <a:ext cx="66061" cy="212650"/>
          </a:xfrm>
          <a:prstGeom prst="rect">
            <a:avLst/>
          </a:prstGeom>
          <a:solidFill>
            <a:srgbClr val="F8B8B0"/>
          </a:solidFill>
          <a:ln/>
        </p:spPr>
      </p:sp>
      <p:sp>
        <p:nvSpPr>
          <p:cNvPr id="762" name="Shape 760"/>
          <p:cNvSpPr/>
          <p:nvPr/>
        </p:nvSpPr>
        <p:spPr>
          <a:xfrm>
            <a:off x="4966111" y="5110249"/>
            <a:ext cx="66061" cy="212650"/>
          </a:xfrm>
          <a:prstGeom prst="rect">
            <a:avLst/>
          </a:prstGeom>
          <a:solidFill>
            <a:srgbClr val="F8D0D0"/>
          </a:solidFill>
          <a:ln/>
        </p:spPr>
      </p:sp>
      <p:sp>
        <p:nvSpPr>
          <p:cNvPr id="763" name="Shape 761"/>
          <p:cNvSpPr/>
          <p:nvPr/>
        </p:nvSpPr>
        <p:spPr>
          <a:xfrm>
            <a:off x="4635805" y="5110249"/>
            <a:ext cx="396367" cy="212650"/>
          </a:xfrm>
          <a:prstGeom prst="rect">
            <a:avLst/>
          </a:prstGeom>
          <a:ln w="9525">
            <a:solidFill>
              <a:srgbClr val="C04030"/>
            </a:solidFill>
            <a:prstDash val="solid"/>
          </a:ln>
        </p:spPr>
      </p:sp>
      <p:sp>
        <p:nvSpPr>
          <p:cNvPr id="764" name="Text 762"/>
          <p:cNvSpPr/>
          <p:nvPr/>
        </p:nvSpPr>
        <p:spPr>
          <a:xfrm>
            <a:off x="4622592" y="5083668"/>
            <a:ext cx="422792" cy="265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i="1" dirty="0">
                <a:solidFill>
                  <a:srgbClr val="8E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pPr algn="ctr" indent="0" marL="0">
              <a:buNone/>
            </a:pPr>
            <a:r>
              <a:rPr lang="en-US" sz="850" b="1" i="1" baseline="-40000" dirty="0">
                <a:solidFill>
                  <a:srgbClr val="8E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N-2</a:t>
            </a:r>
            <a:endParaRPr lang="en-US" sz="850" dirty="0"/>
          </a:p>
        </p:txBody>
      </p:sp>
      <p:sp>
        <p:nvSpPr>
          <p:cNvPr id="765" name="Shape 763"/>
          <p:cNvSpPr/>
          <p:nvPr/>
        </p:nvSpPr>
        <p:spPr>
          <a:xfrm>
            <a:off x="5098233" y="5110249"/>
            <a:ext cx="66061" cy="212650"/>
          </a:xfrm>
          <a:prstGeom prst="rect">
            <a:avLst/>
          </a:prstGeom>
          <a:solidFill>
            <a:srgbClr val="FFF3C8"/>
          </a:solidFill>
          <a:ln/>
        </p:spPr>
      </p:sp>
      <p:sp>
        <p:nvSpPr>
          <p:cNvPr id="766" name="Shape 764"/>
          <p:cNvSpPr/>
          <p:nvPr/>
        </p:nvSpPr>
        <p:spPr>
          <a:xfrm>
            <a:off x="5164294" y="5110249"/>
            <a:ext cx="66061" cy="212650"/>
          </a:xfrm>
          <a:prstGeom prst="rect">
            <a:avLst/>
          </a:prstGeom>
          <a:solidFill>
            <a:srgbClr val="FFE0A8"/>
          </a:solidFill>
          <a:ln/>
        </p:spPr>
      </p:sp>
      <p:sp>
        <p:nvSpPr>
          <p:cNvPr id="767" name="Shape 765"/>
          <p:cNvSpPr/>
          <p:nvPr/>
        </p:nvSpPr>
        <p:spPr>
          <a:xfrm>
            <a:off x="5230355" y="5110249"/>
            <a:ext cx="66061" cy="212650"/>
          </a:xfrm>
          <a:prstGeom prst="rect">
            <a:avLst/>
          </a:prstGeom>
          <a:solidFill>
            <a:srgbClr val="FFAD7A"/>
          </a:solidFill>
          <a:ln/>
        </p:spPr>
      </p:sp>
      <p:sp>
        <p:nvSpPr>
          <p:cNvPr id="768" name="Shape 766"/>
          <p:cNvSpPr/>
          <p:nvPr/>
        </p:nvSpPr>
        <p:spPr>
          <a:xfrm>
            <a:off x="5296416" y="5110249"/>
            <a:ext cx="66061" cy="212650"/>
          </a:xfrm>
          <a:prstGeom prst="rect">
            <a:avLst/>
          </a:prstGeom>
          <a:solidFill>
            <a:srgbClr val="FF8D6A"/>
          </a:solidFill>
          <a:ln/>
        </p:spPr>
      </p:sp>
      <p:sp>
        <p:nvSpPr>
          <p:cNvPr id="769" name="Shape 767"/>
          <p:cNvSpPr/>
          <p:nvPr/>
        </p:nvSpPr>
        <p:spPr>
          <a:xfrm>
            <a:off x="5362478" y="5110249"/>
            <a:ext cx="66061" cy="212650"/>
          </a:xfrm>
          <a:prstGeom prst="rect">
            <a:avLst/>
          </a:prstGeom>
          <a:solidFill>
            <a:srgbClr val="F8B8B0"/>
          </a:solidFill>
          <a:ln/>
        </p:spPr>
      </p:sp>
      <p:sp>
        <p:nvSpPr>
          <p:cNvPr id="770" name="Shape 768"/>
          <p:cNvSpPr/>
          <p:nvPr/>
        </p:nvSpPr>
        <p:spPr>
          <a:xfrm>
            <a:off x="5428539" y="5110249"/>
            <a:ext cx="66061" cy="212650"/>
          </a:xfrm>
          <a:prstGeom prst="rect">
            <a:avLst/>
          </a:prstGeom>
          <a:solidFill>
            <a:srgbClr val="F8D0D0"/>
          </a:solidFill>
          <a:ln/>
        </p:spPr>
      </p:sp>
      <p:sp>
        <p:nvSpPr>
          <p:cNvPr id="771" name="Shape 769"/>
          <p:cNvSpPr/>
          <p:nvPr/>
        </p:nvSpPr>
        <p:spPr>
          <a:xfrm>
            <a:off x="5098233" y="5110249"/>
            <a:ext cx="396367" cy="212650"/>
          </a:xfrm>
          <a:prstGeom prst="rect">
            <a:avLst/>
          </a:prstGeom>
          <a:ln w="9525">
            <a:solidFill>
              <a:srgbClr val="C04030"/>
            </a:solidFill>
            <a:prstDash val="solid"/>
          </a:ln>
        </p:spPr>
      </p:sp>
      <p:sp>
        <p:nvSpPr>
          <p:cNvPr id="772" name="Text 770"/>
          <p:cNvSpPr/>
          <p:nvPr/>
        </p:nvSpPr>
        <p:spPr>
          <a:xfrm>
            <a:off x="5085021" y="5083668"/>
            <a:ext cx="422792" cy="265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i="1" dirty="0">
                <a:solidFill>
                  <a:srgbClr val="8E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pPr algn="ctr" indent="0" marL="0">
              <a:buNone/>
            </a:pPr>
            <a:r>
              <a:rPr lang="en-US" sz="850" b="1" i="1" baseline="-40000" dirty="0">
                <a:solidFill>
                  <a:srgbClr val="8E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N-1</a:t>
            </a:r>
            <a:endParaRPr lang="en-US" sz="850" dirty="0"/>
          </a:p>
        </p:txBody>
      </p:sp>
      <p:sp>
        <p:nvSpPr>
          <p:cNvPr id="773" name="Shape 771"/>
          <p:cNvSpPr/>
          <p:nvPr/>
        </p:nvSpPr>
        <p:spPr>
          <a:xfrm>
            <a:off x="3872798" y="5180025"/>
            <a:ext cx="59455" cy="598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774" name="Shape 772"/>
          <p:cNvSpPr/>
          <p:nvPr/>
        </p:nvSpPr>
        <p:spPr>
          <a:xfrm>
            <a:off x="4044557" y="5180025"/>
            <a:ext cx="59455" cy="598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775" name="Shape 773"/>
          <p:cNvSpPr/>
          <p:nvPr/>
        </p:nvSpPr>
        <p:spPr>
          <a:xfrm>
            <a:off x="4216316" y="5180025"/>
            <a:ext cx="59455" cy="598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776" name="Shape 774"/>
          <p:cNvSpPr/>
          <p:nvPr/>
        </p:nvSpPr>
        <p:spPr>
          <a:xfrm>
            <a:off x="4388075" y="5180025"/>
            <a:ext cx="59455" cy="598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777" name="Shape 775"/>
          <p:cNvSpPr/>
          <p:nvPr/>
        </p:nvSpPr>
        <p:spPr>
          <a:xfrm>
            <a:off x="4559834" y="5180025"/>
            <a:ext cx="59455" cy="598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778" name="Shape 776"/>
          <p:cNvSpPr/>
          <p:nvPr/>
        </p:nvSpPr>
        <p:spPr>
          <a:xfrm>
            <a:off x="1075106" y="5528905"/>
            <a:ext cx="4439312" cy="584788"/>
          </a:xfrm>
          <a:prstGeom prst="rect">
            <a:avLst/>
          </a:prstGeom>
          <a:solidFill>
            <a:srgbClr val="FFFFFF"/>
          </a:solidFill>
          <a:ln w="25400">
            <a:solidFill>
              <a:srgbClr val="111111"/>
            </a:solidFill>
            <a:prstDash val="solid"/>
          </a:ln>
        </p:spPr>
      </p:sp>
      <p:sp>
        <p:nvSpPr>
          <p:cNvPr id="779" name="Shape 777"/>
          <p:cNvSpPr/>
          <p:nvPr/>
        </p:nvSpPr>
        <p:spPr>
          <a:xfrm>
            <a:off x="1101531" y="5555486"/>
            <a:ext cx="4386463" cy="265813"/>
          </a:xfrm>
          <a:prstGeom prst="rect">
            <a:avLst/>
          </a:prstGeom>
          <a:solidFill>
            <a:srgbClr val="F4CEA4"/>
          </a:solidFill>
          <a:ln/>
        </p:spPr>
      </p:sp>
      <p:sp>
        <p:nvSpPr>
          <p:cNvPr id="780" name="Text 778"/>
          <p:cNvSpPr/>
          <p:nvPr/>
        </p:nvSpPr>
        <p:spPr>
          <a:xfrm>
            <a:off x="1101531" y="5555486"/>
            <a:ext cx="4386463" cy="265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70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Embedding</a:t>
            </a:r>
            <a:endParaRPr lang="en-US" sz="900" dirty="0"/>
          </a:p>
        </p:txBody>
      </p:sp>
      <p:sp>
        <p:nvSpPr>
          <p:cNvPr id="781" name="Shape 779"/>
          <p:cNvSpPr/>
          <p:nvPr/>
        </p:nvSpPr>
        <p:spPr>
          <a:xfrm>
            <a:off x="1101531" y="5827944"/>
            <a:ext cx="4386463" cy="0"/>
          </a:xfrm>
          <a:prstGeom prst="line">
            <a:avLst/>
          </a:prstGeom>
          <a:noFill/>
          <a:ln w="12700">
            <a:solidFill>
              <a:srgbClr val="2E8BC0"/>
            </a:solidFill>
            <a:prstDash val="solid"/>
          </a:ln>
        </p:spPr>
      </p:sp>
      <p:sp>
        <p:nvSpPr>
          <p:cNvPr id="782" name="Shape 780"/>
          <p:cNvSpPr/>
          <p:nvPr/>
        </p:nvSpPr>
        <p:spPr>
          <a:xfrm>
            <a:off x="1101531" y="5834589"/>
            <a:ext cx="4386463" cy="252522"/>
          </a:xfrm>
          <a:prstGeom prst="rect">
            <a:avLst/>
          </a:prstGeom>
          <a:solidFill>
            <a:srgbClr val="DFF5D0"/>
          </a:solidFill>
          <a:ln/>
        </p:spPr>
      </p:sp>
      <p:sp>
        <p:nvSpPr>
          <p:cNvPr id="783" name="Text 781"/>
          <p:cNvSpPr/>
          <p:nvPr/>
        </p:nvSpPr>
        <p:spPr>
          <a:xfrm>
            <a:off x="1101531" y="5834589"/>
            <a:ext cx="4386463" cy="2525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838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Positional  Encoding / Embedding</a:t>
            </a:r>
            <a:endParaRPr lang="en-US" sz="850" dirty="0"/>
          </a:p>
        </p:txBody>
      </p:sp>
      <p:sp>
        <p:nvSpPr>
          <p:cNvPr id="784" name="Shape 782"/>
          <p:cNvSpPr/>
          <p:nvPr/>
        </p:nvSpPr>
        <p:spPr>
          <a:xfrm>
            <a:off x="1094925" y="6339633"/>
            <a:ext cx="343518" cy="212650"/>
          </a:xfrm>
          <a:prstGeom prst="rect">
            <a:avLst/>
          </a:prstGeom>
          <a:solidFill>
            <a:srgbClr val="FBE0CC"/>
          </a:solidFill>
          <a:ln w="9525">
            <a:solidFill>
              <a:srgbClr val="C04030"/>
            </a:solidFill>
            <a:prstDash val="solid"/>
          </a:ln>
        </p:spPr>
      </p:sp>
      <p:sp>
        <p:nvSpPr>
          <p:cNvPr id="785" name="Text 783"/>
          <p:cNvSpPr/>
          <p:nvPr/>
        </p:nvSpPr>
        <p:spPr>
          <a:xfrm>
            <a:off x="1081712" y="6313052"/>
            <a:ext cx="369943" cy="2658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650" i="1" dirty="0">
                <a:solidFill>
                  <a:srgbClr val="8E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Word 0</a:t>
            </a:r>
            <a:endParaRPr lang="en-US" sz="650" dirty="0"/>
          </a:p>
        </p:txBody>
      </p:sp>
      <p:sp>
        <p:nvSpPr>
          <p:cNvPr id="786" name="Shape 784"/>
          <p:cNvSpPr/>
          <p:nvPr/>
        </p:nvSpPr>
        <p:spPr>
          <a:xfrm>
            <a:off x="1563959" y="6339633"/>
            <a:ext cx="343518" cy="212650"/>
          </a:xfrm>
          <a:prstGeom prst="rect">
            <a:avLst/>
          </a:prstGeom>
          <a:solidFill>
            <a:srgbClr val="FBE0CC"/>
          </a:solidFill>
          <a:ln w="9525">
            <a:solidFill>
              <a:srgbClr val="C04030"/>
            </a:solidFill>
            <a:prstDash val="solid"/>
          </a:ln>
        </p:spPr>
      </p:sp>
      <p:sp>
        <p:nvSpPr>
          <p:cNvPr id="787" name="Text 785"/>
          <p:cNvSpPr/>
          <p:nvPr/>
        </p:nvSpPr>
        <p:spPr>
          <a:xfrm>
            <a:off x="1550747" y="6313052"/>
            <a:ext cx="369943" cy="2658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650" i="1" dirty="0">
                <a:solidFill>
                  <a:srgbClr val="8E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Word 1</a:t>
            </a:r>
            <a:endParaRPr lang="en-US" sz="650" dirty="0"/>
          </a:p>
        </p:txBody>
      </p:sp>
      <p:sp>
        <p:nvSpPr>
          <p:cNvPr id="788" name="Shape 786"/>
          <p:cNvSpPr/>
          <p:nvPr/>
        </p:nvSpPr>
        <p:spPr>
          <a:xfrm>
            <a:off x="2032994" y="6339633"/>
            <a:ext cx="343518" cy="212650"/>
          </a:xfrm>
          <a:prstGeom prst="rect">
            <a:avLst/>
          </a:prstGeom>
          <a:solidFill>
            <a:srgbClr val="FBE0CC"/>
          </a:solidFill>
          <a:ln w="9525">
            <a:solidFill>
              <a:srgbClr val="C04030"/>
            </a:solidFill>
            <a:prstDash val="solid"/>
          </a:ln>
        </p:spPr>
      </p:sp>
      <p:sp>
        <p:nvSpPr>
          <p:cNvPr id="789" name="Text 787"/>
          <p:cNvSpPr/>
          <p:nvPr/>
        </p:nvSpPr>
        <p:spPr>
          <a:xfrm>
            <a:off x="2019781" y="6313052"/>
            <a:ext cx="369943" cy="2658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650" i="1" dirty="0">
                <a:solidFill>
                  <a:srgbClr val="8E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Word 2</a:t>
            </a:r>
            <a:endParaRPr lang="en-US" sz="650" dirty="0"/>
          </a:p>
        </p:txBody>
      </p:sp>
      <p:sp>
        <p:nvSpPr>
          <p:cNvPr id="790" name="Shape 788"/>
          <p:cNvSpPr/>
          <p:nvPr/>
        </p:nvSpPr>
        <p:spPr>
          <a:xfrm>
            <a:off x="2502028" y="6339633"/>
            <a:ext cx="343518" cy="212650"/>
          </a:xfrm>
          <a:prstGeom prst="rect">
            <a:avLst/>
          </a:prstGeom>
          <a:solidFill>
            <a:srgbClr val="FBE0CC"/>
          </a:solidFill>
          <a:ln w="9525">
            <a:solidFill>
              <a:srgbClr val="C04030"/>
            </a:solidFill>
            <a:prstDash val="solid"/>
          </a:ln>
        </p:spPr>
      </p:sp>
      <p:sp>
        <p:nvSpPr>
          <p:cNvPr id="791" name="Text 789"/>
          <p:cNvSpPr/>
          <p:nvPr/>
        </p:nvSpPr>
        <p:spPr>
          <a:xfrm>
            <a:off x="2488816" y="6313052"/>
            <a:ext cx="369943" cy="2658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650" i="1" dirty="0">
                <a:solidFill>
                  <a:srgbClr val="8E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Word 3</a:t>
            </a:r>
            <a:endParaRPr lang="en-US" sz="650" dirty="0"/>
          </a:p>
        </p:txBody>
      </p:sp>
      <p:sp>
        <p:nvSpPr>
          <p:cNvPr id="792" name="Shape 790"/>
          <p:cNvSpPr/>
          <p:nvPr/>
        </p:nvSpPr>
        <p:spPr>
          <a:xfrm>
            <a:off x="2971062" y="6339633"/>
            <a:ext cx="343518" cy="212650"/>
          </a:xfrm>
          <a:prstGeom prst="rect">
            <a:avLst/>
          </a:prstGeom>
          <a:solidFill>
            <a:srgbClr val="FBE0CC"/>
          </a:solidFill>
          <a:ln w="9525">
            <a:solidFill>
              <a:srgbClr val="C04030"/>
            </a:solidFill>
            <a:prstDash val="solid"/>
          </a:ln>
        </p:spPr>
      </p:sp>
      <p:sp>
        <p:nvSpPr>
          <p:cNvPr id="793" name="Text 791"/>
          <p:cNvSpPr/>
          <p:nvPr/>
        </p:nvSpPr>
        <p:spPr>
          <a:xfrm>
            <a:off x="2957850" y="6313052"/>
            <a:ext cx="369943" cy="2658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650" i="1" dirty="0">
                <a:solidFill>
                  <a:srgbClr val="8E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Word 4</a:t>
            </a:r>
            <a:endParaRPr lang="en-US" sz="650" dirty="0"/>
          </a:p>
        </p:txBody>
      </p:sp>
      <p:sp>
        <p:nvSpPr>
          <p:cNvPr id="794" name="Shape 792"/>
          <p:cNvSpPr/>
          <p:nvPr/>
        </p:nvSpPr>
        <p:spPr>
          <a:xfrm>
            <a:off x="3440097" y="6339633"/>
            <a:ext cx="343518" cy="212650"/>
          </a:xfrm>
          <a:prstGeom prst="rect">
            <a:avLst/>
          </a:prstGeom>
          <a:solidFill>
            <a:srgbClr val="FBE0CC"/>
          </a:solidFill>
          <a:ln w="9525">
            <a:solidFill>
              <a:srgbClr val="C04030"/>
            </a:solidFill>
            <a:prstDash val="solid"/>
          </a:ln>
        </p:spPr>
      </p:sp>
      <p:sp>
        <p:nvSpPr>
          <p:cNvPr id="795" name="Text 793"/>
          <p:cNvSpPr/>
          <p:nvPr/>
        </p:nvSpPr>
        <p:spPr>
          <a:xfrm>
            <a:off x="3426885" y="6313052"/>
            <a:ext cx="369943" cy="2658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650" i="1" dirty="0">
                <a:solidFill>
                  <a:srgbClr val="8E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Word 5</a:t>
            </a:r>
            <a:endParaRPr lang="en-US" sz="650" dirty="0"/>
          </a:p>
        </p:txBody>
      </p:sp>
      <p:sp>
        <p:nvSpPr>
          <p:cNvPr id="796" name="Shape 794"/>
          <p:cNvSpPr/>
          <p:nvPr/>
        </p:nvSpPr>
        <p:spPr>
          <a:xfrm>
            <a:off x="4662229" y="6339633"/>
            <a:ext cx="343518" cy="212650"/>
          </a:xfrm>
          <a:prstGeom prst="rect">
            <a:avLst/>
          </a:prstGeom>
          <a:solidFill>
            <a:srgbClr val="FBE0CC"/>
          </a:solidFill>
          <a:ln w="9525">
            <a:solidFill>
              <a:srgbClr val="C04030"/>
            </a:solidFill>
            <a:prstDash val="solid"/>
          </a:ln>
        </p:spPr>
      </p:sp>
      <p:sp>
        <p:nvSpPr>
          <p:cNvPr id="797" name="Text 795"/>
          <p:cNvSpPr/>
          <p:nvPr/>
        </p:nvSpPr>
        <p:spPr>
          <a:xfrm>
            <a:off x="4649017" y="6313052"/>
            <a:ext cx="369943" cy="2658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650" i="1" dirty="0">
                <a:solidFill>
                  <a:srgbClr val="8E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Word N-2</a:t>
            </a:r>
            <a:endParaRPr lang="en-US" sz="650" dirty="0"/>
          </a:p>
        </p:txBody>
      </p:sp>
      <p:sp>
        <p:nvSpPr>
          <p:cNvPr id="798" name="Shape 796"/>
          <p:cNvSpPr/>
          <p:nvPr/>
        </p:nvSpPr>
        <p:spPr>
          <a:xfrm>
            <a:off x="5124657" y="6339633"/>
            <a:ext cx="343518" cy="212650"/>
          </a:xfrm>
          <a:prstGeom prst="rect">
            <a:avLst/>
          </a:prstGeom>
          <a:solidFill>
            <a:srgbClr val="FBE0CC"/>
          </a:solidFill>
          <a:ln w="9525">
            <a:solidFill>
              <a:srgbClr val="C04030"/>
            </a:solidFill>
            <a:prstDash val="solid"/>
          </a:ln>
        </p:spPr>
      </p:sp>
      <p:sp>
        <p:nvSpPr>
          <p:cNvPr id="799" name="Text 797"/>
          <p:cNvSpPr/>
          <p:nvPr/>
        </p:nvSpPr>
        <p:spPr>
          <a:xfrm>
            <a:off x="5111445" y="6313052"/>
            <a:ext cx="369943" cy="2658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650" i="1" dirty="0">
                <a:solidFill>
                  <a:srgbClr val="8E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Word N-1</a:t>
            </a:r>
            <a:endParaRPr lang="en-US" sz="650" dirty="0"/>
          </a:p>
        </p:txBody>
      </p:sp>
      <p:sp>
        <p:nvSpPr>
          <p:cNvPr id="800" name="Shape 798"/>
          <p:cNvSpPr/>
          <p:nvPr/>
        </p:nvSpPr>
        <p:spPr>
          <a:xfrm>
            <a:off x="3717554" y="6419377"/>
            <a:ext cx="52849" cy="53163"/>
          </a:xfrm>
          <a:prstGeom prst="ellipse">
            <a:avLst/>
          </a:prstGeom>
          <a:ln w="9525">
            <a:solidFill>
              <a:srgbClr val="8A8A8A"/>
            </a:solidFill>
            <a:prstDash val="solid"/>
          </a:ln>
        </p:spPr>
      </p:sp>
      <p:sp>
        <p:nvSpPr>
          <p:cNvPr id="801" name="Shape 799"/>
          <p:cNvSpPr/>
          <p:nvPr/>
        </p:nvSpPr>
        <p:spPr>
          <a:xfrm>
            <a:off x="3902525" y="6419377"/>
            <a:ext cx="52849" cy="53163"/>
          </a:xfrm>
          <a:prstGeom prst="ellipse">
            <a:avLst/>
          </a:prstGeom>
          <a:ln w="9525">
            <a:solidFill>
              <a:srgbClr val="8A8A8A"/>
            </a:solidFill>
            <a:prstDash val="solid"/>
          </a:ln>
        </p:spPr>
      </p:sp>
      <p:sp>
        <p:nvSpPr>
          <p:cNvPr id="802" name="Shape 800"/>
          <p:cNvSpPr/>
          <p:nvPr/>
        </p:nvSpPr>
        <p:spPr>
          <a:xfrm>
            <a:off x="4087497" y="6419377"/>
            <a:ext cx="52849" cy="53163"/>
          </a:xfrm>
          <a:prstGeom prst="ellipse">
            <a:avLst/>
          </a:prstGeom>
          <a:ln w="9525">
            <a:solidFill>
              <a:srgbClr val="8A8A8A"/>
            </a:solidFill>
            <a:prstDash val="solid"/>
          </a:ln>
        </p:spPr>
      </p:sp>
      <p:sp>
        <p:nvSpPr>
          <p:cNvPr id="803" name="Shape 801"/>
          <p:cNvSpPr/>
          <p:nvPr/>
        </p:nvSpPr>
        <p:spPr>
          <a:xfrm>
            <a:off x="4272468" y="6419377"/>
            <a:ext cx="52849" cy="53163"/>
          </a:xfrm>
          <a:prstGeom prst="ellipse">
            <a:avLst/>
          </a:prstGeom>
          <a:ln w="9525">
            <a:solidFill>
              <a:srgbClr val="8A8A8A"/>
            </a:solidFill>
            <a:prstDash val="solid"/>
          </a:ln>
        </p:spPr>
      </p:sp>
      <p:sp>
        <p:nvSpPr>
          <p:cNvPr id="804" name="Shape 802"/>
          <p:cNvSpPr/>
          <p:nvPr/>
        </p:nvSpPr>
        <p:spPr>
          <a:xfrm>
            <a:off x="4457439" y="6419377"/>
            <a:ext cx="52849" cy="53163"/>
          </a:xfrm>
          <a:prstGeom prst="ellipse">
            <a:avLst/>
          </a:prstGeom>
          <a:ln w="9525">
            <a:solidFill>
              <a:srgbClr val="8A8A8A"/>
            </a:solidFill>
            <a:prstDash val="solid"/>
          </a:ln>
        </p:spPr>
      </p:sp>
      <p:sp>
        <p:nvSpPr>
          <p:cNvPr id="805" name="Shape 803"/>
          <p:cNvSpPr/>
          <p:nvPr/>
        </p:nvSpPr>
        <p:spPr>
          <a:xfrm>
            <a:off x="4642411" y="6419377"/>
            <a:ext cx="52849" cy="53163"/>
          </a:xfrm>
          <a:prstGeom prst="ellipse">
            <a:avLst/>
          </a:prstGeom>
          <a:ln w="9525">
            <a:solidFill>
              <a:srgbClr val="8A8A8A"/>
            </a:solidFill>
            <a:prstDash val="solid"/>
          </a:ln>
        </p:spPr>
      </p:sp>
      <p:sp>
        <p:nvSpPr>
          <p:cNvPr id="806" name="Text 804"/>
          <p:cNvSpPr/>
          <p:nvPr/>
        </p:nvSpPr>
        <p:spPr>
          <a:xfrm>
            <a:off x="718376" y="3402403"/>
            <a:ext cx="211396" cy="1382226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vert270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</a:t>
            </a:r>
            <a:endParaRPr lang="en-US" sz="1500" dirty="0"/>
          </a:p>
        </p:txBody>
      </p:sp>
      <p:sp>
        <p:nvSpPr>
          <p:cNvPr id="807" name="Text 805"/>
          <p:cNvSpPr/>
          <p:nvPr/>
        </p:nvSpPr>
        <p:spPr>
          <a:xfrm>
            <a:off x="5910786" y="5661811"/>
            <a:ext cx="1004130" cy="2259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</a:t>
            </a:r>
            <a:endParaRPr lang="en-US" sz="1550" dirty="0"/>
          </a:p>
        </p:txBody>
      </p:sp>
      <p:sp>
        <p:nvSpPr>
          <p:cNvPr id="808" name="Text 806"/>
          <p:cNvSpPr/>
          <p:nvPr/>
        </p:nvSpPr>
        <p:spPr>
          <a:xfrm>
            <a:off x="5910786" y="5907688"/>
            <a:ext cx="1004130" cy="2259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i="1" dirty="0">
                <a:solidFill>
                  <a:srgbClr val="1E8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Decoder</a:t>
            </a:r>
            <a:endParaRPr lang="en-US" sz="1550" dirty="0"/>
          </a:p>
        </p:txBody>
      </p:sp>
      <p:sp>
        <p:nvSpPr>
          <p:cNvPr id="809" name="Text 807"/>
          <p:cNvSpPr/>
          <p:nvPr/>
        </p:nvSpPr>
        <p:spPr>
          <a:xfrm>
            <a:off x="5910786" y="6153564"/>
            <a:ext cx="1004130" cy="2259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i="1" dirty="0">
                <a:solidFill>
                  <a:srgbClr val="203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</a:t>
            </a:r>
            <a:endParaRPr lang="en-US" sz="15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71500"/>
            <a:ext cx="11137900" cy="6286500"/>
          </a:xfrm>
          <a:prstGeom prst="rect">
            <a:avLst/>
          </a:prstGeom>
          <a:solidFill>
            <a:srgbClr val="E9E9E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351663" y="2889568"/>
            <a:ext cx="10972800" cy="923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8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Transformer Encoder</a:t>
            </a:r>
            <a:endParaRPr lang="en-US" sz="4850" dirty="0"/>
          </a:p>
        </p:txBody>
      </p:sp>
      <p:sp>
        <p:nvSpPr>
          <p:cNvPr id="6" name="Text 4"/>
          <p:cNvSpPr/>
          <p:nvPr/>
        </p:nvSpPr>
        <p:spPr>
          <a:xfrm>
            <a:off x="536702" y="3593910"/>
            <a:ext cx="10972800" cy="923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85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a Classifier</a:t>
            </a:r>
            <a:endParaRPr lang="en-US" sz="48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71500"/>
            <a:ext cx="11137900" cy="6286500"/>
          </a:xfrm>
          <a:prstGeom prst="rect">
            <a:avLst/>
          </a:prstGeom>
          <a:solidFill>
            <a:srgbClr val="E9E9E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26110" y="5116830"/>
            <a:ext cx="10900410" cy="1686560"/>
          </a:xfrm>
          <a:prstGeom prst="roundRect">
            <a:avLst>
              <a:gd name="adj" fmla="val 3253"/>
            </a:avLst>
          </a:prstGeom>
          <a:solidFill>
            <a:srgbClr val="F5DCF6"/>
          </a:solidFill>
          <a:ln/>
        </p:spPr>
      </p:sp>
      <p:sp>
        <p:nvSpPr>
          <p:cNvPr id="6" name="Shape 4"/>
          <p:cNvSpPr/>
          <p:nvPr/>
        </p:nvSpPr>
        <p:spPr>
          <a:xfrm>
            <a:off x="1959610" y="5447030"/>
            <a:ext cx="9494520" cy="424180"/>
          </a:xfrm>
          <a:prstGeom prst="roundRect">
            <a:avLst>
              <a:gd name="adj" fmla="val 10778"/>
            </a:avLst>
          </a:prstGeom>
          <a:solidFill>
            <a:srgbClr val="F0FEE4"/>
          </a:solidFill>
          <a:ln w="12700">
            <a:solidFill>
              <a:srgbClr val="00B050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1959610" y="6244590"/>
            <a:ext cx="9494520" cy="477520"/>
          </a:xfrm>
          <a:prstGeom prst="roundRect">
            <a:avLst>
              <a:gd name="adj" fmla="val 9574"/>
            </a:avLst>
          </a:prstGeom>
          <a:solidFill>
            <a:srgbClr val="FDEBD0"/>
          </a:solidFill>
          <a:ln w="12700">
            <a:solidFill>
              <a:srgbClr val="E67E22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1959610" y="3003550"/>
            <a:ext cx="9533890" cy="438150"/>
          </a:xfrm>
          <a:prstGeom prst="roundRect">
            <a:avLst>
              <a:gd name="adj" fmla="val 10435"/>
            </a:avLst>
          </a:prstGeom>
          <a:solidFill>
            <a:srgbClr val="D6EAF8"/>
          </a:solidFill>
          <a:ln w="12700">
            <a:solidFill>
              <a:srgbClr val="2E64FE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2211070" y="3110230"/>
            <a:ext cx="155956" cy="213360"/>
          </a:xfrm>
          <a:prstGeom prst="rect">
            <a:avLst/>
          </a:prstGeom>
          <a:solidFill>
            <a:srgbClr val="FCFCD4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367026" y="3110230"/>
            <a:ext cx="155956" cy="213360"/>
          </a:xfrm>
          <a:prstGeom prst="rect">
            <a:avLst/>
          </a:prstGeom>
          <a:solidFill>
            <a:srgbClr val="F0FEE4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22982" y="3110230"/>
            <a:ext cx="155956" cy="213360"/>
          </a:xfrm>
          <a:prstGeom prst="rect">
            <a:avLst/>
          </a:prstGeom>
          <a:solidFill>
            <a:srgbClr val="FFB6B6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78938" y="3110230"/>
            <a:ext cx="155956" cy="213360"/>
          </a:xfrm>
          <a:prstGeom prst="rect">
            <a:avLst/>
          </a:prstGeom>
          <a:solidFill>
            <a:srgbClr val="DCDFF2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834894" y="3110230"/>
            <a:ext cx="155956" cy="213360"/>
          </a:xfrm>
          <a:prstGeom prst="rect">
            <a:avLst/>
          </a:prstGeom>
          <a:solidFill>
            <a:srgbClr val="F2D9F4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182112" y="3110230"/>
            <a:ext cx="155956" cy="213360"/>
          </a:xfrm>
          <a:prstGeom prst="rect">
            <a:avLst/>
          </a:prstGeom>
          <a:solidFill>
            <a:srgbClr val="FCFCD4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38068" y="3110230"/>
            <a:ext cx="155956" cy="213360"/>
          </a:xfrm>
          <a:prstGeom prst="rect">
            <a:avLst/>
          </a:prstGeom>
          <a:solidFill>
            <a:srgbClr val="F0FEE4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94024" y="3110230"/>
            <a:ext cx="155956" cy="213360"/>
          </a:xfrm>
          <a:prstGeom prst="rect">
            <a:avLst/>
          </a:prstGeom>
          <a:solidFill>
            <a:srgbClr val="FFB6B6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49980" y="3110230"/>
            <a:ext cx="155956" cy="213360"/>
          </a:xfrm>
          <a:prstGeom prst="rect">
            <a:avLst/>
          </a:prstGeom>
          <a:solidFill>
            <a:srgbClr val="DCDFF2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05936" y="3110230"/>
            <a:ext cx="155956" cy="213360"/>
          </a:xfrm>
          <a:prstGeom prst="rect">
            <a:avLst/>
          </a:prstGeom>
          <a:solidFill>
            <a:srgbClr val="F2D9F4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53154" y="3110230"/>
            <a:ext cx="155956" cy="213360"/>
          </a:xfrm>
          <a:prstGeom prst="rect">
            <a:avLst/>
          </a:prstGeom>
          <a:solidFill>
            <a:srgbClr val="FCFCD4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309110" y="3110230"/>
            <a:ext cx="155956" cy="213360"/>
          </a:xfrm>
          <a:prstGeom prst="rect">
            <a:avLst/>
          </a:prstGeom>
          <a:solidFill>
            <a:srgbClr val="F0FEE4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465066" y="3110230"/>
            <a:ext cx="155956" cy="213360"/>
          </a:xfrm>
          <a:prstGeom prst="rect">
            <a:avLst/>
          </a:prstGeom>
          <a:solidFill>
            <a:srgbClr val="FFB6B6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621022" y="3110230"/>
            <a:ext cx="155956" cy="213360"/>
          </a:xfrm>
          <a:prstGeom prst="rect">
            <a:avLst/>
          </a:prstGeom>
          <a:solidFill>
            <a:srgbClr val="DCDFF2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76978" y="3110230"/>
            <a:ext cx="155956" cy="213360"/>
          </a:xfrm>
          <a:prstGeom prst="rect">
            <a:avLst/>
          </a:prstGeom>
          <a:solidFill>
            <a:srgbClr val="F2D9F4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124196" y="3110230"/>
            <a:ext cx="155956" cy="213360"/>
          </a:xfrm>
          <a:prstGeom prst="rect">
            <a:avLst/>
          </a:prstGeom>
          <a:solidFill>
            <a:srgbClr val="FCFCD4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280152" y="3110230"/>
            <a:ext cx="155956" cy="213360"/>
          </a:xfrm>
          <a:prstGeom prst="rect">
            <a:avLst/>
          </a:prstGeom>
          <a:solidFill>
            <a:srgbClr val="F0FEE4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36108" y="3110230"/>
            <a:ext cx="155956" cy="213360"/>
          </a:xfrm>
          <a:prstGeom prst="rect">
            <a:avLst/>
          </a:prstGeom>
          <a:solidFill>
            <a:srgbClr val="FFB6B6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92064" y="3110230"/>
            <a:ext cx="155956" cy="213360"/>
          </a:xfrm>
          <a:prstGeom prst="rect">
            <a:avLst/>
          </a:prstGeom>
          <a:solidFill>
            <a:srgbClr val="DCDFF2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748020" y="3110230"/>
            <a:ext cx="155956" cy="213360"/>
          </a:xfrm>
          <a:prstGeom prst="rect">
            <a:avLst/>
          </a:prstGeom>
          <a:solidFill>
            <a:srgbClr val="F2D9F4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95238" y="3110230"/>
            <a:ext cx="155956" cy="213360"/>
          </a:xfrm>
          <a:prstGeom prst="rect">
            <a:avLst/>
          </a:prstGeom>
          <a:solidFill>
            <a:srgbClr val="FCFCD4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51194" y="3110230"/>
            <a:ext cx="155956" cy="213360"/>
          </a:xfrm>
          <a:prstGeom prst="rect">
            <a:avLst/>
          </a:prstGeom>
          <a:solidFill>
            <a:srgbClr val="F0FEE4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7150" y="3110230"/>
            <a:ext cx="155956" cy="213360"/>
          </a:xfrm>
          <a:prstGeom prst="rect">
            <a:avLst/>
          </a:prstGeom>
          <a:solidFill>
            <a:srgbClr val="FFB6B6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63106" y="3110230"/>
            <a:ext cx="155956" cy="213360"/>
          </a:xfrm>
          <a:prstGeom prst="rect">
            <a:avLst/>
          </a:prstGeom>
          <a:solidFill>
            <a:srgbClr val="DCDFF2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19062" y="3110230"/>
            <a:ext cx="155956" cy="213360"/>
          </a:xfrm>
          <a:prstGeom prst="rect">
            <a:avLst/>
          </a:prstGeom>
          <a:solidFill>
            <a:srgbClr val="F2D9F4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066280" y="3110230"/>
            <a:ext cx="155956" cy="213360"/>
          </a:xfrm>
          <a:prstGeom prst="rect">
            <a:avLst/>
          </a:prstGeom>
          <a:solidFill>
            <a:srgbClr val="FCFCD4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222236" y="3110230"/>
            <a:ext cx="155956" cy="213360"/>
          </a:xfrm>
          <a:prstGeom prst="rect">
            <a:avLst/>
          </a:prstGeom>
          <a:solidFill>
            <a:srgbClr val="F0FEE4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78192" y="3110230"/>
            <a:ext cx="155956" cy="213360"/>
          </a:xfrm>
          <a:prstGeom prst="rect">
            <a:avLst/>
          </a:prstGeom>
          <a:solidFill>
            <a:srgbClr val="FFB6B6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534148" y="3110230"/>
            <a:ext cx="155956" cy="213360"/>
          </a:xfrm>
          <a:prstGeom prst="rect">
            <a:avLst/>
          </a:prstGeom>
          <a:solidFill>
            <a:srgbClr val="DCDFF2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690104" y="3110230"/>
            <a:ext cx="155956" cy="213360"/>
          </a:xfrm>
          <a:prstGeom prst="rect">
            <a:avLst/>
          </a:prstGeom>
          <a:solidFill>
            <a:srgbClr val="F2D9F4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545320" y="3110230"/>
            <a:ext cx="155956" cy="213360"/>
          </a:xfrm>
          <a:prstGeom prst="rect">
            <a:avLst/>
          </a:prstGeom>
          <a:solidFill>
            <a:srgbClr val="FCFCD4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701276" y="3110230"/>
            <a:ext cx="155956" cy="213360"/>
          </a:xfrm>
          <a:prstGeom prst="rect">
            <a:avLst/>
          </a:prstGeom>
          <a:solidFill>
            <a:srgbClr val="F0FEE4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857232" y="3110230"/>
            <a:ext cx="155956" cy="213360"/>
          </a:xfrm>
          <a:prstGeom prst="rect">
            <a:avLst/>
          </a:prstGeom>
          <a:solidFill>
            <a:srgbClr val="FFB6B6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0013188" y="3110230"/>
            <a:ext cx="155956" cy="213360"/>
          </a:xfrm>
          <a:prstGeom prst="rect">
            <a:avLst/>
          </a:prstGeom>
          <a:solidFill>
            <a:srgbClr val="DCDFF2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0169144" y="3110230"/>
            <a:ext cx="155956" cy="213360"/>
          </a:xfrm>
          <a:prstGeom prst="rect">
            <a:avLst/>
          </a:prstGeom>
          <a:solidFill>
            <a:srgbClr val="F2D9F4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0535920" y="3110230"/>
            <a:ext cx="155956" cy="213360"/>
          </a:xfrm>
          <a:prstGeom prst="rect">
            <a:avLst/>
          </a:prstGeom>
          <a:solidFill>
            <a:srgbClr val="FCFCD4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691876" y="3110230"/>
            <a:ext cx="155956" cy="213360"/>
          </a:xfrm>
          <a:prstGeom prst="rect">
            <a:avLst/>
          </a:prstGeom>
          <a:solidFill>
            <a:srgbClr val="F0FEE4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0847832" y="3110230"/>
            <a:ext cx="155956" cy="213360"/>
          </a:xfrm>
          <a:prstGeom prst="rect">
            <a:avLst/>
          </a:prstGeom>
          <a:solidFill>
            <a:srgbClr val="FFB6B6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1003788" y="3110230"/>
            <a:ext cx="155956" cy="213360"/>
          </a:xfrm>
          <a:prstGeom prst="rect">
            <a:avLst/>
          </a:prstGeom>
          <a:solidFill>
            <a:srgbClr val="DCDFF2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1159744" y="3110230"/>
            <a:ext cx="155956" cy="213360"/>
          </a:xfrm>
          <a:prstGeom prst="rect">
            <a:avLst/>
          </a:prstGeom>
          <a:solidFill>
            <a:srgbClr val="F2D9F4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211070" y="3091180"/>
            <a:ext cx="7797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9C202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</a:t>
            </a:r>
            <a:pPr algn="ctr" indent="0" marL="0">
              <a:buNone/>
            </a:pPr>
            <a:r>
              <a:rPr lang="en-US" sz="1100" b="1" i="1" baseline="-40000" dirty="0">
                <a:solidFill>
                  <a:srgbClr val="9C202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3182112" y="3091180"/>
            <a:ext cx="7797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9C202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</a:t>
            </a:r>
            <a:pPr algn="ctr" indent="0" marL="0">
              <a:buNone/>
            </a:pPr>
            <a:r>
              <a:rPr lang="en-US" sz="1100" b="1" i="1" baseline="-40000" dirty="0">
                <a:solidFill>
                  <a:srgbClr val="9C202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4153154" y="3091180"/>
            <a:ext cx="7797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9C202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</a:t>
            </a:r>
            <a:pPr algn="ctr" indent="0" marL="0">
              <a:buNone/>
            </a:pPr>
            <a:r>
              <a:rPr lang="en-US" sz="1100" b="1" i="1" baseline="-40000" dirty="0">
                <a:solidFill>
                  <a:srgbClr val="9C202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5124196" y="3091180"/>
            <a:ext cx="7797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9C202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</a:t>
            </a:r>
            <a:pPr algn="ctr" indent="0" marL="0">
              <a:buNone/>
            </a:pPr>
            <a:r>
              <a:rPr lang="en-US" sz="1100" b="1" i="1" baseline="-40000" dirty="0">
                <a:solidFill>
                  <a:srgbClr val="9C202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6095238" y="3091180"/>
            <a:ext cx="7797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9C202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</a:t>
            </a:r>
            <a:pPr algn="ctr" indent="0" marL="0">
              <a:buNone/>
            </a:pPr>
            <a:r>
              <a:rPr lang="en-US" sz="1100" b="1" i="1" baseline="-40000" dirty="0">
                <a:solidFill>
                  <a:srgbClr val="9C202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7066280" y="3091180"/>
            <a:ext cx="7797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9C202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</a:t>
            </a:r>
            <a:pPr algn="ctr" indent="0" marL="0">
              <a:buNone/>
            </a:pPr>
            <a:r>
              <a:rPr lang="en-US" sz="1100" b="1" i="1" baseline="-40000" dirty="0">
                <a:solidFill>
                  <a:srgbClr val="9C202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9545320" y="3091180"/>
            <a:ext cx="7797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9C202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</a:t>
            </a:r>
            <a:pPr algn="ctr" indent="0" marL="0">
              <a:buNone/>
            </a:pPr>
            <a:r>
              <a:rPr lang="en-US" sz="1100" b="1" i="1" baseline="-40000" dirty="0">
                <a:solidFill>
                  <a:srgbClr val="9C202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N-2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10535920" y="3091180"/>
            <a:ext cx="7797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9C202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</a:t>
            </a:r>
            <a:pPr algn="ctr" indent="0" marL="0">
              <a:buNone/>
            </a:pPr>
            <a:r>
              <a:rPr lang="en-US" sz="1100" b="1" i="1" baseline="-40000" dirty="0">
                <a:solidFill>
                  <a:srgbClr val="9C202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N-1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8125460" y="3177540"/>
            <a:ext cx="78740" cy="78740"/>
          </a:xfrm>
          <a:prstGeom prst="ellipse">
            <a:avLst/>
          </a:prstGeom>
          <a:solidFill>
            <a:srgbClr val="0000CC"/>
          </a:solidFill>
          <a:ln/>
        </p:spPr>
      </p:sp>
      <p:sp>
        <p:nvSpPr>
          <p:cNvPr id="58" name="Shape 56"/>
          <p:cNvSpPr/>
          <p:nvPr/>
        </p:nvSpPr>
        <p:spPr>
          <a:xfrm>
            <a:off x="8361680" y="3177540"/>
            <a:ext cx="78740" cy="78740"/>
          </a:xfrm>
          <a:prstGeom prst="ellipse">
            <a:avLst/>
          </a:prstGeom>
          <a:solidFill>
            <a:srgbClr val="0000CC"/>
          </a:solidFill>
          <a:ln/>
        </p:spPr>
      </p:sp>
      <p:sp>
        <p:nvSpPr>
          <p:cNvPr id="59" name="Shape 57"/>
          <p:cNvSpPr/>
          <p:nvPr/>
        </p:nvSpPr>
        <p:spPr>
          <a:xfrm>
            <a:off x="8600440" y="3177540"/>
            <a:ext cx="78740" cy="78740"/>
          </a:xfrm>
          <a:prstGeom prst="ellipse">
            <a:avLst/>
          </a:prstGeom>
          <a:solidFill>
            <a:srgbClr val="0000CC"/>
          </a:solidFill>
          <a:ln/>
        </p:spPr>
      </p:sp>
      <p:sp>
        <p:nvSpPr>
          <p:cNvPr id="60" name="Shape 58"/>
          <p:cNvSpPr/>
          <p:nvPr/>
        </p:nvSpPr>
        <p:spPr>
          <a:xfrm>
            <a:off x="8837930" y="3177540"/>
            <a:ext cx="78740" cy="78740"/>
          </a:xfrm>
          <a:prstGeom prst="ellipse">
            <a:avLst/>
          </a:prstGeom>
          <a:solidFill>
            <a:srgbClr val="0000CC"/>
          </a:solidFill>
          <a:ln/>
        </p:spPr>
      </p:sp>
      <p:sp>
        <p:nvSpPr>
          <p:cNvPr id="61" name="Shape 59"/>
          <p:cNvSpPr/>
          <p:nvPr/>
        </p:nvSpPr>
        <p:spPr>
          <a:xfrm>
            <a:off x="9042400" y="3177540"/>
            <a:ext cx="78740" cy="78740"/>
          </a:xfrm>
          <a:prstGeom prst="ellipse">
            <a:avLst/>
          </a:prstGeom>
          <a:solidFill>
            <a:srgbClr val="0000CC"/>
          </a:solidFill>
          <a:ln/>
        </p:spPr>
      </p:sp>
      <p:sp>
        <p:nvSpPr>
          <p:cNvPr id="62" name="Shape 60"/>
          <p:cNvSpPr/>
          <p:nvPr/>
        </p:nvSpPr>
        <p:spPr>
          <a:xfrm>
            <a:off x="2211070" y="5594350"/>
            <a:ext cx="155956" cy="213360"/>
          </a:xfrm>
          <a:prstGeom prst="rect">
            <a:avLst/>
          </a:prstGeom>
          <a:solidFill>
            <a:srgbClr val="FCFCD4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2367026" y="5594350"/>
            <a:ext cx="155956" cy="213360"/>
          </a:xfrm>
          <a:prstGeom prst="rect">
            <a:avLst/>
          </a:prstGeom>
          <a:solidFill>
            <a:srgbClr val="F0FEE4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2522982" y="5594350"/>
            <a:ext cx="155956" cy="213360"/>
          </a:xfrm>
          <a:prstGeom prst="rect">
            <a:avLst/>
          </a:prstGeom>
          <a:solidFill>
            <a:srgbClr val="FFB6B6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2678938" y="5594350"/>
            <a:ext cx="155956" cy="213360"/>
          </a:xfrm>
          <a:prstGeom prst="rect">
            <a:avLst/>
          </a:prstGeom>
          <a:solidFill>
            <a:srgbClr val="DCDFF2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2834894" y="5594350"/>
            <a:ext cx="155956" cy="213360"/>
          </a:xfrm>
          <a:prstGeom prst="rect">
            <a:avLst/>
          </a:prstGeom>
          <a:solidFill>
            <a:srgbClr val="F2D9F4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3182112" y="5594350"/>
            <a:ext cx="155956" cy="213360"/>
          </a:xfrm>
          <a:prstGeom prst="rect">
            <a:avLst/>
          </a:prstGeom>
          <a:solidFill>
            <a:srgbClr val="FCFCD4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3338068" y="5594350"/>
            <a:ext cx="155956" cy="213360"/>
          </a:xfrm>
          <a:prstGeom prst="rect">
            <a:avLst/>
          </a:prstGeom>
          <a:solidFill>
            <a:srgbClr val="F0FEE4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3494024" y="5594350"/>
            <a:ext cx="155956" cy="213360"/>
          </a:xfrm>
          <a:prstGeom prst="rect">
            <a:avLst/>
          </a:prstGeom>
          <a:solidFill>
            <a:srgbClr val="FFB6B6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3649980" y="5594350"/>
            <a:ext cx="155956" cy="213360"/>
          </a:xfrm>
          <a:prstGeom prst="rect">
            <a:avLst/>
          </a:prstGeom>
          <a:solidFill>
            <a:srgbClr val="DCDFF2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3805936" y="5594350"/>
            <a:ext cx="155956" cy="213360"/>
          </a:xfrm>
          <a:prstGeom prst="rect">
            <a:avLst/>
          </a:prstGeom>
          <a:solidFill>
            <a:srgbClr val="F2D9F4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153154" y="5594350"/>
            <a:ext cx="155956" cy="213360"/>
          </a:xfrm>
          <a:prstGeom prst="rect">
            <a:avLst/>
          </a:prstGeom>
          <a:solidFill>
            <a:srgbClr val="FCFCD4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4309110" y="5594350"/>
            <a:ext cx="155956" cy="213360"/>
          </a:xfrm>
          <a:prstGeom prst="rect">
            <a:avLst/>
          </a:prstGeom>
          <a:solidFill>
            <a:srgbClr val="F0FEE4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4465066" y="5594350"/>
            <a:ext cx="155956" cy="213360"/>
          </a:xfrm>
          <a:prstGeom prst="rect">
            <a:avLst/>
          </a:prstGeom>
          <a:solidFill>
            <a:srgbClr val="FFB6B6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4621022" y="5594350"/>
            <a:ext cx="155956" cy="213360"/>
          </a:xfrm>
          <a:prstGeom prst="rect">
            <a:avLst/>
          </a:prstGeom>
          <a:solidFill>
            <a:srgbClr val="DCDFF2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4776978" y="5594350"/>
            <a:ext cx="155956" cy="213360"/>
          </a:xfrm>
          <a:prstGeom prst="rect">
            <a:avLst/>
          </a:prstGeom>
          <a:solidFill>
            <a:srgbClr val="F2D9F4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5124196" y="5594350"/>
            <a:ext cx="155956" cy="213360"/>
          </a:xfrm>
          <a:prstGeom prst="rect">
            <a:avLst/>
          </a:prstGeom>
          <a:solidFill>
            <a:srgbClr val="FCFCD4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5280152" y="5594350"/>
            <a:ext cx="155956" cy="213360"/>
          </a:xfrm>
          <a:prstGeom prst="rect">
            <a:avLst/>
          </a:prstGeom>
          <a:solidFill>
            <a:srgbClr val="F0FEE4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5436108" y="5594350"/>
            <a:ext cx="155956" cy="213360"/>
          </a:xfrm>
          <a:prstGeom prst="rect">
            <a:avLst/>
          </a:prstGeom>
          <a:solidFill>
            <a:srgbClr val="FFB6B6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5592064" y="5594350"/>
            <a:ext cx="155956" cy="213360"/>
          </a:xfrm>
          <a:prstGeom prst="rect">
            <a:avLst/>
          </a:prstGeom>
          <a:solidFill>
            <a:srgbClr val="DCDFF2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5748020" y="5594350"/>
            <a:ext cx="155956" cy="213360"/>
          </a:xfrm>
          <a:prstGeom prst="rect">
            <a:avLst/>
          </a:prstGeom>
          <a:solidFill>
            <a:srgbClr val="F2D9F4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6095238" y="5594350"/>
            <a:ext cx="155956" cy="213360"/>
          </a:xfrm>
          <a:prstGeom prst="rect">
            <a:avLst/>
          </a:prstGeom>
          <a:solidFill>
            <a:srgbClr val="FCFCD4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6251194" y="5594350"/>
            <a:ext cx="155956" cy="213360"/>
          </a:xfrm>
          <a:prstGeom prst="rect">
            <a:avLst/>
          </a:prstGeom>
          <a:solidFill>
            <a:srgbClr val="F0FEE4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6407150" y="5594350"/>
            <a:ext cx="155956" cy="213360"/>
          </a:xfrm>
          <a:prstGeom prst="rect">
            <a:avLst/>
          </a:prstGeom>
          <a:solidFill>
            <a:srgbClr val="FFB6B6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563106" y="5594350"/>
            <a:ext cx="155956" cy="213360"/>
          </a:xfrm>
          <a:prstGeom prst="rect">
            <a:avLst/>
          </a:prstGeom>
          <a:solidFill>
            <a:srgbClr val="DCDFF2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719062" y="5594350"/>
            <a:ext cx="155956" cy="213360"/>
          </a:xfrm>
          <a:prstGeom prst="rect">
            <a:avLst/>
          </a:prstGeom>
          <a:solidFill>
            <a:srgbClr val="F2D9F4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7066280" y="5594350"/>
            <a:ext cx="155956" cy="213360"/>
          </a:xfrm>
          <a:prstGeom prst="rect">
            <a:avLst/>
          </a:prstGeom>
          <a:solidFill>
            <a:srgbClr val="FCFCD4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7222236" y="5594350"/>
            <a:ext cx="155956" cy="213360"/>
          </a:xfrm>
          <a:prstGeom prst="rect">
            <a:avLst/>
          </a:prstGeom>
          <a:solidFill>
            <a:srgbClr val="F0FEE4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7378192" y="5594350"/>
            <a:ext cx="155956" cy="213360"/>
          </a:xfrm>
          <a:prstGeom prst="rect">
            <a:avLst/>
          </a:prstGeom>
          <a:solidFill>
            <a:srgbClr val="FFB6B6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7534148" y="5594350"/>
            <a:ext cx="155956" cy="213360"/>
          </a:xfrm>
          <a:prstGeom prst="rect">
            <a:avLst/>
          </a:prstGeom>
          <a:solidFill>
            <a:srgbClr val="DCDFF2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7690104" y="5594350"/>
            <a:ext cx="155956" cy="213360"/>
          </a:xfrm>
          <a:prstGeom prst="rect">
            <a:avLst/>
          </a:prstGeom>
          <a:solidFill>
            <a:srgbClr val="F2D9F4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9545320" y="5594350"/>
            <a:ext cx="155956" cy="213360"/>
          </a:xfrm>
          <a:prstGeom prst="rect">
            <a:avLst/>
          </a:prstGeom>
          <a:solidFill>
            <a:srgbClr val="FCFCD4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9701276" y="5594350"/>
            <a:ext cx="155956" cy="213360"/>
          </a:xfrm>
          <a:prstGeom prst="rect">
            <a:avLst/>
          </a:prstGeom>
          <a:solidFill>
            <a:srgbClr val="F0FEE4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9857232" y="5594350"/>
            <a:ext cx="155956" cy="213360"/>
          </a:xfrm>
          <a:prstGeom prst="rect">
            <a:avLst/>
          </a:prstGeom>
          <a:solidFill>
            <a:srgbClr val="FFB6B6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10013188" y="5594350"/>
            <a:ext cx="155956" cy="213360"/>
          </a:xfrm>
          <a:prstGeom prst="rect">
            <a:avLst/>
          </a:prstGeom>
          <a:solidFill>
            <a:srgbClr val="DCDFF2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10169144" y="5594350"/>
            <a:ext cx="155956" cy="213360"/>
          </a:xfrm>
          <a:prstGeom prst="rect">
            <a:avLst/>
          </a:prstGeom>
          <a:solidFill>
            <a:srgbClr val="F2D9F4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10535920" y="5594350"/>
            <a:ext cx="155956" cy="213360"/>
          </a:xfrm>
          <a:prstGeom prst="rect">
            <a:avLst/>
          </a:prstGeom>
          <a:solidFill>
            <a:srgbClr val="FCFCD4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10691876" y="5594350"/>
            <a:ext cx="155956" cy="213360"/>
          </a:xfrm>
          <a:prstGeom prst="rect">
            <a:avLst/>
          </a:prstGeom>
          <a:solidFill>
            <a:srgbClr val="F0FEE4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10847832" y="5594350"/>
            <a:ext cx="155956" cy="213360"/>
          </a:xfrm>
          <a:prstGeom prst="rect">
            <a:avLst/>
          </a:prstGeom>
          <a:solidFill>
            <a:srgbClr val="FFB6B6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11003788" y="5594350"/>
            <a:ext cx="155956" cy="213360"/>
          </a:xfrm>
          <a:prstGeom prst="rect">
            <a:avLst/>
          </a:prstGeom>
          <a:solidFill>
            <a:srgbClr val="DCDFF2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1159744" y="5594350"/>
            <a:ext cx="155956" cy="213360"/>
          </a:xfrm>
          <a:prstGeom prst="rect">
            <a:avLst/>
          </a:prstGeom>
          <a:solidFill>
            <a:srgbClr val="F2D9F4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2211070" y="5575300"/>
            <a:ext cx="7797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9C202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pPr algn="ctr" indent="0" marL="0">
              <a:buNone/>
            </a:pPr>
            <a:r>
              <a:rPr lang="en-US" sz="1100" b="1" i="1" baseline="-40000" dirty="0">
                <a:solidFill>
                  <a:srgbClr val="9C202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endParaRPr lang="en-US" sz="1100" dirty="0"/>
          </a:p>
        </p:txBody>
      </p:sp>
      <p:sp>
        <p:nvSpPr>
          <p:cNvPr id="103" name="Text 101"/>
          <p:cNvSpPr/>
          <p:nvPr/>
        </p:nvSpPr>
        <p:spPr>
          <a:xfrm>
            <a:off x="3182112" y="5575300"/>
            <a:ext cx="7797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9C202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pPr algn="ctr" indent="0" marL="0">
              <a:buNone/>
            </a:pPr>
            <a:r>
              <a:rPr lang="en-US" sz="1100" b="1" i="1" baseline="-40000" dirty="0">
                <a:solidFill>
                  <a:srgbClr val="9C202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100" dirty="0"/>
          </a:p>
        </p:txBody>
      </p:sp>
      <p:sp>
        <p:nvSpPr>
          <p:cNvPr id="104" name="Text 102"/>
          <p:cNvSpPr/>
          <p:nvPr/>
        </p:nvSpPr>
        <p:spPr>
          <a:xfrm>
            <a:off x="4153154" y="5575300"/>
            <a:ext cx="7797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9C202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pPr algn="ctr" indent="0" marL="0">
              <a:buNone/>
            </a:pPr>
            <a:r>
              <a:rPr lang="en-US" sz="1100" b="1" i="1" baseline="-40000" dirty="0">
                <a:solidFill>
                  <a:srgbClr val="9C202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100" dirty="0"/>
          </a:p>
        </p:txBody>
      </p:sp>
      <p:sp>
        <p:nvSpPr>
          <p:cNvPr id="105" name="Text 103"/>
          <p:cNvSpPr/>
          <p:nvPr/>
        </p:nvSpPr>
        <p:spPr>
          <a:xfrm>
            <a:off x="5124196" y="5575300"/>
            <a:ext cx="7797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9C202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pPr algn="ctr" indent="0" marL="0">
              <a:buNone/>
            </a:pPr>
            <a:r>
              <a:rPr lang="en-US" sz="1100" b="1" i="1" baseline="-40000" dirty="0">
                <a:solidFill>
                  <a:srgbClr val="9C202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100" dirty="0"/>
          </a:p>
        </p:txBody>
      </p:sp>
      <p:sp>
        <p:nvSpPr>
          <p:cNvPr id="106" name="Text 104"/>
          <p:cNvSpPr/>
          <p:nvPr/>
        </p:nvSpPr>
        <p:spPr>
          <a:xfrm>
            <a:off x="6095238" y="5575300"/>
            <a:ext cx="7797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9C202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pPr algn="ctr" indent="0" marL="0">
              <a:buNone/>
            </a:pPr>
            <a:r>
              <a:rPr lang="en-US" sz="1100" b="1" i="1" baseline="-40000" dirty="0">
                <a:solidFill>
                  <a:srgbClr val="9C202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100" dirty="0"/>
          </a:p>
        </p:txBody>
      </p:sp>
      <p:sp>
        <p:nvSpPr>
          <p:cNvPr id="107" name="Text 105"/>
          <p:cNvSpPr/>
          <p:nvPr/>
        </p:nvSpPr>
        <p:spPr>
          <a:xfrm>
            <a:off x="7066280" y="5575300"/>
            <a:ext cx="7797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9C202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pPr algn="ctr" indent="0" marL="0">
              <a:buNone/>
            </a:pPr>
            <a:r>
              <a:rPr lang="en-US" sz="1100" b="1" i="1" baseline="-40000" dirty="0">
                <a:solidFill>
                  <a:srgbClr val="9C202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100" dirty="0"/>
          </a:p>
        </p:txBody>
      </p:sp>
      <p:sp>
        <p:nvSpPr>
          <p:cNvPr id="108" name="Text 106"/>
          <p:cNvSpPr/>
          <p:nvPr/>
        </p:nvSpPr>
        <p:spPr>
          <a:xfrm>
            <a:off x="9545320" y="5575300"/>
            <a:ext cx="7797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9C202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pPr algn="ctr" indent="0" marL="0">
              <a:buNone/>
            </a:pPr>
            <a:r>
              <a:rPr lang="en-US" sz="1100" b="1" i="1" baseline="-40000" dirty="0">
                <a:solidFill>
                  <a:srgbClr val="9C202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N-2</a:t>
            </a:r>
            <a:endParaRPr lang="en-US" sz="1100" dirty="0"/>
          </a:p>
        </p:txBody>
      </p:sp>
      <p:sp>
        <p:nvSpPr>
          <p:cNvPr id="109" name="Text 107"/>
          <p:cNvSpPr/>
          <p:nvPr/>
        </p:nvSpPr>
        <p:spPr>
          <a:xfrm>
            <a:off x="10535920" y="5575300"/>
            <a:ext cx="77978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9C202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pPr algn="ctr" indent="0" marL="0">
              <a:buNone/>
            </a:pPr>
            <a:r>
              <a:rPr lang="en-US" sz="1100" b="1" i="1" baseline="-40000" dirty="0">
                <a:solidFill>
                  <a:srgbClr val="9C202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N-1</a:t>
            </a:r>
            <a:endParaRPr lang="en-US" sz="1100" dirty="0"/>
          </a:p>
        </p:txBody>
      </p:sp>
      <p:sp>
        <p:nvSpPr>
          <p:cNvPr id="110" name="Shape 108"/>
          <p:cNvSpPr/>
          <p:nvPr/>
        </p:nvSpPr>
        <p:spPr>
          <a:xfrm>
            <a:off x="8125460" y="5661660"/>
            <a:ext cx="78740" cy="787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11" name="Shape 109"/>
          <p:cNvSpPr/>
          <p:nvPr/>
        </p:nvSpPr>
        <p:spPr>
          <a:xfrm>
            <a:off x="8361680" y="5661660"/>
            <a:ext cx="78740" cy="787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12" name="Shape 110"/>
          <p:cNvSpPr/>
          <p:nvPr/>
        </p:nvSpPr>
        <p:spPr>
          <a:xfrm>
            <a:off x="8600440" y="5661660"/>
            <a:ext cx="78740" cy="787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13" name="Shape 111"/>
          <p:cNvSpPr/>
          <p:nvPr/>
        </p:nvSpPr>
        <p:spPr>
          <a:xfrm>
            <a:off x="8837930" y="5661660"/>
            <a:ext cx="78740" cy="787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9042400" y="5661660"/>
            <a:ext cx="78740" cy="787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15" name="Shape 113"/>
          <p:cNvSpPr/>
          <p:nvPr/>
        </p:nvSpPr>
        <p:spPr>
          <a:xfrm>
            <a:off x="2211070" y="6297930"/>
            <a:ext cx="652780" cy="320040"/>
          </a:xfrm>
          <a:prstGeom prst="rect">
            <a:avLst/>
          </a:prstGeom>
          <a:solidFill>
            <a:srgbClr val="FBF0D2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2863850" y="6297930"/>
            <a:ext cx="287020" cy="320040"/>
          </a:xfrm>
          <a:prstGeom prst="rect">
            <a:avLst/>
          </a:prstGeom>
          <a:solidFill>
            <a:srgbClr val="F2D8C8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3182112" y="6297930"/>
            <a:ext cx="652780" cy="320040"/>
          </a:xfrm>
          <a:prstGeom prst="rect">
            <a:avLst/>
          </a:prstGeom>
          <a:solidFill>
            <a:srgbClr val="FBF0D2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3834892" y="6297930"/>
            <a:ext cx="287020" cy="320040"/>
          </a:xfrm>
          <a:prstGeom prst="rect">
            <a:avLst/>
          </a:prstGeom>
          <a:solidFill>
            <a:srgbClr val="F2D8C8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4153154" y="6297930"/>
            <a:ext cx="652780" cy="320040"/>
          </a:xfrm>
          <a:prstGeom prst="rect">
            <a:avLst/>
          </a:prstGeom>
          <a:solidFill>
            <a:srgbClr val="FBF0D2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4805934" y="6297930"/>
            <a:ext cx="287020" cy="320040"/>
          </a:xfrm>
          <a:prstGeom prst="rect">
            <a:avLst/>
          </a:prstGeom>
          <a:solidFill>
            <a:srgbClr val="F2D8C8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5124196" y="6297930"/>
            <a:ext cx="652780" cy="320040"/>
          </a:xfrm>
          <a:prstGeom prst="rect">
            <a:avLst/>
          </a:prstGeom>
          <a:solidFill>
            <a:srgbClr val="FBF0D2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5776976" y="6297930"/>
            <a:ext cx="287020" cy="320040"/>
          </a:xfrm>
          <a:prstGeom prst="rect">
            <a:avLst/>
          </a:prstGeom>
          <a:solidFill>
            <a:srgbClr val="F2D8C8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095238" y="6297930"/>
            <a:ext cx="652780" cy="320040"/>
          </a:xfrm>
          <a:prstGeom prst="rect">
            <a:avLst/>
          </a:prstGeom>
          <a:solidFill>
            <a:srgbClr val="FBF0D2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748018" y="6297930"/>
            <a:ext cx="287020" cy="320040"/>
          </a:xfrm>
          <a:prstGeom prst="rect">
            <a:avLst/>
          </a:prstGeom>
          <a:solidFill>
            <a:srgbClr val="F2D8C8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066280" y="6297930"/>
            <a:ext cx="652780" cy="320040"/>
          </a:xfrm>
          <a:prstGeom prst="rect">
            <a:avLst/>
          </a:prstGeom>
          <a:solidFill>
            <a:srgbClr val="FBF0D2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719060" y="6297930"/>
            <a:ext cx="287020" cy="320040"/>
          </a:xfrm>
          <a:prstGeom prst="rect">
            <a:avLst/>
          </a:prstGeom>
          <a:solidFill>
            <a:srgbClr val="F2D8C8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9517380" y="6297930"/>
            <a:ext cx="652780" cy="320040"/>
          </a:xfrm>
          <a:prstGeom prst="rect">
            <a:avLst/>
          </a:prstGeom>
          <a:solidFill>
            <a:srgbClr val="FBF0D2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10170160" y="6297930"/>
            <a:ext cx="287020" cy="320040"/>
          </a:xfrm>
          <a:prstGeom prst="rect">
            <a:avLst/>
          </a:prstGeom>
          <a:solidFill>
            <a:srgbClr val="F2D8C8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10507980" y="6297930"/>
            <a:ext cx="652780" cy="320040"/>
          </a:xfrm>
          <a:prstGeom prst="rect">
            <a:avLst/>
          </a:prstGeom>
          <a:solidFill>
            <a:srgbClr val="FBF0D2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11160760" y="6297930"/>
            <a:ext cx="287020" cy="320040"/>
          </a:xfrm>
          <a:prstGeom prst="rect">
            <a:avLst/>
          </a:prstGeom>
          <a:solidFill>
            <a:srgbClr val="F2D8C8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2172970" y="6297930"/>
            <a:ext cx="584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i="1" dirty="0">
                <a:solidFill>
                  <a:srgbClr val="0000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Vector</a:t>
            </a:r>
            <a:pPr algn="ctr" indent="0" marL="0">
              <a:buNone/>
            </a:pPr>
            <a:r>
              <a:rPr lang="en-US" sz="950" b="1" i="1" baseline="-40000" dirty="0">
                <a:solidFill>
                  <a:srgbClr val="0000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P0</a:t>
            </a:r>
            <a:endParaRPr lang="en-US" sz="950" dirty="0"/>
          </a:p>
        </p:txBody>
      </p:sp>
      <p:sp>
        <p:nvSpPr>
          <p:cNvPr id="132" name="Text 130"/>
          <p:cNvSpPr/>
          <p:nvPr/>
        </p:nvSpPr>
        <p:spPr>
          <a:xfrm>
            <a:off x="3144012" y="6297930"/>
            <a:ext cx="584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i="1" dirty="0">
                <a:solidFill>
                  <a:srgbClr val="0000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Vector</a:t>
            </a:r>
            <a:pPr algn="ctr" indent="0" marL="0">
              <a:buNone/>
            </a:pPr>
            <a:r>
              <a:rPr lang="en-US" sz="950" b="1" i="1" baseline="-40000" dirty="0">
                <a:solidFill>
                  <a:srgbClr val="0000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P1</a:t>
            </a:r>
            <a:endParaRPr lang="en-US" sz="950" dirty="0"/>
          </a:p>
        </p:txBody>
      </p:sp>
      <p:sp>
        <p:nvSpPr>
          <p:cNvPr id="133" name="Text 131"/>
          <p:cNvSpPr/>
          <p:nvPr/>
        </p:nvSpPr>
        <p:spPr>
          <a:xfrm>
            <a:off x="4115054" y="6297930"/>
            <a:ext cx="584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i="1" dirty="0">
                <a:solidFill>
                  <a:srgbClr val="0000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Vector</a:t>
            </a:r>
            <a:pPr algn="ctr" indent="0" marL="0">
              <a:buNone/>
            </a:pPr>
            <a:r>
              <a:rPr lang="en-US" sz="950" b="1" i="1" baseline="-40000" dirty="0">
                <a:solidFill>
                  <a:srgbClr val="0000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P2</a:t>
            </a:r>
            <a:endParaRPr lang="en-US" sz="950" dirty="0"/>
          </a:p>
        </p:txBody>
      </p:sp>
      <p:sp>
        <p:nvSpPr>
          <p:cNvPr id="134" name="Text 132"/>
          <p:cNvSpPr/>
          <p:nvPr/>
        </p:nvSpPr>
        <p:spPr>
          <a:xfrm>
            <a:off x="5086096" y="6297930"/>
            <a:ext cx="584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i="1" dirty="0">
                <a:solidFill>
                  <a:srgbClr val="0000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Vector</a:t>
            </a:r>
            <a:pPr algn="ctr" indent="0" marL="0">
              <a:buNone/>
            </a:pPr>
            <a:r>
              <a:rPr lang="en-US" sz="950" b="1" i="1" baseline="-40000" dirty="0">
                <a:solidFill>
                  <a:srgbClr val="0000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P3</a:t>
            </a:r>
            <a:endParaRPr lang="en-US" sz="950" dirty="0"/>
          </a:p>
        </p:txBody>
      </p:sp>
      <p:sp>
        <p:nvSpPr>
          <p:cNvPr id="135" name="Text 133"/>
          <p:cNvSpPr/>
          <p:nvPr/>
        </p:nvSpPr>
        <p:spPr>
          <a:xfrm>
            <a:off x="6057138" y="6297930"/>
            <a:ext cx="584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i="1" dirty="0">
                <a:solidFill>
                  <a:srgbClr val="0000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Vector</a:t>
            </a:r>
            <a:pPr algn="ctr" indent="0" marL="0">
              <a:buNone/>
            </a:pPr>
            <a:r>
              <a:rPr lang="en-US" sz="950" b="1" i="1" baseline="-40000" dirty="0">
                <a:solidFill>
                  <a:srgbClr val="0000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P4</a:t>
            </a:r>
            <a:endParaRPr lang="en-US" sz="950" dirty="0"/>
          </a:p>
        </p:txBody>
      </p:sp>
      <p:sp>
        <p:nvSpPr>
          <p:cNvPr id="136" name="Text 134"/>
          <p:cNvSpPr/>
          <p:nvPr/>
        </p:nvSpPr>
        <p:spPr>
          <a:xfrm>
            <a:off x="7028180" y="6297930"/>
            <a:ext cx="584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i="1" dirty="0">
                <a:solidFill>
                  <a:srgbClr val="0000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Vector</a:t>
            </a:r>
            <a:pPr algn="ctr" indent="0" marL="0">
              <a:buNone/>
            </a:pPr>
            <a:r>
              <a:rPr lang="en-US" sz="950" b="1" i="1" baseline="-40000" dirty="0">
                <a:solidFill>
                  <a:srgbClr val="0000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P5</a:t>
            </a:r>
            <a:endParaRPr lang="en-US" sz="950" dirty="0"/>
          </a:p>
        </p:txBody>
      </p:sp>
      <p:sp>
        <p:nvSpPr>
          <p:cNvPr id="137" name="Text 135"/>
          <p:cNvSpPr/>
          <p:nvPr/>
        </p:nvSpPr>
        <p:spPr>
          <a:xfrm>
            <a:off x="9479280" y="6297930"/>
            <a:ext cx="584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i="1" dirty="0">
                <a:solidFill>
                  <a:srgbClr val="0000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Vector</a:t>
            </a:r>
            <a:pPr algn="ctr" indent="0" marL="0">
              <a:buNone/>
            </a:pPr>
            <a:r>
              <a:rPr lang="en-US" sz="950" b="1" i="1" baseline="-40000" dirty="0">
                <a:solidFill>
                  <a:srgbClr val="0000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PN-2</a:t>
            </a:r>
            <a:endParaRPr lang="en-US" sz="950" dirty="0"/>
          </a:p>
        </p:txBody>
      </p:sp>
      <p:sp>
        <p:nvSpPr>
          <p:cNvPr id="138" name="Text 136"/>
          <p:cNvSpPr/>
          <p:nvPr/>
        </p:nvSpPr>
        <p:spPr>
          <a:xfrm>
            <a:off x="10469880" y="6297930"/>
            <a:ext cx="584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i="1" dirty="0">
                <a:solidFill>
                  <a:srgbClr val="0000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Vector</a:t>
            </a:r>
            <a:pPr algn="ctr" indent="0" marL="0">
              <a:buNone/>
            </a:pPr>
            <a:r>
              <a:rPr lang="en-US" sz="950" b="1" i="1" baseline="-40000" dirty="0">
                <a:solidFill>
                  <a:srgbClr val="00008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PN-1</a:t>
            </a:r>
            <a:endParaRPr lang="en-US" sz="950" dirty="0"/>
          </a:p>
        </p:txBody>
      </p:sp>
      <p:sp>
        <p:nvSpPr>
          <p:cNvPr id="139" name="Shape 137"/>
          <p:cNvSpPr/>
          <p:nvPr/>
        </p:nvSpPr>
        <p:spPr>
          <a:xfrm>
            <a:off x="8125460" y="6446520"/>
            <a:ext cx="78740" cy="787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40" name="Shape 138"/>
          <p:cNvSpPr/>
          <p:nvPr/>
        </p:nvSpPr>
        <p:spPr>
          <a:xfrm>
            <a:off x="8361680" y="6446520"/>
            <a:ext cx="78740" cy="787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41" name="Shape 139"/>
          <p:cNvSpPr/>
          <p:nvPr/>
        </p:nvSpPr>
        <p:spPr>
          <a:xfrm>
            <a:off x="8600440" y="6446520"/>
            <a:ext cx="78740" cy="787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42" name="Shape 140"/>
          <p:cNvSpPr/>
          <p:nvPr/>
        </p:nvSpPr>
        <p:spPr>
          <a:xfrm>
            <a:off x="8837930" y="6446520"/>
            <a:ext cx="78740" cy="787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43" name="Shape 141"/>
          <p:cNvSpPr/>
          <p:nvPr/>
        </p:nvSpPr>
        <p:spPr>
          <a:xfrm>
            <a:off x="9042400" y="6446520"/>
            <a:ext cx="78740" cy="7874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44" name="Shape 142"/>
          <p:cNvSpPr/>
          <p:nvPr/>
        </p:nvSpPr>
        <p:spPr>
          <a:xfrm>
            <a:off x="6208395" y="5915025"/>
            <a:ext cx="290830" cy="290830"/>
          </a:xfrm>
          <a:prstGeom prst="ellipse">
            <a:avLst/>
          </a:prstGeom>
          <a:solidFill>
            <a:srgbClr val="A00000"/>
          </a:solidFill>
          <a:ln/>
        </p:spPr>
      </p:sp>
      <p:sp>
        <p:nvSpPr>
          <p:cNvPr id="145" name="Text 143"/>
          <p:cNvSpPr/>
          <p:nvPr/>
        </p:nvSpPr>
        <p:spPr>
          <a:xfrm>
            <a:off x="6208395" y="5915025"/>
            <a:ext cx="290830" cy="2908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146" name="Shape 144"/>
          <p:cNvSpPr/>
          <p:nvPr/>
        </p:nvSpPr>
        <p:spPr>
          <a:xfrm>
            <a:off x="1656080" y="3667760"/>
            <a:ext cx="9685020" cy="1262380"/>
          </a:xfrm>
          <a:prstGeom prst="rect">
            <a:avLst/>
          </a:prstGeom>
          <a:solidFill>
            <a:srgbClr val="CD5C5C"/>
          </a:solidFill>
          <a:ln/>
        </p:spPr>
      </p:sp>
      <p:sp>
        <p:nvSpPr>
          <p:cNvPr id="147" name="Shape 145"/>
          <p:cNvSpPr/>
          <p:nvPr/>
        </p:nvSpPr>
        <p:spPr>
          <a:xfrm>
            <a:off x="1868170" y="3708400"/>
            <a:ext cx="9182100" cy="238760"/>
          </a:xfrm>
          <a:prstGeom prst="rect">
            <a:avLst/>
          </a:prstGeom>
          <a:solidFill>
            <a:srgbClr val="A00000"/>
          </a:solidFill>
          <a:ln/>
        </p:spPr>
      </p:sp>
      <p:sp>
        <p:nvSpPr>
          <p:cNvPr id="148" name="Text 146"/>
          <p:cNvSpPr/>
          <p:nvPr/>
        </p:nvSpPr>
        <p:spPr>
          <a:xfrm>
            <a:off x="5426710" y="3708400"/>
            <a:ext cx="19050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Transformer Block</a:t>
            </a:r>
            <a:endParaRPr lang="en-US" sz="1050" dirty="0"/>
          </a:p>
        </p:txBody>
      </p:sp>
      <p:sp>
        <p:nvSpPr>
          <p:cNvPr id="149" name="Shape 147"/>
          <p:cNvSpPr/>
          <p:nvPr/>
        </p:nvSpPr>
        <p:spPr>
          <a:xfrm>
            <a:off x="1868170" y="3987800"/>
            <a:ext cx="9182100" cy="238760"/>
          </a:xfrm>
          <a:prstGeom prst="rect">
            <a:avLst/>
          </a:prstGeom>
          <a:solidFill>
            <a:srgbClr val="A00000"/>
          </a:solidFill>
          <a:ln/>
        </p:spPr>
      </p:sp>
      <p:sp>
        <p:nvSpPr>
          <p:cNvPr id="150" name="Text 148"/>
          <p:cNvSpPr/>
          <p:nvPr/>
        </p:nvSpPr>
        <p:spPr>
          <a:xfrm>
            <a:off x="5426710" y="3987800"/>
            <a:ext cx="19050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Transformer Block</a:t>
            </a:r>
            <a:endParaRPr lang="en-US" sz="1050" dirty="0"/>
          </a:p>
        </p:txBody>
      </p:sp>
      <p:sp>
        <p:nvSpPr>
          <p:cNvPr id="151" name="Shape 149"/>
          <p:cNvSpPr/>
          <p:nvPr/>
        </p:nvSpPr>
        <p:spPr>
          <a:xfrm>
            <a:off x="1868170" y="4678680"/>
            <a:ext cx="9182100" cy="238760"/>
          </a:xfrm>
          <a:prstGeom prst="rect">
            <a:avLst/>
          </a:prstGeom>
          <a:solidFill>
            <a:srgbClr val="A00000"/>
          </a:solidFill>
          <a:ln/>
        </p:spPr>
      </p:sp>
      <p:sp>
        <p:nvSpPr>
          <p:cNvPr id="152" name="Text 150"/>
          <p:cNvSpPr/>
          <p:nvPr/>
        </p:nvSpPr>
        <p:spPr>
          <a:xfrm>
            <a:off x="5426710" y="4678680"/>
            <a:ext cx="190500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Transformer Block</a:t>
            </a:r>
            <a:endParaRPr lang="en-US" sz="1050" dirty="0"/>
          </a:p>
        </p:txBody>
      </p:sp>
      <p:sp>
        <p:nvSpPr>
          <p:cNvPr id="153" name="Shape 151"/>
          <p:cNvSpPr/>
          <p:nvPr/>
        </p:nvSpPr>
        <p:spPr>
          <a:xfrm>
            <a:off x="3115945" y="4285615"/>
            <a:ext cx="80010" cy="80010"/>
          </a:xfrm>
          <a:prstGeom prst="ellipse">
            <a:avLst/>
          </a:prstGeom>
          <a:solidFill>
            <a:srgbClr val="A00000"/>
          </a:solidFill>
          <a:ln/>
        </p:spPr>
      </p:sp>
      <p:sp>
        <p:nvSpPr>
          <p:cNvPr id="154" name="Shape 152"/>
          <p:cNvSpPr/>
          <p:nvPr/>
        </p:nvSpPr>
        <p:spPr>
          <a:xfrm>
            <a:off x="3115945" y="4404995"/>
            <a:ext cx="80010" cy="80010"/>
          </a:xfrm>
          <a:prstGeom prst="ellipse">
            <a:avLst/>
          </a:prstGeom>
          <a:solidFill>
            <a:srgbClr val="A00000"/>
          </a:solidFill>
          <a:ln/>
        </p:spPr>
      </p:sp>
      <p:sp>
        <p:nvSpPr>
          <p:cNvPr id="155" name="Shape 153"/>
          <p:cNvSpPr/>
          <p:nvPr/>
        </p:nvSpPr>
        <p:spPr>
          <a:xfrm>
            <a:off x="3115945" y="4531995"/>
            <a:ext cx="80010" cy="80010"/>
          </a:xfrm>
          <a:prstGeom prst="ellipse">
            <a:avLst/>
          </a:prstGeom>
          <a:solidFill>
            <a:srgbClr val="A00000"/>
          </a:solidFill>
          <a:ln/>
        </p:spPr>
      </p:sp>
      <p:sp>
        <p:nvSpPr>
          <p:cNvPr id="156" name="Shape 154"/>
          <p:cNvSpPr/>
          <p:nvPr/>
        </p:nvSpPr>
        <p:spPr>
          <a:xfrm>
            <a:off x="3881755" y="4285615"/>
            <a:ext cx="80010" cy="80010"/>
          </a:xfrm>
          <a:prstGeom prst="ellipse">
            <a:avLst/>
          </a:prstGeom>
          <a:solidFill>
            <a:srgbClr val="A00000"/>
          </a:solidFill>
          <a:ln/>
        </p:spPr>
      </p:sp>
      <p:sp>
        <p:nvSpPr>
          <p:cNvPr id="157" name="Shape 155"/>
          <p:cNvSpPr/>
          <p:nvPr/>
        </p:nvSpPr>
        <p:spPr>
          <a:xfrm>
            <a:off x="3881755" y="4404995"/>
            <a:ext cx="80010" cy="80010"/>
          </a:xfrm>
          <a:prstGeom prst="ellipse">
            <a:avLst/>
          </a:prstGeom>
          <a:solidFill>
            <a:srgbClr val="A00000"/>
          </a:solidFill>
          <a:ln/>
        </p:spPr>
      </p:sp>
      <p:sp>
        <p:nvSpPr>
          <p:cNvPr id="158" name="Shape 156"/>
          <p:cNvSpPr/>
          <p:nvPr/>
        </p:nvSpPr>
        <p:spPr>
          <a:xfrm>
            <a:off x="3881755" y="4531995"/>
            <a:ext cx="80010" cy="80010"/>
          </a:xfrm>
          <a:prstGeom prst="ellipse">
            <a:avLst/>
          </a:prstGeom>
          <a:solidFill>
            <a:srgbClr val="A00000"/>
          </a:solidFill>
          <a:ln/>
        </p:spPr>
      </p:sp>
      <p:sp>
        <p:nvSpPr>
          <p:cNvPr id="159" name="Shape 157"/>
          <p:cNvSpPr/>
          <p:nvPr/>
        </p:nvSpPr>
        <p:spPr>
          <a:xfrm>
            <a:off x="4759325" y="4285615"/>
            <a:ext cx="80010" cy="80010"/>
          </a:xfrm>
          <a:prstGeom prst="ellipse">
            <a:avLst/>
          </a:prstGeom>
          <a:solidFill>
            <a:srgbClr val="A00000"/>
          </a:solidFill>
          <a:ln/>
        </p:spPr>
      </p:sp>
      <p:sp>
        <p:nvSpPr>
          <p:cNvPr id="160" name="Shape 158"/>
          <p:cNvSpPr/>
          <p:nvPr/>
        </p:nvSpPr>
        <p:spPr>
          <a:xfrm>
            <a:off x="4759325" y="4404995"/>
            <a:ext cx="80010" cy="80010"/>
          </a:xfrm>
          <a:prstGeom prst="ellipse">
            <a:avLst/>
          </a:prstGeom>
          <a:solidFill>
            <a:srgbClr val="A00000"/>
          </a:solidFill>
          <a:ln/>
        </p:spPr>
      </p:sp>
      <p:sp>
        <p:nvSpPr>
          <p:cNvPr id="161" name="Shape 159"/>
          <p:cNvSpPr/>
          <p:nvPr/>
        </p:nvSpPr>
        <p:spPr>
          <a:xfrm>
            <a:off x="4759325" y="4531995"/>
            <a:ext cx="80010" cy="80010"/>
          </a:xfrm>
          <a:prstGeom prst="ellipse">
            <a:avLst/>
          </a:prstGeom>
          <a:solidFill>
            <a:srgbClr val="A00000"/>
          </a:solidFill>
          <a:ln/>
        </p:spPr>
      </p:sp>
      <p:sp>
        <p:nvSpPr>
          <p:cNvPr id="162" name="Shape 160"/>
          <p:cNvSpPr/>
          <p:nvPr/>
        </p:nvSpPr>
        <p:spPr>
          <a:xfrm>
            <a:off x="7911465" y="4285615"/>
            <a:ext cx="80010" cy="80010"/>
          </a:xfrm>
          <a:prstGeom prst="ellipse">
            <a:avLst/>
          </a:prstGeom>
          <a:solidFill>
            <a:srgbClr val="A00000"/>
          </a:solidFill>
          <a:ln/>
        </p:spPr>
      </p:sp>
      <p:sp>
        <p:nvSpPr>
          <p:cNvPr id="163" name="Shape 161"/>
          <p:cNvSpPr/>
          <p:nvPr/>
        </p:nvSpPr>
        <p:spPr>
          <a:xfrm>
            <a:off x="7911465" y="4404995"/>
            <a:ext cx="80010" cy="80010"/>
          </a:xfrm>
          <a:prstGeom prst="ellipse">
            <a:avLst/>
          </a:prstGeom>
          <a:solidFill>
            <a:srgbClr val="A00000"/>
          </a:solidFill>
          <a:ln/>
        </p:spPr>
      </p:sp>
      <p:sp>
        <p:nvSpPr>
          <p:cNvPr id="164" name="Shape 162"/>
          <p:cNvSpPr/>
          <p:nvPr/>
        </p:nvSpPr>
        <p:spPr>
          <a:xfrm>
            <a:off x="7911465" y="4531995"/>
            <a:ext cx="80010" cy="80010"/>
          </a:xfrm>
          <a:prstGeom prst="ellipse">
            <a:avLst/>
          </a:prstGeom>
          <a:solidFill>
            <a:srgbClr val="A00000"/>
          </a:solidFill>
          <a:ln/>
        </p:spPr>
      </p:sp>
      <p:sp>
        <p:nvSpPr>
          <p:cNvPr id="165" name="Shape 163"/>
          <p:cNvSpPr/>
          <p:nvPr/>
        </p:nvSpPr>
        <p:spPr>
          <a:xfrm>
            <a:off x="8870315" y="4285615"/>
            <a:ext cx="80010" cy="80010"/>
          </a:xfrm>
          <a:prstGeom prst="ellipse">
            <a:avLst/>
          </a:prstGeom>
          <a:solidFill>
            <a:srgbClr val="A00000"/>
          </a:solidFill>
          <a:ln/>
        </p:spPr>
      </p:sp>
      <p:sp>
        <p:nvSpPr>
          <p:cNvPr id="166" name="Shape 164"/>
          <p:cNvSpPr/>
          <p:nvPr/>
        </p:nvSpPr>
        <p:spPr>
          <a:xfrm>
            <a:off x="8870315" y="4404995"/>
            <a:ext cx="80010" cy="80010"/>
          </a:xfrm>
          <a:prstGeom prst="ellipse">
            <a:avLst/>
          </a:prstGeom>
          <a:solidFill>
            <a:srgbClr val="A00000"/>
          </a:solidFill>
          <a:ln/>
        </p:spPr>
      </p:sp>
      <p:sp>
        <p:nvSpPr>
          <p:cNvPr id="167" name="Shape 165"/>
          <p:cNvSpPr/>
          <p:nvPr/>
        </p:nvSpPr>
        <p:spPr>
          <a:xfrm>
            <a:off x="8870315" y="4531995"/>
            <a:ext cx="80010" cy="80010"/>
          </a:xfrm>
          <a:prstGeom prst="ellipse">
            <a:avLst/>
          </a:prstGeom>
          <a:solidFill>
            <a:srgbClr val="A00000"/>
          </a:solidFill>
          <a:ln/>
        </p:spPr>
      </p:sp>
      <p:sp>
        <p:nvSpPr>
          <p:cNvPr id="168" name="Shape 166"/>
          <p:cNvSpPr/>
          <p:nvPr/>
        </p:nvSpPr>
        <p:spPr>
          <a:xfrm>
            <a:off x="9761855" y="4285615"/>
            <a:ext cx="80010" cy="80010"/>
          </a:xfrm>
          <a:prstGeom prst="ellipse">
            <a:avLst/>
          </a:prstGeom>
          <a:solidFill>
            <a:srgbClr val="A00000"/>
          </a:solidFill>
          <a:ln/>
        </p:spPr>
      </p:sp>
      <p:sp>
        <p:nvSpPr>
          <p:cNvPr id="169" name="Shape 167"/>
          <p:cNvSpPr/>
          <p:nvPr/>
        </p:nvSpPr>
        <p:spPr>
          <a:xfrm>
            <a:off x="9761855" y="4404995"/>
            <a:ext cx="80010" cy="80010"/>
          </a:xfrm>
          <a:prstGeom prst="ellipse">
            <a:avLst/>
          </a:prstGeom>
          <a:solidFill>
            <a:srgbClr val="A00000"/>
          </a:solidFill>
          <a:ln/>
        </p:spPr>
      </p:sp>
      <p:sp>
        <p:nvSpPr>
          <p:cNvPr id="170" name="Shape 168"/>
          <p:cNvSpPr/>
          <p:nvPr/>
        </p:nvSpPr>
        <p:spPr>
          <a:xfrm>
            <a:off x="9761855" y="4531995"/>
            <a:ext cx="80010" cy="80010"/>
          </a:xfrm>
          <a:prstGeom prst="ellipse">
            <a:avLst/>
          </a:prstGeom>
          <a:solidFill>
            <a:srgbClr val="A00000"/>
          </a:solidFill>
          <a:ln/>
        </p:spPr>
      </p:sp>
      <p:sp>
        <p:nvSpPr>
          <p:cNvPr id="171" name="Text 169"/>
          <p:cNvSpPr/>
          <p:nvPr/>
        </p:nvSpPr>
        <p:spPr>
          <a:xfrm>
            <a:off x="4464050" y="4274864"/>
            <a:ext cx="381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2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Transformer Encoder</a:t>
            </a:r>
            <a:endParaRPr lang="en-US" sz="2050" dirty="0"/>
          </a:p>
        </p:txBody>
      </p:sp>
      <p:sp>
        <p:nvSpPr>
          <p:cNvPr id="172" name="Shape 170"/>
          <p:cNvSpPr/>
          <p:nvPr/>
        </p:nvSpPr>
        <p:spPr>
          <a:xfrm>
            <a:off x="2028190" y="2446020"/>
            <a:ext cx="9438640" cy="30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2028190" y="2446020"/>
            <a:ext cx="943864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Average Pooling</a:t>
            </a:r>
            <a:endParaRPr lang="en-US" sz="1700" dirty="0"/>
          </a:p>
        </p:txBody>
      </p:sp>
      <p:sp>
        <p:nvSpPr>
          <p:cNvPr id="174" name="Shape 172"/>
          <p:cNvSpPr/>
          <p:nvPr/>
        </p:nvSpPr>
        <p:spPr>
          <a:xfrm>
            <a:off x="4881880" y="1953260"/>
            <a:ext cx="160020" cy="240030"/>
          </a:xfrm>
          <a:prstGeom prst="rect">
            <a:avLst/>
          </a:prstGeom>
          <a:solidFill>
            <a:srgbClr val="FEFFC5"/>
          </a:solidFill>
          <a:ln w="6350">
            <a:solidFill>
              <a:srgbClr val="A6A6A6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5041900" y="1953260"/>
            <a:ext cx="160020" cy="240030"/>
          </a:xfrm>
          <a:prstGeom prst="rect">
            <a:avLst/>
          </a:prstGeom>
          <a:solidFill>
            <a:srgbClr val="E3FFCB"/>
          </a:solidFill>
          <a:ln w="6350">
            <a:solidFill>
              <a:srgbClr val="A6A6A6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5201920" y="1953260"/>
            <a:ext cx="160020" cy="240030"/>
          </a:xfrm>
          <a:prstGeom prst="rect">
            <a:avLst/>
          </a:prstGeom>
          <a:solidFill>
            <a:srgbClr val="EDE4C1"/>
          </a:solidFill>
          <a:ln w="6350">
            <a:solidFill>
              <a:srgbClr val="A6A6A6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5361940" y="1953260"/>
            <a:ext cx="160020" cy="240030"/>
          </a:xfrm>
          <a:prstGeom prst="rect">
            <a:avLst/>
          </a:prstGeom>
          <a:solidFill>
            <a:srgbClr val="F8DBC1"/>
          </a:solidFill>
          <a:ln w="6350">
            <a:solidFill>
              <a:srgbClr val="A6A6A6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5521960" y="1953260"/>
            <a:ext cx="160020" cy="240030"/>
          </a:xfrm>
          <a:prstGeom prst="rect">
            <a:avLst/>
          </a:prstGeom>
          <a:solidFill>
            <a:srgbClr val="E2DCF3"/>
          </a:solidFill>
          <a:ln w="6350">
            <a:solidFill>
              <a:srgbClr val="A6A6A6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5681980" y="1953260"/>
            <a:ext cx="160020" cy="240030"/>
          </a:xfrm>
          <a:prstGeom prst="rect">
            <a:avLst/>
          </a:prstGeom>
          <a:solidFill>
            <a:srgbClr val="F5D6EE"/>
          </a:solidFill>
          <a:ln w="6350">
            <a:solidFill>
              <a:srgbClr val="A6A6A6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5842000" y="1953260"/>
            <a:ext cx="160020" cy="240030"/>
          </a:xfrm>
          <a:prstGeom prst="rect">
            <a:avLst/>
          </a:prstGeom>
          <a:solidFill>
            <a:srgbClr val="FEFFC5"/>
          </a:solidFill>
          <a:ln w="6350">
            <a:solidFill>
              <a:srgbClr val="A6A6A6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6002020" y="1953260"/>
            <a:ext cx="160020" cy="240030"/>
          </a:xfrm>
          <a:prstGeom prst="rect">
            <a:avLst/>
          </a:prstGeom>
          <a:solidFill>
            <a:srgbClr val="E3FFCB"/>
          </a:solidFill>
          <a:ln w="6350">
            <a:solidFill>
              <a:srgbClr val="A6A6A6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6162040" y="1953260"/>
            <a:ext cx="160020" cy="240030"/>
          </a:xfrm>
          <a:prstGeom prst="rect">
            <a:avLst/>
          </a:prstGeom>
          <a:solidFill>
            <a:srgbClr val="EDE4C1"/>
          </a:solidFill>
          <a:ln w="6350">
            <a:solidFill>
              <a:srgbClr val="A6A6A6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6322060" y="1953260"/>
            <a:ext cx="160020" cy="240030"/>
          </a:xfrm>
          <a:prstGeom prst="rect">
            <a:avLst/>
          </a:prstGeom>
          <a:solidFill>
            <a:srgbClr val="F8DBC1"/>
          </a:solidFill>
          <a:ln w="6350">
            <a:solidFill>
              <a:srgbClr val="A6A6A6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6482080" y="1953260"/>
            <a:ext cx="160020" cy="240030"/>
          </a:xfrm>
          <a:prstGeom prst="rect">
            <a:avLst/>
          </a:prstGeom>
          <a:solidFill>
            <a:srgbClr val="E2DCF3"/>
          </a:solidFill>
          <a:ln w="6350">
            <a:solidFill>
              <a:srgbClr val="A6A6A6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6642100" y="1953260"/>
            <a:ext cx="160020" cy="240030"/>
          </a:xfrm>
          <a:prstGeom prst="rect">
            <a:avLst/>
          </a:prstGeom>
          <a:solidFill>
            <a:srgbClr val="F5D6EE"/>
          </a:solidFill>
          <a:ln w="6350">
            <a:solidFill>
              <a:srgbClr val="A6A6A6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6802120" y="1953260"/>
            <a:ext cx="160020" cy="240030"/>
          </a:xfrm>
          <a:prstGeom prst="rect">
            <a:avLst/>
          </a:prstGeom>
          <a:solidFill>
            <a:srgbClr val="FEFFC5"/>
          </a:solidFill>
          <a:ln w="6350">
            <a:solidFill>
              <a:srgbClr val="A6A6A6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6962140" y="1953260"/>
            <a:ext cx="160020" cy="240030"/>
          </a:xfrm>
          <a:prstGeom prst="rect">
            <a:avLst/>
          </a:prstGeom>
          <a:solidFill>
            <a:srgbClr val="E3FFCB"/>
          </a:solidFill>
          <a:ln w="6350">
            <a:solidFill>
              <a:srgbClr val="A6A6A6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7122160" y="1953260"/>
            <a:ext cx="160020" cy="240030"/>
          </a:xfrm>
          <a:prstGeom prst="rect">
            <a:avLst/>
          </a:prstGeom>
          <a:solidFill>
            <a:srgbClr val="EDE4C1"/>
          </a:solidFill>
          <a:ln w="6350">
            <a:solidFill>
              <a:srgbClr val="A6A6A6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7282180" y="1953260"/>
            <a:ext cx="160020" cy="240030"/>
          </a:xfrm>
          <a:prstGeom prst="rect">
            <a:avLst/>
          </a:prstGeom>
          <a:solidFill>
            <a:srgbClr val="F8DBC1"/>
          </a:solidFill>
          <a:ln w="6350">
            <a:solidFill>
              <a:srgbClr val="A6A6A6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7442200" y="1953260"/>
            <a:ext cx="160020" cy="240030"/>
          </a:xfrm>
          <a:prstGeom prst="rect">
            <a:avLst/>
          </a:prstGeom>
          <a:solidFill>
            <a:srgbClr val="E2DCF3"/>
          </a:solidFill>
          <a:ln w="6350">
            <a:solidFill>
              <a:srgbClr val="A6A6A6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7602220" y="1953260"/>
            <a:ext cx="160020" cy="240030"/>
          </a:xfrm>
          <a:prstGeom prst="rect">
            <a:avLst/>
          </a:prstGeom>
          <a:solidFill>
            <a:srgbClr val="F5D6EE"/>
          </a:solidFill>
          <a:ln w="6350">
            <a:solidFill>
              <a:srgbClr val="A6A6A6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7762240" y="1953260"/>
            <a:ext cx="160020" cy="240030"/>
          </a:xfrm>
          <a:prstGeom prst="rect">
            <a:avLst/>
          </a:prstGeom>
          <a:solidFill>
            <a:srgbClr val="FEFFC5"/>
          </a:solidFill>
          <a:ln w="6350">
            <a:solidFill>
              <a:srgbClr val="A6A6A6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7922260" y="1953260"/>
            <a:ext cx="160020" cy="240030"/>
          </a:xfrm>
          <a:prstGeom prst="rect">
            <a:avLst/>
          </a:prstGeom>
          <a:solidFill>
            <a:srgbClr val="E3FFCB"/>
          </a:solidFill>
          <a:ln w="6350">
            <a:solidFill>
              <a:srgbClr val="A6A6A6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 flipV="1">
            <a:off x="4902200" y="1657350"/>
            <a:ext cx="666750" cy="295910"/>
          </a:xfrm>
          <a:prstGeom prst="line">
            <a:avLst/>
          </a:prstGeom>
          <a:noFill/>
          <a:ln w="9525">
            <a:solidFill>
              <a:srgbClr val="FFB3B1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 flipV="1">
            <a:off x="5181600" y="1657350"/>
            <a:ext cx="387350" cy="295910"/>
          </a:xfrm>
          <a:prstGeom prst="line">
            <a:avLst/>
          </a:prstGeom>
          <a:noFill/>
          <a:ln w="9525">
            <a:solidFill>
              <a:srgbClr val="FFB3B1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 flipV="1">
            <a:off x="5461000" y="1657350"/>
            <a:ext cx="107950" cy="295910"/>
          </a:xfrm>
          <a:prstGeom prst="line">
            <a:avLst/>
          </a:prstGeom>
          <a:noFill/>
          <a:ln w="9525">
            <a:solidFill>
              <a:srgbClr val="FFB3B1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5568950" y="1657350"/>
            <a:ext cx="171450" cy="295910"/>
          </a:xfrm>
          <a:prstGeom prst="line">
            <a:avLst/>
          </a:prstGeom>
          <a:noFill/>
          <a:ln w="9525">
            <a:solidFill>
              <a:srgbClr val="FFB3B1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5568950" y="1657350"/>
            <a:ext cx="450850" cy="295910"/>
          </a:xfrm>
          <a:prstGeom prst="line">
            <a:avLst/>
          </a:prstGeom>
          <a:noFill/>
          <a:ln w="9525">
            <a:solidFill>
              <a:srgbClr val="FFB3B1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5568950" y="1657350"/>
            <a:ext cx="730250" cy="295910"/>
          </a:xfrm>
          <a:prstGeom prst="line">
            <a:avLst/>
          </a:prstGeom>
          <a:noFill/>
          <a:ln w="9525">
            <a:solidFill>
              <a:srgbClr val="FFB3B1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 flipV="1">
            <a:off x="5740400" y="1657350"/>
            <a:ext cx="787400" cy="295910"/>
          </a:xfrm>
          <a:prstGeom prst="line">
            <a:avLst/>
          </a:prstGeom>
          <a:noFill/>
          <a:ln w="9525">
            <a:solidFill>
              <a:srgbClr val="FFB3B1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 flipV="1">
            <a:off x="6019800" y="1657350"/>
            <a:ext cx="508000" cy="295910"/>
          </a:xfrm>
          <a:prstGeom prst="line">
            <a:avLst/>
          </a:prstGeom>
          <a:noFill/>
          <a:ln w="9525">
            <a:solidFill>
              <a:srgbClr val="FFB3B1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 flipV="1">
            <a:off x="6299200" y="1657350"/>
            <a:ext cx="228600" cy="295910"/>
          </a:xfrm>
          <a:prstGeom prst="line">
            <a:avLst/>
          </a:prstGeom>
          <a:noFill/>
          <a:ln w="9525">
            <a:solidFill>
              <a:srgbClr val="FFB3B1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6527800" y="1657350"/>
            <a:ext cx="50800" cy="295910"/>
          </a:xfrm>
          <a:prstGeom prst="line">
            <a:avLst/>
          </a:prstGeom>
          <a:noFill/>
          <a:ln w="9525">
            <a:solidFill>
              <a:srgbClr val="FFB3B1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6527800" y="1657350"/>
            <a:ext cx="330200" cy="295910"/>
          </a:xfrm>
          <a:prstGeom prst="line">
            <a:avLst/>
          </a:prstGeom>
          <a:noFill/>
          <a:ln w="9525">
            <a:solidFill>
              <a:srgbClr val="FFB3B1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6527800" y="1657350"/>
            <a:ext cx="609600" cy="295910"/>
          </a:xfrm>
          <a:prstGeom prst="line">
            <a:avLst/>
          </a:prstGeom>
          <a:noFill/>
          <a:ln w="9525">
            <a:solidFill>
              <a:srgbClr val="FFB3B1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 flipV="1">
            <a:off x="6578600" y="1657350"/>
            <a:ext cx="905510" cy="295910"/>
          </a:xfrm>
          <a:prstGeom prst="line">
            <a:avLst/>
          </a:prstGeom>
          <a:noFill/>
          <a:ln w="9525">
            <a:solidFill>
              <a:srgbClr val="FFB3B1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 flipV="1">
            <a:off x="6858000" y="1657350"/>
            <a:ext cx="626110" cy="295910"/>
          </a:xfrm>
          <a:prstGeom prst="line">
            <a:avLst/>
          </a:prstGeom>
          <a:noFill/>
          <a:ln w="9525">
            <a:solidFill>
              <a:srgbClr val="FFB3B1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 flipV="1">
            <a:off x="7137400" y="1657350"/>
            <a:ext cx="346710" cy="295910"/>
          </a:xfrm>
          <a:prstGeom prst="line">
            <a:avLst/>
          </a:prstGeom>
          <a:noFill/>
          <a:ln w="9525">
            <a:solidFill>
              <a:srgbClr val="FFB3B1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 flipV="1">
            <a:off x="7416800" y="1657350"/>
            <a:ext cx="67310" cy="295910"/>
          </a:xfrm>
          <a:prstGeom prst="line">
            <a:avLst/>
          </a:prstGeom>
          <a:noFill/>
          <a:ln w="9525">
            <a:solidFill>
              <a:srgbClr val="FFB3B1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7484110" y="1657350"/>
            <a:ext cx="212090" cy="295910"/>
          </a:xfrm>
          <a:prstGeom prst="line">
            <a:avLst/>
          </a:prstGeom>
          <a:noFill/>
          <a:ln w="9525">
            <a:solidFill>
              <a:srgbClr val="FFB3B1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7484110" y="1657350"/>
            <a:ext cx="491490" cy="295910"/>
          </a:xfrm>
          <a:prstGeom prst="line">
            <a:avLst/>
          </a:prstGeom>
          <a:noFill/>
          <a:ln w="9525">
            <a:solidFill>
              <a:srgbClr val="FFB3B1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2078990" y="1209040"/>
            <a:ext cx="9091930" cy="265430"/>
          </a:xfrm>
          <a:prstGeom prst="rect">
            <a:avLst/>
          </a:prstGeom>
          <a:solidFill>
            <a:srgbClr val="F5CBA7"/>
          </a:solidFill>
          <a:ln/>
        </p:spPr>
      </p:sp>
      <p:sp>
        <p:nvSpPr>
          <p:cNvPr id="213" name="Text 211"/>
          <p:cNvSpPr/>
          <p:nvPr/>
        </p:nvSpPr>
        <p:spPr>
          <a:xfrm>
            <a:off x="2139950" y="1231900"/>
            <a:ext cx="1524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Softmax Layer</a:t>
            </a:r>
            <a:endParaRPr lang="en-US" sz="1400" dirty="0"/>
          </a:p>
        </p:txBody>
      </p:sp>
      <p:sp>
        <p:nvSpPr>
          <p:cNvPr id="214" name="Shape 212"/>
          <p:cNvSpPr/>
          <p:nvPr/>
        </p:nvSpPr>
        <p:spPr>
          <a:xfrm>
            <a:off x="5329555" y="1148715"/>
            <a:ext cx="478790" cy="478790"/>
          </a:xfrm>
          <a:prstGeom prst="ellipse">
            <a:avLst/>
          </a:prstGeom>
          <a:solidFill>
            <a:srgbClr val="C00000"/>
          </a:solidFill>
          <a:ln/>
        </p:spPr>
      </p:sp>
      <p:sp>
        <p:nvSpPr>
          <p:cNvPr id="215" name="Shape 213"/>
          <p:cNvSpPr/>
          <p:nvPr/>
        </p:nvSpPr>
        <p:spPr>
          <a:xfrm>
            <a:off x="5329555" y="1109345"/>
            <a:ext cx="478790" cy="478790"/>
          </a:xfrm>
          <a:prstGeom prst="ellipse">
            <a:avLst/>
          </a:prstGeom>
          <a:solidFill>
            <a:srgbClr val="00008B"/>
          </a:solidFill>
          <a:ln/>
        </p:spPr>
      </p:sp>
      <p:sp>
        <p:nvSpPr>
          <p:cNvPr id="216" name="Text 214"/>
          <p:cNvSpPr/>
          <p:nvPr/>
        </p:nvSpPr>
        <p:spPr>
          <a:xfrm>
            <a:off x="5340350" y="121285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7DC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Softmax</a:t>
            </a:r>
            <a:endParaRPr lang="en-US" sz="750" dirty="0"/>
          </a:p>
        </p:txBody>
      </p:sp>
      <p:sp>
        <p:nvSpPr>
          <p:cNvPr id="217" name="Text 215"/>
          <p:cNvSpPr/>
          <p:nvPr/>
        </p:nvSpPr>
        <p:spPr>
          <a:xfrm>
            <a:off x="5416550" y="1320800"/>
            <a:ext cx="3048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Σ</a:t>
            </a:r>
            <a:endParaRPr lang="en-US" sz="1300" dirty="0"/>
          </a:p>
        </p:txBody>
      </p:sp>
      <p:sp>
        <p:nvSpPr>
          <p:cNvPr id="218" name="Shape 216"/>
          <p:cNvSpPr/>
          <p:nvPr/>
        </p:nvSpPr>
        <p:spPr>
          <a:xfrm>
            <a:off x="5568950" y="971550"/>
            <a:ext cx="0" cy="137160"/>
          </a:xfrm>
          <a:prstGeom prst="line">
            <a:avLst/>
          </a:prstGeom>
          <a:noFill/>
          <a:ln w="12700">
            <a:solidFill>
              <a:srgbClr val="2E64FE"/>
            </a:solidFill>
            <a:prstDash val="solid"/>
            <a:headEnd type="triangle"/>
          </a:ln>
        </p:spPr>
      </p:sp>
      <p:sp>
        <p:nvSpPr>
          <p:cNvPr id="219" name="Shape 217"/>
          <p:cNvSpPr/>
          <p:nvPr/>
        </p:nvSpPr>
        <p:spPr>
          <a:xfrm>
            <a:off x="6288405" y="1148715"/>
            <a:ext cx="478790" cy="478790"/>
          </a:xfrm>
          <a:prstGeom prst="ellipse">
            <a:avLst/>
          </a:prstGeom>
          <a:solidFill>
            <a:srgbClr val="C00000"/>
          </a:solidFill>
          <a:ln/>
        </p:spPr>
      </p:sp>
      <p:sp>
        <p:nvSpPr>
          <p:cNvPr id="220" name="Shape 218"/>
          <p:cNvSpPr/>
          <p:nvPr/>
        </p:nvSpPr>
        <p:spPr>
          <a:xfrm>
            <a:off x="6288405" y="1109345"/>
            <a:ext cx="478790" cy="478790"/>
          </a:xfrm>
          <a:prstGeom prst="ellipse">
            <a:avLst/>
          </a:prstGeom>
          <a:solidFill>
            <a:srgbClr val="00008B"/>
          </a:solidFill>
          <a:ln/>
        </p:spPr>
      </p:sp>
      <p:sp>
        <p:nvSpPr>
          <p:cNvPr id="221" name="Text 219"/>
          <p:cNvSpPr/>
          <p:nvPr/>
        </p:nvSpPr>
        <p:spPr>
          <a:xfrm>
            <a:off x="6299200" y="121285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7DC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Softmax</a:t>
            </a:r>
            <a:endParaRPr lang="en-US" sz="750" dirty="0"/>
          </a:p>
        </p:txBody>
      </p:sp>
      <p:sp>
        <p:nvSpPr>
          <p:cNvPr id="222" name="Text 220"/>
          <p:cNvSpPr/>
          <p:nvPr/>
        </p:nvSpPr>
        <p:spPr>
          <a:xfrm>
            <a:off x="6375400" y="1320800"/>
            <a:ext cx="3048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Σ</a:t>
            </a:r>
            <a:endParaRPr lang="en-US" sz="1300" dirty="0"/>
          </a:p>
        </p:txBody>
      </p:sp>
      <p:sp>
        <p:nvSpPr>
          <p:cNvPr id="223" name="Shape 221"/>
          <p:cNvSpPr/>
          <p:nvPr/>
        </p:nvSpPr>
        <p:spPr>
          <a:xfrm>
            <a:off x="6527800" y="971550"/>
            <a:ext cx="0" cy="137160"/>
          </a:xfrm>
          <a:prstGeom prst="line">
            <a:avLst/>
          </a:prstGeom>
          <a:noFill/>
          <a:ln w="12700">
            <a:solidFill>
              <a:srgbClr val="2E64FE"/>
            </a:solidFill>
            <a:prstDash val="solid"/>
            <a:headEnd type="triangle"/>
          </a:ln>
        </p:spPr>
      </p:sp>
      <p:sp>
        <p:nvSpPr>
          <p:cNvPr id="224" name="Shape 222"/>
          <p:cNvSpPr/>
          <p:nvPr/>
        </p:nvSpPr>
        <p:spPr>
          <a:xfrm>
            <a:off x="7244715" y="1148715"/>
            <a:ext cx="478790" cy="478790"/>
          </a:xfrm>
          <a:prstGeom prst="ellipse">
            <a:avLst/>
          </a:prstGeom>
          <a:solidFill>
            <a:srgbClr val="C00000"/>
          </a:solidFill>
          <a:ln/>
        </p:spPr>
      </p:sp>
      <p:sp>
        <p:nvSpPr>
          <p:cNvPr id="225" name="Shape 223"/>
          <p:cNvSpPr/>
          <p:nvPr/>
        </p:nvSpPr>
        <p:spPr>
          <a:xfrm>
            <a:off x="7244715" y="1109345"/>
            <a:ext cx="478790" cy="478790"/>
          </a:xfrm>
          <a:prstGeom prst="ellipse">
            <a:avLst/>
          </a:prstGeom>
          <a:solidFill>
            <a:srgbClr val="00008B"/>
          </a:solidFill>
          <a:ln/>
        </p:spPr>
      </p:sp>
      <p:sp>
        <p:nvSpPr>
          <p:cNvPr id="226" name="Text 224"/>
          <p:cNvSpPr/>
          <p:nvPr/>
        </p:nvSpPr>
        <p:spPr>
          <a:xfrm>
            <a:off x="7255510" y="121285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7DC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Softmax</a:t>
            </a:r>
            <a:endParaRPr lang="en-US" sz="750" dirty="0"/>
          </a:p>
        </p:txBody>
      </p:sp>
      <p:sp>
        <p:nvSpPr>
          <p:cNvPr id="227" name="Text 225"/>
          <p:cNvSpPr/>
          <p:nvPr/>
        </p:nvSpPr>
        <p:spPr>
          <a:xfrm>
            <a:off x="7331710" y="1320800"/>
            <a:ext cx="3048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Σ</a:t>
            </a:r>
            <a:endParaRPr lang="en-US" sz="1300" dirty="0"/>
          </a:p>
        </p:txBody>
      </p:sp>
      <p:sp>
        <p:nvSpPr>
          <p:cNvPr id="228" name="Shape 226"/>
          <p:cNvSpPr/>
          <p:nvPr/>
        </p:nvSpPr>
        <p:spPr>
          <a:xfrm>
            <a:off x="7484110" y="971550"/>
            <a:ext cx="0" cy="137160"/>
          </a:xfrm>
          <a:prstGeom prst="line">
            <a:avLst/>
          </a:prstGeom>
          <a:noFill/>
          <a:ln w="12700">
            <a:solidFill>
              <a:srgbClr val="2E64FE"/>
            </a:solidFill>
            <a:prstDash val="solid"/>
            <a:headEnd type="triangle"/>
          </a:ln>
        </p:spPr>
      </p:sp>
      <p:sp>
        <p:nvSpPr>
          <p:cNvPr id="229" name="Text 227"/>
          <p:cNvSpPr/>
          <p:nvPr/>
        </p:nvSpPr>
        <p:spPr>
          <a:xfrm>
            <a:off x="5378450" y="74168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0000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pPr algn="ctr" indent="0" marL="0">
              <a:buNone/>
            </a:pPr>
            <a:r>
              <a:rPr lang="en-US" sz="1200" b="1" i="1" baseline="-40000" dirty="0">
                <a:solidFill>
                  <a:srgbClr val="0000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200" dirty="0"/>
          </a:p>
        </p:txBody>
      </p:sp>
      <p:sp>
        <p:nvSpPr>
          <p:cNvPr id="230" name="Text 228"/>
          <p:cNvSpPr/>
          <p:nvPr/>
        </p:nvSpPr>
        <p:spPr>
          <a:xfrm>
            <a:off x="6337300" y="74168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0000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pPr algn="ctr" indent="0" marL="0">
              <a:buNone/>
            </a:pPr>
            <a:r>
              <a:rPr lang="en-US" sz="1200" b="1" i="1" baseline="-40000" dirty="0">
                <a:solidFill>
                  <a:srgbClr val="0000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200" dirty="0"/>
          </a:p>
        </p:txBody>
      </p:sp>
      <p:sp>
        <p:nvSpPr>
          <p:cNvPr id="231" name="Text 229"/>
          <p:cNvSpPr/>
          <p:nvPr/>
        </p:nvSpPr>
        <p:spPr>
          <a:xfrm>
            <a:off x="7293610" y="74168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0000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pPr algn="ctr" indent="0" marL="0">
              <a:buNone/>
            </a:pPr>
            <a:r>
              <a:rPr lang="en-US" sz="1200" b="1" i="1" baseline="-40000" dirty="0">
                <a:solidFill>
                  <a:srgbClr val="0000C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200" dirty="0"/>
          </a:p>
        </p:txBody>
      </p:sp>
      <p:sp>
        <p:nvSpPr>
          <p:cNvPr id="232" name="Text 230"/>
          <p:cNvSpPr/>
          <p:nvPr/>
        </p:nvSpPr>
        <p:spPr>
          <a:xfrm>
            <a:off x="3967480" y="698500"/>
            <a:ext cx="152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Classes</a:t>
            </a:r>
            <a:endParaRPr lang="en-US" sz="1300" dirty="0"/>
          </a:p>
        </p:txBody>
      </p:sp>
      <p:sp>
        <p:nvSpPr>
          <p:cNvPr id="233" name="Shape 231"/>
          <p:cNvSpPr/>
          <p:nvPr/>
        </p:nvSpPr>
        <p:spPr>
          <a:xfrm>
            <a:off x="6390640" y="4917440"/>
            <a:ext cx="198120" cy="317500"/>
          </a:xfrm>
          <a:prstGeom prst="upArrow">
            <a:avLst/>
          </a:prstGeom>
          <a:solidFill>
            <a:srgbClr val="EDEFFF"/>
          </a:solidFill>
          <a:ln w="12700">
            <a:solidFill>
              <a:srgbClr val="20208F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6390640" y="3441700"/>
            <a:ext cx="198120" cy="240030"/>
          </a:xfrm>
          <a:prstGeom prst="upArrow">
            <a:avLst/>
          </a:prstGeom>
          <a:solidFill>
            <a:srgbClr val="EDEFFF"/>
          </a:solidFill>
          <a:ln w="12700">
            <a:solidFill>
              <a:srgbClr val="20208F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6390640" y="2711450"/>
            <a:ext cx="198120" cy="279400"/>
          </a:xfrm>
          <a:prstGeom prst="upArrow">
            <a:avLst/>
          </a:prstGeom>
          <a:solidFill>
            <a:srgbClr val="EDEFFF"/>
          </a:solidFill>
          <a:ln w="12700">
            <a:solidFill>
              <a:srgbClr val="20208F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6390640" y="2193290"/>
            <a:ext cx="198120" cy="252730"/>
          </a:xfrm>
          <a:prstGeom prst="upArrow">
            <a:avLst/>
          </a:prstGeom>
          <a:solidFill>
            <a:srgbClr val="EDEFFF"/>
          </a:solidFill>
          <a:ln w="12700">
            <a:solidFill>
              <a:srgbClr val="20208F"/>
            </a:solidFill>
            <a:prstDash val="solid"/>
          </a:ln>
        </p:spPr>
      </p:sp>
      <p:sp>
        <p:nvSpPr>
          <p:cNvPr id="237" name="Text 235"/>
          <p:cNvSpPr/>
          <p:nvPr/>
        </p:nvSpPr>
        <p:spPr>
          <a:xfrm>
            <a:off x="890270" y="1827714"/>
            <a:ext cx="2540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0"/>
              </a:lnSpc>
              <a:buNone/>
            </a:pPr>
            <a:r>
              <a:rPr lang="en-US" sz="135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Single vector representing</a:t>
            </a:r>
            <a:endParaRPr lang="en-US" sz="1350" dirty="0"/>
          </a:p>
          <a:p>
            <a:pPr algn="l" indent="0" marL="0">
              <a:lnSpc>
                <a:spcPts val="1570"/>
              </a:lnSpc>
              <a:buNone/>
            </a:pPr>
            <a:r>
              <a:rPr lang="en-US" sz="1350" i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whole sequence</a:t>
            </a:r>
            <a:endParaRPr lang="en-US" sz="1350" dirty="0"/>
          </a:p>
        </p:txBody>
      </p:sp>
      <p:sp>
        <p:nvSpPr>
          <p:cNvPr id="238" name="Text 236"/>
          <p:cNvSpPr/>
          <p:nvPr/>
        </p:nvSpPr>
        <p:spPr>
          <a:xfrm>
            <a:off x="824230" y="3008351"/>
            <a:ext cx="1270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1400" dirty="0"/>
          </a:p>
          <a:p>
            <a:pPr algn="l" indent="0" marL="0">
              <a:lnSpc>
                <a:spcPts val="1460"/>
              </a:lnSpc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Sequence</a:t>
            </a:r>
            <a:endParaRPr lang="en-US" sz="1400" dirty="0"/>
          </a:p>
        </p:txBody>
      </p:sp>
      <p:sp>
        <p:nvSpPr>
          <p:cNvPr id="239" name="Text 237"/>
          <p:cNvSpPr/>
          <p:nvPr/>
        </p:nvSpPr>
        <p:spPr>
          <a:xfrm>
            <a:off x="626110" y="5094961"/>
            <a:ext cx="152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Sequence</a:t>
            </a:r>
            <a:endParaRPr lang="en-US" sz="1400" dirty="0"/>
          </a:p>
        </p:txBody>
      </p:sp>
      <p:sp>
        <p:nvSpPr>
          <p:cNvPr id="240" name="Text 238"/>
          <p:cNvSpPr/>
          <p:nvPr/>
        </p:nvSpPr>
        <p:spPr>
          <a:xfrm>
            <a:off x="840740" y="5404498"/>
            <a:ext cx="1397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0"/>
              </a:lnSpc>
              <a:buNone/>
            </a:pPr>
            <a:r>
              <a:rPr lang="en-US" sz="1300" b="1" i="1" dirty="0">
                <a:solidFill>
                  <a:srgbClr val="00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</a:t>
            </a:r>
            <a:endParaRPr lang="en-US" sz="1300" dirty="0"/>
          </a:p>
          <a:p>
            <a:pPr algn="l" indent="0" marL="0">
              <a:lnSpc>
                <a:spcPts val="1360"/>
              </a:lnSpc>
              <a:buNone/>
            </a:pPr>
            <a:r>
              <a:rPr lang="en-US" sz="1300" b="1" i="1" dirty="0">
                <a:solidFill>
                  <a:srgbClr val="00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</a:t>
            </a:r>
            <a:endParaRPr lang="en-US" sz="1300" dirty="0"/>
          </a:p>
          <a:p>
            <a:pPr algn="l" indent="0" marL="0">
              <a:lnSpc>
                <a:spcPts val="1360"/>
              </a:lnSpc>
              <a:buNone/>
            </a:pPr>
            <a:r>
              <a:rPr lang="en-US" sz="1300" b="1" i="1" dirty="0">
                <a:solidFill>
                  <a:srgbClr val="00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Vectors</a:t>
            </a:r>
            <a:endParaRPr lang="en-US" sz="1300" dirty="0"/>
          </a:p>
        </p:txBody>
      </p:sp>
      <p:sp>
        <p:nvSpPr>
          <p:cNvPr id="241" name="Text 239"/>
          <p:cNvSpPr/>
          <p:nvPr/>
        </p:nvSpPr>
        <p:spPr>
          <a:xfrm>
            <a:off x="838200" y="6122048"/>
            <a:ext cx="1397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0"/>
              </a:lnSpc>
              <a:buNone/>
            </a:pPr>
            <a:r>
              <a:rPr lang="en-US" sz="1300" b="1" i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</a:t>
            </a:r>
            <a:endParaRPr lang="en-US" sz="1300" dirty="0"/>
          </a:p>
          <a:p>
            <a:pPr algn="l" indent="0" marL="0">
              <a:lnSpc>
                <a:spcPts val="1360"/>
              </a:lnSpc>
              <a:buNone/>
            </a:pPr>
            <a:r>
              <a:rPr lang="en-US" sz="1300" b="1" i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Information</a:t>
            </a:r>
            <a:endParaRPr lang="en-US" sz="1300" dirty="0"/>
          </a:p>
          <a:p>
            <a:pPr algn="l" indent="0" marL="0">
              <a:lnSpc>
                <a:spcPts val="1360"/>
              </a:lnSpc>
              <a:buNone/>
            </a:pPr>
            <a:r>
              <a:rPr lang="en-US" sz="1300" b="1" i="1" dirty="0">
                <a:solidFill>
                  <a:srgbClr val="000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Vectors</a:t>
            </a:r>
            <a:endParaRPr lang="en-US" sz="13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571500"/>
            <a:ext cx="11137900" cy="6286500"/>
          </a:xfrm>
          <a:prstGeom prst="rect">
            <a:avLst/>
          </a:prstGeom>
          <a:solidFill>
            <a:srgbClr val="E9E9E7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112500" y="673100"/>
            <a:ext cx="457200" cy="4572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112500" y="67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0420" y="1554480"/>
            <a:ext cx="10539730" cy="48514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8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182620" y="761055"/>
            <a:ext cx="5080000" cy="63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11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Next  (as of 2020)</a:t>
            </a:r>
            <a:endParaRPr lang="en-US" sz="3110" dirty="0"/>
          </a:p>
        </p:txBody>
      </p:sp>
      <p:sp>
        <p:nvSpPr>
          <p:cNvPr id="7" name="Text 5"/>
          <p:cNvSpPr/>
          <p:nvPr/>
        </p:nvSpPr>
        <p:spPr>
          <a:xfrm>
            <a:off x="923290" y="1871055"/>
            <a:ext cx="8890000" cy="405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95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GPT-1</a:t>
            </a:r>
            <a:pPr algn="l" indent="0" marL="0">
              <a:buNone/>
            </a:pPr>
            <a:r>
              <a:rPr lang="en-US" sz="1995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buNone/>
            </a:pPr>
            <a:r>
              <a:rPr lang="en-US" sz="1995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GPT-2</a:t>
            </a:r>
            <a:pPr algn="l" indent="0" marL="0">
              <a:buNone/>
            </a:pPr>
            <a:r>
              <a:rPr lang="en-US" sz="1995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(Generative Pre-trained Transformers)</a:t>
            </a:r>
            <a:endParaRPr lang="en-US" sz="1995" dirty="0"/>
          </a:p>
        </p:txBody>
      </p:sp>
      <p:sp>
        <p:nvSpPr>
          <p:cNvPr id="8" name="Text 6"/>
          <p:cNvSpPr/>
          <p:nvPr/>
        </p:nvSpPr>
        <p:spPr>
          <a:xfrm>
            <a:off x="937260" y="2721697"/>
            <a:ext cx="8890000" cy="4049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93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BERT</a:t>
            </a:r>
            <a:pPr algn="l" indent="0" marL="0">
              <a:buNone/>
            </a:pPr>
            <a:r>
              <a:rPr lang="en-US" sz="1993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(Bidirectional Encoder Representations from Transformers)</a:t>
            </a:r>
            <a:endParaRPr lang="en-US" sz="1993" dirty="0"/>
          </a:p>
        </p:txBody>
      </p:sp>
      <p:sp>
        <p:nvSpPr>
          <p:cNvPr id="9" name="Text 7"/>
          <p:cNvSpPr/>
          <p:nvPr/>
        </p:nvSpPr>
        <p:spPr>
          <a:xfrm>
            <a:off x="923290" y="3584304"/>
            <a:ext cx="8890000" cy="407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4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RoBERTa</a:t>
            </a:r>
            <a:pPr algn="l" indent="0" marL="0">
              <a:buNone/>
            </a:pPr>
            <a:r>
              <a:rPr lang="en-US" sz="2004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(Robustly Optimized BERT Approach)</a:t>
            </a:r>
            <a:endParaRPr lang="en-US" sz="2004" dirty="0"/>
          </a:p>
        </p:txBody>
      </p:sp>
      <p:sp>
        <p:nvSpPr>
          <p:cNvPr id="10" name="Text 8"/>
          <p:cNvSpPr/>
          <p:nvPr/>
        </p:nvSpPr>
        <p:spPr>
          <a:xfrm>
            <a:off x="956310" y="4369640"/>
            <a:ext cx="9906000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89" b="1" i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Transformer-XL:</a:t>
            </a:r>
            <a:pPr algn="l" indent="0" marL="0">
              <a:buNone/>
            </a:pPr>
            <a:r>
              <a:rPr lang="en-US" sz="1989" b="1" i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Attentive Language ModelsBeyond a Fixed-Length Context</a:t>
            </a:r>
            <a:endParaRPr lang="en-US" sz="1989" dirty="0"/>
          </a:p>
        </p:txBody>
      </p:sp>
      <p:sp>
        <p:nvSpPr>
          <p:cNvPr id="11" name="Text 9"/>
          <p:cNvSpPr/>
          <p:nvPr/>
        </p:nvSpPr>
        <p:spPr>
          <a:xfrm>
            <a:off x="923290" y="5193377"/>
            <a:ext cx="8890000" cy="4055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96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T5</a:t>
            </a:r>
            <a:pPr algn="l" indent="0" marL="0">
              <a:buNone/>
            </a:pPr>
            <a:r>
              <a:rPr lang="en-US" sz="1996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(Text-to-Text Transfer Transformer)</a:t>
            </a:r>
            <a:endParaRPr lang="en-US" sz="1996" dirty="0"/>
          </a:p>
        </p:txBody>
      </p:sp>
      <p:sp>
        <p:nvSpPr>
          <p:cNvPr id="12" name="Text 10"/>
          <p:cNvSpPr/>
          <p:nvPr/>
        </p:nvSpPr>
        <p:spPr>
          <a:xfrm>
            <a:off x="923290" y="5761248"/>
            <a:ext cx="8890000" cy="410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21" b="1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GPT-3</a:t>
            </a:r>
            <a:pPr algn="l" indent="0" marL="0">
              <a:buNone/>
            </a:pPr>
            <a:r>
              <a:rPr lang="en-US" sz="2021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(175 Billion Parameter, Beta Release June 2020)</a:t>
            </a:r>
            <a:endParaRPr lang="en-US" sz="2021" dirty="0"/>
          </a:p>
        </p:txBody>
      </p:sp>
      <p:sp>
        <p:nvSpPr>
          <p:cNvPr id="13" name="Text 11"/>
          <p:cNvSpPr/>
          <p:nvPr/>
        </p:nvSpPr>
        <p:spPr>
          <a:xfrm>
            <a:off x="1438910" y="2194243"/>
            <a:ext cx="8890000" cy="3547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46" i="1" u="sng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Radford et al., OpenAI. June 2018 and February 2019.</a:t>
            </a:r>
            <a:endParaRPr lang="en-US" sz="1746" dirty="0"/>
          </a:p>
        </p:txBody>
      </p:sp>
      <p:sp>
        <p:nvSpPr>
          <p:cNvPr id="14" name="Text 12"/>
          <p:cNvSpPr/>
          <p:nvPr/>
        </p:nvSpPr>
        <p:spPr>
          <a:xfrm>
            <a:off x="1438910" y="3045389"/>
            <a:ext cx="8890000" cy="353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42" i="1" u="sng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Devlin et al., Google AI Language. May 2019.</a:t>
            </a:r>
            <a:endParaRPr lang="en-US" sz="1742" dirty="0"/>
          </a:p>
        </p:txBody>
      </p:sp>
      <p:sp>
        <p:nvSpPr>
          <p:cNvPr id="15" name="Text 13"/>
          <p:cNvSpPr/>
          <p:nvPr/>
        </p:nvSpPr>
        <p:spPr>
          <a:xfrm>
            <a:off x="1438910" y="3882575"/>
            <a:ext cx="8890000" cy="3541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43" i="1" u="sng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Liu et al., Facebook AI. June 2019.</a:t>
            </a:r>
            <a:endParaRPr lang="en-US" sz="1743" dirty="0"/>
          </a:p>
        </p:txBody>
      </p:sp>
      <p:sp>
        <p:nvSpPr>
          <p:cNvPr id="16" name="Text 14"/>
          <p:cNvSpPr/>
          <p:nvPr/>
        </p:nvSpPr>
        <p:spPr>
          <a:xfrm>
            <a:off x="1438910" y="4663952"/>
            <a:ext cx="8890000" cy="361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77" i="1" u="sng" dirty="0">
                <a:solidFill>
                  <a:srgbClr val="000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Zhang Dai et al. Carnegie Mellon University and Google Brain</a:t>
            </a:r>
            <a:endParaRPr lang="en-US" sz="1777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2026-10-11T16:47:36Z</dcterms:created>
  <dcterms:modified xsi:type="dcterms:W3CDTF">2026-10-11T16:47:36Z</dcterms:modified>
</cp:coreProperties>
</file>