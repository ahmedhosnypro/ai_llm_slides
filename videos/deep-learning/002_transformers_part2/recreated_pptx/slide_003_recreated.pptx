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3400" y="571500"/>
            <a:ext cx="11137900" cy="6286500"/>
          </a:xfrm>
          <a:prstGeom prst="rect">
            <a:avLst/>
          </a:prstGeom>
          <a:solidFill>
            <a:srgbClr val="E9E9E7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112500" y="673100"/>
            <a:ext cx="457200" cy="457200"/>
          </a:xfrm>
          <a:prstGeom prst="ellipse">
            <a:avLst/>
          </a:prstGeom>
          <a:solidFill>
            <a:srgbClr val="FDFD96"/>
          </a:solidFill>
          <a:ln w="25400">
            <a:solidFill>
              <a:srgbClr val="6A5AC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112500" y="6731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04821" y="2103881"/>
            <a:ext cx="5486400" cy="11296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5930" b="1" dirty="0">
                <a:solidFill>
                  <a:srgbClr val="1C1C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of</a:t>
            </a:r>
            <a:endParaRPr lang="en-US" sz="5930" dirty="0"/>
          </a:p>
        </p:txBody>
      </p:sp>
      <p:sp>
        <p:nvSpPr>
          <p:cNvPr id="6" name="Text 4"/>
          <p:cNvSpPr/>
          <p:nvPr/>
        </p:nvSpPr>
        <p:spPr>
          <a:xfrm>
            <a:off x="6147562" y="2268181"/>
            <a:ext cx="3657600" cy="885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650" b="1" dirty="0">
                <a:solidFill>
                  <a:srgbClr val="1C1C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I</a:t>
            </a:r>
            <a:endParaRPr lang="en-US" sz="4650" dirty="0"/>
          </a:p>
        </p:txBody>
      </p:sp>
      <p:sp>
        <p:nvSpPr>
          <p:cNvPr id="7" name="Text 5"/>
          <p:cNvSpPr/>
          <p:nvPr/>
        </p:nvSpPr>
        <p:spPr>
          <a:xfrm>
            <a:off x="2210435" y="3632328"/>
            <a:ext cx="7772400" cy="885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650" b="1" dirty="0">
                <a:solidFill>
                  <a:srgbClr val="1C1C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 Attention Mechanism</a:t>
            </a:r>
            <a:endParaRPr lang="en-US" sz="46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2026-10-11T19:38:00Z</dcterms:created>
  <dcterms:modified xsi:type="dcterms:W3CDTF">2026-10-11T19:38:00Z</dcterms:modified>
</cp:coreProperties>
</file>