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6170" y="717694"/>
            <a:ext cx="3765488" cy="240560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6400" y="1355645"/>
            <a:ext cx="4597859" cy="1116413"/>
          </a:xfrm>
          <a:prstGeom prst="rect">
            <a:avLst/>
          </a:prstGeom>
          <a:solidFill>
            <a:srgbClr val="F9FCC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6533" y="3203043"/>
            <a:ext cx="7597037" cy="112970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6533" y="4425782"/>
            <a:ext cx="7015699" cy="2206246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98293" y="4678304"/>
            <a:ext cx="3289847" cy="1621458"/>
          </a:xfrm>
          <a:prstGeom prst="rect">
            <a:avLst/>
          </a:prstGeom>
          <a:solidFill>
            <a:srgbClr val="F0FCE4"/>
          </a:solidFill>
          <a:ln w="22225">
            <a:solidFill>
              <a:srgbClr val="4686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3589" y="2033467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3952" y="2565093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267" y="3256206"/>
            <a:ext cx="554914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4755" y="3296078"/>
            <a:ext cx="805947" cy="26581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2289" y="3242915"/>
            <a:ext cx="819159" cy="345557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1753" y="3867575"/>
            <a:ext cx="541702" cy="31897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4029" y="3947319"/>
            <a:ext cx="951281" cy="239231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3016" y="3880866"/>
            <a:ext cx="885220" cy="27910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5271" y="4718176"/>
            <a:ext cx="554914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18847" y="5236511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7164" y="4704885"/>
            <a:ext cx="964493" cy="292394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841" y="4718176"/>
            <a:ext cx="845583" cy="279103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3589" y="5316254"/>
            <a:ext cx="819159" cy="27910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1294" y="5276382"/>
            <a:ext cx="1096616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8885" y="4027063"/>
            <a:ext cx="52849" cy="1329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2193" y="5462451"/>
            <a:ext cx="52849" cy="1329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64430" y="770857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64430" y="770857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4430" y="1791578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3895" y="770857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37264" y="770857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37264" y="1791578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7642" y="2020177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7642" y="2020177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7642" y="3014316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0262" y="2020177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3631" y="2020177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3631" y="3014316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2537" y="4691594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2537" y="469159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2537" y="568573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5157" y="4691594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8526" y="469159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08526" y="568573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53283" y="4678304"/>
            <a:ext cx="29067" cy="10499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3283" y="4678304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53283" y="5699025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90033" y="4678304"/>
            <a:ext cx="29067" cy="10499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13402" y="4678304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13402" y="5699025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1792" y="4678304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1792" y="4678304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1792" y="5699025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98044" y="4678304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1413" y="4678304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1413" y="5699025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4717" y="1141549"/>
            <a:ext cx="1934847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0" dirty="0"/>
          </a:p>
        </p:txBody>
      </p:sp>
      <p:sp>
        <p:nvSpPr>
          <p:cNvPr id="57" name="Text 55"/>
          <p:cNvSpPr/>
          <p:nvPr/>
        </p:nvSpPr>
        <p:spPr>
          <a:xfrm>
            <a:off x="1141141" y="2390868"/>
            <a:ext cx="2242479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70" dirty="0"/>
          </a:p>
        </p:txBody>
      </p:sp>
      <p:sp>
        <p:nvSpPr>
          <p:cNvPr id="58" name="Text 56"/>
          <p:cNvSpPr/>
          <p:nvPr/>
        </p:nvSpPr>
        <p:spPr>
          <a:xfrm>
            <a:off x="6531734" y="1447616"/>
            <a:ext cx="1381562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7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470" dirty="0"/>
          </a:p>
        </p:txBody>
      </p:sp>
      <p:sp>
        <p:nvSpPr>
          <p:cNvPr id="59" name="Shape 57"/>
          <p:cNvSpPr/>
          <p:nvPr/>
        </p:nvSpPr>
        <p:spPr>
          <a:xfrm>
            <a:off x="6531734" y="1634748"/>
            <a:ext cx="1030555" cy="19936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1868" y="5859724"/>
            <a:ext cx="2242479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70" dirty="0"/>
          </a:p>
        </p:txBody>
      </p:sp>
      <p:sp>
        <p:nvSpPr>
          <p:cNvPr id="61" name="Text 59"/>
          <p:cNvSpPr/>
          <p:nvPr/>
        </p:nvSpPr>
        <p:spPr>
          <a:xfrm>
            <a:off x="6241065" y="5980100"/>
            <a:ext cx="1901398" cy="31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2805883" y="6336071"/>
            <a:ext cx="4525063" cy="412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3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Position “t”</a:t>
            </a:r>
            <a:endParaRPr lang="en-US" sz="2030" dirty="0"/>
          </a:p>
        </p:txBody>
      </p:sp>
      <p:sp>
        <p:nvSpPr>
          <p:cNvPr id="63" name="Text 61"/>
          <p:cNvSpPr/>
          <p:nvPr/>
        </p:nvSpPr>
        <p:spPr>
          <a:xfrm>
            <a:off x="8143627" y="4739130"/>
            <a:ext cx="3679108" cy="35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Computer Graphics:</a:t>
            </a:r>
            <a:endParaRPr lang="en-US" sz="1720" dirty="0"/>
          </a:p>
        </p:txBody>
      </p:sp>
      <p:sp>
        <p:nvSpPr>
          <p:cNvPr id="64" name="Text 62"/>
          <p:cNvSpPr/>
          <p:nvPr/>
        </p:nvSpPr>
        <p:spPr>
          <a:xfrm>
            <a:off x="8130415" y="5157418"/>
            <a:ext cx="3983042" cy="362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8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Matrix of Vector at</a:t>
            </a:r>
            <a:endParaRPr lang="en-US" sz="1780" dirty="0"/>
          </a:p>
        </p:txBody>
      </p:sp>
      <p:sp>
        <p:nvSpPr>
          <p:cNvPr id="65" name="Text 63"/>
          <p:cNvSpPr/>
          <p:nvPr/>
        </p:nvSpPr>
        <p:spPr>
          <a:xfrm>
            <a:off x="8130415" y="5406551"/>
            <a:ext cx="3516864" cy="367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1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“t” with angle “ωδ”</a:t>
            </a:r>
            <a:endParaRPr lang="en-US" sz="1810" dirty="0"/>
          </a:p>
        </p:txBody>
      </p:sp>
      <p:sp>
        <p:nvSpPr>
          <p:cNvPr id="66" name="Text 64"/>
          <p:cNvSpPr/>
          <p:nvPr/>
        </p:nvSpPr>
        <p:spPr>
          <a:xfrm>
            <a:off x="8130415" y="5747379"/>
            <a:ext cx="3389981" cy="344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 “ω” , “2ω” , “3ω” , ...</a:t>
            </a:r>
            <a:endParaRPr lang="en-US" sz="1690" dirty="0"/>
          </a:p>
        </p:txBody>
      </p:sp>
      <mc:AlternateContent>
        <mc:Choice xmlns:a14="http://schemas.microsoft.com/office/drawing/2010/main" Requires="a14">
          <p:sp>
            <p:nvSpPr>
              <p:cNvPr id="67" name="Equation OMML" descr="\mathrm{sin}(\omega t)"/>
              <p:cNvSpPr txBox="1"/>
              <p:nvPr/>
            </p:nvSpPr>
            <p:spPr>
              <a:xfrm>
                <a:off x="3203270" y="929386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0" descr="/home/ahmed/Projects/ai_llm_slides/videos/deep-learning/002_transformers_part2/recreated_pptx/build/assets/vb1_r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203270" y="929386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\mathrm{cos}(\omega t)"/>
              <p:cNvSpPr txBox="1"/>
              <p:nvPr/>
            </p:nvSpPr>
            <p:spPr>
              <a:xfrm>
                <a:off x="3203270" y="1545327"/>
                <a:ext cx="754380" cy="2072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1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1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1" descr="/home/ahmed/Projects/ai_llm_slides/videos/deep-learning/002_transformers_part2/recreated_pptx/build/assets/vb1_r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03270" y="1545327"/>
                <a:ext cx="754380" cy="2072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mathrm{Sin}\;(\omega"/>
              <p:cNvSpPr txBox="1"/>
              <p:nvPr/>
            </p:nvSpPr>
            <p:spPr>
              <a:xfrm>
                <a:off x="2991875" y="2053669"/>
                <a:ext cx="765048" cy="2514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00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200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2" descr="/home/ahmed/Projects/ai_llm_slides/videos/deep-learning/002_transformers_part2/recreated_pptx/build/assets/vb2_r1a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1875" y="2053669"/>
                <a:ext cx="765048" cy="2514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(t{+}\delta))"/>
              <p:cNvSpPr txBox="1"/>
              <p:nvPr/>
            </p:nvSpPr>
            <p:spPr>
              <a:xfrm>
                <a:off x="3758184" y="2099389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3" descr="/home/ahmed/Projects/ai_llm_slides/videos/deep-learning/002_transformers_part2/recreated_pptx/build/assets/vb2_r1b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8184" y="2099389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\mathrm{cos}(\omega"/>
              <p:cNvSpPr txBox="1"/>
              <p:nvPr/>
            </p:nvSpPr>
            <p:spPr>
              <a:xfrm>
                <a:off x="3057936" y="2603582"/>
                <a:ext cx="673608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4" descr="/home/ahmed/Projects/ai_llm_slides/videos/deep-learning/002_transformers_part2/recreated_pptx/build/assets/vb2_r2a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7936" y="2603582"/>
                <a:ext cx="673608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(t{+}\delta))"/>
              <p:cNvSpPr txBox="1"/>
              <p:nvPr/>
            </p:nvSpPr>
            <p:spPr>
              <a:xfrm>
                <a:off x="3731760" y="2631014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5" descr="/home/ahmed/Projects/ai_llm_slides/videos/deep-learning/002_transformers_part2/recreated_pptx/build/assets/vb2_r2b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1760" y="2631014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\mathrm{sin}(\omega"/>
              <p:cNvSpPr txBox="1"/>
              <p:nvPr/>
            </p:nvSpPr>
            <p:spPr>
              <a:xfrm>
                <a:off x="1115737" y="3317130"/>
                <a:ext cx="580644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2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2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6" descr="/home/ahmed/Projects/ai_llm_slides/videos/deep-learning/002_transformers_part2/recreated_pptx/build/assets/d1_s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5737" y="3317130"/>
                <a:ext cx="580644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(t{+}\delta))"/>
              <p:cNvSpPr txBox="1"/>
              <p:nvPr/>
            </p:nvSpPr>
            <p:spPr>
              <a:xfrm>
                <a:off x="1697075" y="3335418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7" descr="/home/ahmed/Projects/ai_llm_slides/videos/deep-learning/002_transformers_part2/recreated_pptx/build/assets/d1_s2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7075" y="3335418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="/>
              <p:cNvSpPr txBox="1"/>
              <p:nvPr/>
            </p:nvSpPr>
            <p:spPr>
              <a:xfrm>
                <a:off x="2397324" y="3407045"/>
                <a:ext cx="129540" cy="716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1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8" descr="/home/ahmed/Projects/ai_llm_slides/videos/deep-learning/002_transformers_part2/recreated_pptx/build/assets/d1_s3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7324" y="3407045"/>
                <a:ext cx="129540" cy="716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sin}(\omega t\;+\omega\delta)"/>
              <p:cNvSpPr txBox="1"/>
              <p:nvPr/>
            </p:nvSpPr>
            <p:spPr>
              <a:xfrm>
                <a:off x="2621932" y="3330845"/>
                <a:ext cx="1286256" cy="2042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9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9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(ωt +ωδ)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9" descr="/home/ahmed/Projects/ai_llm_slides/videos/deep-learning/002_transformers_part2/recreated_pptx/build/assets/d1_s4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21932" y="3330845"/>
                <a:ext cx="1286256" cy="2042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="/>
              <p:cNvSpPr txBox="1"/>
              <p:nvPr/>
            </p:nvSpPr>
            <p:spPr>
              <a:xfrm>
                <a:off x="4379160" y="3414665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10" descr="/home/ahmed/Projects/ai_llm_slides/videos/deep-learning/002_transformers_part2/recreated_pptx/build/assets/d1_s5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79160" y="3414665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\mathrm{sin}(\omega t)"/>
              <p:cNvSpPr txBox="1"/>
              <p:nvPr/>
            </p:nvSpPr>
            <p:spPr>
              <a:xfrm>
                <a:off x="4590556" y="3321700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11" descr="/home/ahmed/Projects/ai_llm_slides/videos/deep-learning/002_transformers_part2/recreated_pptx/build/assets/d1_s6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0556" y="3321700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\mathrm{cos}(\omega\delta)"/>
              <p:cNvSpPr txBox="1"/>
              <p:nvPr/>
            </p:nvSpPr>
            <p:spPr>
              <a:xfrm>
                <a:off x="5422927" y="3312556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12" descr="/home/ahmed/Projects/ai_llm_slides/videos/deep-learning/002_transformers_part2/recreated_pptx/build/assets/d1_s7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22927" y="3312556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+"/>
              <p:cNvSpPr txBox="1"/>
              <p:nvPr/>
            </p:nvSpPr>
            <p:spPr>
              <a:xfrm>
                <a:off x="6400632" y="3399425"/>
                <a:ext cx="108204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05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13" descr="/home/ahmed/Projects/ai_llm_slides/videos/deep-learning/002_transformers_part2/recreated_pptx/build/assets/d1_s8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00632" y="3399425"/>
                <a:ext cx="108204" cy="1066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1" name="Equation OMML" descr="\mathrm{cos}(\omega t)"/>
              <p:cNvSpPr txBox="1"/>
              <p:nvPr/>
            </p:nvSpPr>
            <p:spPr>
              <a:xfrm>
                <a:off x="6612028" y="3317129"/>
                <a:ext cx="80467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1" name="Image 14" descr="/home/ahmed/Projects/ai_llm_slides/videos/deep-learning/002_transformers_part2/recreated_pptx/build/assets/d1_s9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12028" y="3317129"/>
                <a:ext cx="80467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2" name="Equation OMML" descr="\mathrm{sin}(\omega\delta)"/>
              <p:cNvSpPr txBox="1"/>
              <p:nvPr/>
            </p:nvSpPr>
            <p:spPr>
              <a:xfrm>
                <a:off x="7510460" y="3314081"/>
                <a:ext cx="807720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15" descr="/home/ahmed/Projects/ai_llm_slides/videos/deep-learning/002_transformers_part2/recreated_pptx/build/assets/d1_s10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10460" y="3314081"/>
                <a:ext cx="807720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3" name="Equation OMML" descr="\mathrm{cos}(\omega"/>
              <p:cNvSpPr txBox="1"/>
              <p:nvPr/>
            </p:nvSpPr>
            <p:spPr>
              <a:xfrm>
                <a:off x="1128949" y="3907589"/>
                <a:ext cx="66141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16" descr="/home/ahmed/Projects/ai_llm_slides/videos/deep-learning/002_transformers_part2/recreated_pptx/build/assets/d2_s1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8949" y="3907589"/>
                <a:ext cx="66141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(t{+}\delta))"/>
              <p:cNvSpPr txBox="1"/>
              <p:nvPr/>
            </p:nvSpPr>
            <p:spPr>
              <a:xfrm>
                <a:off x="1789561" y="3933497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17" descr="/home/ahmed/Projects/ai_llm_slides/videos/deep-learning/002_transformers_part2/recreated_pptx/build/assets/d2_s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89561" y="3933497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="/>
              <p:cNvSpPr txBox="1"/>
              <p:nvPr/>
            </p:nvSpPr>
            <p:spPr>
              <a:xfrm>
                <a:off x="2489810" y="4012744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18" descr="/home/ahmed/Projects/ai_llm_slides/videos/deep-learning/002_transformers_part2/recreated_pptx/build/assets/d2_s3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89810" y="4012744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\mathrm{cos}(\omega t\;+\omega\delta)"/>
              <p:cNvSpPr txBox="1"/>
              <p:nvPr/>
            </p:nvSpPr>
            <p:spPr>
              <a:xfrm>
                <a:off x="2701205" y="3924351"/>
                <a:ext cx="1363980" cy="2072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(ωt +ωδ)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19" descr="/home/ahmed/Projects/ai_llm_slides/videos/deep-learning/002_transformers_part2/recreated_pptx/build/assets/d2_s4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01205" y="3924351"/>
                <a:ext cx="1363980" cy="2072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="/>
              <p:cNvSpPr txBox="1"/>
              <p:nvPr/>
            </p:nvSpPr>
            <p:spPr>
              <a:xfrm>
                <a:off x="4379160" y="4012744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20" descr="/home/ahmed/Projects/ai_llm_slides/videos/deep-learning/002_transformers_part2/recreated_pptx/build/assets/d2_s5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79160" y="4012744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\mathrm{cos}(\omega t)"/>
              <p:cNvSpPr txBox="1"/>
              <p:nvPr/>
            </p:nvSpPr>
            <p:spPr>
              <a:xfrm>
                <a:off x="4590556" y="3915208"/>
                <a:ext cx="80467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21" descr="/home/ahmed/Projects/ai_llm_slides/videos/deep-learning/002_transformers_part2/recreated_pptx/build/assets/d2_s6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90556" y="3915208"/>
                <a:ext cx="80467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\mathrm{cos}(\omega\delta)"/>
              <p:cNvSpPr txBox="1"/>
              <p:nvPr/>
            </p:nvSpPr>
            <p:spPr>
              <a:xfrm>
                <a:off x="5488988" y="3910635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22" descr="/home/ahmed/Projects/ai_llm_slides/videos/deep-learning/002_transformers_part2/recreated_pptx/build/assets/d2_s7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8988" y="3910635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\mathrm{sin}(\omega t)"/>
              <p:cNvSpPr txBox="1"/>
              <p:nvPr/>
            </p:nvSpPr>
            <p:spPr>
              <a:xfrm>
                <a:off x="6625240" y="3919779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23" descr="/home/ahmed/Projects/ai_llm_slides/videos/deep-learning/002_transformers_part2/recreated_pptx/build/assets/d2_s9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25240" y="3919779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\mathrm{sin}(\omega\delta)"/>
              <p:cNvSpPr txBox="1"/>
              <p:nvPr/>
            </p:nvSpPr>
            <p:spPr>
              <a:xfrm>
                <a:off x="7484036" y="3899969"/>
                <a:ext cx="859536" cy="2362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67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867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24" descr="/home/ahmed/Projects/ai_llm_slides/videos/deep-learning/002_transformers_part2/recreated_pptx/build/assets/d2_s10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84036" y="3899969"/>
                <a:ext cx="859536" cy="2362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\mathrm{Sin}\;(\omega"/>
              <p:cNvSpPr txBox="1"/>
              <p:nvPr/>
            </p:nvSpPr>
            <p:spPr>
              <a:xfrm>
                <a:off x="1446043" y="4759713"/>
                <a:ext cx="687324" cy="227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8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8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25" descr="/home/ahmed/Projects/ai_llm_slides/videos/deep-learning/002_transformers_part2/recreated_pptx/build/assets/m_la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46043" y="4759713"/>
                <a:ext cx="687324" cy="2270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(t{+}\delta))"/>
              <p:cNvSpPr txBox="1"/>
              <p:nvPr/>
            </p:nvSpPr>
            <p:spPr>
              <a:xfrm>
                <a:off x="2133079" y="4784097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26" descr="/home/ahmed/Projects/ai_llm_slides/videos/deep-learning/002_transformers_part2/recreated_pptx/build/assets/m_lb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33079" y="4784097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mathrm{cos}(\omega"/>
              <p:cNvSpPr txBox="1"/>
              <p:nvPr/>
            </p:nvSpPr>
            <p:spPr>
              <a:xfrm>
                <a:off x="1432831" y="5274999"/>
                <a:ext cx="673608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27" descr="/home/ahmed/Projects/ai_llm_slides/videos/deep-learning/002_transformers_part2/recreated_pptx/build/assets/m_l2a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32831" y="5274999"/>
                <a:ext cx="673608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(t{+}\delta))"/>
              <p:cNvSpPr txBox="1"/>
              <p:nvPr/>
            </p:nvSpPr>
            <p:spPr>
              <a:xfrm>
                <a:off x="2106655" y="5302432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28" descr="/home/ahmed/Projects/ai_llm_slides/videos/deep-learning/002_transformers_part2/recreated_pptx/build/assets/m_l2b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06655" y="5302432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="/>
              <p:cNvSpPr txBox="1"/>
              <p:nvPr/>
            </p:nvSpPr>
            <p:spPr>
              <a:xfrm>
                <a:off x="3123997" y="5171156"/>
                <a:ext cx="129540" cy="716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1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29" descr="/home/ahmed/Projects/ai_llm_slides/videos/deep-learning/002_transformers_part2/recreated_pptx/build/assets/m_eq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23997" y="5171156"/>
                <a:ext cx="129540" cy="716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\mathrm{cos}(\omega\delta)"/>
              <p:cNvSpPr txBox="1"/>
              <p:nvPr/>
            </p:nvSpPr>
            <p:spPr>
              <a:xfrm>
                <a:off x="3758184" y="4743374"/>
                <a:ext cx="896112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23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23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30" descr="/home/ahmed/Projects/ai_llm_slides/videos/deep-learning/002_transformers_part2/recreated_pptx/build/assets/m_r1c1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58184" y="4743374"/>
                <a:ext cx="896112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\mathrm{sin}(\omega\delta)"/>
              <p:cNvSpPr txBox="1"/>
              <p:nvPr/>
            </p:nvSpPr>
            <p:spPr>
              <a:xfrm>
                <a:off x="4881225" y="4749470"/>
                <a:ext cx="807720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31" descr="/home/ahmed/Projects/ai_llm_slides/videos/deep-learning/002_transformers_part2/recreated_pptx/build/assets/m_r1c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81225" y="4749470"/>
                <a:ext cx="807720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mathrm{sin}(\omega\delta)"/>
              <p:cNvSpPr txBox="1"/>
              <p:nvPr/>
            </p:nvSpPr>
            <p:spPr>
              <a:xfrm>
                <a:off x="3784609" y="5372606"/>
                <a:ext cx="816864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76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76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32" descr="/home/ahmed/Projects/ai_llm_slides/videos/deep-learning/002_transformers_part2/recreated_pptx/build/assets/m_r2c1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84609" y="5372606"/>
                <a:ext cx="816864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\mathrm{cos}(\omega\delta)"/>
              <p:cNvSpPr txBox="1"/>
              <p:nvPr/>
            </p:nvSpPr>
            <p:spPr>
              <a:xfrm>
                <a:off x="4828376" y="5372605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33" descr="/home/ahmed/Projects/ai_llm_slides/videos/deep-learning/002_transformers_part2/recreated_pptx/build/assets/m_r2c2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28376" y="5372605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\mathrm{sin}(\omega t)"/>
              <p:cNvSpPr txBox="1"/>
              <p:nvPr/>
            </p:nvSpPr>
            <p:spPr>
              <a:xfrm>
                <a:off x="6413844" y="4850123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34" descr="/home/ahmed/Projects/ai_llm_slides/videos/deep-learning/002_transformers_part2/recreated_pptx/build/assets/m_ra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13844" y="4850123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\mathrm{cos}(\omega t)"/>
              <p:cNvSpPr txBox="1"/>
              <p:nvPr/>
            </p:nvSpPr>
            <p:spPr>
              <a:xfrm>
                <a:off x="6413844" y="5448203"/>
                <a:ext cx="783336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8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8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35" descr="/home/ahmed/Projects/ai_llm_slides/videos/deep-learning/002_transformers_part2/recreated_pptx/build/assets/m_rb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413844" y="5448203"/>
                <a:ext cx="783336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sin(a{+}b)=sin\,(a)\,cos(b)\;+\;cos(a)\,sin(b)"/>
              <p:cNvSpPr txBox="1"/>
              <p:nvPr/>
            </p:nvSpPr>
            <p:spPr>
              <a:xfrm>
                <a:off x="6532755" y="1968431"/>
                <a:ext cx="3442716" cy="1813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7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sin(a+b)=sin (a) cos(b) + cos(a) sin(b)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36" descr="/home/ahmed/Projects/ai_llm_slides/videos/deep-learning/002_transformers_part2/recreated_pptx/build/assets/rm_id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32755" y="1968431"/>
                <a:ext cx="3442716" cy="1813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cos(a{+}b)=cos(a)\,cos(b)-sin(a)\,sin(b)"/>
              <p:cNvSpPr txBox="1"/>
              <p:nvPr/>
            </p:nvSpPr>
            <p:spPr>
              <a:xfrm>
                <a:off x="6519542" y="2188276"/>
                <a:ext cx="3508248" cy="1874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41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cos(a+b)=cos(a) cos(b)-sin(a) sin(b)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37" descr="/home/ahmed/Projects/ai_llm_slides/videos/deep-learning/002_transformers_part2/recreated_pptx/build/assets/rm_id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19542" y="2188276"/>
                <a:ext cx="3508248" cy="187452"/>
              </a:xfrm>
              <a:prstGeom prst="rect">
                <a:avLst/>
              </a:prstGeom>
            </p:spPr>
          </p:pic>
        </mc:Fallback>
      </mc:AlternateContent>
      <p:pic>
        <p:nvPicPr>
          <p:cNvPr id="105" name="Image 38" descr="/home/ahmed/Projects/ai_llm_slides/videos/deep-learning/002_transformers_part2/recreated_pptx/build/assets/brace_030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8605" y="5928722"/>
            <a:ext cx="2616708" cy="2788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2026-10-12T01:16:38Z</dcterms:created>
  <dcterms:modified xsi:type="dcterms:W3CDTF">2026-10-12T01:16:38Z</dcterms:modified>
</cp:coreProperties>
</file>