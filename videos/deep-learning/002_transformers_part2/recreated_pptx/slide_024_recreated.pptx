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2190" y="698500"/>
            <a:ext cx="110916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50" dirty="0"/>
          </a:p>
        </p:txBody>
      </p:sp>
      <p:sp>
        <p:nvSpPr>
          <p:cNvPr id="6" name="Shape 4"/>
          <p:cNvSpPr/>
          <p:nvPr/>
        </p:nvSpPr>
        <p:spPr>
          <a:xfrm>
            <a:off x="1874520" y="1567180"/>
            <a:ext cx="9513570" cy="518160"/>
          </a:xfrm>
          <a:prstGeom prst="roundRect">
            <a:avLst>
              <a:gd name="adj" fmla="val 9706"/>
            </a:avLst>
          </a:prstGeom>
          <a:ln w="19050">
            <a:solidFill>
              <a:srgbClr val="00000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47850" y="2482850"/>
            <a:ext cx="9494520" cy="511810"/>
          </a:xfrm>
          <a:prstGeom prst="roundRect">
            <a:avLst>
              <a:gd name="adj" fmla="val 9826"/>
            </a:avLst>
          </a:prstGeom>
          <a:solidFill>
            <a:srgbClr val="CCCCFF"/>
          </a:solidFill>
          <a:ln w="19050">
            <a:solidFill>
              <a:srgbClr val="3333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3472180"/>
            <a:ext cx="9530080" cy="544830"/>
          </a:xfrm>
          <a:prstGeom prst="roundRect">
            <a:avLst>
              <a:gd name="adj" fmla="val 9231"/>
            </a:avLst>
          </a:prstGeom>
          <a:solidFill>
            <a:srgbClr val="FFE0E0"/>
          </a:solidFill>
          <a:ln w="19050">
            <a:solidFill>
              <a:srgbClr val="CC00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2δ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3δ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4δ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5δ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1-δ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01370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5119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8868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2744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2683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0862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6008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8487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506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2683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0400" y="146636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60400" y="166575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0400" y="187784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47700" y="250268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7700" y="270080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09600" y="344502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9600" y="365711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32092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125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841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683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99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2101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1107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312928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419989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519684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615442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970280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3743960" y="1076960"/>
            <a:ext cx="5812790" cy="34544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87" name="Text 85"/>
          <p:cNvSpPr/>
          <p:nvPr/>
        </p:nvSpPr>
        <p:spPr>
          <a:xfrm>
            <a:off x="1090930" y="1073150"/>
            <a:ext cx="110916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(Rules Controlling Good Positional Encoder)</a:t>
            </a:r>
            <a:endParaRPr lang="en-US" sz="2200" dirty="0"/>
          </a:p>
        </p:txBody>
      </p:sp>
      <p:sp>
        <p:nvSpPr>
          <p:cNvPr id="88" name="Shape 86"/>
          <p:cNvSpPr/>
          <p:nvPr/>
        </p:nvSpPr>
        <p:spPr>
          <a:xfrm>
            <a:off x="745490" y="4638040"/>
            <a:ext cx="10721340" cy="2033270"/>
          </a:xfrm>
          <a:prstGeom prst="roundRect">
            <a:avLst>
              <a:gd name="adj" fmla="val 3148"/>
            </a:avLst>
          </a:prstGeom>
          <a:solidFill>
            <a:srgbClr val="FFFFCC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57300" y="5330190"/>
            <a:ext cx="155575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0" name="Shape 88"/>
          <p:cNvSpPr/>
          <p:nvPr/>
        </p:nvSpPr>
        <p:spPr>
          <a:xfrm>
            <a:off x="4972050" y="5330190"/>
            <a:ext cx="124460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1" name="Shape 89"/>
          <p:cNvSpPr/>
          <p:nvPr/>
        </p:nvSpPr>
        <p:spPr>
          <a:xfrm>
            <a:off x="7543800" y="6193790"/>
            <a:ext cx="385445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2" name="Text 90"/>
          <p:cNvSpPr/>
          <p:nvPr/>
        </p:nvSpPr>
        <p:spPr>
          <a:xfrm>
            <a:off x="789940" y="478917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 δ value </a:t>
            </a:r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same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Long sequence and short sequence</a:t>
            </a:r>
            <a:endParaRPr lang="en-US" sz="1775" dirty="0"/>
          </a:p>
        </p:txBody>
      </p:sp>
      <p:sp>
        <p:nvSpPr>
          <p:cNvPr id="93" name="Text 91"/>
          <p:cNvSpPr/>
          <p:nvPr/>
        </p:nvSpPr>
        <p:spPr>
          <a:xfrm>
            <a:off x="1239520" y="5081270"/>
            <a:ext cx="990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positions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encoded with 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values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irrespective of the length of the sequence)</a:t>
            </a:r>
            <a:endParaRPr lang="en-US" sz="1775" dirty="0"/>
          </a:p>
        </p:txBody>
      </p:sp>
      <p:sp>
        <p:nvSpPr>
          <p:cNvPr id="94" name="Text 92"/>
          <p:cNvSpPr/>
          <p:nvPr/>
        </p:nvSpPr>
        <p:spPr>
          <a:xfrm>
            <a:off x="777240" y="536067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Range of position encoded values</a:t>
            </a:r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NOT depend on sequence length</a:t>
            </a:r>
            <a:endParaRPr lang="en-US" sz="1775" dirty="0"/>
          </a:p>
        </p:txBody>
      </p:sp>
      <p:sp>
        <p:nvSpPr>
          <p:cNvPr id="95" name="Text 93"/>
          <p:cNvSpPr/>
          <p:nvPr/>
        </p:nvSpPr>
        <p:spPr>
          <a:xfrm>
            <a:off x="1173480" y="566674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(predefined fixed range  e.g. from 0 to 1 , form -1 to 1 , ...)</a:t>
            </a:r>
            <a:endParaRPr lang="en-US" sz="1775" dirty="0"/>
          </a:p>
        </p:txBody>
      </p:sp>
      <p:sp>
        <p:nvSpPr>
          <p:cNvPr id="96" name="Text 94"/>
          <p:cNvSpPr/>
          <p:nvPr/>
        </p:nvSpPr>
        <p:spPr>
          <a:xfrm>
            <a:off x="789940" y="5948680"/>
            <a:ext cx="1117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Position Encoding  should be a  VECTOR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 scalar) and of </a:t>
            </a:r>
            <a:pPr algn="l" indent="0" marL="0">
              <a:lnSpc>
                <a:spcPts val="2300"/>
              </a:lnSpc>
              <a:buNone/>
            </a:pPr>
            <a:r>
              <a:rPr lang="en-US" sz="175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dimension as Word Embedding</a:t>
            </a:r>
            <a:endParaRPr lang="en-US" sz="1750" dirty="0"/>
          </a:p>
        </p:txBody>
      </p:sp>
      <p:sp>
        <p:nvSpPr>
          <p:cNvPr id="97" name="Text 95"/>
          <p:cNvSpPr/>
          <p:nvPr/>
        </p:nvSpPr>
        <p:spPr>
          <a:xfrm>
            <a:off x="1239520" y="6238240"/>
            <a:ext cx="812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order to easily  combine Position Encoding and Word Encoding vectors)</a:t>
            </a:r>
            <a:endParaRPr lang="en-US" sz="17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2026-10-12T00:35:56Z</dcterms:created>
  <dcterms:modified xsi:type="dcterms:W3CDTF">2026-10-12T00:35:56Z</dcterms:modified>
</cp:coreProperties>
</file>