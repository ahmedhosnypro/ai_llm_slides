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2379" y="1913700"/>
            <a:ext cx="11091672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Transformer Block</a:t>
            </a:r>
            <a:endParaRPr lang="en-US" sz="4850" dirty="0"/>
          </a:p>
        </p:txBody>
      </p:sp>
      <p:sp>
        <p:nvSpPr>
          <p:cNvPr id="6" name="Text 4"/>
          <p:cNvSpPr/>
          <p:nvPr/>
        </p:nvSpPr>
        <p:spPr>
          <a:xfrm>
            <a:off x="1324762" y="3771011"/>
            <a:ext cx="23774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31174" y="4405630"/>
            <a:ext cx="56692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2531174" y="4922647"/>
            <a:ext cx="56692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2518728" y="5428234"/>
            <a:ext cx="56692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</a:t>
            </a:r>
            <a:endParaRPr lang="en-US" sz="3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2026-10-11T21:35:50Z</dcterms:created>
  <dcterms:modified xsi:type="dcterms:W3CDTF">2026-10-11T21:35:50Z</dcterms:modified>
</cp:coreProperties>
</file>