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764790"/>
            <a:ext cx="10621010" cy="3982720"/>
          </a:xfrm>
          <a:prstGeom prst="rect">
            <a:avLst/>
          </a:prstGeom>
          <a:solidFill>
            <a:srgbClr val="E9FEF9"/>
          </a:solidFill>
          <a:ln w="19050">
            <a:solidFill>
              <a:srgbClr val="000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0270" y="1303020"/>
            <a:ext cx="1551940" cy="130937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80"/>
            </a:solidFill>
            <a:prstDash val="solid"/>
          </a:ln>
        </p:spPr>
      </p:sp>
      <p:pic>
        <p:nvPicPr>
          <p:cNvPr id="7" name="Image 0" descr="/home/ahmed/Projects/ai_llm_slides/videos/deep-learning/002_transformers_part2/recreated_pptx/build/assets/eq_032_vec_brk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350" y="1488440"/>
            <a:ext cx="124971" cy="929643"/>
          </a:xfrm>
          <a:prstGeom prst="rect">
            <a:avLst/>
          </a:prstGeom>
        </p:spPr>
      </p:pic>
      <p:pic>
        <p:nvPicPr>
          <p:cNvPr id="8" name="Image 1" descr="/home/ahmed/Projects/ai_llm_slides/videos/deep-learning/002_transformers_part2/recreated_pptx/build/assets/eq_032_vec_brk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244" y="1488440"/>
            <a:ext cx="123444" cy="9296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00150" y="159512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sin(ωt)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1200150" y="204724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cos(ωt)</a:t>
            </a:r>
            <a:endParaRPr lang="en-US" sz="1850" dirty="0"/>
          </a:p>
        </p:txBody>
      </p:sp>
      <p:sp>
        <p:nvSpPr>
          <p:cNvPr id="11" name="Shape 7"/>
          <p:cNvSpPr/>
          <p:nvPr/>
        </p:nvSpPr>
        <p:spPr>
          <a:xfrm>
            <a:off x="2640330" y="1568450"/>
            <a:ext cx="8385810" cy="717550"/>
          </a:xfrm>
          <a:prstGeom prst="rect">
            <a:avLst/>
          </a:prstGeom>
          <a:solidFill>
            <a:srgbClr val="FFFFCC"/>
          </a:solidFill>
          <a:ln w="15875">
            <a:solidFill>
              <a:srgbClr val="CC66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7010" y="1631950"/>
            <a:ext cx="819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</a:t>
            </a:r>
            <a:pPr algn="l" indent="0" marL="0"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“t”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step (position) and </a:t>
            </a:r>
            <a:pPr algn="l" indent="0" marL="0"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frequency of trigonometric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2747010" y="1910080"/>
            <a:ext cx="508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Sine/Cosine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212975" y="71628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Sin/Cos Positional Encoder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2246630" y="105029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spc="10" kern="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Dimension “2” to define Position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869950" y="2969260"/>
            <a:ext cx="990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vector can be used to define word position at step “t” , t=0,1,2,3,4,5,6,7,....</a:t>
            </a:r>
            <a:endParaRPr lang="en-US" sz="1990" dirty="0"/>
          </a:p>
        </p:txBody>
      </p:sp>
      <p:sp>
        <p:nvSpPr>
          <p:cNvPr id="17" name="Text 13"/>
          <p:cNvSpPr/>
          <p:nvPr/>
        </p:nvSpPr>
        <p:spPr>
          <a:xfrm>
            <a:off x="866140" y="3808730"/>
            <a:ext cx="25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1116330" y="3832860"/>
            <a:ext cx="990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9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are </a:t>
            </a:r>
            <a:pPr indent="0" marL="0">
              <a:buNone/>
            </a:pPr>
            <a:r>
              <a:rPr lang="en-US" sz="1990" b="1" dirty="0">
                <a:solidFill>
                  <a:srgbClr val="00008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between -1 and 1</a:t>
            </a:r>
            <a:pPr indent="0" marL="0">
              <a:buNone/>
            </a:pPr>
            <a:r>
              <a:rPr lang="en-US" sz="199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990" b="1" i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(bounded values)</a:t>
            </a:r>
            <a:endParaRPr lang="en-US" sz="1990" dirty="0"/>
          </a:p>
        </p:txBody>
      </p:sp>
      <p:sp>
        <p:nvSpPr>
          <p:cNvPr id="19" name="Text 15"/>
          <p:cNvSpPr/>
          <p:nvPr/>
        </p:nvSpPr>
        <p:spPr>
          <a:xfrm>
            <a:off x="1092200" y="4258310"/>
            <a:ext cx="990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Distance</a:t>
            </a:r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vectors representing positions </a:t>
            </a:r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“t” and “t+1”</a:t>
            </a:r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is </a:t>
            </a:r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constant</a:t>
            </a:r>
            <a:endParaRPr lang="en-US" sz="1990" dirty="0"/>
          </a:p>
        </p:txBody>
      </p:sp>
      <p:sp>
        <p:nvSpPr>
          <p:cNvPr id="20" name="Text 16"/>
          <p:cNvSpPr/>
          <p:nvPr/>
        </p:nvSpPr>
        <p:spPr>
          <a:xfrm>
            <a:off x="1092200" y="4683760"/>
            <a:ext cx="990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irrespective of “t”  </a:t>
            </a:r>
            <a:pPr indent="0" marL="0">
              <a:buNone/>
            </a:pPr>
            <a:r>
              <a:rPr lang="en-US" sz="1990" b="1" i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[Distance (Pos1, Pos2) = Distance (Pos90, Pos91)]</a:t>
            </a:r>
            <a:endParaRPr lang="en-US" sz="1990" dirty="0"/>
          </a:p>
        </p:txBody>
      </p:sp>
      <p:sp>
        <p:nvSpPr>
          <p:cNvPr id="21" name="Text 17"/>
          <p:cNvSpPr/>
          <p:nvPr/>
        </p:nvSpPr>
        <p:spPr>
          <a:xfrm>
            <a:off x="866140" y="5085080"/>
            <a:ext cx="25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50" dirty="0"/>
          </a:p>
        </p:txBody>
      </p:sp>
      <p:sp>
        <p:nvSpPr>
          <p:cNvPr id="22" name="Text 18"/>
          <p:cNvSpPr/>
          <p:nvPr/>
        </p:nvSpPr>
        <p:spPr>
          <a:xfrm>
            <a:off x="1116330" y="5107940"/>
            <a:ext cx="990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"t" may take any positive value</a:t>
            </a:r>
            <a:pPr indent="0" marL="0">
              <a:buNone/>
            </a:pPr>
            <a:r>
              <a:rPr lang="en-US" sz="199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990" b="1" i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limitation of length of Sequence )</a:t>
            </a:r>
            <a:endParaRPr lang="en-US" sz="1990" dirty="0"/>
          </a:p>
        </p:txBody>
      </p:sp>
      <p:sp>
        <p:nvSpPr>
          <p:cNvPr id="23" name="Text 19"/>
          <p:cNvSpPr/>
          <p:nvPr/>
        </p:nvSpPr>
        <p:spPr>
          <a:xfrm>
            <a:off x="866140" y="5948680"/>
            <a:ext cx="25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50" dirty="0"/>
          </a:p>
        </p:txBody>
      </p:sp>
      <p:sp>
        <p:nvSpPr>
          <p:cNvPr id="24" name="Text 20"/>
          <p:cNvSpPr/>
          <p:nvPr/>
        </p:nvSpPr>
        <p:spPr>
          <a:xfrm>
            <a:off x="1092200" y="595884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9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Vector Length = 2</a:t>
            </a:r>
            <a:pPr indent="0" marL="0">
              <a:buNone/>
            </a:pPr>
            <a:r>
              <a:rPr lang="en-US" sz="199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(Cannot be combined with Word Embedding Vector) ??</a:t>
            </a:r>
            <a:endParaRPr lang="en-US" sz="19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2026-10-11T20:53:32Z</dcterms:created>
  <dcterms:modified xsi:type="dcterms:W3CDTF">2026-10-11T20:53:32Z</dcterms:modified>
</cp:coreProperties>
</file>