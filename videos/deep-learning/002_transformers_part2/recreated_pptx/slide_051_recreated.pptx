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38680" y="648498"/>
            <a:ext cx="7927302" cy="531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530" dirty="0"/>
          </a:p>
        </p:txBody>
      </p:sp>
      <p:sp>
        <p:nvSpPr>
          <p:cNvPr id="6" name="Shape 4"/>
          <p:cNvSpPr/>
          <p:nvPr/>
        </p:nvSpPr>
        <p:spPr>
          <a:xfrm>
            <a:off x="1557345" y="1354817"/>
            <a:ext cx="4075954" cy="5323940"/>
          </a:xfrm>
          <a:prstGeom prst="rect">
            <a:avLst/>
          </a:prstGeom>
          <a:solidFill>
            <a:srgbClr val="FBECDB"/>
          </a:solidFill>
          <a:ln w="12700">
            <a:solidFill>
              <a:srgbClr val="00A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18443" y="1368093"/>
            <a:ext cx="2008250" cy="5284110"/>
          </a:xfrm>
          <a:prstGeom prst="rect">
            <a:avLst/>
          </a:prstGeom>
          <a:solidFill>
            <a:srgbClr val="11FF74"/>
          </a:solidFill>
          <a:ln/>
        </p:spPr>
      </p:sp>
      <p:sp>
        <p:nvSpPr>
          <p:cNvPr id="8" name="Text 6"/>
          <p:cNvSpPr/>
          <p:nvPr/>
        </p:nvSpPr>
        <p:spPr>
          <a:xfrm>
            <a:off x="1689467" y="1447753"/>
            <a:ext cx="924852" cy="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91774" y="3226825"/>
            <a:ext cx="687033" cy="19915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0" name="Shape 8"/>
          <p:cNvSpPr/>
          <p:nvPr/>
        </p:nvSpPr>
        <p:spPr>
          <a:xfrm>
            <a:off x="3525958" y="3425975"/>
            <a:ext cx="66061" cy="69038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" name="Shape 9"/>
          <p:cNvSpPr/>
          <p:nvPr/>
        </p:nvSpPr>
        <p:spPr>
          <a:xfrm>
            <a:off x="2574682" y="3532189"/>
            <a:ext cx="832367" cy="132767"/>
          </a:xfrm>
          <a:prstGeom prst="rect">
            <a:avLst/>
          </a:prstGeom>
          <a:solidFill>
            <a:srgbClr val="6D99B4"/>
          </a:solidFill>
          <a:ln w="6350">
            <a:solidFill>
              <a:srgbClr val="2F64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4682" y="3532189"/>
            <a:ext cx="832367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2601106" y="3731338"/>
            <a:ext cx="792730" cy="305363"/>
          </a:xfrm>
          <a:prstGeom prst="rect">
            <a:avLst/>
          </a:prstGeom>
          <a:solidFill>
            <a:srgbClr val="888575"/>
          </a:solidFill>
          <a:ln w="6350">
            <a:solidFill>
              <a:srgbClr val="3E3A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1106" y="3731338"/>
            <a:ext cx="792730" cy="305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65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429348" y="3751253"/>
            <a:ext cx="251031" cy="252257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96070" y="3861450"/>
            <a:ext cx="47960" cy="36511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544030" y="3817637"/>
            <a:ext cx="90107" cy="8032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87894" y="4381895"/>
            <a:ext cx="819155" cy="132767"/>
          </a:xfrm>
          <a:prstGeom prst="rect">
            <a:avLst/>
          </a:prstGeom>
          <a:solidFill>
            <a:srgbClr val="6D99B4"/>
          </a:solidFill>
          <a:ln w="6350">
            <a:solidFill>
              <a:srgbClr val="2F64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894" y="4381895"/>
            <a:ext cx="819155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2601106" y="4541215"/>
            <a:ext cx="805942" cy="358470"/>
          </a:xfrm>
          <a:prstGeom prst="rect">
            <a:avLst/>
          </a:prstGeom>
          <a:solidFill>
            <a:srgbClr val="C87E57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1106" y="4541215"/>
            <a:ext cx="805942" cy="358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703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65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703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336863" y="3545465"/>
            <a:ext cx="52849" cy="1646306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23" name="Shape 21"/>
          <p:cNvSpPr/>
          <p:nvPr/>
        </p:nvSpPr>
        <p:spPr>
          <a:xfrm>
            <a:off x="2389712" y="3558742"/>
            <a:ext cx="158546" cy="92937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24" name="Shape 22"/>
          <p:cNvSpPr/>
          <p:nvPr/>
        </p:nvSpPr>
        <p:spPr>
          <a:xfrm>
            <a:off x="2389712" y="4169468"/>
            <a:ext cx="660608" cy="92937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25" name="Shape 23"/>
          <p:cNvSpPr/>
          <p:nvPr/>
        </p:nvSpPr>
        <p:spPr>
          <a:xfrm>
            <a:off x="2720016" y="4169468"/>
            <a:ext cx="330304" cy="92937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26" name="Shape 24"/>
          <p:cNvSpPr/>
          <p:nvPr/>
        </p:nvSpPr>
        <p:spPr>
          <a:xfrm>
            <a:off x="2389712" y="4421725"/>
            <a:ext cx="158546" cy="92937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6863" y="3545465"/>
            <a:ext cx="105697" cy="106213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28" name="Shape 26"/>
          <p:cNvSpPr/>
          <p:nvPr/>
        </p:nvSpPr>
        <p:spPr>
          <a:xfrm>
            <a:off x="2336863" y="4142915"/>
            <a:ext cx="105697" cy="119490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29" name="Shape 27"/>
          <p:cNvSpPr/>
          <p:nvPr/>
        </p:nvSpPr>
        <p:spPr>
          <a:xfrm>
            <a:off x="2336863" y="4408448"/>
            <a:ext cx="105697" cy="106213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30" name="Shape 28"/>
          <p:cNvSpPr/>
          <p:nvPr/>
        </p:nvSpPr>
        <p:spPr>
          <a:xfrm>
            <a:off x="2997471" y="3671593"/>
            <a:ext cx="0" cy="3983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7471" y="4063255"/>
            <a:ext cx="0" cy="66383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1047" y="4056617"/>
            <a:ext cx="52849" cy="53107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97471" y="4275681"/>
            <a:ext cx="0" cy="66383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0075" y="5078919"/>
            <a:ext cx="660608" cy="112852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35" name="Shape 33"/>
          <p:cNvSpPr/>
          <p:nvPr/>
        </p:nvSpPr>
        <p:spPr>
          <a:xfrm>
            <a:off x="2825713" y="5078919"/>
            <a:ext cx="184970" cy="112852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36" name="Shape 34"/>
          <p:cNvSpPr/>
          <p:nvPr/>
        </p:nvSpPr>
        <p:spPr>
          <a:xfrm>
            <a:off x="3004077" y="5205048"/>
            <a:ext cx="0" cy="106213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90620" y="3598572"/>
            <a:ext cx="0" cy="1500262"/>
          </a:xfrm>
          <a:prstGeom prst="line">
            <a:avLst/>
          </a:prstGeom>
          <a:noFill/>
          <a:ln w="19050">
            <a:solidFill>
              <a:srgbClr val="C8A8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54612" y="4695224"/>
            <a:ext cx="52320" cy="3983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3506933" y="4647428"/>
            <a:ext cx="98299" cy="87626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2379" y="3293209"/>
            <a:ext cx="264243" cy="265533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27911" y="3412168"/>
            <a:ext cx="48832" cy="3717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2576743" y="3367558"/>
            <a:ext cx="91745" cy="8178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60806" y="4242490"/>
            <a:ext cx="264243" cy="265533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26338" y="4361449"/>
            <a:ext cx="48832" cy="3717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3475171" y="4316839"/>
            <a:ext cx="91745" cy="8178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0684" y="5059004"/>
            <a:ext cx="132122" cy="132767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0684" y="5059004"/>
            <a:ext cx="132122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3142805" y="5059004"/>
            <a:ext cx="132122" cy="132767"/>
          </a:xfrm>
          <a:prstGeom prst="ellipse">
            <a:avLst/>
          </a:prstGeom>
          <a:solidFill>
            <a:srgbClr val="55A044"/>
          </a:solidFill>
          <a:ln w="6350">
            <a:solidFill>
              <a:srgbClr val="55A0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42805" y="5059004"/>
            <a:ext cx="132122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3255109" y="5052366"/>
            <a:ext cx="145334" cy="146043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55109" y="5052366"/>
            <a:ext cx="145334" cy="146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1881043" y="4242490"/>
            <a:ext cx="277456" cy="27881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81043" y="4242490"/>
            <a:ext cx="277456" cy="27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788558" y="4056617"/>
            <a:ext cx="251031" cy="252257"/>
          </a:xfrm>
          <a:prstGeom prst="ellipse">
            <a:avLst/>
          </a:prstGeom>
          <a:solidFill>
            <a:srgbClr val="3C8A32"/>
          </a:solidFill>
          <a:ln w="6350">
            <a:solidFill>
              <a:srgbClr val="3C8A3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50814" y="4169628"/>
            <a:ext cx="46391" cy="3531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897204" y="4127248"/>
            <a:ext cx="87158" cy="7769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34800" y="5311261"/>
            <a:ext cx="660608" cy="34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350075" y="5218324"/>
            <a:ext cx="1070186" cy="39830"/>
          </a:xfrm>
          <a:prstGeom prst="rect">
            <a:avLst/>
          </a:prstGeom>
          <a:solidFill>
            <a:srgbClr val="563C21"/>
          </a:solidFill>
          <a:ln/>
        </p:spPr>
      </p:sp>
      <p:sp>
        <p:nvSpPr>
          <p:cNvPr id="59" name="Shape 57"/>
          <p:cNvSpPr/>
          <p:nvPr/>
        </p:nvSpPr>
        <p:spPr>
          <a:xfrm>
            <a:off x="2548258" y="5311261"/>
            <a:ext cx="938064" cy="836429"/>
          </a:xfrm>
          <a:prstGeom prst="rect">
            <a:avLst/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48258" y="5311261"/>
            <a:ext cx="938064" cy="83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5A3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5A3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587894" y="6240627"/>
            <a:ext cx="145334" cy="92937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607712" y="6333563"/>
            <a:ext cx="105697" cy="185873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59652" y="6333563"/>
            <a:ext cx="449214" cy="159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304639" y="1368093"/>
            <a:ext cx="2021462" cy="5297387"/>
          </a:xfrm>
          <a:prstGeom prst="rect">
            <a:avLst/>
          </a:prstGeom>
          <a:solidFill>
            <a:srgbClr val="F2A557"/>
          </a:solidFill>
          <a:ln/>
        </p:spPr>
      </p:sp>
      <p:sp>
        <p:nvSpPr>
          <p:cNvPr id="65" name="Shape 63"/>
          <p:cNvSpPr/>
          <p:nvPr/>
        </p:nvSpPr>
        <p:spPr>
          <a:xfrm>
            <a:off x="9365737" y="1368093"/>
            <a:ext cx="1968613" cy="5297387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66" name="Shape 64"/>
          <p:cNvSpPr/>
          <p:nvPr/>
        </p:nvSpPr>
        <p:spPr>
          <a:xfrm>
            <a:off x="9326101" y="1368093"/>
            <a:ext cx="39637" cy="5297387"/>
          </a:xfrm>
          <a:prstGeom prst="rect">
            <a:avLst/>
          </a:prstGeom>
          <a:solidFill>
            <a:srgbClr val="EADFB8"/>
          </a:solidFill>
          <a:ln/>
        </p:spPr>
      </p:sp>
      <p:sp>
        <p:nvSpPr>
          <p:cNvPr id="67" name="Shape 65"/>
          <p:cNvSpPr/>
          <p:nvPr/>
        </p:nvSpPr>
        <p:spPr>
          <a:xfrm>
            <a:off x="7271608" y="1354817"/>
            <a:ext cx="4075954" cy="5323940"/>
          </a:xfrm>
          <a:prstGeom prst="rect">
            <a:avLst/>
          </a:prstGeom>
          <a:ln w="12700">
            <a:solidFill>
              <a:srgbClr val="00A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303801" y="1461030"/>
            <a:ext cx="924852" cy="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9332707" y="1514137"/>
            <a:ext cx="237819" cy="132767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398768" y="1633626"/>
            <a:ext cx="105697" cy="185873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96041" y="1461030"/>
            <a:ext cx="581335" cy="172597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72" name="Text 70"/>
          <p:cNvSpPr/>
          <p:nvPr/>
        </p:nvSpPr>
        <p:spPr>
          <a:xfrm>
            <a:off x="9696041" y="1461030"/>
            <a:ext cx="581335" cy="17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9563920" y="1660180"/>
            <a:ext cx="792730" cy="146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9114706" y="1806223"/>
            <a:ext cx="1598673" cy="318640"/>
          </a:xfrm>
          <a:prstGeom prst="ellipse">
            <a:avLst/>
          </a:prstGeom>
          <a:ln w="12700">
            <a:solidFill>
              <a:srgbClr val="8B1010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9511071" y="1899160"/>
            <a:ext cx="819155" cy="159320"/>
          </a:xfrm>
          <a:prstGeom prst="roundRect">
            <a:avLst>
              <a:gd name="adj" fmla="val 22958"/>
            </a:avLst>
          </a:prstGeom>
          <a:solidFill>
            <a:srgbClr val="A8ECBC"/>
          </a:solidFill>
          <a:ln w="9525">
            <a:solidFill>
              <a:srgbClr val="23655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511071" y="1899160"/>
            <a:ext cx="819155" cy="159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9009009" y="2111586"/>
            <a:ext cx="1770431" cy="331916"/>
          </a:xfrm>
          <a:prstGeom prst="ellipse">
            <a:avLst/>
          </a:prstGeom>
          <a:ln w="12700">
            <a:solidFill>
              <a:srgbClr val="8B1010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9563920" y="2204523"/>
            <a:ext cx="872003" cy="172597"/>
          </a:xfrm>
          <a:prstGeom prst="roundRect">
            <a:avLst>
              <a:gd name="adj" fmla="val 21192"/>
            </a:avLst>
          </a:prstGeom>
          <a:solidFill>
            <a:srgbClr val="B0E4CE"/>
          </a:solidFill>
          <a:ln w="9525">
            <a:solidFill>
              <a:srgbClr val="23655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563920" y="2204523"/>
            <a:ext cx="872003" cy="17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9927254" y="1806223"/>
            <a:ext cx="0" cy="92937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927254" y="2058479"/>
            <a:ext cx="0" cy="146043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927254" y="2377119"/>
            <a:ext cx="0" cy="292086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85555" y="2496609"/>
            <a:ext cx="251031" cy="252257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447811" y="2609620"/>
            <a:ext cx="46391" cy="3531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9494202" y="2567241"/>
            <a:ext cx="87158" cy="7769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336832" y="4142915"/>
            <a:ext cx="237819" cy="23898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378450" y="4241162"/>
            <a:ext cx="56680" cy="43149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10435130" y="4189383"/>
            <a:ext cx="106490" cy="9492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713379" y="3837552"/>
            <a:ext cx="251031" cy="27881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713379" y="3837552"/>
            <a:ext cx="251031" cy="27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10904955" y="3724700"/>
            <a:ext cx="251031" cy="252257"/>
          </a:xfrm>
          <a:prstGeom prst="ellipse">
            <a:avLst/>
          </a:prstGeom>
          <a:solidFill>
            <a:srgbClr val="3C8A32"/>
          </a:solidFill>
          <a:ln w="6350">
            <a:solidFill>
              <a:srgbClr val="3C8A3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967211" y="3837711"/>
            <a:ext cx="46391" cy="3531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11013601" y="3795332"/>
            <a:ext cx="87158" cy="7769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550708" y="2669206"/>
            <a:ext cx="805942" cy="132767"/>
          </a:xfrm>
          <a:prstGeom prst="rect">
            <a:avLst/>
          </a:prstGeom>
          <a:solidFill>
            <a:srgbClr val="5C9CB7"/>
          </a:solidFill>
          <a:ln w="6350">
            <a:solidFill>
              <a:srgbClr val="2F647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50708" y="2669206"/>
            <a:ext cx="805942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96" name="Shape 94"/>
          <p:cNvSpPr/>
          <p:nvPr/>
        </p:nvSpPr>
        <p:spPr>
          <a:xfrm>
            <a:off x="9563920" y="2828526"/>
            <a:ext cx="792730" cy="358470"/>
          </a:xfrm>
          <a:prstGeom prst="rect">
            <a:avLst/>
          </a:prstGeom>
          <a:solidFill>
            <a:srgbClr val="6E7E62"/>
          </a:solidFill>
          <a:ln w="6350">
            <a:solidFill>
              <a:srgbClr val="3E3A2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563920" y="2828526"/>
            <a:ext cx="792730" cy="358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9550708" y="3386145"/>
            <a:ext cx="805942" cy="132767"/>
          </a:xfrm>
          <a:prstGeom prst="rect">
            <a:avLst/>
          </a:prstGeom>
          <a:solidFill>
            <a:srgbClr val="5C9CB7"/>
          </a:solidFill>
          <a:ln w="6350">
            <a:solidFill>
              <a:srgbClr val="2F647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550708" y="3386145"/>
            <a:ext cx="805942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00" name="Shape 98"/>
          <p:cNvSpPr/>
          <p:nvPr/>
        </p:nvSpPr>
        <p:spPr>
          <a:xfrm>
            <a:off x="9471435" y="3518912"/>
            <a:ext cx="1109822" cy="570896"/>
          </a:xfrm>
          <a:prstGeom prst="ellipse">
            <a:avLst/>
          </a:prstGeom>
          <a:ln w="12700">
            <a:solidFill>
              <a:srgbClr val="C00000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9563920" y="3598572"/>
            <a:ext cx="792730" cy="318640"/>
          </a:xfrm>
          <a:prstGeom prst="rect">
            <a:avLst/>
          </a:prstGeom>
          <a:solidFill>
            <a:srgbClr val="B28659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563920" y="3598572"/>
            <a:ext cx="792730" cy="3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703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65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703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10352026" y="3876054"/>
            <a:ext cx="56680" cy="43149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10408706" y="3824275"/>
            <a:ext cx="106490" cy="94928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563920" y="4222575"/>
            <a:ext cx="766306" cy="146043"/>
          </a:xfrm>
          <a:prstGeom prst="rect">
            <a:avLst/>
          </a:prstGeom>
          <a:solidFill>
            <a:srgbClr val="6E87E0"/>
          </a:solidFill>
          <a:ln w="6350">
            <a:solidFill>
              <a:srgbClr val="3A5697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563920" y="4222575"/>
            <a:ext cx="766306" cy="146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07" name="Shape 105"/>
          <p:cNvSpPr/>
          <p:nvPr/>
        </p:nvSpPr>
        <p:spPr>
          <a:xfrm>
            <a:off x="9960285" y="2801972"/>
            <a:ext cx="0" cy="73022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960285" y="3200272"/>
            <a:ext cx="0" cy="172597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960285" y="4103085"/>
            <a:ext cx="0" cy="106213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497859" y="4395171"/>
            <a:ext cx="1017337" cy="796600"/>
          </a:xfrm>
          <a:prstGeom prst="rect">
            <a:avLst/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497859" y="4395171"/>
            <a:ext cx="1017337" cy="79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562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562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562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9365737" y="4527938"/>
            <a:ext cx="290668" cy="265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9425192" y="3976957"/>
            <a:ext cx="132122" cy="132767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768708" y="3990233"/>
            <a:ext cx="105697" cy="106213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445010" y="4919599"/>
            <a:ext cx="145334" cy="146043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013134" y="4912961"/>
            <a:ext cx="158546" cy="15932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283983" y="3253379"/>
            <a:ext cx="264243" cy="265533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349515" y="3372338"/>
            <a:ext cx="48832" cy="3717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10398348" y="3327728"/>
            <a:ext cx="91745" cy="8178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508590" y="2642652"/>
            <a:ext cx="132122" cy="2535842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0039558" y="5092196"/>
            <a:ext cx="475638" cy="99575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0013134" y="3253379"/>
            <a:ext cx="502062" cy="79660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123" name="Shape 121"/>
          <p:cNvSpPr/>
          <p:nvPr/>
        </p:nvSpPr>
        <p:spPr>
          <a:xfrm>
            <a:off x="9986709" y="4089808"/>
            <a:ext cx="528487" cy="79660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124" name="Shape 122"/>
          <p:cNvSpPr/>
          <p:nvPr/>
        </p:nvSpPr>
        <p:spPr>
          <a:xfrm>
            <a:off x="7357487" y="1925713"/>
            <a:ext cx="107018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D8C8B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357487" y="1925713"/>
            <a:ext cx="1070186" cy="2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Only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8520158" y="1958905"/>
            <a:ext cx="488850" cy="172597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357487" y="2244353"/>
            <a:ext cx="1070186" cy="212427"/>
          </a:xfrm>
          <a:prstGeom prst="rect">
            <a:avLst/>
          </a:prstGeom>
          <a:solidFill>
            <a:srgbClr val="FFFFFF"/>
          </a:solidFill>
          <a:ln w="6350">
            <a:solidFill>
              <a:srgbClr val="D8C8B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357487" y="2244353"/>
            <a:ext cx="1070186" cy="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Only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8520158" y="2277544"/>
            <a:ext cx="488850" cy="172597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357487" y="3797722"/>
            <a:ext cx="1070186" cy="5576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8B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357487" y="3797722"/>
            <a:ext cx="1070186" cy="55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8546583" y="3943765"/>
            <a:ext cx="449214" cy="19915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357487" y="4554491"/>
            <a:ext cx="1070186" cy="212427"/>
          </a:xfrm>
          <a:prstGeom prst="rect">
            <a:avLst/>
          </a:prstGeom>
          <a:solidFill>
            <a:srgbClr val="FFFFFF"/>
          </a:solidFill>
          <a:ln w="6350">
            <a:solidFill>
              <a:srgbClr val="D8C8B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357487" y="4554491"/>
            <a:ext cx="1070186" cy="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Mask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8546583" y="4594321"/>
            <a:ext cx="436002" cy="132767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497859" y="5311261"/>
            <a:ext cx="924852" cy="836429"/>
          </a:xfrm>
          <a:prstGeom prst="rect">
            <a:avLst/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497859" y="5311261"/>
            <a:ext cx="924852" cy="83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4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4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9359131" y="5842327"/>
            <a:ext cx="59455" cy="99575"/>
          </a:xfrm>
          <a:prstGeom prst="line">
            <a:avLst/>
          </a:prstGeom>
          <a:noFill/>
          <a:ln w="25400">
            <a:solidFill>
              <a:srgbClr val="6E442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9418586" y="5689646"/>
            <a:ext cx="85879" cy="252257"/>
          </a:xfrm>
          <a:prstGeom prst="line">
            <a:avLst/>
          </a:prstGeom>
          <a:noFill/>
          <a:ln w="25400">
            <a:solidFill>
              <a:srgbClr val="6E4423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0409499" y="5337814"/>
            <a:ext cx="713457" cy="3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650" dirty="0"/>
          </a:p>
        </p:txBody>
      </p:sp>
      <p:sp>
        <p:nvSpPr>
          <p:cNvPr id="141" name="Shape 139"/>
          <p:cNvSpPr/>
          <p:nvPr/>
        </p:nvSpPr>
        <p:spPr>
          <a:xfrm>
            <a:off x="9682829" y="6293734"/>
            <a:ext cx="594548" cy="19915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42" name="Text 140"/>
          <p:cNvSpPr/>
          <p:nvPr/>
        </p:nvSpPr>
        <p:spPr>
          <a:xfrm>
            <a:off x="9682829" y="6293734"/>
            <a:ext cx="594548" cy="19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9563920" y="6492883"/>
            <a:ext cx="951276" cy="146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2026-10-12T05:20:34Z</dcterms:created>
  <dcterms:modified xsi:type="dcterms:W3CDTF">2026-10-12T05:20:34Z</dcterms:modified>
</cp:coreProperties>
</file>