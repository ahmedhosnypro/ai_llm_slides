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7600" y="812800"/>
            <a:ext cx="942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 FF NN  for Multiplication of a Vector by a Matrix</a:t>
            </a:r>
            <a:endParaRPr lang="en-US" sz="2650" dirty="0"/>
          </a:p>
        </p:txBody>
      </p:sp>
      <p:sp>
        <p:nvSpPr>
          <p:cNvPr id="6" name="Shape 4"/>
          <p:cNvSpPr/>
          <p:nvPr/>
        </p:nvSpPr>
        <p:spPr>
          <a:xfrm>
            <a:off x="850900" y="1358900"/>
            <a:ext cx="2565400" cy="5410200"/>
          </a:xfrm>
          <a:prstGeom prst="roundRect">
            <a:avLst>
              <a:gd name="adj" fmla="val 2139"/>
            </a:avLst>
          </a:prstGeom>
          <a:solidFill>
            <a:srgbClr val="FFFFFF"/>
          </a:solidFill>
          <a:ln w="12700">
            <a:solidFill>
              <a:srgbClr val="CFD6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5200" y="1498600"/>
            <a:ext cx="165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Word </a:t>
            </a:r>
            <a:pPr algn="l"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27760" y="2086610"/>
            <a:ext cx="1717040" cy="4699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7760" y="2086610"/>
            <a:ext cx="1729740" cy="141605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7760" y="2086610"/>
            <a:ext cx="1729740" cy="280416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7760" y="2086610"/>
            <a:ext cx="1676400" cy="413385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27760" y="3495040"/>
            <a:ext cx="1717040" cy="-136144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27760" y="3495040"/>
            <a:ext cx="1729740" cy="762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27760" y="3495040"/>
            <a:ext cx="1729740" cy="139573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7760" y="3495040"/>
            <a:ext cx="1676400" cy="272542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27760" y="4904740"/>
            <a:ext cx="1717040" cy="-277114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7760" y="4904740"/>
            <a:ext cx="1729740" cy="-140208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27760" y="4904740"/>
            <a:ext cx="1729740" cy="-1397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27760" y="4904740"/>
            <a:ext cx="1676400" cy="131572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27760" y="6220460"/>
            <a:ext cx="1717040" cy="-408686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27760" y="6220460"/>
            <a:ext cx="1729740" cy="-271780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7760" y="6220460"/>
            <a:ext cx="1729740" cy="-132969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27760" y="6220460"/>
            <a:ext cx="1676400" cy="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51280" y="1926590"/>
            <a:ext cx="396240" cy="1182370"/>
          </a:xfrm>
          <a:prstGeom prst="ellipse">
            <a:avLst/>
          </a:prstGeom>
          <a:solidFill>
            <a:srgbClr val="88FFFF"/>
          </a:solidFill>
          <a:ln w="12700">
            <a:solidFill>
              <a:srgbClr val="4AB8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51280" y="3149600"/>
            <a:ext cx="396240" cy="1117600"/>
          </a:xfrm>
          <a:prstGeom prst="ellipse">
            <a:avLst/>
          </a:prstGeom>
          <a:solidFill>
            <a:srgbClr val="F8D8F8"/>
          </a:solidFill>
          <a:ln w="12700">
            <a:solidFill>
              <a:srgbClr val="D888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51280" y="4318000"/>
            <a:ext cx="396240" cy="990600"/>
          </a:xfrm>
          <a:prstGeom prst="ellipse">
            <a:avLst/>
          </a:prstGeom>
          <a:solidFill>
            <a:srgbClr val="FFE4CC"/>
          </a:solidFill>
          <a:ln w="12700">
            <a:solidFill>
              <a:srgbClr val="E8B0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51280" y="5346700"/>
            <a:ext cx="396240" cy="1028700"/>
          </a:xfrm>
          <a:prstGeom prst="ellipse">
            <a:avLst/>
          </a:prstGeom>
          <a:solidFill>
            <a:srgbClr val="DFF8D8"/>
          </a:solidFill>
          <a:ln w="12700">
            <a:solidFill>
              <a:srgbClr val="98D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46200" y="202819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346200" y="234696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346200" y="266573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346200" y="290449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346200" y="318389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346200" y="346329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346200" y="375539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346200" y="398145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346200" y="434340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346200" y="461010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346200" y="487680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346200" y="511810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346200" y="533781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346200" y="565658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346200" y="594868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346200" y="613537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69010" y="1927860"/>
            <a:ext cx="317500" cy="317500"/>
          </a:xfrm>
          <a:prstGeom prst="ellipse">
            <a:avLst/>
          </a:prstGeom>
          <a:solidFill>
            <a:srgbClr val="F5CCF6"/>
          </a:solidFill>
          <a:ln w="15875">
            <a:solidFill>
              <a:srgbClr val="D9A8D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49960" y="1972310"/>
            <a:ext cx="35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69010" y="3336290"/>
            <a:ext cx="317500" cy="317500"/>
          </a:xfrm>
          <a:prstGeom prst="ellipse">
            <a:avLst/>
          </a:prstGeom>
          <a:solidFill>
            <a:srgbClr val="F5CCF6"/>
          </a:solidFill>
          <a:ln w="15875">
            <a:solidFill>
              <a:srgbClr val="D9A8D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49960" y="3380740"/>
            <a:ext cx="35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969010" y="4745990"/>
            <a:ext cx="317500" cy="317500"/>
          </a:xfrm>
          <a:prstGeom prst="ellipse">
            <a:avLst/>
          </a:prstGeom>
          <a:solidFill>
            <a:srgbClr val="F5CCF6"/>
          </a:solidFill>
          <a:ln w="15875">
            <a:solidFill>
              <a:srgbClr val="D9A8D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49960" y="4790440"/>
            <a:ext cx="35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969010" y="6061710"/>
            <a:ext cx="317500" cy="317500"/>
          </a:xfrm>
          <a:prstGeom prst="ellipse">
            <a:avLst/>
          </a:prstGeom>
          <a:solidFill>
            <a:srgbClr val="F5CCF6"/>
          </a:solidFill>
          <a:ln w="15875">
            <a:solidFill>
              <a:srgbClr val="D9A8D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49960" y="6106160"/>
            <a:ext cx="35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625725" y="1914525"/>
            <a:ext cx="438150" cy="438150"/>
          </a:xfrm>
          <a:prstGeom prst="ellipse">
            <a:avLst/>
          </a:prstGeom>
          <a:solidFill>
            <a:srgbClr val="F6F8FE"/>
          </a:solidFill>
          <a:ln w="19050">
            <a:solidFill>
              <a:srgbClr val="9B404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635250" y="2082800"/>
            <a:ext cx="101600" cy="101600"/>
          </a:xfrm>
          <a:prstGeom prst="pie">
            <a:avLst>
              <a:gd name="adj1" fmla="val 5400000"/>
              <a:gd name="adj2" fmla="val 12600000"/>
            </a:avLst>
          </a:prstGeom>
          <a:solidFill>
            <a:srgbClr val="2478D0"/>
          </a:solidFill>
          <a:ln/>
        </p:spPr>
      </p:sp>
      <p:sp>
        <p:nvSpPr>
          <p:cNvPr id="54" name="Shape 52"/>
          <p:cNvSpPr/>
          <p:nvPr/>
        </p:nvSpPr>
        <p:spPr>
          <a:xfrm>
            <a:off x="2635250" y="2082800"/>
            <a:ext cx="101600" cy="101600"/>
          </a:xfrm>
          <a:prstGeom prst="pie">
            <a:avLst>
              <a:gd name="adj1" fmla="val 12600000"/>
              <a:gd name="adj2" fmla="val 19800000"/>
            </a:avLst>
          </a:prstGeom>
          <a:solidFill>
            <a:srgbClr val="B04AC8"/>
          </a:solidFill>
          <a:ln/>
        </p:spPr>
      </p:sp>
      <p:sp>
        <p:nvSpPr>
          <p:cNvPr id="55" name="Shape 53"/>
          <p:cNvSpPr/>
          <p:nvPr/>
        </p:nvSpPr>
        <p:spPr>
          <a:xfrm>
            <a:off x="2635250" y="2082800"/>
            <a:ext cx="101600" cy="101600"/>
          </a:xfrm>
          <a:prstGeom prst="pie">
            <a:avLst>
              <a:gd name="adj1" fmla="val 19800000"/>
              <a:gd name="adj2" fmla="val 5400000"/>
            </a:avLst>
          </a:prstGeom>
          <a:solidFill>
            <a:srgbClr val="6CB86C"/>
          </a:solidFill>
          <a:ln/>
        </p:spPr>
      </p:sp>
      <p:sp>
        <p:nvSpPr>
          <p:cNvPr id="56" name="Text 54"/>
          <p:cNvSpPr/>
          <p:nvPr/>
        </p:nvSpPr>
        <p:spPr>
          <a:xfrm>
            <a:off x="2679700" y="200660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2857500" y="2146300"/>
            <a:ext cx="114300" cy="88900"/>
          </a:xfrm>
          <a:prstGeom prst="arc">
            <a:avLst>
              <a:gd name="adj1" fmla="val 10800000"/>
              <a:gd name="adj2" fmla="val 21600000"/>
            </a:avLst>
          </a:prstGeom>
          <a:ln w="19050">
            <a:solidFill>
              <a:srgbClr val="9B404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638425" y="3283585"/>
            <a:ext cx="438150" cy="438150"/>
          </a:xfrm>
          <a:prstGeom prst="ellipse">
            <a:avLst/>
          </a:prstGeom>
          <a:solidFill>
            <a:srgbClr val="F6F8FE"/>
          </a:solidFill>
          <a:ln w="19050">
            <a:solidFill>
              <a:srgbClr val="9B404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647950" y="3451860"/>
            <a:ext cx="101600" cy="101600"/>
          </a:xfrm>
          <a:prstGeom prst="pie">
            <a:avLst>
              <a:gd name="adj1" fmla="val 5400000"/>
              <a:gd name="adj2" fmla="val 12600000"/>
            </a:avLst>
          </a:prstGeom>
          <a:solidFill>
            <a:srgbClr val="2478D0"/>
          </a:solidFill>
          <a:ln/>
        </p:spPr>
      </p:sp>
      <p:sp>
        <p:nvSpPr>
          <p:cNvPr id="60" name="Shape 58"/>
          <p:cNvSpPr/>
          <p:nvPr/>
        </p:nvSpPr>
        <p:spPr>
          <a:xfrm>
            <a:off x="2647950" y="3451860"/>
            <a:ext cx="101600" cy="101600"/>
          </a:xfrm>
          <a:prstGeom prst="pie">
            <a:avLst>
              <a:gd name="adj1" fmla="val 12600000"/>
              <a:gd name="adj2" fmla="val 19800000"/>
            </a:avLst>
          </a:prstGeom>
          <a:solidFill>
            <a:srgbClr val="B04AC8"/>
          </a:solidFill>
          <a:ln/>
        </p:spPr>
      </p:sp>
      <p:sp>
        <p:nvSpPr>
          <p:cNvPr id="61" name="Shape 59"/>
          <p:cNvSpPr/>
          <p:nvPr/>
        </p:nvSpPr>
        <p:spPr>
          <a:xfrm>
            <a:off x="2647950" y="3451860"/>
            <a:ext cx="101600" cy="101600"/>
          </a:xfrm>
          <a:prstGeom prst="pie">
            <a:avLst>
              <a:gd name="adj1" fmla="val 19800000"/>
              <a:gd name="adj2" fmla="val 5400000"/>
            </a:avLst>
          </a:prstGeom>
          <a:solidFill>
            <a:srgbClr val="6CB86C"/>
          </a:solidFill>
          <a:ln/>
        </p:spPr>
      </p:sp>
      <p:sp>
        <p:nvSpPr>
          <p:cNvPr id="62" name="Text 60"/>
          <p:cNvSpPr/>
          <p:nvPr/>
        </p:nvSpPr>
        <p:spPr>
          <a:xfrm>
            <a:off x="2692400" y="337566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2870200" y="3515360"/>
            <a:ext cx="114300" cy="88900"/>
          </a:xfrm>
          <a:prstGeom prst="arc">
            <a:avLst>
              <a:gd name="adj1" fmla="val 10800000"/>
              <a:gd name="adj2" fmla="val 21600000"/>
            </a:avLst>
          </a:prstGeom>
          <a:ln w="19050">
            <a:solidFill>
              <a:srgbClr val="9B404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638425" y="4671695"/>
            <a:ext cx="438150" cy="438150"/>
          </a:xfrm>
          <a:prstGeom prst="ellipse">
            <a:avLst/>
          </a:prstGeom>
          <a:solidFill>
            <a:srgbClr val="F6F8FE"/>
          </a:solidFill>
          <a:ln w="19050">
            <a:solidFill>
              <a:srgbClr val="9B404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647950" y="4839970"/>
            <a:ext cx="101600" cy="101600"/>
          </a:xfrm>
          <a:prstGeom prst="pie">
            <a:avLst>
              <a:gd name="adj1" fmla="val 5400000"/>
              <a:gd name="adj2" fmla="val 12600000"/>
            </a:avLst>
          </a:prstGeom>
          <a:solidFill>
            <a:srgbClr val="2478D0"/>
          </a:solidFill>
          <a:ln/>
        </p:spPr>
      </p:sp>
      <p:sp>
        <p:nvSpPr>
          <p:cNvPr id="66" name="Shape 64"/>
          <p:cNvSpPr/>
          <p:nvPr/>
        </p:nvSpPr>
        <p:spPr>
          <a:xfrm>
            <a:off x="2647950" y="4839970"/>
            <a:ext cx="101600" cy="101600"/>
          </a:xfrm>
          <a:prstGeom prst="pie">
            <a:avLst>
              <a:gd name="adj1" fmla="val 12600000"/>
              <a:gd name="adj2" fmla="val 19800000"/>
            </a:avLst>
          </a:prstGeom>
          <a:solidFill>
            <a:srgbClr val="B04AC8"/>
          </a:solidFill>
          <a:ln/>
        </p:spPr>
      </p:sp>
      <p:sp>
        <p:nvSpPr>
          <p:cNvPr id="67" name="Shape 65"/>
          <p:cNvSpPr/>
          <p:nvPr/>
        </p:nvSpPr>
        <p:spPr>
          <a:xfrm>
            <a:off x="2647950" y="4839970"/>
            <a:ext cx="101600" cy="101600"/>
          </a:xfrm>
          <a:prstGeom prst="pie">
            <a:avLst>
              <a:gd name="adj1" fmla="val 19800000"/>
              <a:gd name="adj2" fmla="val 5400000"/>
            </a:avLst>
          </a:prstGeom>
          <a:solidFill>
            <a:srgbClr val="6CB86C"/>
          </a:solidFill>
          <a:ln/>
        </p:spPr>
      </p:sp>
      <p:sp>
        <p:nvSpPr>
          <p:cNvPr id="68" name="Text 66"/>
          <p:cNvSpPr/>
          <p:nvPr/>
        </p:nvSpPr>
        <p:spPr>
          <a:xfrm>
            <a:off x="2692400" y="476377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2870200" y="4903470"/>
            <a:ext cx="114300" cy="88900"/>
          </a:xfrm>
          <a:prstGeom prst="arc">
            <a:avLst>
              <a:gd name="adj1" fmla="val 10800000"/>
              <a:gd name="adj2" fmla="val 21600000"/>
            </a:avLst>
          </a:prstGeom>
          <a:ln w="19050">
            <a:solidFill>
              <a:srgbClr val="9B404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585085" y="6001385"/>
            <a:ext cx="438150" cy="438150"/>
          </a:xfrm>
          <a:prstGeom prst="ellipse">
            <a:avLst/>
          </a:prstGeom>
          <a:solidFill>
            <a:srgbClr val="F6F8FE"/>
          </a:solidFill>
          <a:ln w="19050">
            <a:solidFill>
              <a:srgbClr val="9B404D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594610" y="6169660"/>
            <a:ext cx="101600" cy="101600"/>
          </a:xfrm>
          <a:prstGeom prst="pie">
            <a:avLst>
              <a:gd name="adj1" fmla="val 5400000"/>
              <a:gd name="adj2" fmla="val 12600000"/>
            </a:avLst>
          </a:prstGeom>
          <a:solidFill>
            <a:srgbClr val="2478D0"/>
          </a:solidFill>
          <a:ln/>
        </p:spPr>
      </p:sp>
      <p:sp>
        <p:nvSpPr>
          <p:cNvPr id="72" name="Shape 70"/>
          <p:cNvSpPr/>
          <p:nvPr/>
        </p:nvSpPr>
        <p:spPr>
          <a:xfrm>
            <a:off x="2594610" y="6169660"/>
            <a:ext cx="101600" cy="101600"/>
          </a:xfrm>
          <a:prstGeom prst="pie">
            <a:avLst>
              <a:gd name="adj1" fmla="val 12600000"/>
              <a:gd name="adj2" fmla="val 19800000"/>
            </a:avLst>
          </a:prstGeom>
          <a:solidFill>
            <a:srgbClr val="B04AC8"/>
          </a:solidFill>
          <a:ln/>
        </p:spPr>
      </p:sp>
      <p:sp>
        <p:nvSpPr>
          <p:cNvPr id="73" name="Shape 71"/>
          <p:cNvSpPr/>
          <p:nvPr/>
        </p:nvSpPr>
        <p:spPr>
          <a:xfrm>
            <a:off x="2594610" y="6169660"/>
            <a:ext cx="101600" cy="101600"/>
          </a:xfrm>
          <a:prstGeom prst="pie">
            <a:avLst>
              <a:gd name="adj1" fmla="val 19800000"/>
              <a:gd name="adj2" fmla="val 5400000"/>
            </a:avLst>
          </a:prstGeom>
          <a:solidFill>
            <a:srgbClr val="6CB86C"/>
          </a:solidFill>
          <a:ln/>
        </p:spPr>
      </p:sp>
      <p:sp>
        <p:nvSpPr>
          <p:cNvPr id="74" name="Text 72"/>
          <p:cNvSpPr/>
          <p:nvPr/>
        </p:nvSpPr>
        <p:spPr>
          <a:xfrm>
            <a:off x="2639060" y="609346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2816860" y="6233160"/>
            <a:ext cx="114300" cy="88900"/>
          </a:xfrm>
          <a:prstGeom prst="arc">
            <a:avLst>
              <a:gd name="adj1" fmla="val 10800000"/>
              <a:gd name="adj2" fmla="val 21600000"/>
            </a:avLst>
          </a:prstGeom>
          <a:ln w="19050">
            <a:solidFill>
              <a:srgbClr val="9B404D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073400" y="2133600"/>
            <a:ext cx="292100" cy="0"/>
          </a:xfrm>
          <a:prstGeom prst="line">
            <a:avLst/>
          </a:prstGeom>
          <a:noFill/>
          <a:ln w="22225">
            <a:solidFill>
              <a:srgbClr val="2E9C48"/>
            </a:solidFill>
            <a:prstDash val="solid"/>
            <a:tailEnd type="triangle"/>
          </a:ln>
        </p:spPr>
      </p:sp>
      <p:sp>
        <p:nvSpPr>
          <p:cNvPr id="77" name="Text 75"/>
          <p:cNvSpPr/>
          <p:nvPr/>
        </p:nvSpPr>
        <p:spPr>
          <a:xfrm>
            <a:off x="3073400" y="1797050"/>
            <a:ext cx="33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0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78" name="Shape 76"/>
          <p:cNvSpPr/>
          <p:nvPr/>
        </p:nvSpPr>
        <p:spPr>
          <a:xfrm>
            <a:off x="2787650" y="2374900"/>
            <a:ext cx="0" cy="107950"/>
          </a:xfrm>
          <a:prstGeom prst="line">
            <a:avLst/>
          </a:prstGeom>
          <a:noFill/>
          <a:ln w="19050">
            <a:solidFill>
              <a:srgbClr val="2E9C48"/>
            </a:solidFill>
            <a:prstDash val="solid"/>
            <a:headEnd type="triangle"/>
          </a:ln>
        </p:spPr>
      </p:sp>
      <p:sp>
        <p:nvSpPr>
          <p:cNvPr id="79" name="Text 77"/>
          <p:cNvSpPr/>
          <p:nvPr/>
        </p:nvSpPr>
        <p:spPr>
          <a:xfrm>
            <a:off x="2768600" y="2419350"/>
            <a:ext cx="330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buNone/>
            </a:pPr>
            <a:r>
              <a:rPr lang="en-US" sz="105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80" name="Shape 78"/>
          <p:cNvSpPr/>
          <p:nvPr/>
        </p:nvSpPr>
        <p:spPr>
          <a:xfrm>
            <a:off x="3086100" y="3502660"/>
            <a:ext cx="292100" cy="0"/>
          </a:xfrm>
          <a:prstGeom prst="line">
            <a:avLst/>
          </a:prstGeom>
          <a:noFill/>
          <a:ln w="22225">
            <a:solidFill>
              <a:srgbClr val="2E9C48"/>
            </a:solidFill>
            <a:prstDash val="solid"/>
            <a:tailEnd type="triangle"/>
          </a:ln>
        </p:spPr>
      </p:sp>
      <p:sp>
        <p:nvSpPr>
          <p:cNvPr id="81" name="Text 79"/>
          <p:cNvSpPr/>
          <p:nvPr/>
        </p:nvSpPr>
        <p:spPr>
          <a:xfrm>
            <a:off x="3086100" y="3166110"/>
            <a:ext cx="33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0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82" name="Shape 80"/>
          <p:cNvSpPr/>
          <p:nvPr/>
        </p:nvSpPr>
        <p:spPr>
          <a:xfrm>
            <a:off x="2800350" y="3743960"/>
            <a:ext cx="0" cy="107950"/>
          </a:xfrm>
          <a:prstGeom prst="line">
            <a:avLst/>
          </a:prstGeom>
          <a:noFill/>
          <a:ln w="19050">
            <a:solidFill>
              <a:srgbClr val="2E9C48"/>
            </a:solidFill>
            <a:prstDash val="solid"/>
            <a:headEnd type="triangle"/>
          </a:ln>
        </p:spPr>
      </p:sp>
      <p:sp>
        <p:nvSpPr>
          <p:cNvPr id="83" name="Text 81"/>
          <p:cNvSpPr/>
          <p:nvPr/>
        </p:nvSpPr>
        <p:spPr>
          <a:xfrm>
            <a:off x="2781300" y="3788410"/>
            <a:ext cx="330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buNone/>
            </a:pPr>
            <a:r>
              <a:rPr lang="en-US" sz="105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84" name="Shape 82"/>
          <p:cNvSpPr/>
          <p:nvPr/>
        </p:nvSpPr>
        <p:spPr>
          <a:xfrm>
            <a:off x="3086100" y="4890770"/>
            <a:ext cx="292100" cy="0"/>
          </a:xfrm>
          <a:prstGeom prst="line">
            <a:avLst/>
          </a:prstGeom>
          <a:noFill/>
          <a:ln w="22225">
            <a:solidFill>
              <a:srgbClr val="2E9C48"/>
            </a:solidFill>
            <a:prstDash val="solid"/>
            <a:tailEnd type="triangle"/>
          </a:ln>
        </p:spPr>
      </p:sp>
      <p:sp>
        <p:nvSpPr>
          <p:cNvPr id="85" name="Text 83"/>
          <p:cNvSpPr/>
          <p:nvPr/>
        </p:nvSpPr>
        <p:spPr>
          <a:xfrm>
            <a:off x="3086100" y="4554220"/>
            <a:ext cx="33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0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86" name="Shape 84"/>
          <p:cNvSpPr/>
          <p:nvPr/>
        </p:nvSpPr>
        <p:spPr>
          <a:xfrm>
            <a:off x="2800350" y="5132070"/>
            <a:ext cx="0" cy="107950"/>
          </a:xfrm>
          <a:prstGeom prst="line">
            <a:avLst/>
          </a:prstGeom>
          <a:noFill/>
          <a:ln w="19050">
            <a:solidFill>
              <a:srgbClr val="2E9C48"/>
            </a:solidFill>
            <a:prstDash val="solid"/>
            <a:headEnd type="triangle"/>
          </a:ln>
        </p:spPr>
      </p:sp>
      <p:sp>
        <p:nvSpPr>
          <p:cNvPr id="87" name="Text 85"/>
          <p:cNvSpPr/>
          <p:nvPr/>
        </p:nvSpPr>
        <p:spPr>
          <a:xfrm>
            <a:off x="2781300" y="5176520"/>
            <a:ext cx="330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buNone/>
            </a:pPr>
            <a:r>
              <a:rPr lang="en-US" sz="105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88" name="Shape 86"/>
          <p:cNvSpPr/>
          <p:nvPr/>
        </p:nvSpPr>
        <p:spPr>
          <a:xfrm>
            <a:off x="3032760" y="6220460"/>
            <a:ext cx="292100" cy="0"/>
          </a:xfrm>
          <a:prstGeom prst="line">
            <a:avLst/>
          </a:prstGeom>
          <a:noFill/>
          <a:ln w="22225">
            <a:solidFill>
              <a:srgbClr val="2E9C48"/>
            </a:solidFill>
            <a:prstDash val="solid"/>
            <a:tailEnd type="triangle"/>
          </a:ln>
        </p:spPr>
      </p:sp>
      <p:sp>
        <p:nvSpPr>
          <p:cNvPr id="89" name="Text 87"/>
          <p:cNvSpPr/>
          <p:nvPr/>
        </p:nvSpPr>
        <p:spPr>
          <a:xfrm>
            <a:off x="3032760" y="5883910"/>
            <a:ext cx="33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0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90" name="Shape 88"/>
          <p:cNvSpPr/>
          <p:nvPr/>
        </p:nvSpPr>
        <p:spPr>
          <a:xfrm>
            <a:off x="2747010" y="6461760"/>
            <a:ext cx="0" cy="107950"/>
          </a:xfrm>
          <a:prstGeom prst="line">
            <a:avLst/>
          </a:prstGeom>
          <a:noFill/>
          <a:ln w="19050">
            <a:solidFill>
              <a:srgbClr val="2E9C48"/>
            </a:solidFill>
            <a:prstDash val="solid"/>
            <a:headEnd type="triangle"/>
          </a:ln>
        </p:spPr>
      </p:sp>
      <p:sp>
        <p:nvSpPr>
          <p:cNvPr id="91" name="Text 89"/>
          <p:cNvSpPr/>
          <p:nvPr/>
        </p:nvSpPr>
        <p:spPr>
          <a:xfrm>
            <a:off x="2727960" y="6506210"/>
            <a:ext cx="330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buNone/>
            </a:pPr>
            <a:r>
              <a:rPr lang="en-US" sz="105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92" name="Shape 90"/>
          <p:cNvSpPr/>
          <p:nvPr/>
        </p:nvSpPr>
        <p:spPr>
          <a:xfrm>
            <a:off x="3581400" y="1320800"/>
            <a:ext cx="7962900" cy="2628900"/>
          </a:xfrm>
          <a:prstGeom prst="roundRect">
            <a:avLst>
              <a:gd name="adj" fmla="val 2087"/>
            </a:avLst>
          </a:prstGeom>
          <a:solidFill>
            <a:srgbClr val="F2F1EF"/>
          </a:solidFill>
          <a:ln w="12700">
            <a:solidFill>
              <a:srgbClr val="D0D5D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394200" y="1981200"/>
            <a:ext cx="50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300" b="1" baseline="3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endParaRPr lang="en-US" sz="2500" dirty="0"/>
          </a:p>
        </p:txBody>
      </p:sp>
      <p:sp>
        <p:nvSpPr>
          <p:cNvPr id="94" name="Shape 92"/>
          <p:cNvSpPr/>
          <p:nvPr/>
        </p:nvSpPr>
        <p:spPr>
          <a:xfrm>
            <a:off x="3797300" y="2425700"/>
            <a:ext cx="1587500" cy="393700"/>
          </a:xfrm>
          <a:prstGeom prst="roundRect">
            <a:avLst>
              <a:gd name="adj" fmla="val 27871"/>
            </a:avLst>
          </a:prstGeom>
          <a:solidFill>
            <a:srgbClr val="EFD4F4"/>
          </a:solidFill>
          <a:ln w="12700">
            <a:solidFill>
              <a:srgbClr val="D8A8DC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613150" y="2324100"/>
            <a:ext cx="177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A8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</a:t>
            </a:r>
            <a:endParaRPr lang="en-US" sz="4800" dirty="0"/>
          </a:p>
        </p:txBody>
      </p:sp>
      <p:sp>
        <p:nvSpPr>
          <p:cNvPr id="96" name="Text 94"/>
          <p:cNvSpPr/>
          <p:nvPr/>
        </p:nvSpPr>
        <p:spPr>
          <a:xfrm>
            <a:off x="5391150" y="2336800"/>
            <a:ext cx="177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A8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</a:t>
            </a:r>
            <a:endParaRPr lang="en-US" sz="4800" dirty="0"/>
          </a:p>
        </p:txBody>
      </p:sp>
      <p:sp>
        <p:nvSpPr>
          <p:cNvPr id="97" name="Shape 95"/>
          <p:cNvSpPr/>
          <p:nvPr/>
        </p:nvSpPr>
        <p:spPr>
          <a:xfrm>
            <a:off x="3858260" y="2515870"/>
            <a:ext cx="228600" cy="190500"/>
          </a:xfrm>
          <a:prstGeom prst="roundRect">
            <a:avLst>
              <a:gd name="adj" fmla="val 24000"/>
            </a:avLst>
          </a:prstGeom>
          <a:solidFill>
            <a:srgbClr val="FFF1F0"/>
          </a:solidFill>
          <a:ln w="15875">
            <a:solidFill>
              <a:srgbClr val="B0523C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858260" y="2515870"/>
            <a:ext cx="22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4227830" y="2515870"/>
            <a:ext cx="228600" cy="190500"/>
          </a:xfrm>
          <a:prstGeom prst="roundRect">
            <a:avLst>
              <a:gd name="adj" fmla="val 24000"/>
            </a:avLst>
          </a:prstGeom>
          <a:solidFill>
            <a:srgbClr val="FFF1F0"/>
          </a:solidFill>
          <a:ln w="15875">
            <a:solidFill>
              <a:srgbClr val="B0523C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227830" y="2515870"/>
            <a:ext cx="22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4611370" y="2515870"/>
            <a:ext cx="228600" cy="190500"/>
          </a:xfrm>
          <a:prstGeom prst="roundRect">
            <a:avLst>
              <a:gd name="adj" fmla="val 24000"/>
            </a:avLst>
          </a:prstGeom>
          <a:solidFill>
            <a:srgbClr val="FFF1F0"/>
          </a:solidFill>
          <a:ln w="15875">
            <a:solidFill>
              <a:srgbClr val="B0523C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611370" y="2515870"/>
            <a:ext cx="22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5012690" y="2515870"/>
            <a:ext cx="228600" cy="190500"/>
          </a:xfrm>
          <a:prstGeom prst="roundRect">
            <a:avLst>
              <a:gd name="adj" fmla="val 24000"/>
            </a:avLst>
          </a:prstGeom>
          <a:solidFill>
            <a:srgbClr val="FFF1F0"/>
          </a:solidFill>
          <a:ln w="15875">
            <a:solidFill>
              <a:srgbClr val="B0523C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012690" y="2515870"/>
            <a:ext cx="22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05" name="Text 103"/>
          <p:cNvSpPr/>
          <p:nvPr/>
        </p:nvSpPr>
        <p:spPr>
          <a:xfrm>
            <a:off x="5664200" y="2514600"/>
            <a:ext cx="96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4E4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Sigmoid</a:t>
            </a:r>
            <a:endParaRPr lang="en-US" sz="1500" dirty="0"/>
          </a:p>
        </p:txBody>
      </p:sp>
      <p:sp>
        <p:nvSpPr>
          <p:cNvPr id="106" name="Shape 104"/>
          <p:cNvSpPr/>
          <p:nvPr/>
        </p:nvSpPr>
        <p:spPr>
          <a:xfrm>
            <a:off x="6654800" y="1409700"/>
            <a:ext cx="228600" cy="2425700"/>
          </a:xfrm>
          <a:prstGeom prst="leftBrace">
            <a:avLst/>
          </a:prstGeom>
          <a:ln w="38100">
            <a:solidFill>
              <a:srgbClr val="574CC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0591800" y="1409700"/>
            <a:ext cx="228600" cy="2438400"/>
          </a:xfrm>
          <a:prstGeom prst="rightBrace">
            <a:avLst/>
          </a:prstGeom>
          <a:ln w="38100">
            <a:solidFill>
              <a:srgbClr val="574CC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845300" y="1485900"/>
            <a:ext cx="1676400" cy="393700"/>
          </a:xfrm>
          <a:prstGeom prst="roundRect">
            <a:avLst>
              <a:gd name="adj" fmla="val 32516"/>
            </a:avLst>
          </a:prstGeom>
          <a:solidFill>
            <a:srgbClr val="FFC8EE"/>
          </a:solidFill>
          <a:ln w="12700">
            <a:solidFill>
              <a:srgbClr val="E8A8D8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896100" y="1473200"/>
            <a:ext cx="1397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A8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</a:t>
            </a:r>
            <a:endParaRPr lang="en-US" sz="3400" dirty="0"/>
          </a:p>
        </p:txBody>
      </p:sp>
      <p:sp>
        <p:nvSpPr>
          <p:cNvPr id="110" name="Text 108"/>
          <p:cNvSpPr/>
          <p:nvPr/>
        </p:nvSpPr>
        <p:spPr>
          <a:xfrm>
            <a:off x="8255000" y="1473200"/>
            <a:ext cx="1397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A8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</a:t>
            </a:r>
            <a:endParaRPr lang="en-US" sz="3400" dirty="0"/>
          </a:p>
        </p:txBody>
      </p:sp>
      <p:sp>
        <p:nvSpPr>
          <p:cNvPr id="111" name="Shape 109"/>
          <p:cNvSpPr/>
          <p:nvPr/>
        </p:nvSpPr>
        <p:spPr>
          <a:xfrm>
            <a:off x="7016750" y="1525270"/>
            <a:ext cx="292100" cy="292100"/>
          </a:xfrm>
          <a:prstGeom prst="ellipse">
            <a:avLst/>
          </a:prstGeom>
          <a:solidFill>
            <a:srgbClr val="DCD4EC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7016750" y="152527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7387590" y="1525270"/>
            <a:ext cx="292100" cy="292100"/>
          </a:xfrm>
          <a:prstGeom prst="ellipse">
            <a:avLst/>
          </a:prstGeom>
          <a:solidFill>
            <a:srgbClr val="DCD4EC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7387590" y="152527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15" name="Shape 113"/>
          <p:cNvSpPr/>
          <p:nvPr/>
        </p:nvSpPr>
        <p:spPr>
          <a:xfrm>
            <a:off x="7706360" y="1525270"/>
            <a:ext cx="292100" cy="292100"/>
          </a:xfrm>
          <a:prstGeom prst="ellipse">
            <a:avLst/>
          </a:prstGeom>
          <a:solidFill>
            <a:srgbClr val="DCD4EC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706360" y="152527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17" name="Shape 115"/>
          <p:cNvSpPr/>
          <p:nvPr/>
        </p:nvSpPr>
        <p:spPr>
          <a:xfrm>
            <a:off x="8023860" y="1525270"/>
            <a:ext cx="292100" cy="292100"/>
          </a:xfrm>
          <a:prstGeom prst="ellipse">
            <a:avLst/>
          </a:prstGeom>
          <a:solidFill>
            <a:srgbClr val="DCD4EC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8023860" y="152527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19" name="Text 117"/>
          <p:cNvSpPr/>
          <p:nvPr/>
        </p:nvSpPr>
        <p:spPr>
          <a:xfrm>
            <a:off x="7312660" y="1968500"/>
            <a:ext cx="533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2600" dirty="0"/>
          </a:p>
        </p:txBody>
      </p:sp>
      <p:sp>
        <p:nvSpPr>
          <p:cNvPr id="120" name="Shape 118"/>
          <p:cNvSpPr/>
          <p:nvPr/>
        </p:nvSpPr>
        <p:spPr>
          <a:xfrm>
            <a:off x="8636000" y="1485900"/>
            <a:ext cx="1917700" cy="2336800"/>
          </a:xfrm>
          <a:prstGeom prst="roundRect">
            <a:avLst>
              <a:gd name="adj" fmla="val 3815"/>
            </a:avLst>
          </a:prstGeom>
          <a:solidFill>
            <a:srgbClr val="D8FFE6"/>
          </a:solidFill>
          <a:ln w="9525">
            <a:solidFill>
              <a:srgbClr val="9CD4AC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8636000" y="2072640"/>
            <a:ext cx="1917700" cy="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8636000" y="2631440"/>
            <a:ext cx="1917700" cy="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636000" y="3176270"/>
            <a:ext cx="1917700" cy="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9126220" y="1485900"/>
            <a:ext cx="0" cy="233680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9605010" y="1485900"/>
            <a:ext cx="0" cy="233680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0081260" y="1485900"/>
            <a:ext cx="0" cy="233680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700770" y="168148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8700770" y="168148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129" name="Shape 127"/>
          <p:cNvSpPr/>
          <p:nvPr/>
        </p:nvSpPr>
        <p:spPr>
          <a:xfrm>
            <a:off x="9165590" y="168148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9165590" y="168148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9630410" y="168148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9630410" y="168148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133" name="Shape 131"/>
          <p:cNvSpPr/>
          <p:nvPr/>
        </p:nvSpPr>
        <p:spPr>
          <a:xfrm>
            <a:off x="10095230" y="168148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10095230" y="168148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>
            <a:off x="8700770" y="221488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8700770" y="221488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9165590" y="221488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9165590" y="221488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139" name="Shape 137"/>
          <p:cNvSpPr/>
          <p:nvPr/>
        </p:nvSpPr>
        <p:spPr>
          <a:xfrm>
            <a:off x="9630410" y="221488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9630410" y="221488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141" name="Shape 139"/>
          <p:cNvSpPr/>
          <p:nvPr/>
        </p:nvSpPr>
        <p:spPr>
          <a:xfrm>
            <a:off x="10095230" y="221488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10095230" y="221488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8700770" y="274955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8700770" y="274955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145" name="Shape 143"/>
          <p:cNvSpPr/>
          <p:nvPr/>
        </p:nvSpPr>
        <p:spPr>
          <a:xfrm>
            <a:off x="9165590" y="274955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9165590" y="274955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147" name="Shape 145"/>
          <p:cNvSpPr/>
          <p:nvPr/>
        </p:nvSpPr>
        <p:spPr>
          <a:xfrm>
            <a:off x="9630410" y="274955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9630410" y="274955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10095230" y="274955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10095230" y="274955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  <p:sp>
        <p:nvSpPr>
          <p:cNvPr id="151" name="Shape 149"/>
          <p:cNvSpPr/>
          <p:nvPr/>
        </p:nvSpPr>
        <p:spPr>
          <a:xfrm>
            <a:off x="8700770" y="328295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8700770" y="328295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153" name="Shape 151"/>
          <p:cNvSpPr/>
          <p:nvPr/>
        </p:nvSpPr>
        <p:spPr>
          <a:xfrm>
            <a:off x="9165590" y="328295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9165590" y="328295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9630410" y="328295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9630410" y="328295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157" name="Shape 155"/>
          <p:cNvSpPr/>
          <p:nvPr/>
        </p:nvSpPr>
        <p:spPr>
          <a:xfrm>
            <a:off x="10095230" y="328295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10095230" y="328295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  <p:sp>
        <p:nvSpPr>
          <p:cNvPr id="159" name="Text 157"/>
          <p:cNvSpPr/>
          <p:nvPr/>
        </p:nvSpPr>
        <p:spPr>
          <a:xfrm>
            <a:off x="10795000" y="2489200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800" dirty="0"/>
          </a:p>
        </p:txBody>
      </p:sp>
      <p:sp>
        <p:nvSpPr>
          <p:cNvPr id="160" name="Shape 158"/>
          <p:cNvSpPr/>
          <p:nvPr/>
        </p:nvSpPr>
        <p:spPr>
          <a:xfrm>
            <a:off x="11049000" y="1435100"/>
            <a:ext cx="546100" cy="2425700"/>
          </a:xfrm>
          <a:prstGeom prst="roundRect">
            <a:avLst>
              <a:gd name="adj" fmla="val 13395"/>
            </a:avLst>
          </a:prstGeom>
          <a:solidFill>
            <a:srgbClr val="D9FDC8"/>
          </a:solidFill>
          <a:ln w="9525">
            <a:solidFill>
              <a:srgbClr val="9CD4AC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10941050" y="1631950"/>
            <a:ext cx="114300" cy="2044700"/>
          </a:xfrm>
          <a:prstGeom prst="arc">
            <a:avLst>
              <a:gd name="adj1" fmla="val 5400000"/>
              <a:gd name="adj2" fmla="val 16200000"/>
            </a:avLst>
          </a:prstGeom>
          <a:ln w="25400">
            <a:solidFill>
              <a:srgbClr val="A85048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11449050" y="1619250"/>
            <a:ext cx="114300" cy="2044700"/>
          </a:xfrm>
          <a:prstGeom prst="arc">
            <a:avLst>
              <a:gd name="adj1" fmla="val 16200000"/>
              <a:gd name="adj2" fmla="val 5400000"/>
            </a:avLst>
          </a:prstGeom>
          <a:ln w="25400">
            <a:solidFill>
              <a:srgbClr val="A85048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11106150" y="1751330"/>
            <a:ext cx="292100" cy="165100"/>
          </a:xfrm>
          <a:prstGeom prst="roundRect">
            <a:avLst>
              <a:gd name="adj" fmla="val 27692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11106150" y="1751330"/>
            <a:ext cx="292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65" name="Shape 163"/>
          <p:cNvSpPr/>
          <p:nvPr/>
        </p:nvSpPr>
        <p:spPr>
          <a:xfrm>
            <a:off x="11106150" y="2235200"/>
            <a:ext cx="292100" cy="165100"/>
          </a:xfrm>
          <a:prstGeom prst="roundRect">
            <a:avLst>
              <a:gd name="adj" fmla="val 27692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11106150" y="2235200"/>
            <a:ext cx="292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67" name="Shape 165"/>
          <p:cNvSpPr/>
          <p:nvPr/>
        </p:nvSpPr>
        <p:spPr>
          <a:xfrm>
            <a:off x="11106150" y="2780030"/>
            <a:ext cx="292100" cy="165100"/>
          </a:xfrm>
          <a:prstGeom prst="roundRect">
            <a:avLst>
              <a:gd name="adj" fmla="val 27692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11106150" y="2780030"/>
            <a:ext cx="292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69" name="Shape 167"/>
          <p:cNvSpPr/>
          <p:nvPr/>
        </p:nvSpPr>
        <p:spPr>
          <a:xfrm>
            <a:off x="11106150" y="3291840"/>
            <a:ext cx="292100" cy="165100"/>
          </a:xfrm>
          <a:prstGeom prst="roundRect">
            <a:avLst>
              <a:gd name="adj" fmla="val 27692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11106150" y="3291840"/>
            <a:ext cx="292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ai_llm_slides</dc:creator>
  <cp:lastModifiedBy>ai_llm_slides</cp:lastModifiedBy>
  <cp:revision>1</cp:revision>
  <dcterms:created xsi:type="dcterms:W3CDTF">2026-10-12T06:43:25Z</dcterms:created>
  <dcterms:modified xsi:type="dcterms:W3CDTF">2026-10-12T06:43:25Z</dcterms:modified>
</cp:coreProperties>
</file>