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3430" y="616899"/>
            <a:ext cx="96520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, Group, and Instance Normalization</a:t>
            </a:r>
            <a:endParaRPr lang="en-US" sz="3575" dirty="0"/>
          </a:p>
        </p:txBody>
      </p:sp>
      <p:sp>
        <p:nvSpPr>
          <p:cNvPr id="6" name="Text 4"/>
          <p:cNvSpPr/>
          <p:nvPr/>
        </p:nvSpPr>
        <p:spPr>
          <a:xfrm>
            <a:off x="917557" y="1417259"/>
            <a:ext cx="33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Based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7557" y="1802687"/>
            <a:ext cx="33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431810" y="2485349"/>
            <a:ext cx="1995048" cy="159488"/>
          </a:xfrm>
          <a:custGeom>
            <a:avLst/>
            <a:gdLst/>
            <a:ahLst/>
            <a:cxnLst/>
            <a:rect l="l" t="t" r="r" b="b"/>
            <a:pathLst>
              <a:path w="1995048" h="159488">
                <a:moveTo>
                  <a:pt x="0" y="159488"/>
                </a:moveTo>
                <a:lnTo>
                  <a:pt x="1862926" y="159488"/>
                </a:lnTo>
                <a:lnTo>
                  <a:pt x="1995048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9" name="Shape 7"/>
          <p:cNvSpPr/>
          <p:nvPr/>
        </p:nvSpPr>
        <p:spPr>
          <a:xfrm>
            <a:off x="1431810" y="2658127"/>
            <a:ext cx="1915775" cy="239231"/>
          </a:xfrm>
          <a:custGeom>
            <a:avLst/>
            <a:gdLst/>
            <a:ahLst/>
            <a:cxnLst/>
            <a:rect l="l" t="t" r="r" b="b"/>
            <a:pathLst>
              <a:path w="1915775" h="239231">
                <a:moveTo>
                  <a:pt x="0" y="239231"/>
                </a:moveTo>
                <a:lnTo>
                  <a:pt x="1783652" y="239231"/>
                </a:lnTo>
                <a:lnTo>
                  <a:pt x="1915775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10" name="Shape 8"/>
          <p:cNvSpPr/>
          <p:nvPr/>
        </p:nvSpPr>
        <p:spPr>
          <a:xfrm>
            <a:off x="1973512" y="2658127"/>
            <a:ext cx="158547" cy="239231"/>
          </a:xfrm>
          <a:custGeom>
            <a:avLst/>
            <a:gdLst/>
            <a:ahLst/>
            <a:cxnLst/>
            <a:rect l="l" t="t" r="r" b="b"/>
            <a:pathLst>
              <a:path w="158547" h="239231">
                <a:moveTo>
                  <a:pt x="0" y="239231"/>
                </a:moveTo>
                <a:lnTo>
                  <a:pt x="26424" y="239231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11" name="Shape 9"/>
          <p:cNvSpPr/>
          <p:nvPr/>
        </p:nvSpPr>
        <p:spPr>
          <a:xfrm>
            <a:off x="2383091" y="2658127"/>
            <a:ext cx="158547" cy="239231"/>
          </a:xfrm>
          <a:custGeom>
            <a:avLst/>
            <a:gdLst/>
            <a:ahLst/>
            <a:cxnLst/>
            <a:rect l="l" t="t" r="r" b="b"/>
            <a:pathLst>
              <a:path w="158547" h="239231">
                <a:moveTo>
                  <a:pt x="0" y="239231"/>
                </a:moveTo>
                <a:lnTo>
                  <a:pt x="26424" y="239231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92671" y="2658127"/>
            <a:ext cx="158547" cy="239231"/>
          </a:xfrm>
          <a:custGeom>
            <a:avLst/>
            <a:gdLst/>
            <a:ahLst/>
            <a:cxnLst/>
            <a:rect l="l" t="t" r="r" b="b"/>
            <a:pathLst>
              <a:path w="158547" h="239231">
                <a:moveTo>
                  <a:pt x="0" y="239231"/>
                </a:moveTo>
                <a:lnTo>
                  <a:pt x="26424" y="239231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13" name="Shape 11"/>
          <p:cNvSpPr/>
          <p:nvPr/>
        </p:nvSpPr>
        <p:spPr>
          <a:xfrm>
            <a:off x="1431810" y="2937231"/>
            <a:ext cx="1757228" cy="199360"/>
          </a:xfrm>
          <a:custGeom>
            <a:avLst/>
            <a:gdLst/>
            <a:ahLst/>
            <a:cxnLst/>
            <a:rect l="l" t="t" r="r" b="b"/>
            <a:pathLst>
              <a:path w="1757228" h="199360">
                <a:moveTo>
                  <a:pt x="0" y="199360"/>
                </a:moveTo>
                <a:lnTo>
                  <a:pt x="1625105" y="199360"/>
                </a:lnTo>
                <a:lnTo>
                  <a:pt x="1757228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973512" y="2937231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15" name="Shape 13"/>
          <p:cNvSpPr/>
          <p:nvPr/>
        </p:nvSpPr>
        <p:spPr>
          <a:xfrm>
            <a:off x="2383091" y="2937231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92671" y="2937231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17" name="Shape 15"/>
          <p:cNvSpPr/>
          <p:nvPr/>
        </p:nvSpPr>
        <p:spPr>
          <a:xfrm>
            <a:off x="2409516" y="3136590"/>
            <a:ext cx="198184" cy="2312571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18" name="Shape 16"/>
          <p:cNvSpPr/>
          <p:nvPr/>
        </p:nvSpPr>
        <p:spPr>
          <a:xfrm>
            <a:off x="2647336" y="3136590"/>
            <a:ext cx="224608" cy="2312571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898369" y="3136590"/>
            <a:ext cx="211396" cy="2312571"/>
          </a:xfrm>
          <a:prstGeom prst="rect">
            <a:avLst/>
          </a:prstGeom>
          <a:solidFill>
            <a:srgbClr val="EDFF1A"/>
          </a:solidFill>
          <a:ln/>
        </p:spPr>
      </p:sp>
      <p:sp>
        <p:nvSpPr>
          <p:cNvPr id="20" name="Shape 18"/>
          <p:cNvSpPr/>
          <p:nvPr/>
        </p:nvSpPr>
        <p:spPr>
          <a:xfrm>
            <a:off x="3136189" y="3136590"/>
            <a:ext cx="184971" cy="2312571"/>
          </a:xfrm>
          <a:prstGeom prst="rect">
            <a:avLst/>
          </a:prstGeom>
          <a:solidFill>
            <a:srgbClr val="759FC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864" y="3083428"/>
            <a:ext cx="1730803" cy="2511930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69879" y="3083428"/>
            <a:ext cx="39637" cy="2511930"/>
          </a:xfrm>
          <a:prstGeom prst="rect">
            <a:avLst/>
          </a:prstGeom>
          <a:solidFill>
            <a:srgbClr val="F0706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12078" y="1329064"/>
            <a:ext cx="1651530" cy="159488"/>
          </a:xfrm>
          <a:custGeom>
            <a:avLst/>
            <a:gdLst/>
            <a:ahLst/>
            <a:cxnLst/>
            <a:rect l="l" t="t" r="r" b="b"/>
            <a:pathLst>
              <a:path w="1651530" h="159488">
                <a:moveTo>
                  <a:pt x="0" y="159488"/>
                </a:moveTo>
                <a:lnTo>
                  <a:pt x="1519407" y="159488"/>
                </a:lnTo>
                <a:lnTo>
                  <a:pt x="1651530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4" name="Shape 22"/>
          <p:cNvSpPr/>
          <p:nvPr/>
        </p:nvSpPr>
        <p:spPr>
          <a:xfrm>
            <a:off x="4153531" y="1528423"/>
            <a:ext cx="1744015" cy="199360"/>
          </a:xfrm>
          <a:custGeom>
            <a:avLst/>
            <a:gdLst/>
            <a:ahLst/>
            <a:cxnLst/>
            <a:rect l="l" t="t" r="r" b="b"/>
            <a:pathLst>
              <a:path w="1744015" h="199360">
                <a:moveTo>
                  <a:pt x="0" y="199360"/>
                </a:moveTo>
                <a:lnTo>
                  <a:pt x="1611893" y="199360"/>
                </a:lnTo>
                <a:lnTo>
                  <a:pt x="1744015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3111" y="1528423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26" name="Shape 24"/>
          <p:cNvSpPr/>
          <p:nvPr/>
        </p:nvSpPr>
        <p:spPr>
          <a:xfrm>
            <a:off x="4972690" y="1528423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27" name="Shape 25"/>
          <p:cNvSpPr/>
          <p:nvPr/>
        </p:nvSpPr>
        <p:spPr>
          <a:xfrm>
            <a:off x="5382270" y="1528423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28" name="Shape 26"/>
          <p:cNvSpPr/>
          <p:nvPr/>
        </p:nvSpPr>
        <p:spPr>
          <a:xfrm>
            <a:off x="3981772" y="1767655"/>
            <a:ext cx="1849713" cy="199360"/>
          </a:xfrm>
          <a:custGeom>
            <a:avLst/>
            <a:gdLst/>
            <a:ahLst/>
            <a:cxnLst/>
            <a:rect l="l" t="t" r="r" b="b"/>
            <a:pathLst>
              <a:path w="1849713" h="199360">
                <a:moveTo>
                  <a:pt x="0" y="199360"/>
                </a:moveTo>
                <a:lnTo>
                  <a:pt x="1717591" y="199360"/>
                </a:lnTo>
                <a:lnTo>
                  <a:pt x="1849713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29" name="Shape 27"/>
          <p:cNvSpPr/>
          <p:nvPr/>
        </p:nvSpPr>
        <p:spPr>
          <a:xfrm>
            <a:off x="4404564" y="1767655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30" name="Shape 28"/>
          <p:cNvSpPr/>
          <p:nvPr/>
        </p:nvSpPr>
        <p:spPr>
          <a:xfrm>
            <a:off x="4814143" y="1767655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31" name="Shape 29"/>
          <p:cNvSpPr/>
          <p:nvPr/>
        </p:nvSpPr>
        <p:spPr>
          <a:xfrm>
            <a:off x="5223723" y="1767655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32" name="Shape 30"/>
          <p:cNvSpPr/>
          <p:nvPr/>
        </p:nvSpPr>
        <p:spPr>
          <a:xfrm>
            <a:off x="3638254" y="2006886"/>
            <a:ext cx="2127170" cy="199360"/>
          </a:xfrm>
          <a:custGeom>
            <a:avLst/>
            <a:gdLst/>
            <a:ahLst/>
            <a:cxnLst/>
            <a:rect l="l" t="t" r="r" b="b"/>
            <a:pathLst>
              <a:path w="2127170" h="199360">
                <a:moveTo>
                  <a:pt x="0" y="199360"/>
                </a:moveTo>
                <a:lnTo>
                  <a:pt x="1995048" y="199360"/>
                </a:lnTo>
                <a:lnTo>
                  <a:pt x="2127170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" name="Shape 31"/>
          <p:cNvSpPr/>
          <p:nvPr/>
        </p:nvSpPr>
        <p:spPr>
          <a:xfrm>
            <a:off x="4047834" y="2006886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4" name="Shape 32"/>
          <p:cNvSpPr/>
          <p:nvPr/>
        </p:nvSpPr>
        <p:spPr>
          <a:xfrm>
            <a:off x="4457413" y="2006886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" name="Shape 33"/>
          <p:cNvSpPr/>
          <p:nvPr/>
        </p:nvSpPr>
        <p:spPr>
          <a:xfrm>
            <a:off x="4866992" y="2006886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" name="Shape 34"/>
          <p:cNvSpPr/>
          <p:nvPr/>
        </p:nvSpPr>
        <p:spPr>
          <a:xfrm>
            <a:off x="3492919" y="2246117"/>
            <a:ext cx="2140383" cy="159488"/>
          </a:xfrm>
          <a:custGeom>
            <a:avLst/>
            <a:gdLst/>
            <a:ahLst/>
            <a:cxnLst/>
            <a:rect l="l" t="t" r="r" b="b"/>
            <a:pathLst>
              <a:path w="2140383" h="159488">
                <a:moveTo>
                  <a:pt x="0" y="159488"/>
                </a:moveTo>
                <a:lnTo>
                  <a:pt x="2008260" y="159488"/>
                </a:lnTo>
                <a:lnTo>
                  <a:pt x="2140383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3902499" y="2246117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38" name="Shape 36"/>
          <p:cNvSpPr/>
          <p:nvPr/>
        </p:nvSpPr>
        <p:spPr>
          <a:xfrm>
            <a:off x="4312078" y="2246117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39" name="Shape 37"/>
          <p:cNvSpPr/>
          <p:nvPr/>
        </p:nvSpPr>
        <p:spPr>
          <a:xfrm>
            <a:off x="4721658" y="2246117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40" name="Shape 38"/>
          <p:cNvSpPr/>
          <p:nvPr/>
        </p:nvSpPr>
        <p:spPr>
          <a:xfrm>
            <a:off x="5197298" y="2339152"/>
            <a:ext cx="184971" cy="1847398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41" name="Shape 39"/>
          <p:cNvSpPr/>
          <p:nvPr/>
        </p:nvSpPr>
        <p:spPr>
          <a:xfrm>
            <a:off x="5421906" y="2339152"/>
            <a:ext cx="224608" cy="1847398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42" name="Shape 40"/>
          <p:cNvSpPr/>
          <p:nvPr/>
        </p:nvSpPr>
        <p:spPr>
          <a:xfrm>
            <a:off x="5672939" y="2339152"/>
            <a:ext cx="92486" cy="1847398"/>
          </a:xfrm>
          <a:prstGeom prst="rect">
            <a:avLst/>
          </a:prstGeom>
          <a:solidFill>
            <a:srgbClr val="EDFF1A"/>
          </a:solidFill>
          <a:ln/>
        </p:spPr>
      </p:sp>
      <p:sp>
        <p:nvSpPr>
          <p:cNvPr id="43" name="Shape 41"/>
          <p:cNvSpPr/>
          <p:nvPr/>
        </p:nvSpPr>
        <p:spPr>
          <a:xfrm>
            <a:off x="3413646" y="2418896"/>
            <a:ext cx="1757228" cy="201633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3413646" y="2418896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6380" y="2418896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13646" y="2833564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06380" y="2833564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13646" y="3248231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380" y="3248231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13646" y="3662899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06380" y="3662899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13646" y="4077567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06380" y="4077567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90033" y="1302482"/>
            <a:ext cx="1823289" cy="199360"/>
          </a:xfrm>
          <a:custGeom>
            <a:avLst/>
            <a:gdLst/>
            <a:ahLst/>
            <a:cxnLst/>
            <a:rect l="l" t="t" r="r" b="b"/>
            <a:pathLst>
              <a:path w="1823289" h="199360">
                <a:moveTo>
                  <a:pt x="0" y="199360"/>
                </a:moveTo>
                <a:lnTo>
                  <a:pt x="1691167" y="199360"/>
                </a:lnTo>
                <a:lnTo>
                  <a:pt x="1823289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55" name="Shape 53"/>
          <p:cNvSpPr/>
          <p:nvPr/>
        </p:nvSpPr>
        <p:spPr>
          <a:xfrm>
            <a:off x="5765425" y="1820817"/>
            <a:ext cx="2180019" cy="199360"/>
          </a:xfrm>
          <a:custGeom>
            <a:avLst/>
            <a:gdLst/>
            <a:ahLst/>
            <a:cxnLst/>
            <a:rect l="l" t="t" r="r" b="b"/>
            <a:pathLst>
              <a:path w="2180019" h="199360">
                <a:moveTo>
                  <a:pt x="0" y="199360"/>
                </a:moveTo>
                <a:lnTo>
                  <a:pt x="2047897" y="199360"/>
                </a:lnTo>
                <a:lnTo>
                  <a:pt x="2180019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56" name="Shape 54"/>
          <p:cNvSpPr/>
          <p:nvPr/>
        </p:nvSpPr>
        <p:spPr>
          <a:xfrm>
            <a:off x="6175004" y="1820817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57" name="Shape 55"/>
          <p:cNvSpPr/>
          <p:nvPr/>
        </p:nvSpPr>
        <p:spPr>
          <a:xfrm>
            <a:off x="6584583" y="1820817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58" name="Shape 56"/>
          <p:cNvSpPr/>
          <p:nvPr/>
        </p:nvSpPr>
        <p:spPr>
          <a:xfrm>
            <a:off x="6994163" y="1820817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59" name="Shape 57"/>
          <p:cNvSpPr/>
          <p:nvPr/>
        </p:nvSpPr>
        <p:spPr>
          <a:xfrm>
            <a:off x="5672939" y="2060049"/>
            <a:ext cx="2246081" cy="159488"/>
          </a:xfrm>
          <a:custGeom>
            <a:avLst/>
            <a:gdLst/>
            <a:ahLst/>
            <a:cxnLst/>
            <a:rect l="l" t="t" r="r" b="b"/>
            <a:pathLst>
              <a:path w="2246081" h="159488">
                <a:moveTo>
                  <a:pt x="0" y="159488"/>
                </a:moveTo>
                <a:lnTo>
                  <a:pt x="2113958" y="159488"/>
                </a:lnTo>
                <a:lnTo>
                  <a:pt x="2246081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60" name="Shape 58"/>
          <p:cNvSpPr/>
          <p:nvPr/>
        </p:nvSpPr>
        <p:spPr>
          <a:xfrm>
            <a:off x="6082518" y="2060049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61" name="Shape 59"/>
          <p:cNvSpPr/>
          <p:nvPr/>
        </p:nvSpPr>
        <p:spPr>
          <a:xfrm>
            <a:off x="6492098" y="2060049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62" name="Shape 60"/>
          <p:cNvSpPr/>
          <p:nvPr/>
        </p:nvSpPr>
        <p:spPr>
          <a:xfrm>
            <a:off x="6901677" y="2060049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63" name="Shape 61"/>
          <p:cNvSpPr/>
          <p:nvPr/>
        </p:nvSpPr>
        <p:spPr>
          <a:xfrm>
            <a:off x="5606878" y="2259408"/>
            <a:ext cx="2206444" cy="199360"/>
          </a:xfrm>
          <a:custGeom>
            <a:avLst/>
            <a:gdLst/>
            <a:ahLst/>
            <a:cxnLst/>
            <a:rect l="l" t="t" r="r" b="b"/>
            <a:pathLst>
              <a:path w="2206444" h="199360">
                <a:moveTo>
                  <a:pt x="0" y="199360"/>
                </a:moveTo>
                <a:lnTo>
                  <a:pt x="2074321" y="199360"/>
                </a:lnTo>
                <a:lnTo>
                  <a:pt x="2206444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64" name="Shape 62"/>
          <p:cNvSpPr/>
          <p:nvPr/>
        </p:nvSpPr>
        <p:spPr>
          <a:xfrm>
            <a:off x="6016457" y="2259408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65" name="Shape 63"/>
          <p:cNvSpPr/>
          <p:nvPr/>
        </p:nvSpPr>
        <p:spPr>
          <a:xfrm>
            <a:off x="6426036" y="2259408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66" name="Shape 64"/>
          <p:cNvSpPr/>
          <p:nvPr/>
        </p:nvSpPr>
        <p:spPr>
          <a:xfrm>
            <a:off x="6835616" y="2259408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67" name="Shape 65"/>
          <p:cNvSpPr/>
          <p:nvPr/>
        </p:nvSpPr>
        <p:spPr>
          <a:xfrm>
            <a:off x="5540816" y="2498640"/>
            <a:ext cx="2140383" cy="159488"/>
          </a:xfrm>
          <a:custGeom>
            <a:avLst/>
            <a:gdLst/>
            <a:ahLst/>
            <a:cxnLst/>
            <a:rect l="l" t="t" r="r" b="b"/>
            <a:pathLst>
              <a:path w="2140383" h="159488">
                <a:moveTo>
                  <a:pt x="0" y="159488"/>
                </a:moveTo>
                <a:lnTo>
                  <a:pt x="2008260" y="159488"/>
                </a:lnTo>
                <a:lnTo>
                  <a:pt x="2140383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68" name="Shape 66"/>
          <p:cNvSpPr/>
          <p:nvPr/>
        </p:nvSpPr>
        <p:spPr>
          <a:xfrm>
            <a:off x="5950396" y="2498640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69" name="Shape 67"/>
          <p:cNvSpPr/>
          <p:nvPr/>
        </p:nvSpPr>
        <p:spPr>
          <a:xfrm>
            <a:off x="6359975" y="2498640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70" name="Shape 68"/>
          <p:cNvSpPr/>
          <p:nvPr/>
        </p:nvSpPr>
        <p:spPr>
          <a:xfrm>
            <a:off x="6769555" y="2498640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71" name="Shape 69"/>
          <p:cNvSpPr/>
          <p:nvPr/>
        </p:nvSpPr>
        <p:spPr>
          <a:xfrm>
            <a:off x="7549077" y="2604965"/>
            <a:ext cx="237820" cy="1847398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72" name="Shape 70"/>
          <p:cNvSpPr/>
          <p:nvPr/>
        </p:nvSpPr>
        <p:spPr>
          <a:xfrm>
            <a:off x="7826534" y="2604965"/>
            <a:ext cx="171759" cy="1847398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73" name="Shape 71"/>
          <p:cNvSpPr/>
          <p:nvPr/>
        </p:nvSpPr>
        <p:spPr>
          <a:xfrm>
            <a:off x="8024717" y="2604965"/>
            <a:ext cx="198184" cy="1847398"/>
          </a:xfrm>
          <a:prstGeom prst="rect">
            <a:avLst/>
          </a:prstGeom>
          <a:solidFill>
            <a:srgbClr val="EDFF1A"/>
          </a:solidFill>
          <a:ln/>
        </p:spPr>
      </p:sp>
      <p:sp>
        <p:nvSpPr>
          <p:cNvPr id="74" name="Shape 72"/>
          <p:cNvSpPr/>
          <p:nvPr/>
        </p:nvSpPr>
        <p:spPr>
          <a:xfrm>
            <a:off x="8262538" y="2604965"/>
            <a:ext cx="158547" cy="1847398"/>
          </a:xfrm>
          <a:prstGeom prst="rect">
            <a:avLst/>
          </a:prstGeom>
          <a:solidFill>
            <a:srgbClr val="759FC9"/>
          </a:solidFill>
          <a:ln/>
        </p:spPr>
      </p:sp>
      <p:sp>
        <p:nvSpPr>
          <p:cNvPr id="75" name="Shape 73"/>
          <p:cNvSpPr/>
          <p:nvPr/>
        </p:nvSpPr>
        <p:spPr>
          <a:xfrm>
            <a:off x="5778637" y="2697999"/>
            <a:ext cx="1215526" cy="199905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6" name="Shape 74"/>
          <p:cNvSpPr/>
          <p:nvPr/>
        </p:nvSpPr>
        <p:spPr>
          <a:xfrm>
            <a:off x="5778637" y="2697999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78637" y="3110009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78637" y="3522019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78637" y="3934028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78637" y="4346038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07375" y="2697999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90530" y="2697999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007375" y="3110009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90530" y="3110009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07375" y="3522019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90530" y="3522019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07375" y="3934028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90530" y="3934028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007375" y="4346038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90530" y="4346038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596974" y="1302482"/>
            <a:ext cx="1783652" cy="186069"/>
          </a:xfrm>
          <a:custGeom>
            <a:avLst/>
            <a:gdLst/>
            <a:ahLst/>
            <a:cxnLst/>
            <a:rect l="l" t="t" r="r" b="b"/>
            <a:pathLst>
              <a:path w="1783652" h="186069">
                <a:moveTo>
                  <a:pt x="0" y="186069"/>
                </a:moveTo>
                <a:lnTo>
                  <a:pt x="1651530" y="186069"/>
                </a:lnTo>
                <a:lnTo>
                  <a:pt x="1783652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92" name="Shape 90"/>
          <p:cNvSpPr/>
          <p:nvPr/>
        </p:nvSpPr>
        <p:spPr>
          <a:xfrm>
            <a:off x="9464851" y="1541714"/>
            <a:ext cx="1849713" cy="186069"/>
          </a:xfrm>
          <a:custGeom>
            <a:avLst/>
            <a:gdLst/>
            <a:ahLst/>
            <a:cxnLst/>
            <a:rect l="l" t="t" r="r" b="b"/>
            <a:pathLst>
              <a:path w="1849713" h="186069">
                <a:moveTo>
                  <a:pt x="0" y="186069"/>
                </a:moveTo>
                <a:lnTo>
                  <a:pt x="1717591" y="186069"/>
                </a:lnTo>
                <a:lnTo>
                  <a:pt x="1849713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3" name="Shape 91"/>
          <p:cNvSpPr/>
          <p:nvPr/>
        </p:nvSpPr>
        <p:spPr>
          <a:xfrm>
            <a:off x="9874431" y="1541714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94" name="Shape 92"/>
          <p:cNvSpPr/>
          <p:nvPr/>
        </p:nvSpPr>
        <p:spPr>
          <a:xfrm>
            <a:off x="10284010" y="1541714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95" name="Shape 93"/>
          <p:cNvSpPr/>
          <p:nvPr/>
        </p:nvSpPr>
        <p:spPr>
          <a:xfrm>
            <a:off x="10693589" y="1541714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96" name="Shape 94"/>
          <p:cNvSpPr/>
          <p:nvPr/>
        </p:nvSpPr>
        <p:spPr>
          <a:xfrm>
            <a:off x="9372366" y="1780945"/>
            <a:ext cx="1876138" cy="186069"/>
          </a:xfrm>
          <a:custGeom>
            <a:avLst/>
            <a:gdLst/>
            <a:ahLst/>
            <a:cxnLst/>
            <a:rect l="l" t="t" r="r" b="b"/>
            <a:pathLst>
              <a:path w="1876138" h="186069">
                <a:moveTo>
                  <a:pt x="0" y="186069"/>
                </a:moveTo>
                <a:lnTo>
                  <a:pt x="1744015" y="186069"/>
                </a:lnTo>
                <a:lnTo>
                  <a:pt x="1876138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97" name="Shape 95"/>
          <p:cNvSpPr/>
          <p:nvPr/>
        </p:nvSpPr>
        <p:spPr>
          <a:xfrm>
            <a:off x="9781945" y="1780945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98" name="Shape 96"/>
          <p:cNvSpPr/>
          <p:nvPr/>
        </p:nvSpPr>
        <p:spPr>
          <a:xfrm>
            <a:off x="10191524" y="1780945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99" name="Shape 97"/>
          <p:cNvSpPr/>
          <p:nvPr/>
        </p:nvSpPr>
        <p:spPr>
          <a:xfrm>
            <a:off x="10601104" y="1780945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100" name="Shape 98"/>
          <p:cNvSpPr/>
          <p:nvPr/>
        </p:nvSpPr>
        <p:spPr>
          <a:xfrm>
            <a:off x="9200607" y="2006886"/>
            <a:ext cx="1981836" cy="172778"/>
          </a:xfrm>
          <a:custGeom>
            <a:avLst/>
            <a:gdLst/>
            <a:ahLst/>
            <a:cxnLst/>
            <a:rect l="l" t="t" r="r" b="b"/>
            <a:pathLst>
              <a:path w="1981836" h="172778">
                <a:moveTo>
                  <a:pt x="0" y="172778"/>
                </a:moveTo>
                <a:lnTo>
                  <a:pt x="1849713" y="172778"/>
                </a:lnTo>
                <a:lnTo>
                  <a:pt x="1981836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9610186" y="2006886"/>
            <a:ext cx="158547" cy="172778"/>
          </a:xfrm>
          <a:custGeom>
            <a:avLst/>
            <a:gdLst/>
            <a:ahLst/>
            <a:cxnLst/>
            <a:rect l="l" t="t" r="r" b="b"/>
            <a:pathLst>
              <a:path w="158547" h="172778">
                <a:moveTo>
                  <a:pt x="0" y="172778"/>
                </a:moveTo>
                <a:lnTo>
                  <a:pt x="26424" y="17277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019765" y="2006886"/>
            <a:ext cx="158547" cy="172778"/>
          </a:xfrm>
          <a:custGeom>
            <a:avLst/>
            <a:gdLst/>
            <a:ahLst/>
            <a:cxnLst/>
            <a:rect l="l" t="t" r="r" b="b"/>
            <a:pathLst>
              <a:path w="158547" h="172778">
                <a:moveTo>
                  <a:pt x="0" y="172778"/>
                </a:moveTo>
                <a:lnTo>
                  <a:pt x="26424" y="17277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429345" y="2006886"/>
            <a:ext cx="158547" cy="172778"/>
          </a:xfrm>
          <a:custGeom>
            <a:avLst/>
            <a:gdLst/>
            <a:ahLst/>
            <a:cxnLst/>
            <a:rect l="l" t="t" r="r" b="b"/>
            <a:pathLst>
              <a:path w="158547" h="172778">
                <a:moveTo>
                  <a:pt x="0" y="172778"/>
                </a:moveTo>
                <a:lnTo>
                  <a:pt x="26424" y="17277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574679" y="2166374"/>
            <a:ext cx="237820" cy="2020177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865349" y="2166374"/>
            <a:ext cx="184971" cy="2020177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142806" y="2166374"/>
            <a:ext cx="132122" cy="2020177"/>
          </a:xfrm>
          <a:prstGeom prst="rect">
            <a:avLst/>
          </a:prstGeom>
          <a:solidFill>
            <a:srgbClr val="EDFF1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314565" y="2166374"/>
            <a:ext cx="132122" cy="2020177"/>
          </a:xfrm>
          <a:prstGeom prst="rect">
            <a:avLst/>
          </a:prstGeom>
          <a:solidFill>
            <a:srgbClr val="759FC9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857088" y="2246117"/>
            <a:ext cx="1717591" cy="213196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857088" y="2246117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857088" y="2678063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857088" y="3110009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857088" y="3541954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857088" y="3973900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447509" y="1222738"/>
            <a:ext cx="3157725" cy="15240"/>
          </a:xfrm>
          <a:prstGeom prst="rect">
            <a:avLst/>
          </a:prstGeom>
          <a:solidFill>
            <a:srgbClr val="BE5E62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447509" y="4809261"/>
            <a:ext cx="3157725" cy="15240"/>
          </a:xfrm>
          <a:prstGeom prst="rect">
            <a:avLst/>
          </a:prstGeom>
          <a:solidFill>
            <a:srgbClr val="BE5E62"/>
          </a:solidFill>
          <a:ln/>
        </p:spPr>
      </p:sp>
      <p:sp>
        <p:nvSpPr>
          <p:cNvPr id="116" name="Shape 114"/>
          <p:cNvSpPr/>
          <p:nvPr/>
        </p:nvSpPr>
        <p:spPr>
          <a:xfrm>
            <a:off x="8447509" y="1222738"/>
            <a:ext cx="15240" cy="3601762"/>
          </a:xfrm>
          <a:prstGeom prst="rect">
            <a:avLst/>
          </a:prstGeom>
          <a:solidFill>
            <a:srgbClr val="BE5E62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589994" y="1222738"/>
            <a:ext cx="15240" cy="3601762"/>
          </a:xfrm>
          <a:prstGeom prst="rect">
            <a:avLst/>
          </a:prstGeom>
          <a:solidFill>
            <a:srgbClr val="BE5E62"/>
          </a:solidFill>
          <a:ln/>
        </p:spPr>
      </p:sp>
      <p:sp>
        <p:nvSpPr>
          <p:cNvPr id="118" name="Shape 116"/>
          <p:cNvSpPr/>
          <p:nvPr/>
        </p:nvSpPr>
        <p:spPr>
          <a:xfrm rot="-2147405">
            <a:off x="768211" y="2742272"/>
            <a:ext cx="798709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9" name="Shape 117"/>
          <p:cNvSpPr/>
          <p:nvPr/>
        </p:nvSpPr>
        <p:spPr>
          <a:xfrm rot="13920000">
            <a:off x="786315" y="295737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0" name="Shape 118"/>
          <p:cNvSpPr/>
          <p:nvPr/>
        </p:nvSpPr>
        <p:spPr>
          <a:xfrm rot="3120000">
            <a:off x="1442136" y="2438267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1" name="Shape 119"/>
          <p:cNvSpPr/>
          <p:nvPr/>
        </p:nvSpPr>
        <p:spPr>
          <a:xfrm rot="5400000">
            <a:off x="7146212" y="3360286"/>
            <a:ext cx="2734716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460230" y="1927142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3" name="Shape 121"/>
          <p:cNvSpPr/>
          <p:nvPr/>
        </p:nvSpPr>
        <p:spPr>
          <a:xfrm rot="10800000">
            <a:off x="8460230" y="4704530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548609" y="4509926"/>
            <a:ext cx="1568239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5" name="Shape 123"/>
          <p:cNvSpPr/>
          <p:nvPr/>
        </p:nvSpPr>
        <p:spPr>
          <a:xfrm rot="16200000">
            <a:off x="8473933" y="446547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6" name="Shape 124"/>
          <p:cNvSpPr/>
          <p:nvPr/>
        </p:nvSpPr>
        <p:spPr>
          <a:xfrm rot="5400000">
            <a:off x="10084844" y="446547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7" name="Shape 125"/>
          <p:cNvSpPr/>
          <p:nvPr/>
        </p:nvSpPr>
        <p:spPr>
          <a:xfrm rot="-2938631">
            <a:off x="10363143" y="3845394"/>
            <a:ext cx="977986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8" name="Shape 126"/>
          <p:cNvSpPr/>
          <p:nvPr/>
        </p:nvSpPr>
        <p:spPr>
          <a:xfrm rot="13020000">
            <a:off x="10460954" y="418364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9" name="Shape 127"/>
          <p:cNvSpPr/>
          <p:nvPr/>
        </p:nvSpPr>
        <p:spPr>
          <a:xfrm rot="2220000">
            <a:off x="11136638" y="3418243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30" name="Text 128"/>
          <p:cNvSpPr/>
          <p:nvPr/>
        </p:nvSpPr>
        <p:spPr>
          <a:xfrm rot="19320000">
            <a:off x="405566" y="2585471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 rot="16200000">
            <a:off x="7719617" y="3210131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350" dirty="0"/>
          </a:p>
        </p:txBody>
      </p:sp>
      <p:sp>
        <p:nvSpPr>
          <p:cNvPr id="132" name="Text 130"/>
          <p:cNvSpPr/>
          <p:nvPr/>
        </p:nvSpPr>
        <p:spPr>
          <a:xfrm>
            <a:off x="630174" y="5698861"/>
            <a:ext cx="1524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300" dirty="0"/>
          </a:p>
        </p:txBody>
      </p:sp>
      <p:sp>
        <p:nvSpPr>
          <p:cNvPr id="133" name="Text 131"/>
          <p:cNvSpPr/>
          <p:nvPr/>
        </p:nvSpPr>
        <p:spPr>
          <a:xfrm>
            <a:off x="8636790" y="4257229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350" dirty="0"/>
          </a:p>
        </p:txBody>
      </p:sp>
      <p:sp>
        <p:nvSpPr>
          <p:cNvPr id="134" name="Text 132"/>
          <p:cNvSpPr/>
          <p:nvPr/>
        </p:nvSpPr>
        <p:spPr>
          <a:xfrm rot="18840000">
            <a:off x="10042410" y="3570159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350" dirty="0"/>
          </a:p>
        </p:txBody>
      </p:sp>
      <p:sp>
        <p:nvSpPr>
          <p:cNvPr id="135" name="Shape 133"/>
          <p:cNvSpPr/>
          <p:nvPr/>
        </p:nvSpPr>
        <p:spPr>
          <a:xfrm>
            <a:off x="3175826" y="4930826"/>
            <a:ext cx="2510325" cy="970216"/>
          </a:xfrm>
          <a:prstGeom prst="rect">
            <a:avLst/>
          </a:prstGeom>
          <a:solidFill>
            <a:srgbClr val="FAFBEB"/>
          </a:solidFill>
          <a:ln w="12700">
            <a:solidFill>
              <a:srgbClr val="D89F9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282548" y="4957806"/>
            <a:ext cx="2286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Normalization</a:t>
            </a:r>
            <a:endParaRPr lang="en-US" sz="1700" dirty="0"/>
          </a:p>
        </p:txBody>
      </p:sp>
      <p:sp>
        <p:nvSpPr>
          <p:cNvPr id="137" name="Text 135"/>
          <p:cNvSpPr/>
          <p:nvPr/>
        </p:nvSpPr>
        <p:spPr>
          <a:xfrm>
            <a:off x="3282548" y="5210328"/>
            <a:ext cx="2286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(Group of Channels)</a:t>
            </a:r>
            <a:endParaRPr lang="en-US" sz="1700" dirty="0"/>
          </a:p>
        </p:txBody>
      </p:sp>
      <p:sp>
        <p:nvSpPr>
          <p:cNvPr id="138" name="Text 136"/>
          <p:cNvSpPr/>
          <p:nvPr/>
        </p:nvSpPr>
        <p:spPr>
          <a:xfrm>
            <a:off x="3282548" y="5429221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Case</a:t>
            </a:r>
            <a:endParaRPr lang="en-US" sz="1650" dirty="0"/>
          </a:p>
        </p:txBody>
      </p:sp>
      <p:sp>
        <p:nvSpPr>
          <p:cNvPr id="139" name="Shape 137"/>
          <p:cNvSpPr/>
          <p:nvPr/>
        </p:nvSpPr>
        <p:spPr>
          <a:xfrm>
            <a:off x="5937184" y="4824501"/>
            <a:ext cx="5245259" cy="1036670"/>
          </a:xfrm>
          <a:prstGeom prst="rect">
            <a:avLst/>
          </a:prstGeom>
          <a:solidFill>
            <a:srgbClr val="F5FEE3"/>
          </a:solidFill>
          <a:ln w="12700">
            <a:solidFill>
              <a:srgbClr val="D89F9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043906" y="4971097"/>
            <a:ext cx="304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Normalization</a:t>
            </a:r>
            <a:endParaRPr lang="en-US" sz="1700" dirty="0"/>
          </a:p>
        </p:txBody>
      </p:sp>
      <p:sp>
        <p:nvSpPr>
          <p:cNvPr id="141" name="Text 139"/>
          <p:cNvSpPr/>
          <p:nvPr/>
        </p:nvSpPr>
        <p:spPr>
          <a:xfrm>
            <a:off x="6043906" y="5252697"/>
            <a:ext cx="5461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(then Normalize) </a:t>
            </a:r>
            <a:pPr algn="l" indent="0" marL="0">
              <a:buNone/>
            </a:pPr>
            <a:r>
              <a:rPr lang="en-US" sz="168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μ, 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</a:t>
            </a:r>
            <a:pPr algn="l" indent="0" marL="0">
              <a:buNone/>
            </a:pPr>
            <a:r>
              <a:rPr lang="en-US" sz="16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Channel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endParaRPr lang="en-US" sz="1680" dirty="0"/>
          </a:p>
        </p:txBody>
      </p:sp>
      <p:sp>
        <p:nvSpPr>
          <p:cNvPr id="142" name="Text 140"/>
          <p:cNvSpPr/>
          <p:nvPr/>
        </p:nvSpPr>
        <p:spPr>
          <a:xfrm>
            <a:off x="6043906" y="5491929"/>
            <a:ext cx="5461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Sample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68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(Output of ONE Filter)</a:t>
            </a:r>
            <a:endParaRPr lang="en-US" sz="1600" dirty="0"/>
          </a:p>
        </p:txBody>
      </p:sp>
      <p:sp>
        <p:nvSpPr>
          <p:cNvPr id="143" name="Shape 141"/>
          <p:cNvSpPr/>
          <p:nvPr/>
        </p:nvSpPr>
        <p:spPr>
          <a:xfrm>
            <a:off x="573015" y="6047239"/>
            <a:ext cx="11151129" cy="611369"/>
          </a:xfrm>
          <a:prstGeom prst="rect">
            <a:avLst/>
          </a:prstGeom>
          <a:solidFill>
            <a:srgbClr val="FED6CA"/>
          </a:solidFill>
          <a:ln/>
        </p:spPr>
      </p:sp>
      <p:sp>
        <p:nvSpPr>
          <p:cNvPr id="144" name="Text 142"/>
          <p:cNvSpPr/>
          <p:nvPr/>
        </p:nvSpPr>
        <p:spPr>
          <a:xfrm>
            <a:off x="732586" y="6100801"/>
            <a:ext cx="304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endParaRPr lang="en-US" sz="1700" dirty="0"/>
          </a:p>
        </p:txBody>
      </p:sp>
      <p:sp>
        <p:nvSpPr>
          <p:cNvPr id="145" name="Text 143"/>
          <p:cNvSpPr/>
          <p:nvPr/>
        </p:nvSpPr>
        <p:spPr>
          <a:xfrm>
            <a:off x="719374" y="6369916"/>
            <a:ext cx="9906000" cy="361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(then Normalize) </a:t>
            </a:r>
            <a:pPr algn="l" indent="0" marL="0">
              <a:buNone/>
            </a:pPr>
            <a:r>
              <a:rPr lang="en-US" sz="178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μ, 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</a:t>
            </a:r>
            <a:pPr algn="l" indent="0" marL="0">
              <a:buNone/>
            </a:pPr>
            <a:r>
              <a:rPr lang="en-US" sz="17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Channels in the Same Sample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780" b="1" u="sng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 to Same Layer)</a:t>
            </a:r>
            <a:endParaRPr lang="en-US" sz="1780" dirty="0"/>
          </a:p>
        </p:txBody>
      </p:sp>
      <p:sp>
        <p:nvSpPr>
          <p:cNvPr id="146" name="Shape 144"/>
          <p:cNvSpPr/>
          <p:nvPr/>
        </p:nvSpPr>
        <p:spPr>
          <a:xfrm>
            <a:off x="9557337" y="6020658"/>
            <a:ext cx="1810077" cy="3189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7" name="Text 145"/>
          <p:cNvSpPr/>
          <p:nvPr/>
        </p:nvSpPr>
        <p:spPr>
          <a:xfrm>
            <a:off x="9596974" y="6073821"/>
            <a:ext cx="1730803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choice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2026-10-12T13:39:23Z</dcterms:created>
  <dcterms:modified xsi:type="dcterms:W3CDTF">2026-10-12T13:39:23Z</dcterms:modified>
</cp:coreProperties>
</file>