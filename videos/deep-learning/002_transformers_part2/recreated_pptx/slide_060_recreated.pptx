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0420" y="1554480"/>
            <a:ext cx="10539730" cy="4851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82620" y="761055"/>
            <a:ext cx="5080000" cy="63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1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Next  (as of 2020)</a:t>
            </a:r>
            <a:endParaRPr lang="en-US" sz="3110" dirty="0"/>
          </a:p>
        </p:txBody>
      </p:sp>
      <p:sp>
        <p:nvSpPr>
          <p:cNvPr id="7" name="Text 5"/>
          <p:cNvSpPr/>
          <p:nvPr/>
        </p:nvSpPr>
        <p:spPr>
          <a:xfrm>
            <a:off x="923290" y="1871055"/>
            <a:ext cx="889000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95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GPT-1</a:t>
            </a:r>
            <a:pPr algn="l" indent="0" marL="0">
              <a:buNone/>
            </a:pPr>
            <a:r>
              <a:rPr lang="en-US" sz="199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buNone/>
            </a:pPr>
            <a:r>
              <a:rPr lang="en-US" sz="1995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</a:t>
            </a:r>
            <a:pPr algn="l" indent="0" marL="0">
              <a:buNone/>
            </a:pPr>
            <a:r>
              <a:rPr lang="en-US" sz="199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(Generative Pre-trained Transformers)</a:t>
            </a:r>
            <a:endParaRPr lang="en-US" sz="1995" dirty="0"/>
          </a:p>
        </p:txBody>
      </p:sp>
      <p:sp>
        <p:nvSpPr>
          <p:cNvPr id="8" name="Text 6"/>
          <p:cNvSpPr/>
          <p:nvPr/>
        </p:nvSpPr>
        <p:spPr>
          <a:xfrm>
            <a:off x="937260" y="2721697"/>
            <a:ext cx="8890000" cy="404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93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pPr algn="l" indent="0" marL="0">
              <a:buNone/>
            </a:pPr>
            <a:r>
              <a:rPr lang="en-US" sz="1993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(Bidirectional Encoder Representations from Transformers)</a:t>
            </a:r>
            <a:endParaRPr lang="en-US" sz="1993" dirty="0"/>
          </a:p>
        </p:txBody>
      </p:sp>
      <p:sp>
        <p:nvSpPr>
          <p:cNvPr id="9" name="Text 7"/>
          <p:cNvSpPr/>
          <p:nvPr/>
        </p:nvSpPr>
        <p:spPr>
          <a:xfrm>
            <a:off x="923290" y="3584304"/>
            <a:ext cx="889000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4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RoBERTa</a:t>
            </a:r>
            <a:pPr algn="l" indent="0" marL="0">
              <a:buNone/>
            </a:pPr>
            <a:r>
              <a:rPr lang="en-US" sz="2004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(Robustly Optimized BERT Approach)</a:t>
            </a:r>
            <a:endParaRPr lang="en-US" sz="2004" dirty="0"/>
          </a:p>
        </p:txBody>
      </p:sp>
      <p:sp>
        <p:nvSpPr>
          <p:cNvPr id="10" name="Text 8"/>
          <p:cNvSpPr/>
          <p:nvPr/>
        </p:nvSpPr>
        <p:spPr>
          <a:xfrm>
            <a:off x="956310" y="4369640"/>
            <a:ext cx="99060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9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Transformer-XL:</a:t>
            </a:r>
            <a:pPr algn="l" indent="0" marL="0">
              <a:buNone/>
            </a:pPr>
            <a:r>
              <a:rPr lang="en-US" sz="1989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Attentive Language ModelsBeyond a Fixed-Length Context</a:t>
            </a:r>
            <a:endParaRPr lang="en-US" sz="1989" dirty="0"/>
          </a:p>
        </p:txBody>
      </p:sp>
      <p:sp>
        <p:nvSpPr>
          <p:cNvPr id="11" name="Text 9"/>
          <p:cNvSpPr/>
          <p:nvPr/>
        </p:nvSpPr>
        <p:spPr>
          <a:xfrm>
            <a:off x="923290" y="5193377"/>
            <a:ext cx="8890000" cy="405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96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pPr algn="l" indent="0" marL="0">
              <a:buNone/>
            </a:pPr>
            <a:r>
              <a:rPr lang="en-US" sz="1996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(Text-to-Text Transfer Transformer)</a:t>
            </a:r>
            <a:endParaRPr lang="en-US" sz="1996" dirty="0"/>
          </a:p>
        </p:txBody>
      </p:sp>
      <p:sp>
        <p:nvSpPr>
          <p:cNvPr id="12" name="Text 10"/>
          <p:cNvSpPr/>
          <p:nvPr/>
        </p:nvSpPr>
        <p:spPr>
          <a:xfrm>
            <a:off x="923290" y="5761248"/>
            <a:ext cx="8890000" cy="410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1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</a:t>
            </a:r>
            <a:pPr algn="l" indent="0" marL="0">
              <a:buNone/>
            </a:pPr>
            <a:r>
              <a:rPr lang="en-US" sz="2021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(175 Billion Parameter, Beta Release June 2020)</a:t>
            </a:r>
            <a:endParaRPr lang="en-US" sz="2021" dirty="0"/>
          </a:p>
        </p:txBody>
      </p:sp>
      <p:sp>
        <p:nvSpPr>
          <p:cNvPr id="13" name="Text 11"/>
          <p:cNvSpPr/>
          <p:nvPr/>
        </p:nvSpPr>
        <p:spPr>
          <a:xfrm>
            <a:off x="1438910" y="2194243"/>
            <a:ext cx="889000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6" i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Radford et al., OpenAI. June 2018 and February 2019.</a:t>
            </a:r>
            <a:endParaRPr lang="en-US" sz="1746" dirty="0"/>
          </a:p>
        </p:txBody>
      </p:sp>
      <p:sp>
        <p:nvSpPr>
          <p:cNvPr id="14" name="Text 12"/>
          <p:cNvSpPr/>
          <p:nvPr/>
        </p:nvSpPr>
        <p:spPr>
          <a:xfrm>
            <a:off x="1438910" y="3045389"/>
            <a:ext cx="8890000" cy="35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2" i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Devlin et al., Google AI Language. May 2019.</a:t>
            </a:r>
            <a:endParaRPr lang="en-US" sz="1742" dirty="0"/>
          </a:p>
        </p:txBody>
      </p:sp>
      <p:sp>
        <p:nvSpPr>
          <p:cNvPr id="15" name="Text 13"/>
          <p:cNvSpPr/>
          <p:nvPr/>
        </p:nvSpPr>
        <p:spPr>
          <a:xfrm>
            <a:off x="1438910" y="3882575"/>
            <a:ext cx="8890000" cy="354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3" i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et al., Facebook AI. June 2019.</a:t>
            </a:r>
            <a:endParaRPr lang="en-US" sz="1743" dirty="0"/>
          </a:p>
        </p:txBody>
      </p:sp>
      <p:sp>
        <p:nvSpPr>
          <p:cNvPr id="16" name="Text 14"/>
          <p:cNvSpPr/>
          <p:nvPr/>
        </p:nvSpPr>
        <p:spPr>
          <a:xfrm>
            <a:off x="1438910" y="4663952"/>
            <a:ext cx="8890000" cy="36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77" i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Dai et al. Carnegie Mellon University and Google Brain</a:t>
            </a:r>
            <a:endParaRPr lang="en-US" sz="177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2026-10-12T00:31:11Z</dcterms:created>
  <dcterms:modified xsi:type="dcterms:W3CDTF">2026-10-12T00:31:11Z</dcterms:modified>
</cp:coreProperties>
</file>