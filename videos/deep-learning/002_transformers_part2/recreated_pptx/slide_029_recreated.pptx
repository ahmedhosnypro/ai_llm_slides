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3417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26830" y="24460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7360" y="16078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9120" y="12865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77230" y="162433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 rot="1800000">
            <a:off x="4920620" y="246316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010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 rot="-1800000">
            <a:off x="4920620" y="478091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 rot="-3600000">
            <a:off x="5768975" y="562927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 rot="-5400000">
            <a:off x="6927850" y="593979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 rot="3600000">
            <a:off x="8086725" y="562927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 rot="1800000">
            <a:off x="8935080" y="478091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59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12 words</a:t>
            </a:r>
            <a:endParaRPr lang="en-US" sz="2430" dirty="0"/>
          </a:p>
        </p:txBody>
      </p:sp>
      <p:sp>
        <p:nvSpPr>
          <p:cNvPr id="31" name="Text 29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32" name="Text 30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  <p:sp>
        <p:nvSpPr>
          <p:cNvPr id="33" name="Shape 31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796780" y="23228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8732520" y="12065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7373620" y="8343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5947410" y="12192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97" name="Shape 95"/>
          <p:cNvSpPr/>
          <p:nvPr/>
        </p:nvSpPr>
        <p:spPr>
          <a:xfrm flipH="1">
            <a:off x="5432076" y="1660342"/>
            <a:ext cx="43081" cy="396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5389819" y="1699942"/>
            <a:ext cx="42258" cy="404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H="1">
            <a:off x="5348403" y="1740420"/>
            <a:ext cx="41416" cy="4133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5307846" y="1781758"/>
            <a:ext cx="40557" cy="4218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H="1">
            <a:off x="5268165" y="1823940"/>
            <a:ext cx="39681" cy="4300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H="1">
            <a:off x="5229377" y="1866947"/>
            <a:ext cx="38788" cy="438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H="1">
            <a:off x="5191499" y="1910761"/>
            <a:ext cx="37878" cy="4460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5154546" y="1955364"/>
            <a:ext cx="36953" cy="4537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5118534" y="2000736"/>
            <a:ext cx="36012" cy="4612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5083478" y="2046859"/>
            <a:ext cx="35056" cy="468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5049394" y="2093713"/>
            <a:ext cx="34084" cy="4756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H="1">
            <a:off x="5016295" y="2141278"/>
            <a:ext cx="33099" cy="482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H="1">
            <a:off x="4984196" y="2189533"/>
            <a:ext cx="32099" cy="48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H="1">
            <a:off x="4953109" y="2238460"/>
            <a:ext cx="31086" cy="4957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4834890" y="228092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986020" y="145796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13" name="Shape 111"/>
          <p:cNvSpPr/>
          <p:nvPr/>
        </p:nvSpPr>
        <p:spPr>
          <a:xfrm flipH="1">
            <a:off x="4655625" y="2895348"/>
            <a:ext cx="17509" cy="55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H="1">
            <a:off x="4639268" y="2951184"/>
            <a:ext cx="16357" cy="561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H="1">
            <a:off x="4624070" y="3007368"/>
            <a:ext cx="15198" cy="5650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H="1">
            <a:off x="4610038" y="3063876"/>
            <a:ext cx="14032" cy="568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H="1">
            <a:off x="4597177" y="3120685"/>
            <a:ext cx="12861" cy="57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H="1">
            <a:off x="4585492" y="3177770"/>
            <a:ext cx="11684" cy="573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H="1">
            <a:off x="4574990" y="3235108"/>
            <a:ext cx="10502" cy="5756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4565674" y="3292675"/>
            <a:ext cx="9316" cy="5777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H="1">
            <a:off x="4557548" y="3350445"/>
            <a:ext cx="8126" cy="579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4550616" y="3408394"/>
            <a:ext cx="6932" cy="5810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H="1">
            <a:off x="4544880" y="3466498"/>
            <a:ext cx="5736" cy="582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H="1">
            <a:off x="4540344" y="3524733"/>
            <a:ext cx="4537" cy="5834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H="1">
            <a:off x="4537008" y="3583073"/>
            <a:ext cx="3336" cy="5842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H="1">
            <a:off x="4534875" y="3641494"/>
            <a:ext cx="2133" cy="5847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4470400" y="363855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76370" y="2819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29" name="Shape 127"/>
          <p:cNvSpPr/>
          <p:nvPr/>
        </p:nvSpPr>
        <p:spPr>
          <a:xfrm>
            <a:off x="4596066" y="4365907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08820" y="4423017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22746" y="447985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37839" y="4536388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54090" y="4592603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671495" y="464847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690045" y="4703969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9733" y="4759074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30550" y="4813762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52488" y="4868011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775537" y="4921797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799687" y="4975097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4928" y="5027890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51250" y="5080152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4832350" y="50761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989070" y="4425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45" name="Shape 143"/>
          <p:cNvSpPr/>
          <p:nvPr/>
        </p:nvSpPr>
        <p:spPr>
          <a:xfrm>
            <a:off x="5264602" y="5677983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04202" y="5721064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44680" y="5763321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386018" y="5804737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28200" y="5845294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1207" y="5884975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515021" y="5923763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559624" y="5961641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604996" y="599859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651119" y="6034606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697973" y="6069662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45538" y="6103746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93793" y="6136845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42720" y="6168944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5909310" y="61937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069840" y="598932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61" name="Shape 159"/>
          <p:cNvSpPr/>
          <p:nvPr/>
        </p:nvSpPr>
        <p:spPr>
          <a:xfrm>
            <a:off x="6499608" y="6480006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555444" y="6497515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611628" y="6513872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668136" y="6529070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724945" y="6543102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782030" y="6555963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839368" y="6567648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896935" y="6578150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54705" y="6587466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012654" y="6595592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070758" y="6602524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128993" y="6608260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187333" y="6612796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245754" y="6616132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7254240" y="656844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544310" y="654939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77" name="Shape 175"/>
          <p:cNvSpPr/>
          <p:nvPr/>
        </p:nvSpPr>
        <p:spPr>
          <a:xfrm flipV="1">
            <a:off x="7970167" y="6544320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8027277" y="6530394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8084112" y="6515301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8140648" y="6499050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8196863" y="6481645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8252731" y="646309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8308229" y="6443407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8363334" y="6422590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8418022" y="6400652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8472271" y="6377603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8526057" y="6353453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flipV="1">
            <a:off x="8579357" y="6328212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8632150" y="6301890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8684412" y="6274499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flipV="1">
            <a:off x="8688070" y="61963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973060" y="65913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93" name="Shape 191"/>
          <p:cNvSpPr/>
          <p:nvPr/>
        </p:nvSpPr>
        <p:spPr>
          <a:xfrm flipV="1">
            <a:off x="9282243" y="5848938"/>
            <a:ext cx="43081" cy="396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flipV="1">
            <a:off x="9325324" y="5808460"/>
            <a:ext cx="42258" cy="404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flipV="1">
            <a:off x="9367581" y="5767122"/>
            <a:ext cx="41416" cy="4133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flipV="1">
            <a:off x="9408997" y="5724940"/>
            <a:ext cx="40557" cy="4218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flipV="1">
            <a:off x="9449554" y="5681933"/>
            <a:ext cx="39681" cy="4300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flipV="1">
            <a:off x="9489235" y="5638119"/>
            <a:ext cx="38788" cy="438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flipV="1">
            <a:off x="9528023" y="5593516"/>
            <a:ext cx="37878" cy="4460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flipV="1">
            <a:off x="9565901" y="5548144"/>
            <a:ext cx="36953" cy="4537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9602854" y="5502021"/>
            <a:ext cx="36012" cy="4612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V="1">
            <a:off x="9638866" y="5455167"/>
            <a:ext cx="35056" cy="468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flipV="1">
            <a:off x="9673922" y="5407602"/>
            <a:ext cx="34084" cy="4756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flipV="1">
            <a:off x="9708006" y="5359347"/>
            <a:ext cx="33099" cy="482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flipV="1">
            <a:off x="9741105" y="5310420"/>
            <a:ext cx="32099" cy="48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flipV="1">
            <a:off x="9773204" y="5260844"/>
            <a:ext cx="31086" cy="4957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flipV="1">
            <a:off x="9804400" y="512064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9326880" y="611124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209" name="Shape 207"/>
          <p:cNvSpPr/>
          <p:nvPr/>
        </p:nvSpPr>
        <p:spPr>
          <a:xfrm>
            <a:off x="612648" y="5203190"/>
            <a:ext cx="3949700" cy="157861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802130" y="5289550"/>
            <a:ext cx="726440" cy="22606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421640" y="5275072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</a:t>
            </a:r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</a:t>
            </a:r>
            <a:pPr algn="ctr" indent="0" marL="0">
              <a:buNone/>
            </a:pPr>
            <a:r>
              <a:rPr lang="en-US" sz="1675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ω </a:t>
            </a:r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value, allow</a:t>
            </a:r>
            <a:endParaRPr lang="en-US" sz="1675" dirty="0"/>
          </a:p>
        </p:txBody>
      </p:sp>
      <p:sp>
        <p:nvSpPr>
          <p:cNvPr id="212" name="Text 210"/>
          <p:cNvSpPr/>
          <p:nvPr/>
        </p:nvSpPr>
        <p:spPr>
          <a:xfrm>
            <a:off x="421640" y="5515102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of longer sequences</a:t>
            </a:r>
            <a:endParaRPr lang="en-US" sz="1675" dirty="0"/>
          </a:p>
        </p:txBody>
      </p:sp>
      <p:sp>
        <p:nvSpPr>
          <p:cNvPr id="213" name="Text 211"/>
          <p:cNvSpPr/>
          <p:nvPr/>
        </p:nvSpPr>
        <p:spPr>
          <a:xfrm>
            <a:off x="421640" y="5993892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75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(practically use  ω = 1/10000)</a:t>
            </a:r>
            <a:endParaRPr lang="en-US" sz="1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2026-10-12T07:19:37Z</dcterms:created>
  <dcterms:modified xsi:type="dcterms:W3CDTF">2026-10-12T07:19:37Z</dcterms:modified>
</cp:coreProperties>
</file>