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32815" y="938947"/>
            <a:ext cx="11091672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1009044" y="1461976"/>
            <a:ext cx="10133776" cy="2977115"/>
          </a:xfrm>
          <a:prstGeom prst="rect">
            <a:avLst/>
          </a:prstGeom>
          <a:solidFill>
            <a:srgbClr val="FFFFE6"/>
          </a:solidFill>
          <a:ln w="19050">
            <a:solidFill>
              <a:srgbClr val="2121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784" y="1525014"/>
            <a:ext cx="989595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136913" y="1764246"/>
            <a:ext cx="8891827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 + Positional Information   [First Transformer Block]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150126" y="2016769"/>
            <a:ext cx="88786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of Previous Transformer Block      [Stacked Transformer Blocks]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32784" y="2548397"/>
            <a:ext cx="989595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150126" y="2800920"/>
            <a:ext cx="88786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Encoded Vectors of Input Sequence   [With Same Input Vectors Dimension]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32784" y="3345839"/>
            <a:ext cx="989595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674485" y="3585071"/>
            <a:ext cx="935425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Input Sequences should be of Same Length  (Fixed Length Sequences)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744676" y="3837594"/>
            <a:ext cx="828406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[Apply  Pad or Cut]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48061" y="4090117"/>
            <a:ext cx="938068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Sequence is of same Length as Input Sequence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12677" y="4625161"/>
            <a:ext cx="10926510" cy="2166383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79234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92446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50993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96328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81299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39845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22895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43727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56939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15486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60820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45791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4338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7387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008219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21431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79978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25312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10284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8830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51880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972711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85924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44470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89805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74776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33323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6372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937204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50416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08963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4297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39268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97815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80864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901696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14908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73455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18790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03761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562307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45357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412019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425231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83778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729112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914084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072630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255680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0363299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376511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535058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680393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865364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023910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206960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2079234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092446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250993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396328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581299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39845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922895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3043727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056939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15486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360820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545791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704338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887387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4008219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021431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79978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325312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510284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668830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851880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4972711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985924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144470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289805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474776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633323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816372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5937204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950416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108963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254297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439268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597815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780864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6901696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914908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073455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218790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403761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562307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745357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9412019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425231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583778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729112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914084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072630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255680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10363299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376511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535058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680393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865364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1023910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0206960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8013316" y="4846524"/>
            <a:ext cx="88900" cy="88900"/>
          </a:xfrm>
          <a:prstGeom prst="ellipse">
            <a:avLst/>
          </a:prstGeom>
          <a:solidFill>
            <a:srgbClr val="2222CC"/>
          </a:solidFill>
          <a:ln w="3175">
            <a:solidFill>
              <a:srgbClr val="2222C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016491" y="6211995"/>
            <a:ext cx="82550" cy="82550"/>
          </a:xfrm>
          <a:prstGeom prst="ellipse">
            <a:avLst/>
          </a:prstGeom>
          <a:solidFill>
            <a:srgbClr val="22CC22"/>
          </a:solidFill>
          <a:ln w="3175">
            <a:solidFill>
              <a:srgbClr val="22CC22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257742" y="4846524"/>
            <a:ext cx="88900" cy="88900"/>
          </a:xfrm>
          <a:prstGeom prst="ellipse">
            <a:avLst/>
          </a:prstGeom>
          <a:solidFill>
            <a:srgbClr val="2222CC"/>
          </a:solidFill>
          <a:ln w="3175">
            <a:solidFill>
              <a:srgbClr val="2222C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260917" y="6211995"/>
            <a:ext cx="82550" cy="82550"/>
          </a:xfrm>
          <a:prstGeom prst="ellipse">
            <a:avLst/>
          </a:prstGeom>
          <a:solidFill>
            <a:srgbClr val="22CC22"/>
          </a:solidFill>
          <a:ln w="3175">
            <a:solidFill>
              <a:srgbClr val="22CC22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495562" y="4846524"/>
            <a:ext cx="88900" cy="88900"/>
          </a:xfrm>
          <a:prstGeom prst="ellipse">
            <a:avLst/>
          </a:prstGeom>
          <a:solidFill>
            <a:srgbClr val="2222CC"/>
          </a:solidFill>
          <a:ln w="3175">
            <a:solidFill>
              <a:srgbClr val="2222C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498737" y="6211995"/>
            <a:ext cx="82550" cy="82550"/>
          </a:xfrm>
          <a:prstGeom prst="ellipse">
            <a:avLst/>
          </a:prstGeom>
          <a:solidFill>
            <a:srgbClr val="22CC22"/>
          </a:solidFill>
          <a:ln w="3175">
            <a:solidFill>
              <a:srgbClr val="22CC22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733382" y="4846524"/>
            <a:ext cx="88900" cy="88900"/>
          </a:xfrm>
          <a:prstGeom prst="ellipse">
            <a:avLst/>
          </a:prstGeom>
          <a:solidFill>
            <a:srgbClr val="2222CC"/>
          </a:solidFill>
          <a:ln w="3175">
            <a:solidFill>
              <a:srgbClr val="2222C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736557" y="6211995"/>
            <a:ext cx="82550" cy="82550"/>
          </a:xfrm>
          <a:prstGeom prst="ellipse">
            <a:avLst/>
          </a:prstGeom>
          <a:solidFill>
            <a:srgbClr val="22CC22"/>
          </a:solidFill>
          <a:ln w="3175">
            <a:solidFill>
              <a:srgbClr val="22CC22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931566" y="4846524"/>
            <a:ext cx="88900" cy="88900"/>
          </a:xfrm>
          <a:prstGeom prst="ellipse">
            <a:avLst/>
          </a:prstGeom>
          <a:solidFill>
            <a:srgbClr val="2222CC"/>
          </a:solidFill>
          <a:ln w="3175">
            <a:solidFill>
              <a:srgbClr val="2222C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934741" y="6211995"/>
            <a:ext cx="82550" cy="82550"/>
          </a:xfrm>
          <a:prstGeom prst="ellipse">
            <a:avLst/>
          </a:prstGeom>
          <a:solidFill>
            <a:srgbClr val="22CC22"/>
          </a:solidFill>
          <a:ln w="3175">
            <a:solidFill>
              <a:srgbClr val="22CC2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933900" y="5236532"/>
            <a:ext cx="9499590" cy="664535"/>
          </a:xfrm>
          <a:prstGeom prst="rect">
            <a:avLst/>
          </a:prstGeom>
          <a:solidFill>
            <a:srgbClr val="1A0EAE"/>
          </a:solidFill>
          <a:ln/>
        </p:spPr>
      </p:sp>
      <p:sp>
        <p:nvSpPr>
          <p:cNvPr id="140" name="Text 138"/>
          <p:cNvSpPr/>
          <p:nvPr/>
        </p:nvSpPr>
        <p:spPr>
          <a:xfrm>
            <a:off x="1933900" y="5236532"/>
            <a:ext cx="9499590" cy="6645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</a:t>
            </a:r>
            <a:endParaRPr lang="en-US" sz="1750" dirty="0"/>
          </a:p>
        </p:txBody>
      </p:sp>
      <p:sp>
        <p:nvSpPr>
          <p:cNvPr id="141" name="Shape 139"/>
          <p:cNvSpPr/>
          <p:nvPr/>
        </p:nvSpPr>
        <p:spPr>
          <a:xfrm>
            <a:off x="2350085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350085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314577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314577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279070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279070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43562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243562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208054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208054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172547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172547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682870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682870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634150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634150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723332" y="4779944"/>
            <a:ext cx="2011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of Self</a:t>
            </a:r>
            <a:endParaRPr lang="en-US" sz="1300" dirty="0"/>
          </a:p>
        </p:txBody>
      </p:sp>
      <p:sp>
        <p:nvSpPr>
          <p:cNvPr id="158" name="Text 156"/>
          <p:cNvSpPr/>
          <p:nvPr/>
        </p:nvSpPr>
        <p:spPr>
          <a:xfrm>
            <a:off x="269989" y="4979304"/>
            <a:ext cx="2011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159" name="Text 157"/>
          <p:cNvSpPr/>
          <p:nvPr/>
        </p:nvSpPr>
        <p:spPr>
          <a:xfrm>
            <a:off x="696908" y="5909653"/>
            <a:ext cx="2011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 to Self</a:t>
            </a:r>
            <a:endParaRPr lang="en-US" sz="1300" dirty="0"/>
          </a:p>
        </p:txBody>
      </p:sp>
      <p:sp>
        <p:nvSpPr>
          <p:cNvPr id="160" name="Text 158"/>
          <p:cNvSpPr/>
          <p:nvPr/>
        </p:nvSpPr>
        <p:spPr>
          <a:xfrm>
            <a:off x="696908" y="6122304"/>
            <a:ext cx="2011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161" name="Shape 159"/>
          <p:cNvSpPr/>
          <p:nvPr/>
        </p:nvSpPr>
        <p:spPr>
          <a:xfrm>
            <a:off x="3611852" y="6485857"/>
            <a:ext cx="3712635" cy="172779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62" name="Text 160"/>
          <p:cNvSpPr/>
          <p:nvPr/>
        </p:nvSpPr>
        <p:spPr>
          <a:xfrm>
            <a:off x="3436170" y="6466147"/>
            <a:ext cx="406908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 Embedding  +  Positional  Information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2026-10-11T23:21:41Z</dcterms:created>
  <dcterms:modified xsi:type="dcterms:W3CDTF">2026-10-11T23:21:41Z</dcterms:modified>
</cp:coreProperties>
</file>