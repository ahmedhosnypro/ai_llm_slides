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image" Target="../media/image-1-1.png"/><Relationship Id="rId7" Type="http://schemas.openxmlformats.org/officeDocument/2006/relationships/image" Target="../media/image-1-1.png"/><Relationship Id="rId8" Type="http://schemas.openxmlformats.org/officeDocument/2006/relationships/image" Target="../media/image-1-1.png"/><Relationship Id="rId9" Type="http://schemas.openxmlformats.org/officeDocument/2006/relationships/image" Target="../media/image-1-1.png"/><Relationship Id="rId10" Type="http://schemas.openxmlformats.org/officeDocument/2006/relationships/image" Target="../media/image-1-1.png"/><Relationship Id="rId11" Type="http://schemas.openxmlformats.org/officeDocument/2006/relationships/image" Target="../media/image-1-1.png"/><Relationship Id="rId12" Type="http://schemas.openxmlformats.org/officeDocument/2006/relationships/image" Target="../media/image-1-1.png"/><Relationship Id="rId13" Type="http://schemas.openxmlformats.org/officeDocument/2006/relationships/image" Target="../media/image-1-1.png"/><Relationship Id="rId14" Type="http://schemas.openxmlformats.org/officeDocument/2006/relationships/image" Target="../media/image-1-1.png"/><Relationship Id="rId15" Type="http://schemas.openxmlformats.org/officeDocument/2006/relationships/image" Target="../media/image-1-1.png"/><Relationship Id="rId16" Type="http://schemas.openxmlformats.org/officeDocument/2006/relationships/image" Target="../media/image-1-1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8.png"/><Relationship Id="rId20" Type="http://schemas.openxmlformats.org/officeDocument/2006/relationships/image" Target="../media/image-1-18.png"/><Relationship Id="rId21" Type="http://schemas.openxmlformats.org/officeDocument/2006/relationships/image" Target="../media/image-1-17.png"/><Relationship Id="rId22" Type="http://schemas.openxmlformats.org/officeDocument/2006/relationships/image" Target="../media/image-1-18.png"/><Relationship Id="rId23" Type="http://schemas.openxmlformats.org/officeDocument/2006/relationships/image" Target="../media/image-1-18.png"/><Relationship Id="rId24" Type="http://schemas.openxmlformats.org/officeDocument/2006/relationships/image" Target="../media/image-1-18.png"/><Relationship Id="rId25" Type="http://schemas.openxmlformats.org/officeDocument/2006/relationships/image" Target="../media/image-1-17.png"/><Relationship Id="rId26" Type="http://schemas.openxmlformats.org/officeDocument/2006/relationships/image" Target="../media/image-1-18.png"/><Relationship Id="rId27" Type="http://schemas.openxmlformats.org/officeDocument/2006/relationships/image" Target="../media/image-1-18.png"/><Relationship Id="rId28" Type="http://schemas.openxmlformats.org/officeDocument/2006/relationships/image" Target="../media/image-1-18.png"/><Relationship Id="rId29" Type="http://schemas.openxmlformats.org/officeDocument/2006/relationships/image" Target="../media/image-1-17.png"/><Relationship Id="rId30" Type="http://schemas.openxmlformats.org/officeDocument/2006/relationships/image" Target="../media/image-1-18.png"/><Relationship Id="rId31" Type="http://schemas.openxmlformats.org/officeDocument/2006/relationships/image" Target="../media/image-1-18.png"/><Relationship Id="rId32" Type="http://schemas.openxmlformats.org/officeDocument/2006/relationships/image" Target="../media/image-1-18.png"/><Relationship Id="rId33" Type="http://schemas.openxmlformats.org/officeDocument/2006/relationships/image" Target="../media/image-1-17.png"/><Relationship Id="rId34" Type="http://schemas.openxmlformats.org/officeDocument/2006/relationships/image" Target="../media/image-1-18.png"/><Relationship Id="rId35" Type="http://schemas.openxmlformats.org/officeDocument/2006/relationships/image" Target="../media/image-1-18.png"/><Relationship Id="rId36" Type="http://schemas.openxmlformats.org/officeDocument/2006/relationships/image" Target="../media/image-1-18.png"/><Relationship Id="rId37" Type="http://schemas.openxmlformats.org/officeDocument/2006/relationships/image" Target="../media/image-1-17.png"/><Relationship Id="rId38" Type="http://schemas.openxmlformats.org/officeDocument/2006/relationships/image" Target="../media/image-1-18.png"/><Relationship Id="rId39" Type="http://schemas.openxmlformats.org/officeDocument/2006/relationships/image" Target="../media/image-1-18.png"/><Relationship Id="rId40" Type="http://schemas.openxmlformats.org/officeDocument/2006/relationships/image" Target="../media/image-1-18.png"/><Relationship Id="rId41" Type="http://schemas.openxmlformats.org/officeDocument/2006/relationships/image" Target="../media/image-1-17.png"/><Relationship Id="rId42" Type="http://schemas.openxmlformats.org/officeDocument/2006/relationships/image" Target="../media/image-1-18.png"/><Relationship Id="rId43" Type="http://schemas.openxmlformats.org/officeDocument/2006/relationships/image" Target="../media/image-1-18.png"/><Relationship Id="rId44" Type="http://schemas.openxmlformats.org/officeDocument/2006/relationships/image" Target="../media/image-1-18.png"/><Relationship Id="rId45" Type="http://schemas.openxmlformats.org/officeDocument/2006/relationships/image" Target="../media/image-1-17.png"/><Relationship Id="rId46" Type="http://schemas.openxmlformats.org/officeDocument/2006/relationships/image" Target="../media/image-1-18.png"/><Relationship Id="rId47" Type="http://schemas.openxmlformats.org/officeDocument/2006/relationships/image" Target="../media/image-1-18.png"/><Relationship Id="rId48" Type="http://schemas.openxmlformats.org/officeDocument/2006/relationships/image" Target="../media/image-1-18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23670" y="1155700"/>
            <a:ext cx="10210800" cy="5181600"/>
          </a:xfrm>
          <a:prstGeom prst="roundRect">
            <a:avLst>
              <a:gd name="adj" fmla="val 1059"/>
            </a:avLst>
          </a:prstGeom>
          <a:solidFill>
            <a:srgbClr val="E9B172"/>
          </a:solidFill>
          <a:ln w="28575">
            <a:solidFill>
              <a:srgbClr val="9E5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9600" y="1276350"/>
            <a:ext cx="9550400" cy="923290"/>
          </a:xfrm>
          <a:prstGeom prst="roundRect">
            <a:avLst>
              <a:gd name="adj" fmla="val 7923"/>
            </a:avLst>
          </a:prstGeom>
          <a:solidFill>
            <a:srgbClr val="E9B172"/>
          </a:solidFill>
          <a:ln w="19050">
            <a:solidFill>
              <a:srgbClr val="9A8434"/>
            </a:solidFill>
            <a:prstDash val="dashDot"/>
          </a:ln>
        </p:spPr>
      </p:sp>
      <p:sp>
        <p:nvSpPr>
          <p:cNvPr id="7" name="Shape 5"/>
          <p:cNvSpPr/>
          <p:nvPr/>
        </p:nvSpPr>
        <p:spPr>
          <a:xfrm>
            <a:off x="1879600" y="4013200"/>
            <a:ext cx="9550400" cy="1017270"/>
          </a:xfrm>
          <a:prstGeom prst="roundRect">
            <a:avLst>
              <a:gd name="adj" fmla="val 7191"/>
            </a:avLst>
          </a:prstGeom>
          <a:solidFill>
            <a:srgbClr val="E9B172"/>
          </a:solidFill>
          <a:ln w="19050">
            <a:solidFill>
              <a:srgbClr val="9A8434"/>
            </a:solidFill>
            <a:prstDash val="dashDot"/>
          </a:ln>
        </p:spPr>
      </p:sp>
      <p:sp>
        <p:nvSpPr>
          <p:cNvPr id="8" name="Shape 6"/>
          <p:cNvSpPr/>
          <p:nvPr/>
        </p:nvSpPr>
        <p:spPr>
          <a:xfrm>
            <a:off x="2024380" y="1342390"/>
            <a:ext cx="9182100" cy="398780"/>
          </a:xfrm>
          <a:prstGeom prst="rect">
            <a:avLst/>
          </a:prstGeom>
          <a:solidFill>
            <a:srgbClr val="EDB671"/>
          </a:solidFill>
          <a:ln w="15875">
            <a:solidFill>
              <a:srgbClr val="B08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52850" y="1342390"/>
            <a:ext cx="55880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DC7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1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024380" y="4146550"/>
            <a:ext cx="9182100" cy="398780"/>
          </a:xfrm>
          <a:prstGeom prst="rect">
            <a:avLst/>
          </a:prstGeom>
          <a:solidFill>
            <a:srgbClr val="EDB671"/>
          </a:solidFill>
          <a:ln w="15875">
            <a:solidFill>
              <a:srgbClr val="B08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2850" y="4146550"/>
            <a:ext cx="55880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DC7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1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900" dirty="0"/>
          </a:p>
        </p:txBody>
      </p:sp>
      <p:pic>
        <p:nvPicPr>
          <p:cNvPr id="12" name="Image 0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910" y="1933575"/>
            <a:ext cx="685800" cy="1905000"/>
          </a:xfrm>
          <a:prstGeom prst="rect">
            <a:avLst/>
          </a:prstGeom>
        </p:spPr>
      </p:pic>
      <p:pic>
        <p:nvPicPr>
          <p:cNvPr id="13" name="Image 1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760" y="1933575"/>
            <a:ext cx="685800" cy="1905000"/>
          </a:xfrm>
          <a:prstGeom prst="rect">
            <a:avLst/>
          </a:prstGeom>
        </p:spPr>
      </p:pic>
      <p:pic>
        <p:nvPicPr>
          <p:cNvPr id="14" name="Image 2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1933575"/>
            <a:ext cx="685800" cy="1905000"/>
          </a:xfrm>
          <a:prstGeom prst="rect">
            <a:avLst/>
          </a:prstGeom>
        </p:spPr>
      </p:pic>
      <p:pic>
        <p:nvPicPr>
          <p:cNvPr id="15" name="Image 3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00" y="1933575"/>
            <a:ext cx="685800" cy="1905000"/>
          </a:xfrm>
          <a:prstGeom prst="rect">
            <a:avLst/>
          </a:prstGeom>
        </p:spPr>
      </p:pic>
      <p:pic>
        <p:nvPicPr>
          <p:cNvPr id="16" name="Image 4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550" y="1933575"/>
            <a:ext cx="685800" cy="1905000"/>
          </a:xfrm>
          <a:prstGeom prst="rect">
            <a:avLst/>
          </a:prstGeom>
        </p:spPr>
      </p:pic>
      <p:pic>
        <p:nvPicPr>
          <p:cNvPr id="17" name="Image 5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5750" y="1933575"/>
            <a:ext cx="685800" cy="1905000"/>
          </a:xfrm>
          <a:prstGeom prst="rect">
            <a:avLst/>
          </a:prstGeom>
        </p:spPr>
      </p:pic>
      <p:pic>
        <p:nvPicPr>
          <p:cNvPr id="18" name="Image 6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7810" y="1933575"/>
            <a:ext cx="685800" cy="1905000"/>
          </a:xfrm>
          <a:prstGeom prst="rect">
            <a:avLst/>
          </a:prstGeom>
        </p:spPr>
      </p:pic>
      <p:pic>
        <p:nvPicPr>
          <p:cNvPr id="19" name="Image 7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5230" y="1933575"/>
            <a:ext cx="685800" cy="1905000"/>
          </a:xfrm>
          <a:prstGeom prst="rect">
            <a:avLst/>
          </a:prstGeom>
        </p:spPr>
      </p:pic>
      <p:pic>
        <p:nvPicPr>
          <p:cNvPr id="20" name="Image 8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9910" y="4751705"/>
            <a:ext cx="685800" cy="1905000"/>
          </a:xfrm>
          <a:prstGeom prst="rect">
            <a:avLst/>
          </a:prstGeom>
        </p:spPr>
      </p:pic>
      <p:pic>
        <p:nvPicPr>
          <p:cNvPr id="21" name="Image 9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8760" y="4751705"/>
            <a:ext cx="685800" cy="1905000"/>
          </a:xfrm>
          <a:prstGeom prst="rect">
            <a:avLst/>
          </a:prstGeom>
        </p:spPr>
      </p:pic>
      <p:pic>
        <p:nvPicPr>
          <p:cNvPr id="22" name="Image 10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6500" y="4751705"/>
            <a:ext cx="685800" cy="1905000"/>
          </a:xfrm>
          <a:prstGeom prst="rect">
            <a:avLst/>
          </a:prstGeom>
        </p:spPr>
      </p:pic>
      <p:pic>
        <p:nvPicPr>
          <p:cNvPr id="23" name="Image 11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11700" y="4751705"/>
            <a:ext cx="685800" cy="1905000"/>
          </a:xfrm>
          <a:prstGeom prst="rect">
            <a:avLst/>
          </a:prstGeom>
        </p:spPr>
      </p:pic>
      <p:pic>
        <p:nvPicPr>
          <p:cNvPr id="24" name="Image 12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70550" y="4751705"/>
            <a:ext cx="685800" cy="1905000"/>
          </a:xfrm>
          <a:prstGeom prst="rect">
            <a:avLst/>
          </a:prstGeom>
        </p:spPr>
      </p:pic>
      <p:pic>
        <p:nvPicPr>
          <p:cNvPr id="25" name="Image 13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35750" y="4751705"/>
            <a:ext cx="685800" cy="1905000"/>
          </a:xfrm>
          <a:prstGeom prst="rect">
            <a:avLst/>
          </a:prstGeom>
        </p:spPr>
      </p:pic>
      <p:pic>
        <p:nvPicPr>
          <p:cNvPr id="26" name="Image 14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7810" y="4751705"/>
            <a:ext cx="685800" cy="1905000"/>
          </a:xfrm>
          <a:prstGeom prst="rect">
            <a:avLst/>
          </a:prstGeom>
        </p:spPr>
      </p:pic>
      <p:pic>
        <p:nvPicPr>
          <p:cNvPr id="27" name="Image 15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95230" y="4751705"/>
            <a:ext cx="685800" cy="1905000"/>
          </a:xfrm>
          <a:prstGeom prst="rect">
            <a:avLst/>
          </a:prstGeom>
        </p:spPr>
      </p:pic>
      <p:sp>
        <p:nvSpPr>
          <p:cNvPr id="28" name="Shape 10"/>
          <p:cNvSpPr/>
          <p:nvPr/>
        </p:nvSpPr>
        <p:spPr>
          <a:xfrm>
            <a:off x="202692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9" name="Shape 11"/>
          <p:cNvSpPr/>
          <p:nvPr/>
        </p:nvSpPr>
        <p:spPr>
          <a:xfrm>
            <a:off x="217805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0" name="Shape 12"/>
          <p:cNvSpPr/>
          <p:nvPr/>
        </p:nvSpPr>
        <p:spPr>
          <a:xfrm>
            <a:off x="232918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1" name="Shape 13"/>
          <p:cNvSpPr/>
          <p:nvPr/>
        </p:nvSpPr>
        <p:spPr>
          <a:xfrm>
            <a:off x="248031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2" name="Shape 14"/>
          <p:cNvSpPr/>
          <p:nvPr/>
        </p:nvSpPr>
        <p:spPr>
          <a:xfrm>
            <a:off x="263144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3" name="Shape 15"/>
          <p:cNvSpPr/>
          <p:nvPr/>
        </p:nvSpPr>
        <p:spPr>
          <a:xfrm>
            <a:off x="278257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4" name="Text 16"/>
          <p:cNvSpPr/>
          <p:nvPr/>
        </p:nvSpPr>
        <p:spPr>
          <a:xfrm>
            <a:off x="231521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35" name="Shape 17"/>
          <p:cNvSpPr/>
          <p:nvPr/>
        </p:nvSpPr>
        <p:spPr>
          <a:xfrm>
            <a:off x="298577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6" name="Shape 18"/>
          <p:cNvSpPr/>
          <p:nvPr/>
        </p:nvSpPr>
        <p:spPr>
          <a:xfrm>
            <a:off x="313690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7" name="Shape 19"/>
          <p:cNvSpPr/>
          <p:nvPr/>
        </p:nvSpPr>
        <p:spPr>
          <a:xfrm>
            <a:off x="328803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8" name="Shape 20"/>
          <p:cNvSpPr/>
          <p:nvPr/>
        </p:nvSpPr>
        <p:spPr>
          <a:xfrm>
            <a:off x="343916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9" name="Shape 21"/>
          <p:cNvSpPr/>
          <p:nvPr/>
        </p:nvSpPr>
        <p:spPr>
          <a:xfrm>
            <a:off x="359029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0" name="Shape 22"/>
          <p:cNvSpPr/>
          <p:nvPr/>
        </p:nvSpPr>
        <p:spPr>
          <a:xfrm>
            <a:off x="374142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1" name="Text 23"/>
          <p:cNvSpPr/>
          <p:nvPr/>
        </p:nvSpPr>
        <p:spPr>
          <a:xfrm>
            <a:off x="327406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Shape 24"/>
          <p:cNvSpPr/>
          <p:nvPr/>
        </p:nvSpPr>
        <p:spPr>
          <a:xfrm>
            <a:off x="395351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3" name="Shape 25"/>
          <p:cNvSpPr/>
          <p:nvPr/>
        </p:nvSpPr>
        <p:spPr>
          <a:xfrm>
            <a:off x="410464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4" name="Shape 26"/>
          <p:cNvSpPr/>
          <p:nvPr/>
        </p:nvSpPr>
        <p:spPr>
          <a:xfrm>
            <a:off x="425577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5" name="Shape 27"/>
          <p:cNvSpPr/>
          <p:nvPr/>
        </p:nvSpPr>
        <p:spPr>
          <a:xfrm>
            <a:off x="440690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6" name="Shape 28"/>
          <p:cNvSpPr/>
          <p:nvPr/>
        </p:nvSpPr>
        <p:spPr>
          <a:xfrm>
            <a:off x="455803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7" name="Shape 29"/>
          <p:cNvSpPr/>
          <p:nvPr/>
        </p:nvSpPr>
        <p:spPr>
          <a:xfrm>
            <a:off x="470916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8" name="Text 30"/>
          <p:cNvSpPr/>
          <p:nvPr/>
        </p:nvSpPr>
        <p:spPr>
          <a:xfrm>
            <a:off x="424180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Shape 31"/>
          <p:cNvSpPr/>
          <p:nvPr/>
        </p:nvSpPr>
        <p:spPr>
          <a:xfrm>
            <a:off x="491871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0" name="Shape 32"/>
          <p:cNvSpPr/>
          <p:nvPr/>
        </p:nvSpPr>
        <p:spPr>
          <a:xfrm>
            <a:off x="506984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1" name="Shape 33"/>
          <p:cNvSpPr/>
          <p:nvPr/>
        </p:nvSpPr>
        <p:spPr>
          <a:xfrm>
            <a:off x="522097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2" name="Shape 34"/>
          <p:cNvSpPr/>
          <p:nvPr/>
        </p:nvSpPr>
        <p:spPr>
          <a:xfrm>
            <a:off x="537210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3" name="Shape 35"/>
          <p:cNvSpPr/>
          <p:nvPr/>
        </p:nvSpPr>
        <p:spPr>
          <a:xfrm>
            <a:off x="552323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4" name="Shape 36"/>
          <p:cNvSpPr/>
          <p:nvPr/>
        </p:nvSpPr>
        <p:spPr>
          <a:xfrm>
            <a:off x="567436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5" name="Text 37"/>
          <p:cNvSpPr/>
          <p:nvPr/>
        </p:nvSpPr>
        <p:spPr>
          <a:xfrm>
            <a:off x="520700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6" name="Shape 38"/>
          <p:cNvSpPr/>
          <p:nvPr/>
        </p:nvSpPr>
        <p:spPr>
          <a:xfrm>
            <a:off x="587756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7" name="Shape 39"/>
          <p:cNvSpPr/>
          <p:nvPr/>
        </p:nvSpPr>
        <p:spPr>
          <a:xfrm>
            <a:off x="602869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8" name="Shape 40"/>
          <p:cNvSpPr/>
          <p:nvPr/>
        </p:nvSpPr>
        <p:spPr>
          <a:xfrm>
            <a:off x="617982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9" name="Shape 41"/>
          <p:cNvSpPr/>
          <p:nvPr/>
        </p:nvSpPr>
        <p:spPr>
          <a:xfrm>
            <a:off x="633095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0" name="Shape 42"/>
          <p:cNvSpPr/>
          <p:nvPr/>
        </p:nvSpPr>
        <p:spPr>
          <a:xfrm>
            <a:off x="648208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663321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2" name="Text 44"/>
          <p:cNvSpPr/>
          <p:nvPr/>
        </p:nvSpPr>
        <p:spPr>
          <a:xfrm>
            <a:off x="616585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3" name="Shape 45"/>
          <p:cNvSpPr/>
          <p:nvPr/>
        </p:nvSpPr>
        <p:spPr>
          <a:xfrm>
            <a:off x="684276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4" name="Shape 46"/>
          <p:cNvSpPr/>
          <p:nvPr/>
        </p:nvSpPr>
        <p:spPr>
          <a:xfrm>
            <a:off x="699389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5" name="Shape 47"/>
          <p:cNvSpPr/>
          <p:nvPr/>
        </p:nvSpPr>
        <p:spPr>
          <a:xfrm>
            <a:off x="714502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6" name="Shape 48"/>
          <p:cNvSpPr/>
          <p:nvPr/>
        </p:nvSpPr>
        <p:spPr>
          <a:xfrm>
            <a:off x="729615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7" name="Shape 49"/>
          <p:cNvSpPr/>
          <p:nvPr/>
        </p:nvSpPr>
        <p:spPr>
          <a:xfrm>
            <a:off x="744728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8" name="Shape 50"/>
          <p:cNvSpPr/>
          <p:nvPr/>
        </p:nvSpPr>
        <p:spPr>
          <a:xfrm>
            <a:off x="759841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713105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70" name="Shape 52"/>
          <p:cNvSpPr/>
          <p:nvPr/>
        </p:nvSpPr>
        <p:spPr>
          <a:xfrm>
            <a:off x="935482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1" name="Shape 53"/>
          <p:cNvSpPr/>
          <p:nvPr/>
        </p:nvSpPr>
        <p:spPr>
          <a:xfrm>
            <a:off x="950595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2" name="Shape 54"/>
          <p:cNvSpPr/>
          <p:nvPr/>
        </p:nvSpPr>
        <p:spPr>
          <a:xfrm>
            <a:off x="965708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3" name="Shape 55"/>
          <p:cNvSpPr/>
          <p:nvPr/>
        </p:nvSpPr>
        <p:spPr>
          <a:xfrm>
            <a:off x="980821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4" name="Shape 56"/>
          <p:cNvSpPr/>
          <p:nvPr/>
        </p:nvSpPr>
        <p:spPr>
          <a:xfrm>
            <a:off x="995934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5" name="Shape 57"/>
          <p:cNvSpPr/>
          <p:nvPr/>
        </p:nvSpPr>
        <p:spPr>
          <a:xfrm>
            <a:off x="1011047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6" name="Text 58"/>
          <p:cNvSpPr/>
          <p:nvPr/>
        </p:nvSpPr>
        <p:spPr>
          <a:xfrm>
            <a:off x="964311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77" name="Shape 59"/>
          <p:cNvSpPr/>
          <p:nvPr/>
        </p:nvSpPr>
        <p:spPr>
          <a:xfrm>
            <a:off x="1030224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8" name="Shape 60"/>
          <p:cNvSpPr/>
          <p:nvPr/>
        </p:nvSpPr>
        <p:spPr>
          <a:xfrm>
            <a:off x="1045337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9" name="Shape 61"/>
          <p:cNvSpPr/>
          <p:nvPr/>
        </p:nvSpPr>
        <p:spPr>
          <a:xfrm>
            <a:off x="1060450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0" name="Shape 62"/>
          <p:cNvSpPr/>
          <p:nvPr/>
        </p:nvSpPr>
        <p:spPr>
          <a:xfrm>
            <a:off x="1075563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1" name="Shape 63"/>
          <p:cNvSpPr/>
          <p:nvPr/>
        </p:nvSpPr>
        <p:spPr>
          <a:xfrm>
            <a:off x="1090676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2" name="Shape 64"/>
          <p:cNvSpPr/>
          <p:nvPr/>
        </p:nvSpPr>
        <p:spPr>
          <a:xfrm>
            <a:off x="1105789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3" name="Text 65"/>
          <p:cNvSpPr/>
          <p:nvPr/>
        </p:nvSpPr>
        <p:spPr>
          <a:xfrm>
            <a:off x="1059053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84" name="Shape 66"/>
          <p:cNvSpPr/>
          <p:nvPr/>
        </p:nvSpPr>
        <p:spPr>
          <a:xfrm>
            <a:off x="797052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5" name="Shape 67"/>
          <p:cNvSpPr/>
          <p:nvPr/>
        </p:nvSpPr>
        <p:spPr>
          <a:xfrm>
            <a:off x="820166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6" name="Shape 68"/>
          <p:cNvSpPr/>
          <p:nvPr/>
        </p:nvSpPr>
        <p:spPr>
          <a:xfrm>
            <a:off x="843153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7" name="Shape 69"/>
          <p:cNvSpPr/>
          <p:nvPr/>
        </p:nvSpPr>
        <p:spPr>
          <a:xfrm>
            <a:off x="866267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8" name="Shape 70"/>
          <p:cNvSpPr/>
          <p:nvPr/>
        </p:nvSpPr>
        <p:spPr>
          <a:xfrm>
            <a:off x="889254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9" name="Shape 71"/>
          <p:cNvSpPr/>
          <p:nvPr/>
        </p:nvSpPr>
        <p:spPr>
          <a:xfrm>
            <a:off x="202692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0" name="Shape 72"/>
          <p:cNvSpPr/>
          <p:nvPr/>
        </p:nvSpPr>
        <p:spPr>
          <a:xfrm>
            <a:off x="217805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1" name="Shape 73"/>
          <p:cNvSpPr/>
          <p:nvPr/>
        </p:nvSpPr>
        <p:spPr>
          <a:xfrm>
            <a:off x="232918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2" name="Shape 74"/>
          <p:cNvSpPr/>
          <p:nvPr/>
        </p:nvSpPr>
        <p:spPr>
          <a:xfrm>
            <a:off x="248031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3" name="Shape 75"/>
          <p:cNvSpPr/>
          <p:nvPr/>
        </p:nvSpPr>
        <p:spPr>
          <a:xfrm>
            <a:off x="263144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4" name="Shape 76"/>
          <p:cNvSpPr/>
          <p:nvPr/>
        </p:nvSpPr>
        <p:spPr>
          <a:xfrm>
            <a:off x="278257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5" name="Text 77"/>
          <p:cNvSpPr/>
          <p:nvPr/>
        </p:nvSpPr>
        <p:spPr>
          <a:xfrm>
            <a:off x="231521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96" name="Shape 78"/>
          <p:cNvSpPr/>
          <p:nvPr/>
        </p:nvSpPr>
        <p:spPr>
          <a:xfrm>
            <a:off x="298577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7" name="Shape 79"/>
          <p:cNvSpPr/>
          <p:nvPr/>
        </p:nvSpPr>
        <p:spPr>
          <a:xfrm>
            <a:off x="313690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8" name="Shape 80"/>
          <p:cNvSpPr/>
          <p:nvPr/>
        </p:nvSpPr>
        <p:spPr>
          <a:xfrm>
            <a:off x="328803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9" name="Shape 81"/>
          <p:cNvSpPr/>
          <p:nvPr/>
        </p:nvSpPr>
        <p:spPr>
          <a:xfrm>
            <a:off x="343916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0" name="Shape 82"/>
          <p:cNvSpPr/>
          <p:nvPr/>
        </p:nvSpPr>
        <p:spPr>
          <a:xfrm>
            <a:off x="359029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1" name="Shape 83"/>
          <p:cNvSpPr/>
          <p:nvPr/>
        </p:nvSpPr>
        <p:spPr>
          <a:xfrm>
            <a:off x="374142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2" name="Text 84"/>
          <p:cNvSpPr/>
          <p:nvPr/>
        </p:nvSpPr>
        <p:spPr>
          <a:xfrm>
            <a:off x="327406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3" name="Shape 85"/>
          <p:cNvSpPr/>
          <p:nvPr/>
        </p:nvSpPr>
        <p:spPr>
          <a:xfrm>
            <a:off x="395351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4" name="Shape 86"/>
          <p:cNvSpPr/>
          <p:nvPr/>
        </p:nvSpPr>
        <p:spPr>
          <a:xfrm>
            <a:off x="410464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5" name="Shape 87"/>
          <p:cNvSpPr/>
          <p:nvPr/>
        </p:nvSpPr>
        <p:spPr>
          <a:xfrm>
            <a:off x="425577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6" name="Shape 88"/>
          <p:cNvSpPr/>
          <p:nvPr/>
        </p:nvSpPr>
        <p:spPr>
          <a:xfrm>
            <a:off x="440690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7" name="Shape 89"/>
          <p:cNvSpPr/>
          <p:nvPr/>
        </p:nvSpPr>
        <p:spPr>
          <a:xfrm>
            <a:off x="455803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8" name="Shape 90"/>
          <p:cNvSpPr/>
          <p:nvPr/>
        </p:nvSpPr>
        <p:spPr>
          <a:xfrm>
            <a:off x="470916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9" name="Text 91"/>
          <p:cNvSpPr/>
          <p:nvPr/>
        </p:nvSpPr>
        <p:spPr>
          <a:xfrm>
            <a:off x="424180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0" name="Shape 92"/>
          <p:cNvSpPr/>
          <p:nvPr/>
        </p:nvSpPr>
        <p:spPr>
          <a:xfrm>
            <a:off x="491871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1" name="Shape 93"/>
          <p:cNvSpPr/>
          <p:nvPr/>
        </p:nvSpPr>
        <p:spPr>
          <a:xfrm>
            <a:off x="506984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2" name="Shape 94"/>
          <p:cNvSpPr/>
          <p:nvPr/>
        </p:nvSpPr>
        <p:spPr>
          <a:xfrm>
            <a:off x="522097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3" name="Shape 95"/>
          <p:cNvSpPr/>
          <p:nvPr/>
        </p:nvSpPr>
        <p:spPr>
          <a:xfrm>
            <a:off x="537210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4" name="Shape 96"/>
          <p:cNvSpPr/>
          <p:nvPr/>
        </p:nvSpPr>
        <p:spPr>
          <a:xfrm>
            <a:off x="552323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5" name="Shape 97"/>
          <p:cNvSpPr/>
          <p:nvPr/>
        </p:nvSpPr>
        <p:spPr>
          <a:xfrm>
            <a:off x="567436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6" name="Text 98"/>
          <p:cNvSpPr/>
          <p:nvPr/>
        </p:nvSpPr>
        <p:spPr>
          <a:xfrm>
            <a:off x="520700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7" name="Shape 99"/>
          <p:cNvSpPr/>
          <p:nvPr/>
        </p:nvSpPr>
        <p:spPr>
          <a:xfrm>
            <a:off x="587756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8" name="Shape 100"/>
          <p:cNvSpPr/>
          <p:nvPr/>
        </p:nvSpPr>
        <p:spPr>
          <a:xfrm>
            <a:off x="602869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9" name="Shape 101"/>
          <p:cNvSpPr/>
          <p:nvPr/>
        </p:nvSpPr>
        <p:spPr>
          <a:xfrm>
            <a:off x="617982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0" name="Shape 102"/>
          <p:cNvSpPr/>
          <p:nvPr/>
        </p:nvSpPr>
        <p:spPr>
          <a:xfrm>
            <a:off x="633095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1" name="Shape 103"/>
          <p:cNvSpPr/>
          <p:nvPr/>
        </p:nvSpPr>
        <p:spPr>
          <a:xfrm>
            <a:off x="648208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2" name="Shape 104"/>
          <p:cNvSpPr/>
          <p:nvPr/>
        </p:nvSpPr>
        <p:spPr>
          <a:xfrm>
            <a:off x="663321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3" name="Text 105"/>
          <p:cNvSpPr/>
          <p:nvPr/>
        </p:nvSpPr>
        <p:spPr>
          <a:xfrm>
            <a:off x="616585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24" name="Shape 106"/>
          <p:cNvSpPr/>
          <p:nvPr/>
        </p:nvSpPr>
        <p:spPr>
          <a:xfrm>
            <a:off x="684276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5" name="Shape 107"/>
          <p:cNvSpPr/>
          <p:nvPr/>
        </p:nvSpPr>
        <p:spPr>
          <a:xfrm>
            <a:off x="699389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6" name="Shape 108"/>
          <p:cNvSpPr/>
          <p:nvPr/>
        </p:nvSpPr>
        <p:spPr>
          <a:xfrm>
            <a:off x="714502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7" name="Shape 109"/>
          <p:cNvSpPr/>
          <p:nvPr/>
        </p:nvSpPr>
        <p:spPr>
          <a:xfrm>
            <a:off x="729615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8" name="Shape 110"/>
          <p:cNvSpPr/>
          <p:nvPr/>
        </p:nvSpPr>
        <p:spPr>
          <a:xfrm>
            <a:off x="744728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9" name="Shape 111"/>
          <p:cNvSpPr/>
          <p:nvPr/>
        </p:nvSpPr>
        <p:spPr>
          <a:xfrm>
            <a:off x="759841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0" name="Text 112"/>
          <p:cNvSpPr/>
          <p:nvPr/>
        </p:nvSpPr>
        <p:spPr>
          <a:xfrm>
            <a:off x="713105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31" name="Shape 113"/>
          <p:cNvSpPr/>
          <p:nvPr/>
        </p:nvSpPr>
        <p:spPr>
          <a:xfrm>
            <a:off x="935482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2" name="Shape 114"/>
          <p:cNvSpPr/>
          <p:nvPr/>
        </p:nvSpPr>
        <p:spPr>
          <a:xfrm>
            <a:off x="950595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3" name="Shape 115"/>
          <p:cNvSpPr/>
          <p:nvPr/>
        </p:nvSpPr>
        <p:spPr>
          <a:xfrm>
            <a:off x="965708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4" name="Shape 116"/>
          <p:cNvSpPr/>
          <p:nvPr/>
        </p:nvSpPr>
        <p:spPr>
          <a:xfrm>
            <a:off x="980821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5" name="Shape 117"/>
          <p:cNvSpPr/>
          <p:nvPr/>
        </p:nvSpPr>
        <p:spPr>
          <a:xfrm>
            <a:off x="995934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6" name="Shape 118"/>
          <p:cNvSpPr/>
          <p:nvPr/>
        </p:nvSpPr>
        <p:spPr>
          <a:xfrm>
            <a:off x="1011047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7" name="Text 119"/>
          <p:cNvSpPr/>
          <p:nvPr/>
        </p:nvSpPr>
        <p:spPr>
          <a:xfrm>
            <a:off x="964311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138" name="Shape 120"/>
          <p:cNvSpPr/>
          <p:nvPr/>
        </p:nvSpPr>
        <p:spPr>
          <a:xfrm>
            <a:off x="1030224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9" name="Shape 121"/>
          <p:cNvSpPr/>
          <p:nvPr/>
        </p:nvSpPr>
        <p:spPr>
          <a:xfrm>
            <a:off x="1045337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0" name="Shape 122"/>
          <p:cNvSpPr/>
          <p:nvPr/>
        </p:nvSpPr>
        <p:spPr>
          <a:xfrm>
            <a:off x="1060450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1" name="Shape 123"/>
          <p:cNvSpPr/>
          <p:nvPr/>
        </p:nvSpPr>
        <p:spPr>
          <a:xfrm>
            <a:off x="1075563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2" name="Shape 124"/>
          <p:cNvSpPr/>
          <p:nvPr/>
        </p:nvSpPr>
        <p:spPr>
          <a:xfrm>
            <a:off x="1090676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3" name="Shape 125"/>
          <p:cNvSpPr/>
          <p:nvPr/>
        </p:nvSpPr>
        <p:spPr>
          <a:xfrm>
            <a:off x="1105789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4" name="Text 126"/>
          <p:cNvSpPr/>
          <p:nvPr/>
        </p:nvSpPr>
        <p:spPr>
          <a:xfrm>
            <a:off x="1059053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45" name="Shape 127"/>
          <p:cNvSpPr/>
          <p:nvPr/>
        </p:nvSpPr>
        <p:spPr>
          <a:xfrm>
            <a:off x="797052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6" name="Shape 128"/>
          <p:cNvSpPr/>
          <p:nvPr/>
        </p:nvSpPr>
        <p:spPr>
          <a:xfrm>
            <a:off x="820166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7" name="Shape 129"/>
          <p:cNvSpPr/>
          <p:nvPr/>
        </p:nvSpPr>
        <p:spPr>
          <a:xfrm>
            <a:off x="843153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8" name="Shape 130"/>
          <p:cNvSpPr/>
          <p:nvPr/>
        </p:nvSpPr>
        <p:spPr>
          <a:xfrm>
            <a:off x="866267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9" name="Shape 131"/>
          <p:cNvSpPr/>
          <p:nvPr/>
        </p:nvSpPr>
        <p:spPr>
          <a:xfrm>
            <a:off x="889254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50" name="Shape 132"/>
          <p:cNvSpPr/>
          <p:nvPr/>
        </p:nvSpPr>
        <p:spPr>
          <a:xfrm>
            <a:off x="202692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1" name="Shape 133"/>
          <p:cNvSpPr/>
          <p:nvPr/>
        </p:nvSpPr>
        <p:spPr>
          <a:xfrm>
            <a:off x="217805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2" name="Shape 134"/>
          <p:cNvSpPr/>
          <p:nvPr/>
        </p:nvSpPr>
        <p:spPr>
          <a:xfrm>
            <a:off x="232918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3" name="Shape 135"/>
          <p:cNvSpPr/>
          <p:nvPr/>
        </p:nvSpPr>
        <p:spPr>
          <a:xfrm>
            <a:off x="248031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4" name="Shape 136"/>
          <p:cNvSpPr/>
          <p:nvPr/>
        </p:nvSpPr>
        <p:spPr>
          <a:xfrm>
            <a:off x="263144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5" name="Shape 137"/>
          <p:cNvSpPr/>
          <p:nvPr/>
        </p:nvSpPr>
        <p:spPr>
          <a:xfrm>
            <a:off x="278257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6" name="Text 138"/>
          <p:cNvSpPr/>
          <p:nvPr/>
        </p:nvSpPr>
        <p:spPr>
          <a:xfrm>
            <a:off x="231521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57" name="Shape 139"/>
          <p:cNvSpPr/>
          <p:nvPr/>
        </p:nvSpPr>
        <p:spPr>
          <a:xfrm>
            <a:off x="298577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8" name="Shape 140"/>
          <p:cNvSpPr/>
          <p:nvPr/>
        </p:nvSpPr>
        <p:spPr>
          <a:xfrm>
            <a:off x="313690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9" name="Shape 141"/>
          <p:cNvSpPr/>
          <p:nvPr/>
        </p:nvSpPr>
        <p:spPr>
          <a:xfrm>
            <a:off x="328803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0" name="Shape 142"/>
          <p:cNvSpPr/>
          <p:nvPr/>
        </p:nvSpPr>
        <p:spPr>
          <a:xfrm>
            <a:off x="343916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1" name="Shape 143"/>
          <p:cNvSpPr/>
          <p:nvPr/>
        </p:nvSpPr>
        <p:spPr>
          <a:xfrm>
            <a:off x="359029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2" name="Shape 144"/>
          <p:cNvSpPr/>
          <p:nvPr/>
        </p:nvSpPr>
        <p:spPr>
          <a:xfrm>
            <a:off x="374142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3" name="Text 145"/>
          <p:cNvSpPr/>
          <p:nvPr/>
        </p:nvSpPr>
        <p:spPr>
          <a:xfrm>
            <a:off x="327406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4" name="Shape 146"/>
          <p:cNvSpPr/>
          <p:nvPr/>
        </p:nvSpPr>
        <p:spPr>
          <a:xfrm>
            <a:off x="395351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5" name="Shape 147"/>
          <p:cNvSpPr/>
          <p:nvPr/>
        </p:nvSpPr>
        <p:spPr>
          <a:xfrm>
            <a:off x="410464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6" name="Shape 148"/>
          <p:cNvSpPr/>
          <p:nvPr/>
        </p:nvSpPr>
        <p:spPr>
          <a:xfrm>
            <a:off x="425577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7" name="Shape 149"/>
          <p:cNvSpPr/>
          <p:nvPr/>
        </p:nvSpPr>
        <p:spPr>
          <a:xfrm>
            <a:off x="440690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8" name="Shape 150"/>
          <p:cNvSpPr/>
          <p:nvPr/>
        </p:nvSpPr>
        <p:spPr>
          <a:xfrm>
            <a:off x="455803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9" name="Shape 151"/>
          <p:cNvSpPr/>
          <p:nvPr/>
        </p:nvSpPr>
        <p:spPr>
          <a:xfrm>
            <a:off x="470916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0" name="Text 152"/>
          <p:cNvSpPr/>
          <p:nvPr/>
        </p:nvSpPr>
        <p:spPr>
          <a:xfrm>
            <a:off x="424180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1" name="Shape 153"/>
          <p:cNvSpPr/>
          <p:nvPr/>
        </p:nvSpPr>
        <p:spPr>
          <a:xfrm>
            <a:off x="491871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2" name="Shape 154"/>
          <p:cNvSpPr/>
          <p:nvPr/>
        </p:nvSpPr>
        <p:spPr>
          <a:xfrm>
            <a:off x="506984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3" name="Shape 155"/>
          <p:cNvSpPr/>
          <p:nvPr/>
        </p:nvSpPr>
        <p:spPr>
          <a:xfrm>
            <a:off x="522097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4" name="Shape 156"/>
          <p:cNvSpPr/>
          <p:nvPr/>
        </p:nvSpPr>
        <p:spPr>
          <a:xfrm>
            <a:off x="537210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5" name="Shape 157"/>
          <p:cNvSpPr/>
          <p:nvPr/>
        </p:nvSpPr>
        <p:spPr>
          <a:xfrm>
            <a:off x="552323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6" name="Shape 158"/>
          <p:cNvSpPr/>
          <p:nvPr/>
        </p:nvSpPr>
        <p:spPr>
          <a:xfrm>
            <a:off x="567436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7" name="Text 159"/>
          <p:cNvSpPr/>
          <p:nvPr/>
        </p:nvSpPr>
        <p:spPr>
          <a:xfrm>
            <a:off x="520700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8" name="Shape 160"/>
          <p:cNvSpPr/>
          <p:nvPr/>
        </p:nvSpPr>
        <p:spPr>
          <a:xfrm>
            <a:off x="587756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9" name="Shape 161"/>
          <p:cNvSpPr/>
          <p:nvPr/>
        </p:nvSpPr>
        <p:spPr>
          <a:xfrm>
            <a:off x="602869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0" name="Shape 162"/>
          <p:cNvSpPr/>
          <p:nvPr/>
        </p:nvSpPr>
        <p:spPr>
          <a:xfrm>
            <a:off x="617982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1" name="Shape 163"/>
          <p:cNvSpPr/>
          <p:nvPr/>
        </p:nvSpPr>
        <p:spPr>
          <a:xfrm>
            <a:off x="633095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2" name="Shape 164"/>
          <p:cNvSpPr/>
          <p:nvPr/>
        </p:nvSpPr>
        <p:spPr>
          <a:xfrm>
            <a:off x="648208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3" name="Shape 165"/>
          <p:cNvSpPr/>
          <p:nvPr/>
        </p:nvSpPr>
        <p:spPr>
          <a:xfrm>
            <a:off x="663321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4" name="Text 166"/>
          <p:cNvSpPr/>
          <p:nvPr/>
        </p:nvSpPr>
        <p:spPr>
          <a:xfrm>
            <a:off x="616585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5" name="Shape 167"/>
          <p:cNvSpPr/>
          <p:nvPr/>
        </p:nvSpPr>
        <p:spPr>
          <a:xfrm>
            <a:off x="684276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6" name="Shape 168"/>
          <p:cNvSpPr/>
          <p:nvPr/>
        </p:nvSpPr>
        <p:spPr>
          <a:xfrm>
            <a:off x="699389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7" name="Shape 169"/>
          <p:cNvSpPr/>
          <p:nvPr/>
        </p:nvSpPr>
        <p:spPr>
          <a:xfrm>
            <a:off x="714502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8" name="Shape 170"/>
          <p:cNvSpPr/>
          <p:nvPr/>
        </p:nvSpPr>
        <p:spPr>
          <a:xfrm>
            <a:off x="729615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9" name="Shape 171"/>
          <p:cNvSpPr/>
          <p:nvPr/>
        </p:nvSpPr>
        <p:spPr>
          <a:xfrm>
            <a:off x="744728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0" name="Shape 172"/>
          <p:cNvSpPr/>
          <p:nvPr/>
        </p:nvSpPr>
        <p:spPr>
          <a:xfrm>
            <a:off x="759841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1" name="Text 173"/>
          <p:cNvSpPr/>
          <p:nvPr/>
        </p:nvSpPr>
        <p:spPr>
          <a:xfrm>
            <a:off x="713105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2" name="Shape 174"/>
          <p:cNvSpPr/>
          <p:nvPr/>
        </p:nvSpPr>
        <p:spPr>
          <a:xfrm>
            <a:off x="935482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3" name="Shape 175"/>
          <p:cNvSpPr/>
          <p:nvPr/>
        </p:nvSpPr>
        <p:spPr>
          <a:xfrm>
            <a:off x="950595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4" name="Shape 176"/>
          <p:cNvSpPr/>
          <p:nvPr/>
        </p:nvSpPr>
        <p:spPr>
          <a:xfrm>
            <a:off x="965708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5" name="Shape 177"/>
          <p:cNvSpPr/>
          <p:nvPr/>
        </p:nvSpPr>
        <p:spPr>
          <a:xfrm>
            <a:off x="980821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6" name="Shape 178"/>
          <p:cNvSpPr/>
          <p:nvPr/>
        </p:nvSpPr>
        <p:spPr>
          <a:xfrm>
            <a:off x="995934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7" name="Shape 179"/>
          <p:cNvSpPr/>
          <p:nvPr/>
        </p:nvSpPr>
        <p:spPr>
          <a:xfrm>
            <a:off x="1011047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8" name="Text 180"/>
          <p:cNvSpPr/>
          <p:nvPr/>
        </p:nvSpPr>
        <p:spPr>
          <a:xfrm>
            <a:off x="964311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199" name="Shape 181"/>
          <p:cNvSpPr/>
          <p:nvPr/>
        </p:nvSpPr>
        <p:spPr>
          <a:xfrm>
            <a:off x="1030224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0" name="Shape 182"/>
          <p:cNvSpPr/>
          <p:nvPr/>
        </p:nvSpPr>
        <p:spPr>
          <a:xfrm>
            <a:off x="1045337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1" name="Shape 183"/>
          <p:cNvSpPr/>
          <p:nvPr/>
        </p:nvSpPr>
        <p:spPr>
          <a:xfrm>
            <a:off x="1060450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2" name="Shape 184"/>
          <p:cNvSpPr/>
          <p:nvPr/>
        </p:nvSpPr>
        <p:spPr>
          <a:xfrm>
            <a:off x="1075563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3" name="Shape 185"/>
          <p:cNvSpPr/>
          <p:nvPr/>
        </p:nvSpPr>
        <p:spPr>
          <a:xfrm>
            <a:off x="1090676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4" name="Shape 186"/>
          <p:cNvSpPr/>
          <p:nvPr/>
        </p:nvSpPr>
        <p:spPr>
          <a:xfrm>
            <a:off x="1105789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5" name="Text 187"/>
          <p:cNvSpPr/>
          <p:nvPr/>
        </p:nvSpPr>
        <p:spPr>
          <a:xfrm>
            <a:off x="1059053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206" name="Shape 188"/>
          <p:cNvSpPr/>
          <p:nvPr/>
        </p:nvSpPr>
        <p:spPr>
          <a:xfrm>
            <a:off x="797052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07" name="Shape 189"/>
          <p:cNvSpPr/>
          <p:nvPr/>
        </p:nvSpPr>
        <p:spPr>
          <a:xfrm>
            <a:off x="820166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08" name="Shape 190"/>
          <p:cNvSpPr/>
          <p:nvPr/>
        </p:nvSpPr>
        <p:spPr>
          <a:xfrm>
            <a:off x="843153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09" name="Shape 191"/>
          <p:cNvSpPr/>
          <p:nvPr/>
        </p:nvSpPr>
        <p:spPr>
          <a:xfrm>
            <a:off x="866267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10" name="Shape 192"/>
          <p:cNvSpPr/>
          <p:nvPr/>
        </p:nvSpPr>
        <p:spPr>
          <a:xfrm>
            <a:off x="889254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11" name="Shape 193"/>
          <p:cNvSpPr/>
          <p:nvPr/>
        </p:nvSpPr>
        <p:spPr>
          <a:xfrm>
            <a:off x="1936750" y="2724150"/>
            <a:ext cx="9494520" cy="797560"/>
          </a:xfrm>
          <a:prstGeom prst="roundRect">
            <a:avLst>
              <a:gd name="adj" fmla="val 5732"/>
            </a:avLst>
          </a:prstGeom>
          <a:solidFill>
            <a:srgbClr val="E9B172"/>
          </a:solidFill>
          <a:ln w="19050">
            <a:solidFill>
              <a:srgbClr val="8A4A3C"/>
            </a:solidFill>
            <a:prstDash val="solid"/>
          </a:ln>
        </p:spPr>
      </p:sp>
      <p:sp>
        <p:nvSpPr>
          <p:cNvPr id="212" name="Text 194"/>
          <p:cNvSpPr/>
          <p:nvPr/>
        </p:nvSpPr>
        <p:spPr>
          <a:xfrm>
            <a:off x="2247900" y="2746489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6E3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RELU Activation]</a:t>
            </a:r>
            <a:endParaRPr lang="en-US" sz="1700" dirty="0"/>
          </a:p>
        </p:txBody>
      </p:sp>
      <p:sp>
        <p:nvSpPr>
          <p:cNvPr id="213" name="Shape 195"/>
          <p:cNvSpPr/>
          <p:nvPr/>
        </p:nvSpPr>
        <p:spPr>
          <a:xfrm>
            <a:off x="20078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214" name="Shape 196"/>
          <p:cNvSpPr/>
          <p:nvPr/>
        </p:nvSpPr>
        <p:spPr>
          <a:xfrm>
            <a:off x="22999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5" name="Shape 197"/>
          <p:cNvSpPr/>
          <p:nvPr/>
        </p:nvSpPr>
        <p:spPr>
          <a:xfrm>
            <a:off x="22999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6" name="Shape 198"/>
          <p:cNvSpPr/>
          <p:nvPr/>
        </p:nvSpPr>
        <p:spPr>
          <a:xfrm>
            <a:off x="22999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7" name="Shape 199"/>
          <p:cNvSpPr/>
          <p:nvPr/>
        </p:nvSpPr>
        <p:spPr>
          <a:xfrm>
            <a:off x="22999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8" name="Shape 200"/>
          <p:cNvSpPr/>
          <p:nvPr/>
        </p:nvSpPr>
        <p:spPr>
          <a:xfrm>
            <a:off x="22999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9" name="Shape 201"/>
          <p:cNvSpPr/>
          <p:nvPr/>
        </p:nvSpPr>
        <p:spPr>
          <a:xfrm>
            <a:off x="22999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0" name="Shape 202"/>
          <p:cNvSpPr/>
          <p:nvPr/>
        </p:nvSpPr>
        <p:spPr>
          <a:xfrm>
            <a:off x="22999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1" name="Shape 203"/>
          <p:cNvSpPr/>
          <p:nvPr/>
        </p:nvSpPr>
        <p:spPr>
          <a:xfrm>
            <a:off x="22999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2" name="Shape 204"/>
          <p:cNvSpPr/>
          <p:nvPr/>
        </p:nvSpPr>
        <p:spPr>
          <a:xfrm>
            <a:off x="22999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3" name="Shape 205"/>
          <p:cNvSpPr/>
          <p:nvPr/>
        </p:nvSpPr>
        <p:spPr>
          <a:xfrm>
            <a:off x="23952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4" name="Shape 206"/>
          <p:cNvSpPr/>
          <p:nvPr/>
        </p:nvSpPr>
        <p:spPr>
          <a:xfrm>
            <a:off x="23952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5" name="Shape 207"/>
          <p:cNvSpPr/>
          <p:nvPr/>
        </p:nvSpPr>
        <p:spPr>
          <a:xfrm>
            <a:off x="23952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6" name="Shape 208"/>
          <p:cNvSpPr/>
          <p:nvPr/>
        </p:nvSpPr>
        <p:spPr>
          <a:xfrm>
            <a:off x="23952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7" name="Shape 209"/>
          <p:cNvSpPr/>
          <p:nvPr/>
        </p:nvSpPr>
        <p:spPr>
          <a:xfrm>
            <a:off x="23952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8" name="Shape 210"/>
          <p:cNvSpPr/>
          <p:nvPr/>
        </p:nvSpPr>
        <p:spPr>
          <a:xfrm>
            <a:off x="23952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9" name="Shape 211"/>
          <p:cNvSpPr/>
          <p:nvPr/>
        </p:nvSpPr>
        <p:spPr>
          <a:xfrm>
            <a:off x="23952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0" name="Shape 212"/>
          <p:cNvSpPr/>
          <p:nvPr/>
        </p:nvSpPr>
        <p:spPr>
          <a:xfrm>
            <a:off x="23952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1" name="Shape 213"/>
          <p:cNvSpPr/>
          <p:nvPr/>
        </p:nvSpPr>
        <p:spPr>
          <a:xfrm>
            <a:off x="23952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2" name="Shape 214"/>
          <p:cNvSpPr/>
          <p:nvPr/>
        </p:nvSpPr>
        <p:spPr>
          <a:xfrm>
            <a:off x="24904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3" name="Shape 215"/>
          <p:cNvSpPr/>
          <p:nvPr/>
        </p:nvSpPr>
        <p:spPr>
          <a:xfrm>
            <a:off x="24904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4" name="Shape 216"/>
          <p:cNvSpPr/>
          <p:nvPr/>
        </p:nvSpPr>
        <p:spPr>
          <a:xfrm>
            <a:off x="24904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5" name="Shape 217"/>
          <p:cNvSpPr/>
          <p:nvPr/>
        </p:nvSpPr>
        <p:spPr>
          <a:xfrm>
            <a:off x="24904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6" name="Shape 218"/>
          <p:cNvSpPr/>
          <p:nvPr/>
        </p:nvSpPr>
        <p:spPr>
          <a:xfrm>
            <a:off x="24904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7" name="Shape 219"/>
          <p:cNvSpPr/>
          <p:nvPr/>
        </p:nvSpPr>
        <p:spPr>
          <a:xfrm>
            <a:off x="24904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8" name="Shape 220"/>
          <p:cNvSpPr/>
          <p:nvPr/>
        </p:nvSpPr>
        <p:spPr>
          <a:xfrm>
            <a:off x="24904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9" name="Shape 221"/>
          <p:cNvSpPr/>
          <p:nvPr/>
        </p:nvSpPr>
        <p:spPr>
          <a:xfrm>
            <a:off x="24904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0" name="Shape 222"/>
          <p:cNvSpPr/>
          <p:nvPr/>
        </p:nvSpPr>
        <p:spPr>
          <a:xfrm>
            <a:off x="24904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1" name="Shape 223"/>
          <p:cNvSpPr/>
          <p:nvPr/>
        </p:nvSpPr>
        <p:spPr>
          <a:xfrm>
            <a:off x="25857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2" name="Shape 224"/>
          <p:cNvSpPr/>
          <p:nvPr/>
        </p:nvSpPr>
        <p:spPr>
          <a:xfrm>
            <a:off x="25857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3" name="Shape 225"/>
          <p:cNvSpPr/>
          <p:nvPr/>
        </p:nvSpPr>
        <p:spPr>
          <a:xfrm>
            <a:off x="25857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4" name="Shape 226"/>
          <p:cNvSpPr/>
          <p:nvPr/>
        </p:nvSpPr>
        <p:spPr>
          <a:xfrm>
            <a:off x="25857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5" name="Shape 227"/>
          <p:cNvSpPr/>
          <p:nvPr/>
        </p:nvSpPr>
        <p:spPr>
          <a:xfrm>
            <a:off x="25857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6" name="Shape 228"/>
          <p:cNvSpPr/>
          <p:nvPr/>
        </p:nvSpPr>
        <p:spPr>
          <a:xfrm>
            <a:off x="25857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7" name="Shape 229"/>
          <p:cNvSpPr/>
          <p:nvPr/>
        </p:nvSpPr>
        <p:spPr>
          <a:xfrm>
            <a:off x="25857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8" name="Shape 230"/>
          <p:cNvSpPr/>
          <p:nvPr/>
        </p:nvSpPr>
        <p:spPr>
          <a:xfrm>
            <a:off x="25857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9" name="Shape 231"/>
          <p:cNvSpPr/>
          <p:nvPr/>
        </p:nvSpPr>
        <p:spPr>
          <a:xfrm>
            <a:off x="25857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0" name="Shape 232"/>
          <p:cNvSpPr/>
          <p:nvPr/>
        </p:nvSpPr>
        <p:spPr>
          <a:xfrm>
            <a:off x="26809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1" name="Shape 233"/>
          <p:cNvSpPr/>
          <p:nvPr/>
        </p:nvSpPr>
        <p:spPr>
          <a:xfrm>
            <a:off x="26809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2" name="Shape 234"/>
          <p:cNvSpPr/>
          <p:nvPr/>
        </p:nvSpPr>
        <p:spPr>
          <a:xfrm>
            <a:off x="26809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3" name="Shape 235"/>
          <p:cNvSpPr/>
          <p:nvPr/>
        </p:nvSpPr>
        <p:spPr>
          <a:xfrm>
            <a:off x="26809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4" name="Shape 236"/>
          <p:cNvSpPr/>
          <p:nvPr/>
        </p:nvSpPr>
        <p:spPr>
          <a:xfrm>
            <a:off x="26809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5" name="Shape 237"/>
          <p:cNvSpPr/>
          <p:nvPr/>
        </p:nvSpPr>
        <p:spPr>
          <a:xfrm>
            <a:off x="26809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6" name="Shape 238"/>
          <p:cNvSpPr/>
          <p:nvPr/>
        </p:nvSpPr>
        <p:spPr>
          <a:xfrm>
            <a:off x="26809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7" name="Shape 239"/>
          <p:cNvSpPr/>
          <p:nvPr/>
        </p:nvSpPr>
        <p:spPr>
          <a:xfrm>
            <a:off x="26809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8" name="Shape 240"/>
          <p:cNvSpPr/>
          <p:nvPr/>
        </p:nvSpPr>
        <p:spPr>
          <a:xfrm>
            <a:off x="26809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9" name="Shape 241"/>
          <p:cNvSpPr/>
          <p:nvPr/>
        </p:nvSpPr>
        <p:spPr>
          <a:xfrm>
            <a:off x="22650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0" name="Shape 242"/>
          <p:cNvSpPr/>
          <p:nvPr/>
        </p:nvSpPr>
        <p:spPr>
          <a:xfrm>
            <a:off x="23602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1" name="Shape 243"/>
          <p:cNvSpPr/>
          <p:nvPr/>
        </p:nvSpPr>
        <p:spPr>
          <a:xfrm>
            <a:off x="24555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2" name="Shape 244"/>
          <p:cNvSpPr/>
          <p:nvPr/>
        </p:nvSpPr>
        <p:spPr>
          <a:xfrm>
            <a:off x="25507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3" name="Shape 245"/>
          <p:cNvSpPr/>
          <p:nvPr/>
        </p:nvSpPr>
        <p:spPr>
          <a:xfrm>
            <a:off x="26460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4" name="Shape 246"/>
          <p:cNvSpPr/>
          <p:nvPr/>
        </p:nvSpPr>
        <p:spPr>
          <a:xfrm>
            <a:off x="19780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5" name="Shape 247"/>
          <p:cNvSpPr/>
          <p:nvPr/>
        </p:nvSpPr>
        <p:spPr>
          <a:xfrm>
            <a:off x="20974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6" name="Shape 248"/>
          <p:cNvSpPr/>
          <p:nvPr/>
        </p:nvSpPr>
        <p:spPr>
          <a:xfrm>
            <a:off x="22167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7" name="Shape 249"/>
          <p:cNvSpPr/>
          <p:nvPr/>
        </p:nvSpPr>
        <p:spPr>
          <a:xfrm>
            <a:off x="23361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8" name="Shape 250"/>
          <p:cNvSpPr/>
          <p:nvPr/>
        </p:nvSpPr>
        <p:spPr>
          <a:xfrm>
            <a:off x="24555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9" name="Shape 251"/>
          <p:cNvSpPr/>
          <p:nvPr/>
        </p:nvSpPr>
        <p:spPr>
          <a:xfrm>
            <a:off x="25749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0" name="Shape 252"/>
          <p:cNvSpPr/>
          <p:nvPr/>
        </p:nvSpPr>
        <p:spPr>
          <a:xfrm>
            <a:off x="26943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1" name="Shape 253"/>
          <p:cNvSpPr/>
          <p:nvPr/>
        </p:nvSpPr>
        <p:spPr>
          <a:xfrm>
            <a:off x="28136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2" name="Shape 254"/>
          <p:cNvSpPr/>
          <p:nvPr/>
        </p:nvSpPr>
        <p:spPr>
          <a:xfrm>
            <a:off x="29330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3" name="Text 255"/>
          <p:cNvSpPr/>
          <p:nvPr/>
        </p:nvSpPr>
        <p:spPr>
          <a:xfrm>
            <a:off x="26428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74" name="Shape 256"/>
          <p:cNvSpPr/>
          <p:nvPr/>
        </p:nvSpPr>
        <p:spPr>
          <a:xfrm>
            <a:off x="30429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275" name="Shape 257"/>
          <p:cNvSpPr/>
          <p:nvPr/>
        </p:nvSpPr>
        <p:spPr>
          <a:xfrm>
            <a:off x="33350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6" name="Shape 258"/>
          <p:cNvSpPr/>
          <p:nvPr/>
        </p:nvSpPr>
        <p:spPr>
          <a:xfrm>
            <a:off x="33350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7" name="Shape 259"/>
          <p:cNvSpPr/>
          <p:nvPr/>
        </p:nvSpPr>
        <p:spPr>
          <a:xfrm>
            <a:off x="33350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8" name="Shape 260"/>
          <p:cNvSpPr/>
          <p:nvPr/>
        </p:nvSpPr>
        <p:spPr>
          <a:xfrm>
            <a:off x="33350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9" name="Shape 261"/>
          <p:cNvSpPr/>
          <p:nvPr/>
        </p:nvSpPr>
        <p:spPr>
          <a:xfrm>
            <a:off x="33350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0" name="Shape 262"/>
          <p:cNvSpPr/>
          <p:nvPr/>
        </p:nvSpPr>
        <p:spPr>
          <a:xfrm>
            <a:off x="33350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1" name="Shape 263"/>
          <p:cNvSpPr/>
          <p:nvPr/>
        </p:nvSpPr>
        <p:spPr>
          <a:xfrm>
            <a:off x="33350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2" name="Shape 264"/>
          <p:cNvSpPr/>
          <p:nvPr/>
        </p:nvSpPr>
        <p:spPr>
          <a:xfrm>
            <a:off x="33350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3" name="Shape 265"/>
          <p:cNvSpPr/>
          <p:nvPr/>
        </p:nvSpPr>
        <p:spPr>
          <a:xfrm>
            <a:off x="33350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4" name="Shape 266"/>
          <p:cNvSpPr/>
          <p:nvPr/>
        </p:nvSpPr>
        <p:spPr>
          <a:xfrm>
            <a:off x="34302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5" name="Shape 267"/>
          <p:cNvSpPr/>
          <p:nvPr/>
        </p:nvSpPr>
        <p:spPr>
          <a:xfrm>
            <a:off x="34302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6" name="Shape 268"/>
          <p:cNvSpPr/>
          <p:nvPr/>
        </p:nvSpPr>
        <p:spPr>
          <a:xfrm>
            <a:off x="34302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7" name="Shape 269"/>
          <p:cNvSpPr/>
          <p:nvPr/>
        </p:nvSpPr>
        <p:spPr>
          <a:xfrm>
            <a:off x="34302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8" name="Shape 270"/>
          <p:cNvSpPr/>
          <p:nvPr/>
        </p:nvSpPr>
        <p:spPr>
          <a:xfrm>
            <a:off x="34302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9" name="Shape 271"/>
          <p:cNvSpPr/>
          <p:nvPr/>
        </p:nvSpPr>
        <p:spPr>
          <a:xfrm>
            <a:off x="34302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0" name="Shape 272"/>
          <p:cNvSpPr/>
          <p:nvPr/>
        </p:nvSpPr>
        <p:spPr>
          <a:xfrm>
            <a:off x="34302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1" name="Shape 273"/>
          <p:cNvSpPr/>
          <p:nvPr/>
        </p:nvSpPr>
        <p:spPr>
          <a:xfrm>
            <a:off x="34302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2" name="Shape 274"/>
          <p:cNvSpPr/>
          <p:nvPr/>
        </p:nvSpPr>
        <p:spPr>
          <a:xfrm>
            <a:off x="34302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3" name="Shape 275"/>
          <p:cNvSpPr/>
          <p:nvPr/>
        </p:nvSpPr>
        <p:spPr>
          <a:xfrm>
            <a:off x="35255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4" name="Shape 276"/>
          <p:cNvSpPr/>
          <p:nvPr/>
        </p:nvSpPr>
        <p:spPr>
          <a:xfrm>
            <a:off x="35255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5" name="Shape 277"/>
          <p:cNvSpPr/>
          <p:nvPr/>
        </p:nvSpPr>
        <p:spPr>
          <a:xfrm>
            <a:off x="35255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6" name="Shape 278"/>
          <p:cNvSpPr/>
          <p:nvPr/>
        </p:nvSpPr>
        <p:spPr>
          <a:xfrm>
            <a:off x="35255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7" name="Shape 279"/>
          <p:cNvSpPr/>
          <p:nvPr/>
        </p:nvSpPr>
        <p:spPr>
          <a:xfrm>
            <a:off x="35255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8" name="Shape 280"/>
          <p:cNvSpPr/>
          <p:nvPr/>
        </p:nvSpPr>
        <p:spPr>
          <a:xfrm>
            <a:off x="35255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9" name="Shape 281"/>
          <p:cNvSpPr/>
          <p:nvPr/>
        </p:nvSpPr>
        <p:spPr>
          <a:xfrm>
            <a:off x="35255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0" name="Shape 282"/>
          <p:cNvSpPr/>
          <p:nvPr/>
        </p:nvSpPr>
        <p:spPr>
          <a:xfrm>
            <a:off x="35255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1" name="Shape 283"/>
          <p:cNvSpPr/>
          <p:nvPr/>
        </p:nvSpPr>
        <p:spPr>
          <a:xfrm>
            <a:off x="35255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2" name="Shape 284"/>
          <p:cNvSpPr/>
          <p:nvPr/>
        </p:nvSpPr>
        <p:spPr>
          <a:xfrm>
            <a:off x="36207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3" name="Shape 285"/>
          <p:cNvSpPr/>
          <p:nvPr/>
        </p:nvSpPr>
        <p:spPr>
          <a:xfrm>
            <a:off x="36207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4" name="Shape 286"/>
          <p:cNvSpPr/>
          <p:nvPr/>
        </p:nvSpPr>
        <p:spPr>
          <a:xfrm>
            <a:off x="36207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5" name="Shape 287"/>
          <p:cNvSpPr/>
          <p:nvPr/>
        </p:nvSpPr>
        <p:spPr>
          <a:xfrm>
            <a:off x="36207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6" name="Shape 288"/>
          <p:cNvSpPr/>
          <p:nvPr/>
        </p:nvSpPr>
        <p:spPr>
          <a:xfrm>
            <a:off x="36207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7" name="Shape 289"/>
          <p:cNvSpPr/>
          <p:nvPr/>
        </p:nvSpPr>
        <p:spPr>
          <a:xfrm>
            <a:off x="36207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8" name="Shape 290"/>
          <p:cNvSpPr/>
          <p:nvPr/>
        </p:nvSpPr>
        <p:spPr>
          <a:xfrm>
            <a:off x="36207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9" name="Shape 291"/>
          <p:cNvSpPr/>
          <p:nvPr/>
        </p:nvSpPr>
        <p:spPr>
          <a:xfrm>
            <a:off x="36207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0" name="Shape 292"/>
          <p:cNvSpPr/>
          <p:nvPr/>
        </p:nvSpPr>
        <p:spPr>
          <a:xfrm>
            <a:off x="36207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1" name="Shape 293"/>
          <p:cNvSpPr/>
          <p:nvPr/>
        </p:nvSpPr>
        <p:spPr>
          <a:xfrm>
            <a:off x="37160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2" name="Shape 294"/>
          <p:cNvSpPr/>
          <p:nvPr/>
        </p:nvSpPr>
        <p:spPr>
          <a:xfrm>
            <a:off x="37160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3" name="Shape 295"/>
          <p:cNvSpPr/>
          <p:nvPr/>
        </p:nvSpPr>
        <p:spPr>
          <a:xfrm>
            <a:off x="37160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4" name="Shape 296"/>
          <p:cNvSpPr/>
          <p:nvPr/>
        </p:nvSpPr>
        <p:spPr>
          <a:xfrm>
            <a:off x="37160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5" name="Shape 297"/>
          <p:cNvSpPr/>
          <p:nvPr/>
        </p:nvSpPr>
        <p:spPr>
          <a:xfrm>
            <a:off x="37160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6" name="Shape 298"/>
          <p:cNvSpPr/>
          <p:nvPr/>
        </p:nvSpPr>
        <p:spPr>
          <a:xfrm>
            <a:off x="37160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7" name="Shape 299"/>
          <p:cNvSpPr/>
          <p:nvPr/>
        </p:nvSpPr>
        <p:spPr>
          <a:xfrm>
            <a:off x="37160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8" name="Shape 300"/>
          <p:cNvSpPr/>
          <p:nvPr/>
        </p:nvSpPr>
        <p:spPr>
          <a:xfrm>
            <a:off x="37160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9" name="Shape 301"/>
          <p:cNvSpPr/>
          <p:nvPr/>
        </p:nvSpPr>
        <p:spPr>
          <a:xfrm>
            <a:off x="37160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20" name="Shape 302"/>
          <p:cNvSpPr/>
          <p:nvPr/>
        </p:nvSpPr>
        <p:spPr>
          <a:xfrm>
            <a:off x="33000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1" name="Shape 303"/>
          <p:cNvSpPr/>
          <p:nvPr/>
        </p:nvSpPr>
        <p:spPr>
          <a:xfrm>
            <a:off x="33953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2" name="Shape 304"/>
          <p:cNvSpPr/>
          <p:nvPr/>
        </p:nvSpPr>
        <p:spPr>
          <a:xfrm>
            <a:off x="34905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3" name="Shape 305"/>
          <p:cNvSpPr/>
          <p:nvPr/>
        </p:nvSpPr>
        <p:spPr>
          <a:xfrm>
            <a:off x="35858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4" name="Shape 306"/>
          <p:cNvSpPr/>
          <p:nvPr/>
        </p:nvSpPr>
        <p:spPr>
          <a:xfrm>
            <a:off x="36810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5" name="Shape 307"/>
          <p:cNvSpPr/>
          <p:nvPr/>
        </p:nvSpPr>
        <p:spPr>
          <a:xfrm>
            <a:off x="30130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6" name="Shape 308"/>
          <p:cNvSpPr/>
          <p:nvPr/>
        </p:nvSpPr>
        <p:spPr>
          <a:xfrm>
            <a:off x="31324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7" name="Shape 309"/>
          <p:cNvSpPr/>
          <p:nvPr/>
        </p:nvSpPr>
        <p:spPr>
          <a:xfrm>
            <a:off x="32518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8" name="Shape 310"/>
          <p:cNvSpPr/>
          <p:nvPr/>
        </p:nvSpPr>
        <p:spPr>
          <a:xfrm>
            <a:off x="33712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9" name="Shape 311"/>
          <p:cNvSpPr/>
          <p:nvPr/>
        </p:nvSpPr>
        <p:spPr>
          <a:xfrm>
            <a:off x="34905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0" name="Shape 312"/>
          <p:cNvSpPr/>
          <p:nvPr/>
        </p:nvSpPr>
        <p:spPr>
          <a:xfrm>
            <a:off x="36099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1" name="Shape 313"/>
          <p:cNvSpPr/>
          <p:nvPr/>
        </p:nvSpPr>
        <p:spPr>
          <a:xfrm>
            <a:off x="37293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2" name="Shape 314"/>
          <p:cNvSpPr/>
          <p:nvPr/>
        </p:nvSpPr>
        <p:spPr>
          <a:xfrm>
            <a:off x="38487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3" name="Shape 315"/>
          <p:cNvSpPr/>
          <p:nvPr/>
        </p:nvSpPr>
        <p:spPr>
          <a:xfrm>
            <a:off x="39681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4" name="Text 316"/>
          <p:cNvSpPr/>
          <p:nvPr/>
        </p:nvSpPr>
        <p:spPr>
          <a:xfrm>
            <a:off x="36779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35" name="Shape 317"/>
          <p:cNvSpPr/>
          <p:nvPr/>
        </p:nvSpPr>
        <p:spPr>
          <a:xfrm>
            <a:off x="40779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336" name="Shape 318"/>
          <p:cNvSpPr/>
          <p:nvPr/>
        </p:nvSpPr>
        <p:spPr>
          <a:xfrm>
            <a:off x="43700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37" name="Shape 319"/>
          <p:cNvSpPr/>
          <p:nvPr/>
        </p:nvSpPr>
        <p:spPr>
          <a:xfrm>
            <a:off x="43700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38" name="Shape 320"/>
          <p:cNvSpPr/>
          <p:nvPr/>
        </p:nvSpPr>
        <p:spPr>
          <a:xfrm>
            <a:off x="43700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39" name="Shape 321"/>
          <p:cNvSpPr/>
          <p:nvPr/>
        </p:nvSpPr>
        <p:spPr>
          <a:xfrm>
            <a:off x="43700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0" name="Shape 322"/>
          <p:cNvSpPr/>
          <p:nvPr/>
        </p:nvSpPr>
        <p:spPr>
          <a:xfrm>
            <a:off x="43700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1" name="Shape 323"/>
          <p:cNvSpPr/>
          <p:nvPr/>
        </p:nvSpPr>
        <p:spPr>
          <a:xfrm>
            <a:off x="43700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2" name="Shape 324"/>
          <p:cNvSpPr/>
          <p:nvPr/>
        </p:nvSpPr>
        <p:spPr>
          <a:xfrm>
            <a:off x="43700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3" name="Shape 325"/>
          <p:cNvSpPr/>
          <p:nvPr/>
        </p:nvSpPr>
        <p:spPr>
          <a:xfrm>
            <a:off x="43700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4" name="Shape 326"/>
          <p:cNvSpPr/>
          <p:nvPr/>
        </p:nvSpPr>
        <p:spPr>
          <a:xfrm>
            <a:off x="43700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5" name="Shape 327"/>
          <p:cNvSpPr/>
          <p:nvPr/>
        </p:nvSpPr>
        <p:spPr>
          <a:xfrm>
            <a:off x="44653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6" name="Shape 328"/>
          <p:cNvSpPr/>
          <p:nvPr/>
        </p:nvSpPr>
        <p:spPr>
          <a:xfrm>
            <a:off x="44653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7" name="Shape 329"/>
          <p:cNvSpPr/>
          <p:nvPr/>
        </p:nvSpPr>
        <p:spPr>
          <a:xfrm>
            <a:off x="44653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8" name="Shape 330"/>
          <p:cNvSpPr/>
          <p:nvPr/>
        </p:nvSpPr>
        <p:spPr>
          <a:xfrm>
            <a:off x="44653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9" name="Shape 331"/>
          <p:cNvSpPr/>
          <p:nvPr/>
        </p:nvSpPr>
        <p:spPr>
          <a:xfrm>
            <a:off x="44653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0" name="Shape 332"/>
          <p:cNvSpPr/>
          <p:nvPr/>
        </p:nvSpPr>
        <p:spPr>
          <a:xfrm>
            <a:off x="44653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1" name="Shape 333"/>
          <p:cNvSpPr/>
          <p:nvPr/>
        </p:nvSpPr>
        <p:spPr>
          <a:xfrm>
            <a:off x="44653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2" name="Shape 334"/>
          <p:cNvSpPr/>
          <p:nvPr/>
        </p:nvSpPr>
        <p:spPr>
          <a:xfrm>
            <a:off x="44653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3" name="Shape 335"/>
          <p:cNvSpPr/>
          <p:nvPr/>
        </p:nvSpPr>
        <p:spPr>
          <a:xfrm>
            <a:off x="44653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4" name="Shape 336"/>
          <p:cNvSpPr/>
          <p:nvPr/>
        </p:nvSpPr>
        <p:spPr>
          <a:xfrm>
            <a:off x="45605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5" name="Shape 337"/>
          <p:cNvSpPr/>
          <p:nvPr/>
        </p:nvSpPr>
        <p:spPr>
          <a:xfrm>
            <a:off x="45605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6" name="Shape 338"/>
          <p:cNvSpPr/>
          <p:nvPr/>
        </p:nvSpPr>
        <p:spPr>
          <a:xfrm>
            <a:off x="45605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7" name="Shape 339"/>
          <p:cNvSpPr/>
          <p:nvPr/>
        </p:nvSpPr>
        <p:spPr>
          <a:xfrm>
            <a:off x="45605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8" name="Shape 340"/>
          <p:cNvSpPr/>
          <p:nvPr/>
        </p:nvSpPr>
        <p:spPr>
          <a:xfrm>
            <a:off x="45605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9" name="Shape 341"/>
          <p:cNvSpPr/>
          <p:nvPr/>
        </p:nvSpPr>
        <p:spPr>
          <a:xfrm>
            <a:off x="45605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0" name="Shape 342"/>
          <p:cNvSpPr/>
          <p:nvPr/>
        </p:nvSpPr>
        <p:spPr>
          <a:xfrm>
            <a:off x="45605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1" name="Shape 343"/>
          <p:cNvSpPr/>
          <p:nvPr/>
        </p:nvSpPr>
        <p:spPr>
          <a:xfrm>
            <a:off x="45605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2" name="Shape 344"/>
          <p:cNvSpPr/>
          <p:nvPr/>
        </p:nvSpPr>
        <p:spPr>
          <a:xfrm>
            <a:off x="45605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3" name="Shape 345"/>
          <p:cNvSpPr/>
          <p:nvPr/>
        </p:nvSpPr>
        <p:spPr>
          <a:xfrm>
            <a:off x="46558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4" name="Shape 346"/>
          <p:cNvSpPr/>
          <p:nvPr/>
        </p:nvSpPr>
        <p:spPr>
          <a:xfrm>
            <a:off x="46558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5" name="Shape 347"/>
          <p:cNvSpPr/>
          <p:nvPr/>
        </p:nvSpPr>
        <p:spPr>
          <a:xfrm>
            <a:off x="46558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6" name="Shape 348"/>
          <p:cNvSpPr/>
          <p:nvPr/>
        </p:nvSpPr>
        <p:spPr>
          <a:xfrm>
            <a:off x="46558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7" name="Shape 349"/>
          <p:cNvSpPr/>
          <p:nvPr/>
        </p:nvSpPr>
        <p:spPr>
          <a:xfrm>
            <a:off x="46558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8" name="Shape 350"/>
          <p:cNvSpPr/>
          <p:nvPr/>
        </p:nvSpPr>
        <p:spPr>
          <a:xfrm>
            <a:off x="46558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9" name="Shape 351"/>
          <p:cNvSpPr/>
          <p:nvPr/>
        </p:nvSpPr>
        <p:spPr>
          <a:xfrm>
            <a:off x="46558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0" name="Shape 352"/>
          <p:cNvSpPr/>
          <p:nvPr/>
        </p:nvSpPr>
        <p:spPr>
          <a:xfrm>
            <a:off x="46558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1" name="Shape 353"/>
          <p:cNvSpPr/>
          <p:nvPr/>
        </p:nvSpPr>
        <p:spPr>
          <a:xfrm>
            <a:off x="46558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2" name="Shape 354"/>
          <p:cNvSpPr/>
          <p:nvPr/>
        </p:nvSpPr>
        <p:spPr>
          <a:xfrm>
            <a:off x="47510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3" name="Shape 355"/>
          <p:cNvSpPr/>
          <p:nvPr/>
        </p:nvSpPr>
        <p:spPr>
          <a:xfrm>
            <a:off x="47510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4" name="Shape 356"/>
          <p:cNvSpPr/>
          <p:nvPr/>
        </p:nvSpPr>
        <p:spPr>
          <a:xfrm>
            <a:off x="47510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5" name="Shape 357"/>
          <p:cNvSpPr/>
          <p:nvPr/>
        </p:nvSpPr>
        <p:spPr>
          <a:xfrm>
            <a:off x="47510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6" name="Shape 358"/>
          <p:cNvSpPr/>
          <p:nvPr/>
        </p:nvSpPr>
        <p:spPr>
          <a:xfrm>
            <a:off x="47510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7" name="Shape 359"/>
          <p:cNvSpPr/>
          <p:nvPr/>
        </p:nvSpPr>
        <p:spPr>
          <a:xfrm>
            <a:off x="47510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8" name="Shape 360"/>
          <p:cNvSpPr/>
          <p:nvPr/>
        </p:nvSpPr>
        <p:spPr>
          <a:xfrm>
            <a:off x="47510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9" name="Shape 361"/>
          <p:cNvSpPr/>
          <p:nvPr/>
        </p:nvSpPr>
        <p:spPr>
          <a:xfrm>
            <a:off x="47510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80" name="Shape 362"/>
          <p:cNvSpPr/>
          <p:nvPr/>
        </p:nvSpPr>
        <p:spPr>
          <a:xfrm>
            <a:off x="47510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81" name="Shape 363"/>
          <p:cNvSpPr/>
          <p:nvPr/>
        </p:nvSpPr>
        <p:spPr>
          <a:xfrm>
            <a:off x="43351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2" name="Shape 364"/>
          <p:cNvSpPr/>
          <p:nvPr/>
        </p:nvSpPr>
        <p:spPr>
          <a:xfrm>
            <a:off x="44303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3" name="Shape 365"/>
          <p:cNvSpPr/>
          <p:nvPr/>
        </p:nvSpPr>
        <p:spPr>
          <a:xfrm>
            <a:off x="45256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4" name="Shape 366"/>
          <p:cNvSpPr/>
          <p:nvPr/>
        </p:nvSpPr>
        <p:spPr>
          <a:xfrm>
            <a:off x="46208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5" name="Shape 367"/>
          <p:cNvSpPr/>
          <p:nvPr/>
        </p:nvSpPr>
        <p:spPr>
          <a:xfrm>
            <a:off x="47161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6" name="Shape 368"/>
          <p:cNvSpPr/>
          <p:nvPr/>
        </p:nvSpPr>
        <p:spPr>
          <a:xfrm>
            <a:off x="40481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87" name="Shape 369"/>
          <p:cNvSpPr/>
          <p:nvPr/>
        </p:nvSpPr>
        <p:spPr>
          <a:xfrm>
            <a:off x="41675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88" name="Shape 370"/>
          <p:cNvSpPr/>
          <p:nvPr/>
        </p:nvSpPr>
        <p:spPr>
          <a:xfrm>
            <a:off x="42868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89" name="Shape 371"/>
          <p:cNvSpPr/>
          <p:nvPr/>
        </p:nvSpPr>
        <p:spPr>
          <a:xfrm>
            <a:off x="44062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0" name="Shape 372"/>
          <p:cNvSpPr/>
          <p:nvPr/>
        </p:nvSpPr>
        <p:spPr>
          <a:xfrm>
            <a:off x="45256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1" name="Shape 373"/>
          <p:cNvSpPr/>
          <p:nvPr/>
        </p:nvSpPr>
        <p:spPr>
          <a:xfrm>
            <a:off x="46450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2" name="Shape 374"/>
          <p:cNvSpPr/>
          <p:nvPr/>
        </p:nvSpPr>
        <p:spPr>
          <a:xfrm>
            <a:off x="47644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3" name="Shape 375"/>
          <p:cNvSpPr/>
          <p:nvPr/>
        </p:nvSpPr>
        <p:spPr>
          <a:xfrm>
            <a:off x="48837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4" name="Shape 376"/>
          <p:cNvSpPr/>
          <p:nvPr/>
        </p:nvSpPr>
        <p:spPr>
          <a:xfrm>
            <a:off x="50031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5" name="Text 377"/>
          <p:cNvSpPr/>
          <p:nvPr/>
        </p:nvSpPr>
        <p:spPr>
          <a:xfrm>
            <a:off x="47129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96" name="Shape 378"/>
          <p:cNvSpPr/>
          <p:nvPr/>
        </p:nvSpPr>
        <p:spPr>
          <a:xfrm>
            <a:off x="51130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397" name="Shape 379"/>
          <p:cNvSpPr/>
          <p:nvPr/>
        </p:nvSpPr>
        <p:spPr>
          <a:xfrm>
            <a:off x="54051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98" name="Shape 380"/>
          <p:cNvSpPr/>
          <p:nvPr/>
        </p:nvSpPr>
        <p:spPr>
          <a:xfrm>
            <a:off x="54051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99" name="Shape 381"/>
          <p:cNvSpPr/>
          <p:nvPr/>
        </p:nvSpPr>
        <p:spPr>
          <a:xfrm>
            <a:off x="54051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0" name="Shape 382"/>
          <p:cNvSpPr/>
          <p:nvPr/>
        </p:nvSpPr>
        <p:spPr>
          <a:xfrm>
            <a:off x="54051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1" name="Shape 383"/>
          <p:cNvSpPr/>
          <p:nvPr/>
        </p:nvSpPr>
        <p:spPr>
          <a:xfrm>
            <a:off x="54051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2" name="Shape 384"/>
          <p:cNvSpPr/>
          <p:nvPr/>
        </p:nvSpPr>
        <p:spPr>
          <a:xfrm>
            <a:off x="54051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3" name="Shape 385"/>
          <p:cNvSpPr/>
          <p:nvPr/>
        </p:nvSpPr>
        <p:spPr>
          <a:xfrm>
            <a:off x="54051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4" name="Shape 386"/>
          <p:cNvSpPr/>
          <p:nvPr/>
        </p:nvSpPr>
        <p:spPr>
          <a:xfrm>
            <a:off x="54051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5" name="Shape 387"/>
          <p:cNvSpPr/>
          <p:nvPr/>
        </p:nvSpPr>
        <p:spPr>
          <a:xfrm>
            <a:off x="54051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6" name="Shape 388"/>
          <p:cNvSpPr/>
          <p:nvPr/>
        </p:nvSpPr>
        <p:spPr>
          <a:xfrm>
            <a:off x="55003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7" name="Shape 389"/>
          <p:cNvSpPr/>
          <p:nvPr/>
        </p:nvSpPr>
        <p:spPr>
          <a:xfrm>
            <a:off x="55003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8" name="Shape 390"/>
          <p:cNvSpPr/>
          <p:nvPr/>
        </p:nvSpPr>
        <p:spPr>
          <a:xfrm>
            <a:off x="55003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9" name="Shape 391"/>
          <p:cNvSpPr/>
          <p:nvPr/>
        </p:nvSpPr>
        <p:spPr>
          <a:xfrm>
            <a:off x="55003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0" name="Shape 392"/>
          <p:cNvSpPr/>
          <p:nvPr/>
        </p:nvSpPr>
        <p:spPr>
          <a:xfrm>
            <a:off x="55003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1" name="Shape 393"/>
          <p:cNvSpPr/>
          <p:nvPr/>
        </p:nvSpPr>
        <p:spPr>
          <a:xfrm>
            <a:off x="55003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2" name="Shape 394"/>
          <p:cNvSpPr/>
          <p:nvPr/>
        </p:nvSpPr>
        <p:spPr>
          <a:xfrm>
            <a:off x="55003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3" name="Shape 395"/>
          <p:cNvSpPr/>
          <p:nvPr/>
        </p:nvSpPr>
        <p:spPr>
          <a:xfrm>
            <a:off x="55003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4" name="Shape 396"/>
          <p:cNvSpPr/>
          <p:nvPr/>
        </p:nvSpPr>
        <p:spPr>
          <a:xfrm>
            <a:off x="55003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5" name="Shape 397"/>
          <p:cNvSpPr/>
          <p:nvPr/>
        </p:nvSpPr>
        <p:spPr>
          <a:xfrm>
            <a:off x="55956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6" name="Shape 398"/>
          <p:cNvSpPr/>
          <p:nvPr/>
        </p:nvSpPr>
        <p:spPr>
          <a:xfrm>
            <a:off x="55956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7" name="Shape 399"/>
          <p:cNvSpPr/>
          <p:nvPr/>
        </p:nvSpPr>
        <p:spPr>
          <a:xfrm>
            <a:off x="55956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8" name="Shape 400"/>
          <p:cNvSpPr/>
          <p:nvPr/>
        </p:nvSpPr>
        <p:spPr>
          <a:xfrm>
            <a:off x="55956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9" name="Shape 401"/>
          <p:cNvSpPr/>
          <p:nvPr/>
        </p:nvSpPr>
        <p:spPr>
          <a:xfrm>
            <a:off x="55956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0" name="Shape 402"/>
          <p:cNvSpPr/>
          <p:nvPr/>
        </p:nvSpPr>
        <p:spPr>
          <a:xfrm>
            <a:off x="55956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1" name="Shape 403"/>
          <p:cNvSpPr/>
          <p:nvPr/>
        </p:nvSpPr>
        <p:spPr>
          <a:xfrm>
            <a:off x="55956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2" name="Shape 404"/>
          <p:cNvSpPr/>
          <p:nvPr/>
        </p:nvSpPr>
        <p:spPr>
          <a:xfrm>
            <a:off x="55956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3" name="Shape 405"/>
          <p:cNvSpPr/>
          <p:nvPr/>
        </p:nvSpPr>
        <p:spPr>
          <a:xfrm>
            <a:off x="55956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4" name="Shape 406"/>
          <p:cNvSpPr/>
          <p:nvPr/>
        </p:nvSpPr>
        <p:spPr>
          <a:xfrm>
            <a:off x="56908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5" name="Shape 407"/>
          <p:cNvSpPr/>
          <p:nvPr/>
        </p:nvSpPr>
        <p:spPr>
          <a:xfrm>
            <a:off x="56908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6" name="Shape 408"/>
          <p:cNvSpPr/>
          <p:nvPr/>
        </p:nvSpPr>
        <p:spPr>
          <a:xfrm>
            <a:off x="56908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7" name="Shape 409"/>
          <p:cNvSpPr/>
          <p:nvPr/>
        </p:nvSpPr>
        <p:spPr>
          <a:xfrm>
            <a:off x="56908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8" name="Shape 410"/>
          <p:cNvSpPr/>
          <p:nvPr/>
        </p:nvSpPr>
        <p:spPr>
          <a:xfrm>
            <a:off x="56908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9" name="Shape 411"/>
          <p:cNvSpPr/>
          <p:nvPr/>
        </p:nvSpPr>
        <p:spPr>
          <a:xfrm>
            <a:off x="56908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0" name="Shape 412"/>
          <p:cNvSpPr/>
          <p:nvPr/>
        </p:nvSpPr>
        <p:spPr>
          <a:xfrm>
            <a:off x="56908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1" name="Shape 413"/>
          <p:cNvSpPr/>
          <p:nvPr/>
        </p:nvSpPr>
        <p:spPr>
          <a:xfrm>
            <a:off x="56908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2" name="Shape 414"/>
          <p:cNvSpPr/>
          <p:nvPr/>
        </p:nvSpPr>
        <p:spPr>
          <a:xfrm>
            <a:off x="56908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3" name="Shape 415"/>
          <p:cNvSpPr/>
          <p:nvPr/>
        </p:nvSpPr>
        <p:spPr>
          <a:xfrm>
            <a:off x="57861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4" name="Shape 416"/>
          <p:cNvSpPr/>
          <p:nvPr/>
        </p:nvSpPr>
        <p:spPr>
          <a:xfrm>
            <a:off x="57861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5" name="Shape 417"/>
          <p:cNvSpPr/>
          <p:nvPr/>
        </p:nvSpPr>
        <p:spPr>
          <a:xfrm>
            <a:off x="57861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6" name="Shape 418"/>
          <p:cNvSpPr/>
          <p:nvPr/>
        </p:nvSpPr>
        <p:spPr>
          <a:xfrm>
            <a:off x="57861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7" name="Shape 419"/>
          <p:cNvSpPr/>
          <p:nvPr/>
        </p:nvSpPr>
        <p:spPr>
          <a:xfrm>
            <a:off x="57861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8" name="Shape 420"/>
          <p:cNvSpPr/>
          <p:nvPr/>
        </p:nvSpPr>
        <p:spPr>
          <a:xfrm>
            <a:off x="57861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9" name="Shape 421"/>
          <p:cNvSpPr/>
          <p:nvPr/>
        </p:nvSpPr>
        <p:spPr>
          <a:xfrm>
            <a:off x="57861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40" name="Shape 422"/>
          <p:cNvSpPr/>
          <p:nvPr/>
        </p:nvSpPr>
        <p:spPr>
          <a:xfrm>
            <a:off x="57861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41" name="Shape 423"/>
          <p:cNvSpPr/>
          <p:nvPr/>
        </p:nvSpPr>
        <p:spPr>
          <a:xfrm>
            <a:off x="57861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42" name="Shape 424"/>
          <p:cNvSpPr/>
          <p:nvPr/>
        </p:nvSpPr>
        <p:spPr>
          <a:xfrm>
            <a:off x="53701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3" name="Shape 425"/>
          <p:cNvSpPr/>
          <p:nvPr/>
        </p:nvSpPr>
        <p:spPr>
          <a:xfrm>
            <a:off x="54654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4" name="Shape 426"/>
          <p:cNvSpPr/>
          <p:nvPr/>
        </p:nvSpPr>
        <p:spPr>
          <a:xfrm>
            <a:off x="55606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5" name="Shape 427"/>
          <p:cNvSpPr/>
          <p:nvPr/>
        </p:nvSpPr>
        <p:spPr>
          <a:xfrm>
            <a:off x="56559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6" name="Shape 428"/>
          <p:cNvSpPr/>
          <p:nvPr/>
        </p:nvSpPr>
        <p:spPr>
          <a:xfrm>
            <a:off x="57511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7" name="Shape 429"/>
          <p:cNvSpPr/>
          <p:nvPr/>
        </p:nvSpPr>
        <p:spPr>
          <a:xfrm>
            <a:off x="50831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48" name="Shape 430"/>
          <p:cNvSpPr/>
          <p:nvPr/>
        </p:nvSpPr>
        <p:spPr>
          <a:xfrm>
            <a:off x="52025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49" name="Shape 431"/>
          <p:cNvSpPr/>
          <p:nvPr/>
        </p:nvSpPr>
        <p:spPr>
          <a:xfrm>
            <a:off x="53219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0" name="Shape 432"/>
          <p:cNvSpPr/>
          <p:nvPr/>
        </p:nvSpPr>
        <p:spPr>
          <a:xfrm>
            <a:off x="54413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1" name="Shape 433"/>
          <p:cNvSpPr/>
          <p:nvPr/>
        </p:nvSpPr>
        <p:spPr>
          <a:xfrm>
            <a:off x="55606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2" name="Shape 434"/>
          <p:cNvSpPr/>
          <p:nvPr/>
        </p:nvSpPr>
        <p:spPr>
          <a:xfrm>
            <a:off x="56800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3" name="Shape 435"/>
          <p:cNvSpPr/>
          <p:nvPr/>
        </p:nvSpPr>
        <p:spPr>
          <a:xfrm>
            <a:off x="57994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4" name="Shape 436"/>
          <p:cNvSpPr/>
          <p:nvPr/>
        </p:nvSpPr>
        <p:spPr>
          <a:xfrm>
            <a:off x="59188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5" name="Shape 437"/>
          <p:cNvSpPr/>
          <p:nvPr/>
        </p:nvSpPr>
        <p:spPr>
          <a:xfrm>
            <a:off x="60382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6" name="Text 438"/>
          <p:cNvSpPr/>
          <p:nvPr/>
        </p:nvSpPr>
        <p:spPr>
          <a:xfrm>
            <a:off x="57480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457" name="Shape 439"/>
          <p:cNvSpPr/>
          <p:nvPr/>
        </p:nvSpPr>
        <p:spPr>
          <a:xfrm>
            <a:off x="61480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458" name="Shape 440"/>
          <p:cNvSpPr/>
          <p:nvPr/>
        </p:nvSpPr>
        <p:spPr>
          <a:xfrm>
            <a:off x="64401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59" name="Shape 441"/>
          <p:cNvSpPr/>
          <p:nvPr/>
        </p:nvSpPr>
        <p:spPr>
          <a:xfrm>
            <a:off x="64401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0" name="Shape 442"/>
          <p:cNvSpPr/>
          <p:nvPr/>
        </p:nvSpPr>
        <p:spPr>
          <a:xfrm>
            <a:off x="64401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1" name="Shape 443"/>
          <p:cNvSpPr/>
          <p:nvPr/>
        </p:nvSpPr>
        <p:spPr>
          <a:xfrm>
            <a:off x="64401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2" name="Shape 444"/>
          <p:cNvSpPr/>
          <p:nvPr/>
        </p:nvSpPr>
        <p:spPr>
          <a:xfrm>
            <a:off x="64401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3" name="Shape 445"/>
          <p:cNvSpPr/>
          <p:nvPr/>
        </p:nvSpPr>
        <p:spPr>
          <a:xfrm>
            <a:off x="64401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4" name="Shape 446"/>
          <p:cNvSpPr/>
          <p:nvPr/>
        </p:nvSpPr>
        <p:spPr>
          <a:xfrm>
            <a:off x="64401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5" name="Shape 447"/>
          <p:cNvSpPr/>
          <p:nvPr/>
        </p:nvSpPr>
        <p:spPr>
          <a:xfrm>
            <a:off x="64401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6" name="Shape 448"/>
          <p:cNvSpPr/>
          <p:nvPr/>
        </p:nvSpPr>
        <p:spPr>
          <a:xfrm>
            <a:off x="64401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7" name="Shape 449"/>
          <p:cNvSpPr/>
          <p:nvPr/>
        </p:nvSpPr>
        <p:spPr>
          <a:xfrm>
            <a:off x="65354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8" name="Shape 450"/>
          <p:cNvSpPr/>
          <p:nvPr/>
        </p:nvSpPr>
        <p:spPr>
          <a:xfrm>
            <a:off x="65354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9" name="Shape 451"/>
          <p:cNvSpPr/>
          <p:nvPr/>
        </p:nvSpPr>
        <p:spPr>
          <a:xfrm>
            <a:off x="65354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0" name="Shape 452"/>
          <p:cNvSpPr/>
          <p:nvPr/>
        </p:nvSpPr>
        <p:spPr>
          <a:xfrm>
            <a:off x="65354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1" name="Shape 453"/>
          <p:cNvSpPr/>
          <p:nvPr/>
        </p:nvSpPr>
        <p:spPr>
          <a:xfrm>
            <a:off x="65354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2" name="Shape 454"/>
          <p:cNvSpPr/>
          <p:nvPr/>
        </p:nvSpPr>
        <p:spPr>
          <a:xfrm>
            <a:off x="65354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3" name="Shape 455"/>
          <p:cNvSpPr/>
          <p:nvPr/>
        </p:nvSpPr>
        <p:spPr>
          <a:xfrm>
            <a:off x="65354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4" name="Shape 456"/>
          <p:cNvSpPr/>
          <p:nvPr/>
        </p:nvSpPr>
        <p:spPr>
          <a:xfrm>
            <a:off x="65354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5" name="Shape 457"/>
          <p:cNvSpPr/>
          <p:nvPr/>
        </p:nvSpPr>
        <p:spPr>
          <a:xfrm>
            <a:off x="65354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6" name="Shape 458"/>
          <p:cNvSpPr/>
          <p:nvPr/>
        </p:nvSpPr>
        <p:spPr>
          <a:xfrm>
            <a:off x="66306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7" name="Shape 459"/>
          <p:cNvSpPr/>
          <p:nvPr/>
        </p:nvSpPr>
        <p:spPr>
          <a:xfrm>
            <a:off x="66306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8" name="Shape 460"/>
          <p:cNvSpPr/>
          <p:nvPr/>
        </p:nvSpPr>
        <p:spPr>
          <a:xfrm>
            <a:off x="66306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9" name="Shape 461"/>
          <p:cNvSpPr/>
          <p:nvPr/>
        </p:nvSpPr>
        <p:spPr>
          <a:xfrm>
            <a:off x="66306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0" name="Shape 462"/>
          <p:cNvSpPr/>
          <p:nvPr/>
        </p:nvSpPr>
        <p:spPr>
          <a:xfrm>
            <a:off x="66306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1" name="Shape 463"/>
          <p:cNvSpPr/>
          <p:nvPr/>
        </p:nvSpPr>
        <p:spPr>
          <a:xfrm>
            <a:off x="66306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2" name="Shape 464"/>
          <p:cNvSpPr/>
          <p:nvPr/>
        </p:nvSpPr>
        <p:spPr>
          <a:xfrm>
            <a:off x="66306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3" name="Shape 465"/>
          <p:cNvSpPr/>
          <p:nvPr/>
        </p:nvSpPr>
        <p:spPr>
          <a:xfrm>
            <a:off x="66306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4" name="Shape 466"/>
          <p:cNvSpPr/>
          <p:nvPr/>
        </p:nvSpPr>
        <p:spPr>
          <a:xfrm>
            <a:off x="66306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5" name="Shape 467"/>
          <p:cNvSpPr/>
          <p:nvPr/>
        </p:nvSpPr>
        <p:spPr>
          <a:xfrm>
            <a:off x="67259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6" name="Shape 468"/>
          <p:cNvSpPr/>
          <p:nvPr/>
        </p:nvSpPr>
        <p:spPr>
          <a:xfrm>
            <a:off x="67259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7" name="Shape 469"/>
          <p:cNvSpPr/>
          <p:nvPr/>
        </p:nvSpPr>
        <p:spPr>
          <a:xfrm>
            <a:off x="67259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8" name="Shape 470"/>
          <p:cNvSpPr/>
          <p:nvPr/>
        </p:nvSpPr>
        <p:spPr>
          <a:xfrm>
            <a:off x="67259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9" name="Shape 471"/>
          <p:cNvSpPr/>
          <p:nvPr/>
        </p:nvSpPr>
        <p:spPr>
          <a:xfrm>
            <a:off x="67259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0" name="Shape 472"/>
          <p:cNvSpPr/>
          <p:nvPr/>
        </p:nvSpPr>
        <p:spPr>
          <a:xfrm>
            <a:off x="67259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1" name="Shape 473"/>
          <p:cNvSpPr/>
          <p:nvPr/>
        </p:nvSpPr>
        <p:spPr>
          <a:xfrm>
            <a:off x="67259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2" name="Shape 474"/>
          <p:cNvSpPr/>
          <p:nvPr/>
        </p:nvSpPr>
        <p:spPr>
          <a:xfrm>
            <a:off x="67259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3" name="Shape 475"/>
          <p:cNvSpPr/>
          <p:nvPr/>
        </p:nvSpPr>
        <p:spPr>
          <a:xfrm>
            <a:off x="67259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4" name="Shape 476"/>
          <p:cNvSpPr/>
          <p:nvPr/>
        </p:nvSpPr>
        <p:spPr>
          <a:xfrm>
            <a:off x="68211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5" name="Shape 477"/>
          <p:cNvSpPr/>
          <p:nvPr/>
        </p:nvSpPr>
        <p:spPr>
          <a:xfrm>
            <a:off x="68211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6" name="Shape 478"/>
          <p:cNvSpPr/>
          <p:nvPr/>
        </p:nvSpPr>
        <p:spPr>
          <a:xfrm>
            <a:off x="68211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7" name="Shape 479"/>
          <p:cNvSpPr/>
          <p:nvPr/>
        </p:nvSpPr>
        <p:spPr>
          <a:xfrm>
            <a:off x="68211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8" name="Shape 480"/>
          <p:cNvSpPr/>
          <p:nvPr/>
        </p:nvSpPr>
        <p:spPr>
          <a:xfrm>
            <a:off x="68211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9" name="Shape 481"/>
          <p:cNvSpPr/>
          <p:nvPr/>
        </p:nvSpPr>
        <p:spPr>
          <a:xfrm>
            <a:off x="68211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0" name="Shape 482"/>
          <p:cNvSpPr/>
          <p:nvPr/>
        </p:nvSpPr>
        <p:spPr>
          <a:xfrm>
            <a:off x="68211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1" name="Shape 483"/>
          <p:cNvSpPr/>
          <p:nvPr/>
        </p:nvSpPr>
        <p:spPr>
          <a:xfrm>
            <a:off x="68211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2" name="Shape 484"/>
          <p:cNvSpPr/>
          <p:nvPr/>
        </p:nvSpPr>
        <p:spPr>
          <a:xfrm>
            <a:off x="68211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3" name="Shape 485"/>
          <p:cNvSpPr/>
          <p:nvPr/>
        </p:nvSpPr>
        <p:spPr>
          <a:xfrm>
            <a:off x="64052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4" name="Shape 486"/>
          <p:cNvSpPr/>
          <p:nvPr/>
        </p:nvSpPr>
        <p:spPr>
          <a:xfrm>
            <a:off x="65004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5" name="Shape 487"/>
          <p:cNvSpPr/>
          <p:nvPr/>
        </p:nvSpPr>
        <p:spPr>
          <a:xfrm>
            <a:off x="65957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6" name="Shape 488"/>
          <p:cNvSpPr/>
          <p:nvPr/>
        </p:nvSpPr>
        <p:spPr>
          <a:xfrm>
            <a:off x="66909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7" name="Shape 489"/>
          <p:cNvSpPr/>
          <p:nvPr/>
        </p:nvSpPr>
        <p:spPr>
          <a:xfrm>
            <a:off x="67862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8" name="Shape 490"/>
          <p:cNvSpPr/>
          <p:nvPr/>
        </p:nvSpPr>
        <p:spPr>
          <a:xfrm>
            <a:off x="61182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09" name="Shape 491"/>
          <p:cNvSpPr/>
          <p:nvPr/>
        </p:nvSpPr>
        <p:spPr>
          <a:xfrm>
            <a:off x="62376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0" name="Shape 492"/>
          <p:cNvSpPr/>
          <p:nvPr/>
        </p:nvSpPr>
        <p:spPr>
          <a:xfrm>
            <a:off x="63569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1" name="Shape 493"/>
          <p:cNvSpPr/>
          <p:nvPr/>
        </p:nvSpPr>
        <p:spPr>
          <a:xfrm>
            <a:off x="64763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2" name="Shape 494"/>
          <p:cNvSpPr/>
          <p:nvPr/>
        </p:nvSpPr>
        <p:spPr>
          <a:xfrm>
            <a:off x="65957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3" name="Shape 495"/>
          <p:cNvSpPr/>
          <p:nvPr/>
        </p:nvSpPr>
        <p:spPr>
          <a:xfrm>
            <a:off x="67151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4" name="Shape 496"/>
          <p:cNvSpPr/>
          <p:nvPr/>
        </p:nvSpPr>
        <p:spPr>
          <a:xfrm>
            <a:off x="68345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5" name="Shape 497"/>
          <p:cNvSpPr/>
          <p:nvPr/>
        </p:nvSpPr>
        <p:spPr>
          <a:xfrm>
            <a:off x="69538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6" name="Shape 498"/>
          <p:cNvSpPr/>
          <p:nvPr/>
        </p:nvSpPr>
        <p:spPr>
          <a:xfrm>
            <a:off x="70732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7" name="Text 499"/>
          <p:cNvSpPr/>
          <p:nvPr/>
        </p:nvSpPr>
        <p:spPr>
          <a:xfrm>
            <a:off x="67830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518" name="Shape 500"/>
          <p:cNvSpPr/>
          <p:nvPr/>
        </p:nvSpPr>
        <p:spPr>
          <a:xfrm>
            <a:off x="71831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519" name="Shape 501"/>
          <p:cNvSpPr/>
          <p:nvPr/>
        </p:nvSpPr>
        <p:spPr>
          <a:xfrm>
            <a:off x="74752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0" name="Shape 502"/>
          <p:cNvSpPr/>
          <p:nvPr/>
        </p:nvSpPr>
        <p:spPr>
          <a:xfrm>
            <a:off x="74752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1" name="Shape 503"/>
          <p:cNvSpPr/>
          <p:nvPr/>
        </p:nvSpPr>
        <p:spPr>
          <a:xfrm>
            <a:off x="74752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2" name="Shape 504"/>
          <p:cNvSpPr/>
          <p:nvPr/>
        </p:nvSpPr>
        <p:spPr>
          <a:xfrm>
            <a:off x="74752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3" name="Shape 505"/>
          <p:cNvSpPr/>
          <p:nvPr/>
        </p:nvSpPr>
        <p:spPr>
          <a:xfrm>
            <a:off x="74752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4" name="Shape 506"/>
          <p:cNvSpPr/>
          <p:nvPr/>
        </p:nvSpPr>
        <p:spPr>
          <a:xfrm>
            <a:off x="74752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5" name="Shape 507"/>
          <p:cNvSpPr/>
          <p:nvPr/>
        </p:nvSpPr>
        <p:spPr>
          <a:xfrm>
            <a:off x="74752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6" name="Shape 508"/>
          <p:cNvSpPr/>
          <p:nvPr/>
        </p:nvSpPr>
        <p:spPr>
          <a:xfrm>
            <a:off x="74752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7" name="Shape 509"/>
          <p:cNvSpPr/>
          <p:nvPr/>
        </p:nvSpPr>
        <p:spPr>
          <a:xfrm>
            <a:off x="74752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8" name="Shape 510"/>
          <p:cNvSpPr/>
          <p:nvPr/>
        </p:nvSpPr>
        <p:spPr>
          <a:xfrm>
            <a:off x="75704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9" name="Shape 511"/>
          <p:cNvSpPr/>
          <p:nvPr/>
        </p:nvSpPr>
        <p:spPr>
          <a:xfrm>
            <a:off x="75704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0" name="Shape 512"/>
          <p:cNvSpPr/>
          <p:nvPr/>
        </p:nvSpPr>
        <p:spPr>
          <a:xfrm>
            <a:off x="75704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1" name="Shape 513"/>
          <p:cNvSpPr/>
          <p:nvPr/>
        </p:nvSpPr>
        <p:spPr>
          <a:xfrm>
            <a:off x="75704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2" name="Shape 514"/>
          <p:cNvSpPr/>
          <p:nvPr/>
        </p:nvSpPr>
        <p:spPr>
          <a:xfrm>
            <a:off x="75704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3" name="Shape 515"/>
          <p:cNvSpPr/>
          <p:nvPr/>
        </p:nvSpPr>
        <p:spPr>
          <a:xfrm>
            <a:off x="75704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4" name="Shape 516"/>
          <p:cNvSpPr/>
          <p:nvPr/>
        </p:nvSpPr>
        <p:spPr>
          <a:xfrm>
            <a:off x="75704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5" name="Shape 517"/>
          <p:cNvSpPr/>
          <p:nvPr/>
        </p:nvSpPr>
        <p:spPr>
          <a:xfrm>
            <a:off x="75704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6" name="Shape 518"/>
          <p:cNvSpPr/>
          <p:nvPr/>
        </p:nvSpPr>
        <p:spPr>
          <a:xfrm>
            <a:off x="75704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7" name="Shape 519"/>
          <p:cNvSpPr/>
          <p:nvPr/>
        </p:nvSpPr>
        <p:spPr>
          <a:xfrm>
            <a:off x="76657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8" name="Shape 520"/>
          <p:cNvSpPr/>
          <p:nvPr/>
        </p:nvSpPr>
        <p:spPr>
          <a:xfrm>
            <a:off x="76657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9" name="Shape 521"/>
          <p:cNvSpPr/>
          <p:nvPr/>
        </p:nvSpPr>
        <p:spPr>
          <a:xfrm>
            <a:off x="76657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0" name="Shape 522"/>
          <p:cNvSpPr/>
          <p:nvPr/>
        </p:nvSpPr>
        <p:spPr>
          <a:xfrm>
            <a:off x="76657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1" name="Shape 523"/>
          <p:cNvSpPr/>
          <p:nvPr/>
        </p:nvSpPr>
        <p:spPr>
          <a:xfrm>
            <a:off x="76657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2" name="Shape 524"/>
          <p:cNvSpPr/>
          <p:nvPr/>
        </p:nvSpPr>
        <p:spPr>
          <a:xfrm>
            <a:off x="76657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3" name="Shape 525"/>
          <p:cNvSpPr/>
          <p:nvPr/>
        </p:nvSpPr>
        <p:spPr>
          <a:xfrm>
            <a:off x="76657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4" name="Shape 526"/>
          <p:cNvSpPr/>
          <p:nvPr/>
        </p:nvSpPr>
        <p:spPr>
          <a:xfrm>
            <a:off x="76657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5" name="Shape 527"/>
          <p:cNvSpPr/>
          <p:nvPr/>
        </p:nvSpPr>
        <p:spPr>
          <a:xfrm>
            <a:off x="76657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6" name="Shape 528"/>
          <p:cNvSpPr/>
          <p:nvPr/>
        </p:nvSpPr>
        <p:spPr>
          <a:xfrm>
            <a:off x="77609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7" name="Shape 529"/>
          <p:cNvSpPr/>
          <p:nvPr/>
        </p:nvSpPr>
        <p:spPr>
          <a:xfrm>
            <a:off x="77609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8" name="Shape 530"/>
          <p:cNvSpPr/>
          <p:nvPr/>
        </p:nvSpPr>
        <p:spPr>
          <a:xfrm>
            <a:off x="77609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9" name="Shape 531"/>
          <p:cNvSpPr/>
          <p:nvPr/>
        </p:nvSpPr>
        <p:spPr>
          <a:xfrm>
            <a:off x="77609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0" name="Shape 532"/>
          <p:cNvSpPr/>
          <p:nvPr/>
        </p:nvSpPr>
        <p:spPr>
          <a:xfrm>
            <a:off x="77609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1" name="Shape 533"/>
          <p:cNvSpPr/>
          <p:nvPr/>
        </p:nvSpPr>
        <p:spPr>
          <a:xfrm>
            <a:off x="77609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2" name="Shape 534"/>
          <p:cNvSpPr/>
          <p:nvPr/>
        </p:nvSpPr>
        <p:spPr>
          <a:xfrm>
            <a:off x="77609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3" name="Shape 535"/>
          <p:cNvSpPr/>
          <p:nvPr/>
        </p:nvSpPr>
        <p:spPr>
          <a:xfrm>
            <a:off x="77609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4" name="Shape 536"/>
          <p:cNvSpPr/>
          <p:nvPr/>
        </p:nvSpPr>
        <p:spPr>
          <a:xfrm>
            <a:off x="77609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5" name="Shape 537"/>
          <p:cNvSpPr/>
          <p:nvPr/>
        </p:nvSpPr>
        <p:spPr>
          <a:xfrm>
            <a:off x="78562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6" name="Shape 538"/>
          <p:cNvSpPr/>
          <p:nvPr/>
        </p:nvSpPr>
        <p:spPr>
          <a:xfrm>
            <a:off x="78562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7" name="Shape 539"/>
          <p:cNvSpPr/>
          <p:nvPr/>
        </p:nvSpPr>
        <p:spPr>
          <a:xfrm>
            <a:off x="78562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8" name="Shape 540"/>
          <p:cNvSpPr/>
          <p:nvPr/>
        </p:nvSpPr>
        <p:spPr>
          <a:xfrm>
            <a:off x="78562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9" name="Shape 541"/>
          <p:cNvSpPr/>
          <p:nvPr/>
        </p:nvSpPr>
        <p:spPr>
          <a:xfrm>
            <a:off x="78562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0" name="Shape 542"/>
          <p:cNvSpPr/>
          <p:nvPr/>
        </p:nvSpPr>
        <p:spPr>
          <a:xfrm>
            <a:off x="78562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1" name="Shape 543"/>
          <p:cNvSpPr/>
          <p:nvPr/>
        </p:nvSpPr>
        <p:spPr>
          <a:xfrm>
            <a:off x="78562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2" name="Shape 544"/>
          <p:cNvSpPr/>
          <p:nvPr/>
        </p:nvSpPr>
        <p:spPr>
          <a:xfrm>
            <a:off x="78562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3" name="Shape 545"/>
          <p:cNvSpPr/>
          <p:nvPr/>
        </p:nvSpPr>
        <p:spPr>
          <a:xfrm>
            <a:off x="78562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4" name="Shape 546"/>
          <p:cNvSpPr/>
          <p:nvPr/>
        </p:nvSpPr>
        <p:spPr>
          <a:xfrm>
            <a:off x="74402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5" name="Shape 547"/>
          <p:cNvSpPr/>
          <p:nvPr/>
        </p:nvSpPr>
        <p:spPr>
          <a:xfrm>
            <a:off x="75355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6" name="Shape 548"/>
          <p:cNvSpPr/>
          <p:nvPr/>
        </p:nvSpPr>
        <p:spPr>
          <a:xfrm>
            <a:off x="76307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7" name="Shape 549"/>
          <p:cNvSpPr/>
          <p:nvPr/>
        </p:nvSpPr>
        <p:spPr>
          <a:xfrm>
            <a:off x="77260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8" name="Shape 550"/>
          <p:cNvSpPr/>
          <p:nvPr/>
        </p:nvSpPr>
        <p:spPr>
          <a:xfrm>
            <a:off x="78212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9" name="Shape 551"/>
          <p:cNvSpPr/>
          <p:nvPr/>
        </p:nvSpPr>
        <p:spPr>
          <a:xfrm>
            <a:off x="71532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0" name="Shape 552"/>
          <p:cNvSpPr/>
          <p:nvPr/>
        </p:nvSpPr>
        <p:spPr>
          <a:xfrm>
            <a:off x="72726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1" name="Shape 553"/>
          <p:cNvSpPr/>
          <p:nvPr/>
        </p:nvSpPr>
        <p:spPr>
          <a:xfrm>
            <a:off x="73920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2" name="Shape 554"/>
          <p:cNvSpPr/>
          <p:nvPr/>
        </p:nvSpPr>
        <p:spPr>
          <a:xfrm>
            <a:off x="75114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3" name="Shape 555"/>
          <p:cNvSpPr/>
          <p:nvPr/>
        </p:nvSpPr>
        <p:spPr>
          <a:xfrm>
            <a:off x="76307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4" name="Shape 556"/>
          <p:cNvSpPr/>
          <p:nvPr/>
        </p:nvSpPr>
        <p:spPr>
          <a:xfrm>
            <a:off x="77501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5" name="Shape 557"/>
          <p:cNvSpPr/>
          <p:nvPr/>
        </p:nvSpPr>
        <p:spPr>
          <a:xfrm>
            <a:off x="78695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6" name="Shape 558"/>
          <p:cNvSpPr/>
          <p:nvPr/>
        </p:nvSpPr>
        <p:spPr>
          <a:xfrm>
            <a:off x="79889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7" name="Shape 559"/>
          <p:cNvSpPr/>
          <p:nvPr/>
        </p:nvSpPr>
        <p:spPr>
          <a:xfrm>
            <a:off x="81083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8" name="Text 560"/>
          <p:cNvSpPr/>
          <p:nvPr/>
        </p:nvSpPr>
        <p:spPr>
          <a:xfrm>
            <a:off x="78181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579" name="Shape 561"/>
          <p:cNvSpPr/>
          <p:nvPr/>
        </p:nvSpPr>
        <p:spPr>
          <a:xfrm>
            <a:off x="92532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580" name="Shape 562"/>
          <p:cNvSpPr/>
          <p:nvPr/>
        </p:nvSpPr>
        <p:spPr>
          <a:xfrm>
            <a:off x="95453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1" name="Shape 563"/>
          <p:cNvSpPr/>
          <p:nvPr/>
        </p:nvSpPr>
        <p:spPr>
          <a:xfrm>
            <a:off x="95453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2" name="Shape 564"/>
          <p:cNvSpPr/>
          <p:nvPr/>
        </p:nvSpPr>
        <p:spPr>
          <a:xfrm>
            <a:off x="95453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3" name="Shape 565"/>
          <p:cNvSpPr/>
          <p:nvPr/>
        </p:nvSpPr>
        <p:spPr>
          <a:xfrm>
            <a:off x="95453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4" name="Shape 566"/>
          <p:cNvSpPr/>
          <p:nvPr/>
        </p:nvSpPr>
        <p:spPr>
          <a:xfrm>
            <a:off x="95453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5" name="Shape 567"/>
          <p:cNvSpPr/>
          <p:nvPr/>
        </p:nvSpPr>
        <p:spPr>
          <a:xfrm>
            <a:off x="95453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6" name="Shape 568"/>
          <p:cNvSpPr/>
          <p:nvPr/>
        </p:nvSpPr>
        <p:spPr>
          <a:xfrm>
            <a:off x="95453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7" name="Shape 569"/>
          <p:cNvSpPr/>
          <p:nvPr/>
        </p:nvSpPr>
        <p:spPr>
          <a:xfrm>
            <a:off x="95453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8" name="Shape 570"/>
          <p:cNvSpPr/>
          <p:nvPr/>
        </p:nvSpPr>
        <p:spPr>
          <a:xfrm>
            <a:off x="95453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9" name="Shape 571"/>
          <p:cNvSpPr/>
          <p:nvPr/>
        </p:nvSpPr>
        <p:spPr>
          <a:xfrm>
            <a:off x="96405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0" name="Shape 572"/>
          <p:cNvSpPr/>
          <p:nvPr/>
        </p:nvSpPr>
        <p:spPr>
          <a:xfrm>
            <a:off x="96405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1" name="Shape 573"/>
          <p:cNvSpPr/>
          <p:nvPr/>
        </p:nvSpPr>
        <p:spPr>
          <a:xfrm>
            <a:off x="96405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2" name="Shape 574"/>
          <p:cNvSpPr/>
          <p:nvPr/>
        </p:nvSpPr>
        <p:spPr>
          <a:xfrm>
            <a:off x="96405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3" name="Shape 575"/>
          <p:cNvSpPr/>
          <p:nvPr/>
        </p:nvSpPr>
        <p:spPr>
          <a:xfrm>
            <a:off x="96405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4" name="Shape 576"/>
          <p:cNvSpPr/>
          <p:nvPr/>
        </p:nvSpPr>
        <p:spPr>
          <a:xfrm>
            <a:off x="96405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5" name="Shape 577"/>
          <p:cNvSpPr/>
          <p:nvPr/>
        </p:nvSpPr>
        <p:spPr>
          <a:xfrm>
            <a:off x="96405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6" name="Shape 578"/>
          <p:cNvSpPr/>
          <p:nvPr/>
        </p:nvSpPr>
        <p:spPr>
          <a:xfrm>
            <a:off x="96405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7" name="Shape 579"/>
          <p:cNvSpPr/>
          <p:nvPr/>
        </p:nvSpPr>
        <p:spPr>
          <a:xfrm>
            <a:off x="96405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8" name="Shape 580"/>
          <p:cNvSpPr/>
          <p:nvPr/>
        </p:nvSpPr>
        <p:spPr>
          <a:xfrm>
            <a:off x="97358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9" name="Shape 581"/>
          <p:cNvSpPr/>
          <p:nvPr/>
        </p:nvSpPr>
        <p:spPr>
          <a:xfrm>
            <a:off x="97358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0" name="Shape 582"/>
          <p:cNvSpPr/>
          <p:nvPr/>
        </p:nvSpPr>
        <p:spPr>
          <a:xfrm>
            <a:off x="97358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1" name="Shape 583"/>
          <p:cNvSpPr/>
          <p:nvPr/>
        </p:nvSpPr>
        <p:spPr>
          <a:xfrm>
            <a:off x="97358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2" name="Shape 584"/>
          <p:cNvSpPr/>
          <p:nvPr/>
        </p:nvSpPr>
        <p:spPr>
          <a:xfrm>
            <a:off x="97358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3" name="Shape 585"/>
          <p:cNvSpPr/>
          <p:nvPr/>
        </p:nvSpPr>
        <p:spPr>
          <a:xfrm>
            <a:off x="97358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4" name="Shape 586"/>
          <p:cNvSpPr/>
          <p:nvPr/>
        </p:nvSpPr>
        <p:spPr>
          <a:xfrm>
            <a:off x="97358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5" name="Shape 587"/>
          <p:cNvSpPr/>
          <p:nvPr/>
        </p:nvSpPr>
        <p:spPr>
          <a:xfrm>
            <a:off x="97358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6" name="Shape 588"/>
          <p:cNvSpPr/>
          <p:nvPr/>
        </p:nvSpPr>
        <p:spPr>
          <a:xfrm>
            <a:off x="97358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7" name="Shape 589"/>
          <p:cNvSpPr/>
          <p:nvPr/>
        </p:nvSpPr>
        <p:spPr>
          <a:xfrm>
            <a:off x="98310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8" name="Shape 590"/>
          <p:cNvSpPr/>
          <p:nvPr/>
        </p:nvSpPr>
        <p:spPr>
          <a:xfrm>
            <a:off x="98310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9" name="Shape 591"/>
          <p:cNvSpPr/>
          <p:nvPr/>
        </p:nvSpPr>
        <p:spPr>
          <a:xfrm>
            <a:off x="98310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0" name="Shape 592"/>
          <p:cNvSpPr/>
          <p:nvPr/>
        </p:nvSpPr>
        <p:spPr>
          <a:xfrm>
            <a:off x="98310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1" name="Shape 593"/>
          <p:cNvSpPr/>
          <p:nvPr/>
        </p:nvSpPr>
        <p:spPr>
          <a:xfrm>
            <a:off x="98310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2" name="Shape 594"/>
          <p:cNvSpPr/>
          <p:nvPr/>
        </p:nvSpPr>
        <p:spPr>
          <a:xfrm>
            <a:off x="98310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3" name="Shape 595"/>
          <p:cNvSpPr/>
          <p:nvPr/>
        </p:nvSpPr>
        <p:spPr>
          <a:xfrm>
            <a:off x="98310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4" name="Shape 596"/>
          <p:cNvSpPr/>
          <p:nvPr/>
        </p:nvSpPr>
        <p:spPr>
          <a:xfrm>
            <a:off x="98310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5" name="Shape 597"/>
          <p:cNvSpPr/>
          <p:nvPr/>
        </p:nvSpPr>
        <p:spPr>
          <a:xfrm>
            <a:off x="98310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6" name="Shape 598"/>
          <p:cNvSpPr/>
          <p:nvPr/>
        </p:nvSpPr>
        <p:spPr>
          <a:xfrm>
            <a:off x="99263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7" name="Shape 599"/>
          <p:cNvSpPr/>
          <p:nvPr/>
        </p:nvSpPr>
        <p:spPr>
          <a:xfrm>
            <a:off x="99263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8" name="Shape 600"/>
          <p:cNvSpPr/>
          <p:nvPr/>
        </p:nvSpPr>
        <p:spPr>
          <a:xfrm>
            <a:off x="99263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9" name="Shape 601"/>
          <p:cNvSpPr/>
          <p:nvPr/>
        </p:nvSpPr>
        <p:spPr>
          <a:xfrm>
            <a:off x="99263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0" name="Shape 602"/>
          <p:cNvSpPr/>
          <p:nvPr/>
        </p:nvSpPr>
        <p:spPr>
          <a:xfrm>
            <a:off x="99263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1" name="Shape 603"/>
          <p:cNvSpPr/>
          <p:nvPr/>
        </p:nvSpPr>
        <p:spPr>
          <a:xfrm>
            <a:off x="99263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2" name="Shape 604"/>
          <p:cNvSpPr/>
          <p:nvPr/>
        </p:nvSpPr>
        <p:spPr>
          <a:xfrm>
            <a:off x="99263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3" name="Shape 605"/>
          <p:cNvSpPr/>
          <p:nvPr/>
        </p:nvSpPr>
        <p:spPr>
          <a:xfrm>
            <a:off x="99263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4" name="Shape 606"/>
          <p:cNvSpPr/>
          <p:nvPr/>
        </p:nvSpPr>
        <p:spPr>
          <a:xfrm>
            <a:off x="99263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5" name="Shape 607"/>
          <p:cNvSpPr/>
          <p:nvPr/>
        </p:nvSpPr>
        <p:spPr>
          <a:xfrm>
            <a:off x="95103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6" name="Shape 608"/>
          <p:cNvSpPr/>
          <p:nvPr/>
        </p:nvSpPr>
        <p:spPr>
          <a:xfrm>
            <a:off x="96056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7" name="Shape 609"/>
          <p:cNvSpPr/>
          <p:nvPr/>
        </p:nvSpPr>
        <p:spPr>
          <a:xfrm>
            <a:off x="97008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8" name="Shape 610"/>
          <p:cNvSpPr/>
          <p:nvPr/>
        </p:nvSpPr>
        <p:spPr>
          <a:xfrm>
            <a:off x="97961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9" name="Shape 611"/>
          <p:cNvSpPr/>
          <p:nvPr/>
        </p:nvSpPr>
        <p:spPr>
          <a:xfrm>
            <a:off x="98913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30" name="Shape 612"/>
          <p:cNvSpPr/>
          <p:nvPr/>
        </p:nvSpPr>
        <p:spPr>
          <a:xfrm>
            <a:off x="92233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1" name="Shape 613"/>
          <p:cNvSpPr/>
          <p:nvPr/>
        </p:nvSpPr>
        <p:spPr>
          <a:xfrm>
            <a:off x="93427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2" name="Shape 614"/>
          <p:cNvSpPr/>
          <p:nvPr/>
        </p:nvSpPr>
        <p:spPr>
          <a:xfrm>
            <a:off x="94621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3" name="Shape 615"/>
          <p:cNvSpPr/>
          <p:nvPr/>
        </p:nvSpPr>
        <p:spPr>
          <a:xfrm>
            <a:off x="95815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4" name="Shape 616"/>
          <p:cNvSpPr/>
          <p:nvPr/>
        </p:nvSpPr>
        <p:spPr>
          <a:xfrm>
            <a:off x="97008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5" name="Shape 617"/>
          <p:cNvSpPr/>
          <p:nvPr/>
        </p:nvSpPr>
        <p:spPr>
          <a:xfrm>
            <a:off x="98202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6" name="Shape 618"/>
          <p:cNvSpPr/>
          <p:nvPr/>
        </p:nvSpPr>
        <p:spPr>
          <a:xfrm>
            <a:off x="99396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7" name="Shape 619"/>
          <p:cNvSpPr/>
          <p:nvPr/>
        </p:nvSpPr>
        <p:spPr>
          <a:xfrm>
            <a:off x="100590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8" name="Shape 620"/>
          <p:cNvSpPr/>
          <p:nvPr/>
        </p:nvSpPr>
        <p:spPr>
          <a:xfrm>
            <a:off x="101784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9" name="Text 621"/>
          <p:cNvSpPr/>
          <p:nvPr/>
        </p:nvSpPr>
        <p:spPr>
          <a:xfrm>
            <a:off x="98882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640" name="Shape 622"/>
          <p:cNvSpPr/>
          <p:nvPr/>
        </p:nvSpPr>
        <p:spPr>
          <a:xfrm>
            <a:off x="102882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641" name="Shape 623"/>
          <p:cNvSpPr/>
          <p:nvPr/>
        </p:nvSpPr>
        <p:spPr>
          <a:xfrm>
            <a:off x="105803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2" name="Shape 624"/>
          <p:cNvSpPr/>
          <p:nvPr/>
        </p:nvSpPr>
        <p:spPr>
          <a:xfrm>
            <a:off x="105803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3" name="Shape 625"/>
          <p:cNvSpPr/>
          <p:nvPr/>
        </p:nvSpPr>
        <p:spPr>
          <a:xfrm>
            <a:off x="105803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4" name="Shape 626"/>
          <p:cNvSpPr/>
          <p:nvPr/>
        </p:nvSpPr>
        <p:spPr>
          <a:xfrm>
            <a:off x="105803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5" name="Shape 627"/>
          <p:cNvSpPr/>
          <p:nvPr/>
        </p:nvSpPr>
        <p:spPr>
          <a:xfrm>
            <a:off x="105803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6" name="Shape 628"/>
          <p:cNvSpPr/>
          <p:nvPr/>
        </p:nvSpPr>
        <p:spPr>
          <a:xfrm>
            <a:off x="105803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7" name="Shape 629"/>
          <p:cNvSpPr/>
          <p:nvPr/>
        </p:nvSpPr>
        <p:spPr>
          <a:xfrm>
            <a:off x="105803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8" name="Shape 630"/>
          <p:cNvSpPr/>
          <p:nvPr/>
        </p:nvSpPr>
        <p:spPr>
          <a:xfrm>
            <a:off x="105803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9" name="Shape 631"/>
          <p:cNvSpPr/>
          <p:nvPr/>
        </p:nvSpPr>
        <p:spPr>
          <a:xfrm>
            <a:off x="105803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0" name="Shape 632"/>
          <p:cNvSpPr/>
          <p:nvPr/>
        </p:nvSpPr>
        <p:spPr>
          <a:xfrm>
            <a:off x="106756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1" name="Shape 633"/>
          <p:cNvSpPr/>
          <p:nvPr/>
        </p:nvSpPr>
        <p:spPr>
          <a:xfrm>
            <a:off x="106756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2" name="Shape 634"/>
          <p:cNvSpPr/>
          <p:nvPr/>
        </p:nvSpPr>
        <p:spPr>
          <a:xfrm>
            <a:off x="106756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3" name="Shape 635"/>
          <p:cNvSpPr/>
          <p:nvPr/>
        </p:nvSpPr>
        <p:spPr>
          <a:xfrm>
            <a:off x="106756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4" name="Shape 636"/>
          <p:cNvSpPr/>
          <p:nvPr/>
        </p:nvSpPr>
        <p:spPr>
          <a:xfrm>
            <a:off x="106756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5" name="Shape 637"/>
          <p:cNvSpPr/>
          <p:nvPr/>
        </p:nvSpPr>
        <p:spPr>
          <a:xfrm>
            <a:off x="106756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6" name="Shape 638"/>
          <p:cNvSpPr/>
          <p:nvPr/>
        </p:nvSpPr>
        <p:spPr>
          <a:xfrm>
            <a:off x="106756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7" name="Shape 639"/>
          <p:cNvSpPr/>
          <p:nvPr/>
        </p:nvSpPr>
        <p:spPr>
          <a:xfrm>
            <a:off x="106756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8" name="Shape 640"/>
          <p:cNvSpPr/>
          <p:nvPr/>
        </p:nvSpPr>
        <p:spPr>
          <a:xfrm>
            <a:off x="106756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9" name="Shape 641"/>
          <p:cNvSpPr/>
          <p:nvPr/>
        </p:nvSpPr>
        <p:spPr>
          <a:xfrm>
            <a:off x="107708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0" name="Shape 642"/>
          <p:cNvSpPr/>
          <p:nvPr/>
        </p:nvSpPr>
        <p:spPr>
          <a:xfrm>
            <a:off x="107708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1" name="Shape 643"/>
          <p:cNvSpPr/>
          <p:nvPr/>
        </p:nvSpPr>
        <p:spPr>
          <a:xfrm>
            <a:off x="107708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2" name="Shape 644"/>
          <p:cNvSpPr/>
          <p:nvPr/>
        </p:nvSpPr>
        <p:spPr>
          <a:xfrm>
            <a:off x="107708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3" name="Shape 645"/>
          <p:cNvSpPr/>
          <p:nvPr/>
        </p:nvSpPr>
        <p:spPr>
          <a:xfrm>
            <a:off x="107708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4" name="Shape 646"/>
          <p:cNvSpPr/>
          <p:nvPr/>
        </p:nvSpPr>
        <p:spPr>
          <a:xfrm>
            <a:off x="107708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5" name="Shape 647"/>
          <p:cNvSpPr/>
          <p:nvPr/>
        </p:nvSpPr>
        <p:spPr>
          <a:xfrm>
            <a:off x="107708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6" name="Shape 648"/>
          <p:cNvSpPr/>
          <p:nvPr/>
        </p:nvSpPr>
        <p:spPr>
          <a:xfrm>
            <a:off x="107708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7" name="Shape 649"/>
          <p:cNvSpPr/>
          <p:nvPr/>
        </p:nvSpPr>
        <p:spPr>
          <a:xfrm>
            <a:off x="107708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8" name="Shape 650"/>
          <p:cNvSpPr/>
          <p:nvPr/>
        </p:nvSpPr>
        <p:spPr>
          <a:xfrm>
            <a:off x="108661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9" name="Shape 651"/>
          <p:cNvSpPr/>
          <p:nvPr/>
        </p:nvSpPr>
        <p:spPr>
          <a:xfrm>
            <a:off x="108661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0" name="Shape 652"/>
          <p:cNvSpPr/>
          <p:nvPr/>
        </p:nvSpPr>
        <p:spPr>
          <a:xfrm>
            <a:off x="108661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1" name="Shape 653"/>
          <p:cNvSpPr/>
          <p:nvPr/>
        </p:nvSpPr>
        <p:spPr>
          <a:xfrm>
            <a:off x="108661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2" name="Shape 654"/>
          <p:cNvSpPr/>
          <p:nvPr/>
        </p:nvSpPr>
        <p:spPr>
          <a:xfrm>
            <a:off x="108661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3" name="Shape 655"/>
          <p:cNvSpPr/>
          <p:nvPr/>
        </p:nvSpPr>
        <p:spPr>
          <a:xfrm>
            <a:off x="108661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4" name="Shape 656"/>
          <p:cNvSpPr/>
          <p:nvPr/>
        </p:nvSpPr>
        <p:spPr>
          <a:xfrm>
            <a:off x="108661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5" name="Shape 657"/>
          <p:cNvSpPr/>
          <p:nvPr/>
        </p:nvSpPr>
        <p:spPr>
          <a:xfrm>
            <a:off x="108661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6" name="Shape 658"/>
          <p:cNvSpPr/>
          <p:nvPr/>
        </p:nvSpPr>
        <p:spPr>
          <a:xfrm>
            <a:off x="108661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7" name="Shape 659"/>
          <p:cNvSpPr/>
          <p:nvPr/>
        </p:nvSpPr>
        <p:spPr>
          <a:xfrm>
            <a:off x="109613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8" name="Shape 660"/>
          <p:cNvSpPr/>
          <p:nvPr/>
        </p:nvSpPr>
        <p:spPr>
          <a:xfrm>
            <a:off x="109613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9" name="Shape 661"/>
          <p:cNvSpPr/>
          <p:nvPr/>
        </p:nvSpPr>
        <p:spPr>
          <a:xfrm>
            <a:off x="109613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0" name="Shape 662"/>
          <p:cNvSpPr/>
          <p:nvPr/>
        </p:nvSpPr>
        <p:spPr>
          <a:xfrm>
            <a:off x="109613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1" name="Shape 663"/>
          <p:cNvSpPr/>
          <p:nvPr/>
        </p:nvSpPr>
        <p:spPr>
          <a:xfrm>
            <a:off x="109613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2" name="Shape 664"/>
          <p:cNvSpPr/>
          <p:nvPr/>
        </p:nvSpPr>
        <p:spPr>
          <a:xfrm>
            <a:off x="109613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3" name="Shape 665"/>
          <p:cNvSpPr/>
          <p:nvPr/>
        </p:nvSpPr>
        <p:spPr>
          <a:xfrm>
            <a:off x="109613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4" name="Shape 666"/>
          <p:cNvSpPr/>
          <p:nvPr/>
        </p:nvSpPr>
        <p:spPr>
          <a:xfrm>
            <a:off x="109613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5" name="Shape 667"/>
          <p:cNvSpPr/>
          <p:nvPr/>
        </p:nvSpPr>
        <p:spPr>
          <a:xfrm>
            <a:off x="109613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6" name="Shape 668"/>
          <p:cNvSpPr/>
          <p:nvPr/>
        </p:nvSpPr>
        <p:spPr>
          <a:xfrm>
            <a:off x="105454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87" name="Shape 669"/>
          <p:cNvSpPr/>
          <p:nvPr/>
        </p:nvSpPr>
        <p:spPr>
          <a:xfrm>
            <a:off x="106406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88" name="Shape 670"/>
          <p:cNvSpPr/>
          <p:nvPr/>
        </p:nvSpPr>
        <p:spPr>
          <a:xfrm>
            <a:off x="107359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89" name="Shape 671"/>
          <p:cNvSpPr/>
          <p:nvPr/>
        </p:nvSpPr>
        <p:spPr>
          <a:xfrm>
            <a:off x="108311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90" name="Shape 672"/>
          <p:cNvSpPr/>
          <p:nvPr/>
        </p:nvSpPr>
        <p:spPr>
          <a:xfrm>
            <a:off x="109264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91" name="Shape 673"/>
          <p:cNvSpPr/>
          <p:nvPr/>
        </p:nvSpPr>
        <p:spPr>
          <a:xfrm>
            <a:off x="102584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2" name="Shape 674"/>
          <p:cNvSpPr/>
          <p:nvPr/>
        </p:nvSpPr>
        <p:spPr>
          <a:xfrm>
            <a:off x="103778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3" name="Shape 675"/>
          <p:cNvSpPr/>
          <p:nvPr/>
        </p:nvSpPr>
        <p:spPr>
          <a:xfrm>
            <a:off x="104971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4" name="Shape 676"/>
          <p:cNvSpPr/>
          <p:nvPr/>
        </p:nvSpPr>
        <p:spPr>
          <a:xfrm>
            <a:off x="106165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5" name="Shape 677"/>
          <p:cNvSpPr/>
          <p:nvPr/>
        </p:nvSpPr>
        <p:spPr>
          <a:xfrm>
            <a:off x="107359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6" name="Shape 678"/>
          <p:cNvSpPr/>
          <p:nvPr/>
        </p:nvSpPr>
        <p:spPr>
          <a:xfrm>
            <a:off x="108553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7" name="Shape 679"/>
          <p:cNvSpPr/>
          <p:nvPr/>
        </p:nvSpPr>
        <p:spPr>
          <a:xfrm>
            <a:off x="109747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8" name="Shape 680"/>
          <p:cNvSpPr/>
          <p:nvPr/>
        </p:nvSpPr>
        <p:spPr>
          <a:xfrm>
            <a:off x="110940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9" name="Shape 681"/>
          <p:cNvSpPr/>
          <p:nvPr/>
        </p:nvSpPr>
        <p:spPr>
          <a:xfrm>
            <a:off x="112134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700" name="Text 682"/>
          <p:cNvSpPr/>
          <p:nvPr/>
        </p:nvSpPr>
        <p:spPr>
          <a:xfrm>
            <a:off x="109232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701" name="Shape 683"/>
          <p:cNvSpPr/>
          <p:nvPr/>
        </p:nvSpPr>
        <p:spPr>
          <a:xfrm>
            <a:off x="1958340" y="5515610"/>
            <a:ext cx="9474200" cy="744220"/>
          </a:xfrm>
          <a:prstGeom prst="rect">
            <a:avLst/>
          </a:prstGeom>
          <a:solidFill>
            <a:srgbClr val="854659"/>
          </a:solidFill>
          <a:ln/>
        </p:spPr>
      </p:sp>
      <p:sp>
        <p:nvSpPr>
          <p:cNvPr id="702" name="Text 684"/>
          <p:cNvSpPr/>
          <p:nvPr/>
        </p:nvSpPr>
        <p:spPr>
          <a:xfrm>
            <a:off x="2499360" y="5515610"/>
            <a:ext cx="8382000" cy="744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2B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900" dirty="0"/>
          </a:p>
        </p:txBody>
      </p:sp>
      <p:pic>
        <p:nvPicPr>
          <p:cNvPr id="703" name="Image 16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78710" y="6299200"/>
            <a:ext cx="203200" cy="254000"/>
          </a:xfrm>
          <a:prstGeom prst="rect">
            <a:avLst/>
          </a:prstGeom>
        </p:spPr>
      </p:pic>
      <p:pic>
        <p:nvPicPr>
          <p:cNvPr id="704" name="Image 1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85060" y="5327650"/>
            <a:ext cx="190500" cy="184150"/>
          </a:xfrm>
          <a:prstGeom prst="rect">
            <a:avLst/>
          </a:prstGeom>
        </p:spPr>
      </p:pic>
      <p:pic>
        <p:nvPicPr>
          <p:cNvPr id="705" name="Image 18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85060" y="2520950"/>
            <a:ext cx="190500" cy="184150"/>
          </a:xfrm>
          <a:prstGeom prst="rect">
            <a:avLst/>
          </a:prstGeom>
        </p:spPr>
      </p:pic>
      <p:pic>
        <p:nvPicPr>
          <p:cNvPr id="706" name="Image 19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85060" y="3536950"/>
            <a:ext cx="190500" cy="184150"/>
          </a:xfrm>
          <a:prstGeom prst="rect">
            <a:avLst/>
          </a:prstGeom>
        </p:spPr>
      </p:pic>
      <p:pic>
        <p:nvPicPr>
          <p:cNvPr id="707" name="Image 20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37560" y="6299200"/>
            <a:ext cx="203200" cy="254000"/>
          </a:xfrm>
          <a:prstGeom prst="rect">
            <a:avLst/>
          </a:prstGeom>
        </p:spPr>
      </p:pic>
      <p:pic>
        <p:nvPicPr>
          <p:cNvPr id="708" name="Image 21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43910" y="5327650"/>
            <a:ext cx="190500" cy="184150"/>
          </a:xfrm>
          <a:prstGeom prst="rect">
            <a:avLst/>
          </a:prstGeom>
        </p:spPr>
      </p:pic>
      <p:pic>
        <p:nvPicPr>
          <p:cNvPr id="709" name="Image 22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43910" y="2520950"/>
            <a:ext cx="190500" cy="184150"/>
          </a:xfrm>
          <a:prstGeom prst="rect">
            <a:avLst/>
          </a:prstGeom>
        </p:spPr>
      </p:pic>
      <p:pic>
        <p:nvPicPr>
          <p:cNvPr id="710" name="Image 23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43910" y="3536950"/>
            <a:ext cx="190500" cy="184150"/>
          </a:xfrm>
          <a:prstGeom prst="rect">
            <a:avLst/>
          </a:prstGeom>
        </p:spPr>
      </p:pic>
      <p:pic>
        <p:nvPicPr>
          <p:cNvPr id="711" name="Image 24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05300" y="6299200"/>
            <a:ext cx="203200" cy="254000"/>
          </a:xfrm>
          <a:prstGeom prst="rect">
            <a:avLst/>
          </a:prstGeom>
        </p:spPr>
      </p:pic>
      <p:pic>
        <p:nvPicPr>
          <p:cNvPr id="712" name="Image 25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11650" y="5327650"/>
            <a:ext cx="190500" cy="184150"/>
          </a:xfrm>
          <a:prstGeom prst="rect">
            <a:avLst/>
          </a:prstGeom>
        </p:spPr>
      </p:pic>
      <p:pic>
        <p:nvPicPr>
          <p:cNvPr id="713" name="Image 26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11650" y="2520950"/>
            <a:ext cx="190500" cy="184150"/>
          </a:xfrm>
          <a:prstGeom prst="rect">
            <a:avLst/>
          </a:prstGeom>
        </p:spPr>
      </p:pic>
      <p:pic>
        <p:nvPicPr>
          <p:cNvPr id="714" name="Image 2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11650" y="3536950"/>
            <a:ext cx="190500" cy="184150"/>
          </a:xfrm>
          <a:prstGeom prst="rect">
            <a:avLst/>
          </a:prstGeom>
        </p:spPr>
      </p:pic>
      <p:pic>
        <p:nvPicPr>
          <p:cNvPr id="715" name="Image 28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70500" y="6299200"/>
            <a:ext cx="203200" cy="254000"/>
          </a:xfrm>
          <a:prstGeom prst="rect">
            <a:avLst/>
          </a:prstGeom>
        </p:spPr>
      </p:pic>
      <p:pic>
        <p:nvPicPr>
          <p:cNvPr id="716" name="Image 29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76850" y="5327650"/>
            <a:ext cx="190500" cy="184150"/>
          </a:xfrm>
          <a:prstGeom prst="rect">
            <a:avLst/>
          </a:prstGeom>
        </p:spPr>
      </p:pic>
      <p:pic>
        <p:nvPicPr>
          <p:cNvPr id="717" name="Image 30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76850" y="2520950"/>
            <a:ext cx="190500" cy="184150"/>
          </a:xfrm>
          <a:prstGeom prst="rect">
            <a:avLst/>
          </a:prstGeom>
        </p:spPr>
      </p:pic>
      <p:pic>
        <p:nvPicPr>
          <p:cNvPr id="718" name="Image 31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76850" y="3536950"/>
            <a:ext cx="190500" cy="184150"/>
          </a:xfrm>
          <a:prstGeom prst="rect">
            <a:avLst/>
          </a:prstGeom>
        </p:spPr>
      </p:pic>
      <p:pic>
        <p:nvPicPr>
          <p:cNvPr id="719" name="Image 32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29350" y="6299200"/>
            <a:ext cx="203200" cy="254000"/>
          </a:xfrm>
          <a:prstGeom prst="rect">
            <a:avLst/>
          </a:prstGeom>
        </p:spPr>
      </p:pic>
      <p:pic>
        <p:nvPicPr>
          <p:cNvPr id="720" name="Image 33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35700" y="5327650"/>
            <a:ext cx="190500" cy="184150"/>
          </a:xfrm>
          <a:prstGeom prst="rect">
            <a:avLst/>
          </a:prstGeom>
        </p:spPr>
      </p:pic>
      <p:pic>
        <p:nvPicPr>
          <p:cNvPr id="721" name="Image 34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235700" y="2520950"/>
            <a:ext cx="190500" cy="184150"/>
          </a:xfrm>
          <a:prstGeom prst="rect">
            <a:avLst/>
          </a:prstGeom>
        </p:spPr>
      </p:pic>
      <p:pic>
        <p:nvPicPr>
          <p:cNvPr id="722" name="Image 35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35700" y="3536950"/>
            <a:ext cx="190500" cy="184150"/>
          </a:xfrm>
          <a:prstGeom prst="rect">
            <a:avLst/>
          </a:prstGeom>
        </p:spPr>
      </p:pic>
      <p:pic>
        <p:nvPicPr>
          <p:cNvPr id="723" name="Image 36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194550" y="6299200"/>
            <a:ext cx="203200" cy="254000"/>
          </a:xfrm>
          <a:prstGeom prst="rect">
            <a:avLst/>
          </a:prstGeom>
        </p:spPr>
      </p:pic>
      <p:pic>
        <p:nvPicPr>
          <p:cNvPr id="724" name="Image 3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200900" y="5327650"/>
            <a:ext cx="190500" cy="184150"/>
          </a:xfrm>
          <a:prstGeom prst="rect">
            <a:avLst/>
          </a:prstGeom>
        </p:spPr>
      </p:pic>
      <p:pic>
        <p:nvPicPr>
          <p:cNvPr id="725" name="Image 38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200900" y="2520950"/>
            <a:ext cx="190500" cy="184150"/>
          </a:xfrm>
          <a:prstGeom prst="rect">
            <a:avLst/>
          </a:prstGeom>
        </p:spPr>
      </p:pic>
      <p:pic>
        <p:nvPicPr>
          <p:cNvPr id="726" name="Image 39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200900" y="3536950"/>
            <a:ext cx="190500" cy="184150"/>
          </a:xfrm>
          <a:prstGeom prst="rect">
            <a:avLst/>
          </a:prstGeom>
        </p:spPr>
      </p:pic>
      <p:pic>
        <p:nvPicPr>
          <p:cNvPr id="727" name="Image 40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706610" y="6299200"/>
            <a:ext cx="203200" cy="254000"/>
          </a:xfrm>
          <a:prstGeom prst="rect">
            <a:avLst/>
          </a:prstGeom>
        </p:spPr>
      </p:pic>
      <p:pic>
        <p:nvPicPr>
          <p:cNvPr id="728" name="Image 41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712960" y="5327650"/>
            <a:ext cx="190500" cy="184150"/>
          </a:xfrm>
          <a:prstGeom prst="rect">
            <a:avLst/>
          </a:prstGeom>
        </p:spPr>
      </p:pic>
      <p:pic>
        <p:nvPicPr>
          <p:cNvPr id="729" name="Image 42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712960" y="2520950"/>
            <a:ext cx="190500" cy="184150"/>
          </a:xfrm>
          <a:prstGeom prst="rect">
            <a:avLst/>
          </a:prstGeom>
        </p:spPr>
      </p:pic>
      <p:pic>
        <p:nvPicPr>
          <p:cNvPr id="730" name="Image 43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712960" y="3536950"/>
            <a:ext cx="190500" cy="184150"/>
          </a:xfrm>
          <a:prstGeom prst="rect">
            <a:avLst/>
          </a:prstGeom>
        </p:spPr>
      </p:pic>
      <p:pic>
        <p:nvPicPr>
          <p:cNvPr id="731" name="Image 44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654030" y="6299200"/>
            <a:ext cx="203200" cy="254000"/>
          </a:xfrm>
          <a:prstGeom prst="rect">
            <a:avLst/>
          </a:prstGeom>
        </p:spPr>
      </p:pic>
      <p:pic>
        <p:nvPicPr>
          <p:cNvPr id="732" name="Image 45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660380" y="5327650"/>
            <a:ext cx="190500" cy="184150"/>
          </a:xfrm>
          <a:prstGeom prst="rect">
            <a:avLst/>
          </a:prstGeom>
        </p:spPr>
      </p:pic>
      <p:pic>
        <p:nvPicPr>
          <p:cNvPr id="733" name="Image 46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660380" y="2520950"/>
            <a:ext cx="190500" cy="184150"/>
          </a:xfrm>
          <a:prstGeom prst="rect">
            <a:avLst/>
          </a:prstGeom>
        </p:spPr>
      </p:pic>
      <p:pic>
        <p:nvPicPr>
          <p:cNvPr id="734" name="Image 4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660380" y="3536950"/>
            <a:ext cx="190500" cy="184150"/>
          </a:xfrm>
          <a:prstGeom prst="rect">
            <a:avLst/>
          </a:prstGeom>
        </p:spPr>
      </p:pic>
      <p:sp>
        <p:nvSpPr>
          <p:cNvPr id="735" name="Shape 685"/>
          <p:cNvSpPr/>
          <p:nvPr/>
        </p:nvSpPr>
        <p:spPr>
          <a:xfrm>
            <a:off x="248031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36" name="Shape 686"/>
          <p:cNvSpPr/>
          <p:nvPr/>
        </p:nvSpPr>
        <p:spPr>
          <a:xfrm>
            <a:off x="248031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37" name="Shape 687"/>
          <p:cNvSpPr/>
          <p:nvPr/>
        </p:nvSpPr>
        <p:spPr>
          <a:xfrm>
            <a:off x="248031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38" name="Shape 688"/>
          <p:cNvSpPr/>
          <p:nvPr/>
        </p:nvSpPr>
        <p:spPr>
          <a:xfrm>
            <a:off x="343916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39" name="Shape 689"/>
          <p:cNvSpPr/>
          <p:nvPr/>
        </p:nvSpPr>
        <p:spPr>
          <a:xfrm>
            <a:off x="343916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0" name="Shape 690"/>
          <p:cNvSpPr/>
          <p:nvPr/>
        </p:nvSpPr>
        <p:spPr>
          <a:xfrm>
            <a:off x="343916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41" name="Shape 691"/>
          <p:cNvSpPr/>
          <p:nvPr/>
        </p:nvSpPr>
        <p:spPr>
          <a:xfrm>
            <a:off x="440690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42" name="Shape 692"/>
          <p:cNvSpPr/>
          <p:nvPr/>
        </p:nvSpPr>
        <p:spPr>
          <a:xfrm>
            <a:off x="440690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3" name="Shape 693"/>
          <p:cNvSpPr/>
          <p:nvPr/>
        </p:nvSpPr>
        <p:spPr>
          <a:xfrm>
            <a:off x="440690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44" name="Shape 694"/>
          <p:cNvSpPr/>
          <p:nvPr/>
        </p:nvSpPr>
        <p:spPr>
          <a:xfrm>
            <a:off x="537210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45" name="Shape 695"/>
          <p:cNvSpPr/>
          <p:nvPr/>
        </p:nvSpPr>
        <p:spPr>
          <a:xfrm>
            <a:off x="537210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6" name="Shape 696"/>
          <p:cNvSpPr/>
          <p:nvPr/>
        </p:nvSpPr>
        <p:spPr>
          <a:xfrm>
            <a:off x="537210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47" name="Shape 697"/>
          <p:cNvSpPr/>
          <p:nvPr/>
        </p:nvSpPr>
        <p:spPr>
          <a:xfrm>
            <a:off x="633095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48" name="Shape 698"/>
          <p:cNvSpPr/>
          <p:nvPr/>
        </p:nvSpPr>
        <p:spPr>
          <a:xfrm>
            <a:off x="633095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9" name="Shape 699"/>
          <p:cNvSpPr/>
          <p:nvPr/>
        </p:nvSpPr>
        <p:spPr>
          <a:xfrm>
            <a:off x="633095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0" name="Shape 700"/>
          <p:cNvSpPr/>
          <p:nvPr/>
        </p:nvSpPr>
        <p:spPr>
          <a:xfrm>
            <a:off x="729615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51" name="Shape 701"/>
          <p:cNvSpPr/>
          <p:nvPr/>
        </p:nvSpPr>
        <p:spPr>
          <a:xfrm>
            <a:off x="729615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52" name="Shape 702"/>
          <p:cNvSpPr/>
          <p:nvPr/>
        </p:nvSpPr>
        <p:spPr>
          <a:xfrm>
            <a:off x="729615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3" name="Shape 703"/>
          <p:cNvSpPr/>
          <p:nvPr/>
        </p:nvSpPr>
        <p:spPr>
          <a:xfrm>
            <a:off x="980821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54" name="Shape 704"/>
          <p:cNvSpPr/>
          <p:nvPr/>
        </p:nvSpPr>
        <p:spPr>
          <a:xfrm>
            <a:off x="980821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55" name="Shape 705"/>
          <p:cNvSpPr/>
          <p:nvPr/>
        </p:nvSpPr>
        <p:spPr>
          <a:xfrm>
            <a:off x="980821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6" name="Shape 706"/>
          <p:cNvSpPr/>
          <p:nvPr/>
        </p:nvSpPr>
        <p:spPr>
          <a:xfrm>
            <a:off x="1075563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57" name="Shape 707"/>
          <p:cNvSpPr/>
          <p:nvPr/>
        </p:nvSpPr>
        <p:spPr>
          <a:xfrm>
            <a:off x="1075563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58" name="Shape 708"/>
          <p:cNvSpPr/>
          <p:nvPr/>
        </p:nvSpPr>
        <p:spPr>
          <a:xfrm>
            <a:off x="1075563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9" name="Shape 709"/>
          <p:cNvSpPr/>
          <p:nvPr/>
        </p:nvSpPr>
        <p:spPr>
          <a:xfrm>
            <a:off x="248031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0" name="Shape 710"/>
          <p:cNvSpPr/>
          <p:nvPr/>
        </p:nvSpPr>
        <p:spPr>
          <a:xfrm>
            <a:off x="248031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1" name="Shape 711"/>
          <p:cNvSpPr/>
          <p:nvPr/>
        </p:nvSpPr>
        <p:spPr>
          <a:xfrm>
            <a:off x="248031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2" name="Shape 712"/>
          <p:cNvSpPr/>
          <p:nvPr/>
        </p:nvSpPr>
        <p:spPr>
          <a:xfrm>
            <a:off x="343916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3" name="Shape 713"/>
          <p:cNvSpPr/>
          <p:nvPr/>
        </p:nvSpPr>
        <p:spPr>
          <a:xfrm>
            <a:off x="343916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4" name="Shape 714"/>
          <p:cNvSpPr/>
          <p:nvPr/>
        </p:nvSpPr>
        <p:spPr>
          <a:xfrm>
            <a:off x="343916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5" name="Shape 715"/>
          <p:cNvSpPr/>
          <p:nvPr/>
        </p:nvSpPr>
        <p:spPr>
          <a:xfrm>
            <a:off x="440690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6" name="Shape 716"/>
          <p:cNvSpPr/>
          <p:nvPr/>
        </p:nvSpPr>
        <p:spPr>
          <a:xfrm>
            <a:off x="440690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7" name="Shape 717"/>
          <p:cNvSpPr/>
          <p:nvPr/>
        </p:nvSpPr>
        <p:spPr>
          <a:xfrm>
            <a:off x="440690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8" name="Shape 718"/>
          <p:cNvSpPr/>
          <p:nvPr/>
        </p:nvSpPr>
        <p:spPr>
          <a:xfrm>
            <a:off x="537210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9" name="Shape 719"/>
          <p:cNvSpPr/>
          <p:nvPr/>
        </p:nvSpPr>
        <p:spPr>
          <a:xfrm>
            <a:off x="537210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0" name="Shape 720"/>
          <p:cNvSpPr/>
          <p:nvPr/>
        </p:nvSpPr>
        <p:spPr>
          <a:xfrm>
            <a:off x="537210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1" name="Shape 721"/>
          <p:cNvSpPr/>
          <p:nvPr/>
        </p:nvSpPr>
        <p:spPr>
          <a:xfrm>
            <a:off x="633095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72" name="Shape 722"/>
          <p:cNvSpPr/>
          <p:nvPr/>
        </p:nvSpPr>
        <p:spPr>
          <a:xfrm>
            <a:off x="633095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3" name="Shape 723"/>
          <p:cNvSpPr/>
          <p:nvPr/>
        </p:nvSpPr>
        <p:spPr>
          <a:xfrm>
            <a:off x="633095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4" name="Shape 724"/>
          <p:cNvSpPr/>
          <p:nvPr/>
        </p:nvSpPr>
        <p:spPr>
          <a:xfrm>
            <a:off x="729615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75" name="Shape 725"/>
          <p:cNvSpPr/>
          <p:nvPr/>
        </p:nvSpPr>
        <p:spPr>
          <a:xfrm>
            <a:off x="729615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6" name="Shape 726"/>
          <p:cNvSpPr/>
          <p:nvPr/>
        </p:nvSpPr>
        <p:spPr>
          <a:xfrm>
            <a:off x="729615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7" name="Shape 727"/>
          <p:cNvSpPr/>
          <p:nvPr/>
        </p:nvSpPr>
        <p:spPr>
          <a:xfrm>
            <a:off x="980821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78" name="Shape 728"/>
          <p:cNvSpPr/>
          <p:nvPr/>
        </p:nvSpPr>
        <p:spPr>
          <a:xfrm>
            <a:off x="980821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9" name="Shape 729"/>
          <p:cNvSpPr/>
          <p:nvPr/>
        </p:nvSpPr>
        <p:spPr>
          <a:xfrm>
            <a:off x="980821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80" name="Shape 730"/>
          <p:cNvSpPr/>
          <p:nvPr/>
        </p:nvSpPr>
        <p:spPr>
          <a:xfrm>
            <a:off x="1075563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81" name="Shape 731"/>
          <p:cNvSpPr/>
          <p:nvPr/>
        </p:nvSpPr>
        <p:spPr>
          <a:xfrm>
            <a:off x="1075563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82" name="Shape 732"/>
          <p:cNvSpPr/>
          <p:nvPr/>
        </p:nvSpPr>
        <p:spPr>
          <a:xfrm>
            <a:off x="1075563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83" name="Shape 733"/>
          <p:cNvSpPr/>
          <p:nvPr/>
        </p:nvSpPr>
        <p:spPr>
          <a:xfrm>
            <a:off x="233426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84" name="Text 734"/>
          <p:cNvSpPr/>
          <p:nvPr/>
        </p:nvSpPr>
        <p:spPr>
          <a:xfrm>
            <a:off x="233426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85" name="Shape 735"/>
          <p:cNvSpPr/>
          <p:nvPr/>
        </p:nvSpPr>
        <p:spPr>
          <a:xfrm>
            <a:off x="329311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86" name="Text 736"/>
          <p:cNvSpPr/>
          <p:nvPr/>
        </p:nvSpPr>
        <p:spPr>
          <a:xfrm>
            <a:off x="329311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87" name="Shape 737"/>
          <p:cNvSpPr/>
          <p:nvPr/>
        </p:nvSpPr>
        <p:spPr>
          <a:xfrm>
            <a:off x="426085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88" name="Text 738"/>
          <p:cNvSpPr/>
          <p:nvPr/>
        </p:nvSpPr>
        <p:spPr>
          <a:xfrm>
            <a:off x="426085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89" name="Shape 739"/>
          <p:cNvSpPr/>
          <p:nvPr/>
        </p:nvSpPr>
        <p:spPr>
          <a:xfrm>
            <a:off x="522605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0" name="Text 740"/>
          <p:cNvSpPr/>
          <p:nvPr/>
        </p:nvSpPr>
        <p:spPr>
          <a:xfrm>
            <a:off x="522605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1" name="Shape 741"/>
          <p:cNvSpPr/>
          <p:nvPr/>
        </p:nvSpPr>
        <p:spPr>
          <a:xfrm>
            <a:off x="618490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2" name="Text 742"/>
          <p:cNvSpPr/>
          <p:nvPr/>
        </p:nvSpPr>
        <p:spPr>
          <a:xfrm>
            <a:off x="618490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3" name="Shape 743"/>
          <p:cNvSpPr/>
          <p:nvPr/>
        </p:nvSpPr>
        <p:spPr>
          <a:xfrm>
            <a:off x="715010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4" name="Text 744"/>
          <p:cNvSpPr/>
          <p:nvPr/>
        </p:nvSpPr>
        <p:spPr>
          <a:xfrm>
            <a:off x="715010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5" name="Shape 745"/>
          <p:cNvSpPr/>
          <p:nvPr/>
        </p:nvSpPr>
        <p:spPr>
          <a:xfrm>
            <a:off x="966216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6" name="Text 746"/>
          <p:cNvSpPr/>
          <p:nvPr/>
        </p:nvSpPr>
        <p:spPr>
          <a:xfrm>
            <a:off x="966216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7" name="Shape 747"/>
          <p:cNvSpPr/>
          <p:nvPr/>
        </p:nvSpPr>
        <p:spPr>
          <a:xfrm>
            <a:off x="1060958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8" name="Text 748"/>
          <p:cNvSpPr/>
          <p:nvPr/>
        </p:nvSpPr>
        <p:spPr>
          <a:xfrm>
            <a:off x="1060958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9" name="Shape 749"/>
          <p:cNvSpPr/>
          <p:nvPr/>
        </p:nvSpPr>
        <p:spPr>
          <a:xfrm>
            <a:off x="233426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0" name="Text 750"/>
          <p:cNvSpPr/>
          <p:nvPr/>
        </p:nvSpPr>
        <p:spPr>
          <a:xfrm>
            <a:off x="233426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1" name="Shape 751"/>
          <p:cNvSpPr/>
          <p:nvPr/>
        </p:nvSpPr>
        <p:spPr>
          <a:xfrm>
            <a:off x="329311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2" name="Text 752"/>
          <p:cNvSpPr/>
          <p:nvPr/>
        </p:nvSpPr>
        <p:spPr>
          <a:xfrm>
            <a:off x="329311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3" name="Shape 753"/>
          <p:cNvSpPr/>
          <p:nvPr/>
        </p:nvSpPr>
        <p:spPr>
          <a:xfrm>
            <a:off x="426085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4" name="Text 754"/>
          <p:cNvSpPr/>
          <p:nvPr/>
        </p:nvSpPr>
        <p:spPr>
          <a:xfrm>
            <a:off x="426085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5" name="Shape 755"/>
          <p:cNvSpPr/>
          <p:nvPr/>
        </p:nvSpPr>
        <p:spPr>
          <a:xfrm>
            <a:off x="522605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6" name="Text 756"/>
          <p:cNvSpPr/>
          <p:nvPr/>
        </p:nvSpPr>
        <p:spPr>
          <a:xfrm>
            <a:off x="522605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7" name="Shape 757"/>
          <p:cNvSpPr/>
          <p:nvPr/>
        </p:nvSpPr>
        <p:spPr>
          <a:xfrm>
            <a:off x="618490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8" name="Text 758"/>
          <p:cNvSpPr/>
          <p:nvPr/>
        </p:nvSpPr>
        <p:spPr>
          <a:xfrm>
            <a:off x="618490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9" name="Shape 759"/>
          <p:cNvSpPr/>
          <p:nvPr/>
        </p:nvSpPr>
        <p:spPr>
          <a:xfrm>
            <a:off x="715010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10" name="Text 760"/>
          <p:cNvSpPr/>
          <p:nvPr/>
        </p:nvSpPr>
        <p:spPr>
          <a:xfrm>
            <a:off x="715010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11" name="Shape 761"/>
          <p:cNvSpPr/>
          <p:nvPr/>
        </p:nvSpPr>
        <p:spPr>
          <a:xfrm>
            <a:off x="966216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12" name="Text 762"/>
          <p:cNvSpPr/>
          <p:nvPr/>
        </p:nvSpPr>
        <p:spPr>
          <a:xfrm>
            <a:off x="966216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13" name="Shape 763"/>
          <p:cNvSpPr/>
          <p:nvPr/>
        </p:nvSpPr>
        <p:spPr>
          <a:xfrm>
            <a:off x="1060958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14" name="Text 764"/>
          <p:cNvSpPr/>
          <p:nvPr/>
        </p:nvSpPr>
        <p:spPr>
          <a:xfrm>
            <a:off x="1060958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15" name="Shape 765"/>
          <p:cNvSpPr/>
          <p:nvPr/>
        </p:nvSpPr>
        <p:spPr>
          <a:xfrm>
            <a:off x="202692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6" name="Shape 766"/>
          <p:cNvSpPr/>
          <p:nvPr/>
        </p:nvSpPr>
        <p:spPr>
          <a:xfrm>
            <a:off x="217805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7" name="Shape 767"/>
          <p:cNvSpPr/>
          <p:nvPr/>
        </p:nvSpPr>
        <p:spPr>
          <a:xfrm>
            <a:off x="232918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8" name="Shape 768"/>
          <p:cNvSpPr/>
          <p:nvPr/>
        </p:nvSpPr>
        <p:spPr>
          <a:xfrm>
            <a:off x="248031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9" name="Shape 769"/>
          <p:cNvSpPr/>
          <p:nvPr/>
        </p:nvSpPr>
        <p:spPr>
          <a:xfrm>
            <a:off x="263144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0" name="Shape 770"/>
          <p:cNvSpPr/>
          <p:nvPr/>
        </p:nvSpPr>
        <p:spPr>
          <a:xfrm>
            <a:off x="278257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1" name="Text 771"/>
          <p:cNvSpPr/>
          <p:nvPr/>
        </p:nvSpPr>
        <p:spPr>
          <a:xfrm>
            <a:off x="231521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22" name="Shape 772"/>
          <p:cNvSpPr/>
          <p:nvPr/>
        </p:nvSpPr>
        <p:spPr>
          <a:xfrm>
            <a:off x="298577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3" name="Shape 773"/>
          <p:cNvSpPr/>
          <p:nvPr/>
        </p:nvSpPr>
        <p:spPr>
          <a:xfrm>
            <a:off x="313690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4" name="Shape 774"/>
          <p:cNvSpPr/>
          <p:nvPr/>
        </p:nvSpPr>
        <p:spPr>
          <a:xfrm>
            <a:off x="328803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5" name="Shape 775"/>
          <p:cNvSpPr/>
          <p:nvPr/>
        </p:nvSpPr>
        <p:spPr>
          <a:xfrm>
            <a:off x="343916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6" name="Shape 776"/>
          <p:cNvSpPr/>
          <p:nvPr/>
        </p:nvSpPr>
        <p:spPr>
          <a:xfrm>
            <a:off x="359029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7" name="Shape 777"/>
          <p:cNvSpPr/>
          <p:nvPr/>
        </p:nvSpPr>
        <p:spPr>
          <a:xfrm>
            <a:off x="374142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8" name="Text 778"/>
          <p:cNvSpPr/>
          <p:nvPr/>
        </p:nvSpPr>
        <p:spPr>
          <a:xfrm>
            <a:off x="327406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29" name="Shape 779"/>
          <p:cNvSpPr/>
          <p:nvPr/>
        </p:nvSpPr>
        <p:spPr>
          <a:xfrm>
            <a:off x="395351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0" name="Shape 780"/>
          <p:cNvSpPr/>
          <p:nvPr/>
        </p:nvSpPr>
        <p:spPr>
          <a:xfrm>
            <a:off x="410464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1" name="Shape 781"/>
          <p:cNvSpPr/>
          <p:nvPr/>
        </p:nvSpPr>
        <p:spPr>
          <a:xfrm>
            <a:off x="425577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2" name="Shape 782"/>
          <p:cNvSpPr/>
          <p:nvPr/>
        </p:nvSpPr>
        <p:spPr>
          <a:xfrm>
            <a:off x="440690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3" name="Shape 783"/>
          <p:cNvSpPr/>
          <p:nvPr/>
        </p:nvSpPr>
        <p:spPr>
          <a:xfrm>
            <a:off x="455803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4" name="Shape 784"/>
          <p:cNvSpPr/>
          <p:nvPr/>
        </p:nvSpPr>
        <p:spPr>
          <a:xfrm>
            <a:off x="470916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5" name="Text 785"/>
          <p:cNvSpPr/>
          <p:nvPr/>
        </p:nvSpPr>
        <p:spPr>
          <a:xfrm>
            <a:off x="424180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36" name="Shape 786"/>
          <p:cNvSpPr/>
          <p:nvPr/>
        </p:nvSpPr>
        <p:spPr>
          <a:xfrm>
            <a:off x="491871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7" name="Shape 787"/>
          <p:cNvSpPr/>
          <p:nvPr/>
        </p:nvSpPr>
        <p:spPr>
          <a:xfrm>
            <a:off x="506984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8" name="Shape 788"/>
          <p:cNvSpPr/>
          <p:nvPr/>
        </p:nvSpPr>
        <p:spPr>
          <a:xfrm>
            <a:off x="522097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9" name="Shape 789"/>
          <p:cNvSpPr/>
          <p:nvPr/>
        </p:nvSpPr>
        <p:spPr>
          <a:xfrm>
            <a:off x="537210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0" name="Shape 790"/>
          <p:cNvSpPr/>
          <p:nvPr/>
        </p:nvSpPr>
        <p:spPr>
          <a:xfrm>
            <a:off x="552323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1" name="Shape 791"/>
          <p:cNvSpPr/>
          <p:nvPr/>
        </p:nvSpPr>
        <p:spPr>
          <a:xfrm>
            <a:off x="567436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2" name="Text 792"/>
          <p:cNvSpPr/>
          <p:nvPr/>
        </p:nvSpPr>
        <p:spPr>
          <a:xfrm>
            <a:off x="520700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43" name="Shape 793"/>
          <p:cNvSpPr/>
          <p:nvPr/>
        </p:nvSpPr>
        <p:spPr>
          <a:xfrm>
            <a:off x="587756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4" name="Shape 794"/>
          <p:cNvSpPr/>
          <p:nvPr/>
        </p:nvSpPr>
        <p:spPr>
          <a:xfrm>
            <a:off x="602869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5" name="Shape 795"/>
          <p:cNvSpPr/>
          <p:nvPr/>
        </p:nvSpPr>
        <p:spPr>
          <a:xfrm>
            <a:off x="617982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6" name="Shape 796"/>
          <p:cNvSpPr/>
          <p:nvPr/>
        </p:nvSpPr>
        <p:spPr>
          <a:xfrm>
            <a:off x="633095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7" name="Shape 797"/>
          <p:cNvSpPr/>
          <p:nvPr/>
        </p:nvSpPr>
        <p:spPr>
          <a:xfrm>
            <a:off x="648208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8" name="Shape 798"/>
          <p:cNvSpPr/>
          <p:nvPr/>
        </p:nvSpPr>
        <p:spPr>
          <a:xfrm>
            <a:off x="663321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9" name="Text 799"/>
          <p:cNvSpPr/>
          <p:nvPr/>
        </p:nvSpPr>
        <p:spPr>
          <a:xfrm>
            <a:off x="616585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850" name="Shape 800"/>
          <p:cNvSpPr/>
          <p:nvPr/>
        </p:nvSpPr>
        <p:spPr>
          <a:xfrm>
            <a:off x="684276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1" name="Shape 801"/>
          <p:cNvSpPr/>
          <p:nvPr/>
        </p:nvSpPr>
        <p:spPr>
          <a:xfrm>
            <a:off x="699389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2" name="Shape 802"/>
          <p:cNvSpPr/>
          <p:nvPr/>
        </p:nvSpPr>
        <p:spPr>
          <a:xfrm>
            <a:off x="714502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3" name="Shape 803"/>
          <p:cNvSpPr/>
          <p:nvPr/>
        </p:nvSpPr>
        <p:spPr>
          <a:xfrm>
            <a:off x="729615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4" name="Shape 804"/>
          <p:cNvSpPr/>
          <p:nvPr/>
        </p:nvSpPr>
        <p:spPr>
          <a:xfrm>
            <a:off x="744728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5" name="Shape 805"/>
          <p:cNvSpPr/>
          <p:nvPr/>
        </p:nvSpPr>
        <p:spPr>
          <a:xfrm>
            <a:off x="759841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6" name="Text 806"/>
          <p:cNvSpPr/>
          <p:nvPr/>
        </p:nvSpPr>
        <p:spPr>
          <a:xfrm>
            <a:off x="713105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857" name="Shape 807"/>
          <p:cNvSpPr/>
          <p:nvPr/>
        </p:nvSpPr>
        <p:spPr>
          <a:xfrm>
            <a:off x="935482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8" name="Shape 808"/>
          <p:cNvSpPr/>
          <p:nvPr/>
        </p:nvSpPr>
        <p:spPr>
          <a:xfrm>
            <a:off x="950595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9" name="Shape 809"/>
          <p:cNvSpPr/>
          <p:nvPr/>
        </p:nvSpPr>
        <p:spPr>
          <a:xfrm>
            <a:off x="965708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0" name="Shape 810"/>
          <p:cNvSpPr/>
          <p:nvPr/>
        </p:nvSpPr>
        <p:spPr>
          <a:xfrm>
            <a:off x="980821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1" name="Shape 811"/>
          <p:cNvSpPr/>
          <p:nvPr/>
        </p:nvSpPr>
        <p:spPr>
          <a:xfrm>
            <a:off x="995934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2" name="Shape 812"/>
          <p:cNvSpPr/>
          <p:nvPr/>
        </p:nvSpPr>
        <p:spPr>
          <a:xfrm>
            <a:off x="1011047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3" name="Text 813"/>
          <p:cNvSpPr/>
          <p:nvPr/>
        </p:nvSpPr>
        <p:spPr>
          <a:xfrm>
            <a:off x="964311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864" name="Shape 814"/>
          <p:cNvSpPr/>
          <p:nvPr/>
        </p:nvSpPr>
        <p:spPr>
          <a:xfrm>
            <a:off x="1030224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5" name="Shape 815"/>
          <p:cNvSpPr/>
          <p:nvPr/>
        </p:nvSpPr>
        <p:spPr>
          <a:xfrm>
            <a:off x="1045337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6" name="Shape 816"/>
          <p:cNvSpPr/>
          <p:nvPr/>
        </p:nvSpPr>
        <p:spPr>
          <a:xfrm>
            <a:off x="1060450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7" name="Shape 817"/>
          <p:cNvSpPr/>
          <p:nvPr/>
        </p:nvSpPr>
        <p:spPr>
          <a:xfrm>
            <a:off x="1075563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8" name="Shape 818"/>
          <p:cNvSpPr/>
          <p:nvPr/>
        </p:nvSpPr>
        <p:spPr>
          <a:xfrm>
            <a:off x="1090676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9" name="Shape 819"/>
          <p:cNvSpPr/>
          <p:nvPr/>
        </p:nvSpPr>
        <p:spPr>
          <a:xfrm>
            <a:off x="1105789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0" name="Text 820"/>
          <p:cNvSpPr/>
          <p:nvPr/>
        </p:nvSpPr>
        <p:spPr>
          <a:xfrm>
            <a:off x="1059053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871" name="Shape 821"/>
          <p:cNvSpPr/>
          <p:nvPr/>
        </p:nvSpPr>
        <p:spPr>
          <a:xfrm>
            <a:off x="797052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2" name="Shape 822"/>
          <p:cNvSpPr/>
          <p:nvPr/>
        </p:nvSpPr>
        <p:spPr>
          <a:xfrm>
            <a:off x="820166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3" name="Shape 823"/>
          <p:cNvSpPr/>
          <p:nvPr/>
        </p:nvSpPr>
        <p:spPr>
          <a:xfrm>
            <a:off x="843153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4" name="Shape 824"/>
          <p:cNvSpPr/>
          <p:nvPr/>
        </p:nvSpPr>
        <p:spPr>
          <a:xfrm>
            <a:off x="866267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5" name="Shape 825"/>
          <p:cNvSpPr/>
          <p:nvPr/>
        </p:nvSpPr>
        <p:spPr>
          <a:xfrm>
            <a:off x="889254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6" name="Shape 826"/>
          <p:cNvSpPr/>
          <p:nvPr/>
        </p:nvSpPr>
        <p:spPr>
          <a:xfrm>
            <a:off x="202692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7" name="Shape 827"/>
          <p:cNvSpPr/>
          <p:nvPr/>
        </p:nvSpPr>
        <p:spPr>
          <a:xfrm>
            <a:off x="217805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8" name="Shape 828"/>
          <p:cNvSpPr/>
          <p:nvPr/>
        </p:nvSpPr>
        <p:spPr>
          <a:xfrm>
            <a:off x="232918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9" name="Shape 829"/>
          <p:cNvSpPr/>
          <p:nvPr/>
        </p:nvSpPr>
        <p:spPr>
          <a:xfrm>
            <a:off x="248031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0" name="Shape 830"/>
          <p:cNvSpPr/>
          <p:nvPr/>
        </p:nvSpPr>
        <p:spPr>
          <a:xfrm>
            <a:off x="263144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1" name="Shape 831"/>
          <p:cNvSpPr/>
          <p:nvPr/>
        </p:nvSpPr>
        <p:spPr>
          <a:xfrm>
            <a:off x="278257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2" name="Text 832"/>
          <p:cNvSpPr/>
          <p:nvPr/>
        </p:nvSpPr>
        <p:spPr>
          <a:xfrm>
            <a:off x="231521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83" name="Shape 833"/>
          <p:cNvSpPr/>
          <p:nvPr/>
        </p:nvSpPr>
        <p:spPr>
          <a:xfrm>
            <a:off x="298577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4" name="Shape 834"/>
          <p:cNvSpPr/>
          <p:nvPr/>
        </p:nvSpPr>
        <p:spPr>
          <a:xfrm>
            <a:off x="313690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5" name="Shape 835"/>
          <p:cNvSpPr/>
          <p:nvPr/>
        </p:nvSpPr>
        <p:spPr>
          <a:xfrm>
            <a:off x="328803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6" name="Shape 836"/>
          <p:cNvSpPr/>
          <p:nvPr/>
        </p:nvSpPr>
        <p:spPr>
          <a:xfrm>
            <a:off x="343916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7" name="Shape 837"/>
          <p:cNvSpPr/>
          <p:nvPr/>
        </p:nvSpPr>
        <p:spPr>
          <a:xfrm>
            <a:off x="359029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8" name="Shape 838"/>
          <p:cNvSpPr/>
          <p:nvPr/>
        </p:nvSpPr>
        <p:spPr>
          <a:xfrm>
            <a:off x="374142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9" name="Text 839"/>
          <p:cNvSpPr/>
          <p:nvPr/>
        </p:nvSpPr>
        <p:spPr>
          <a:xfrm>
            <a:off x="327406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90" name="Shape 840"/>
          <p:cNvSpPr/>
          <p:nvPr/>
        </p:nvSpPr>
        <p:spPr>
          <a:xfrm>
            <a:off x="395351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1" name="Shape 841"/>
          <p:cNvSpPr/>
          <p:nvPr/>
        </p:nvSpPr>
        <p:spPr>
          <a:xfrm>
            <a:off x="410464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2" name="Shape 842"/>
          <p:cNvSpPr/>
          <p:nvPr/>
        </p:nvSpPr>
        <p:spPr>
          <a:xfrm>
            <a:off x="425577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3" name="Shape 843"/>
          <p:cNvSpPr/>
          <p:nvPr/>
        </p:nvSpPr>
        <p:spPr>
          <a:xfrm>
            <a:off x="440690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4" name="Shape 844"/>
          <p:cNvSpPr/>
          <p:nvPr/>
        </p:nvSpPr>
        <p:spPr>
          <a:xfrm>
            <a:off x="455803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5" name="Shape 845"/>
          <p:cNvSpPr/>
          <p:nvPr/>
        </p:nvSpPr>
        <p:spPr>
          <a:xfrm>
            <a:off x="470916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6" name="Text 846"/>
          <p:cNvSpPr/>
          <p:nvPr/>
        </p:nvSpPr>
        <p:spPr>
          <a:xfrm>
            <a:off x="424180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97" name="Shape 847"/>
          <p:cNvSpPr/>
          <p:nvPr/>
        </p:nvSpPr>
        <p:spPr>
          <a:xfrm>
            <a:off x="491871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8" name="Shape 848"/>
          <p:cNvSpPr/>
          <p:nvPr/>
        </p:nvSpPr>
        <p:spPr>
          <a:xfrm>
            <a:off x="506984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9" name="Shape 849"/>
          <p:cNvSpPr/>
          <p:nvPr/>
        </p:nvSpPr>
        <p:spPr>
          <a:xfrm>
            <a:off x="522097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0" name="Shape 850"/>
          <p:cNvSpPr/>
          <p:nvPr/>
        </p:nvSpPr>
        <p:spPr>
          <a:xfrm>
            <a:off x="537210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1" name="Shape 851"/>
          <p:cNvSpPr/>
          <p:nvPr/>
        </p:nvSpPr>
        <p:spPr>
          <a:xfrm>
            <a:off x="552323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2" name="Shape 852"/>
          <p:cNvSpPr/>
          <p:nvPr/>
        </p:nvSpPr>
        <p:spPr>
          <a:xfrm>
            <a:off x="567436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3" name="Text 853"/>
          <p:cNvSpPr/>
          <p:nvPr/>
        </p:nvSpPr>
        <p:spPr>
          <a:xfrm>
            <a:off x="520700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904" name="Shape 854"/>
          <p:cNvSpPr/>
          <p:nvPr/>
        </p:nvSpPr>
        <p:spPr>
          <a:xfrm>
            <a:off x="587756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5" name="Shape 855"/>
          <p:cNvSpPr/>
          <p:nvPr/>
        </p:nvSpPr>
        <p:spPr>
          <a:xfrm>
            <a:off x="602869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6" name="Shape 856"/>
          <p:cNvSpPr/>
          <p:nvPr/>
        </p:nvSpPr>
        <p:spPr>
          <a:xfrm>
            <a:off x="617982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7" name="Shape 857"/>
          <p:cNvSpPr/>
          <p:nvPr/>
        </p:nvSpPr>
        <p:spPr>
          <a:xfrm>
            <a:off x="633095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8" name="Shape 858"/>
          <p:cNvSpPr/>
          <p:nvPr/>
        </p:nvSpPr>
        <p:spPr>
          <a:xfrm>
            <a:off x="648208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9" name="Shape 859"/>
          <p:cNvSpPr/>
          <p:nvPr/>
        </p:nvSpPr>
        <p:spPr>
          <a:xfrm>
            <a:off x="663321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0" name="Text 860"/>
          <p:cNvSpPr/>
          <p:nvPr/>
        </p:nvSpPr>
        <p:spPr>
          <a:xfrm>
            <a:off x="616585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1" name="Shape 861"/>
          <p:cNvSpPr/>
          <p:nvPr/>
        </p:nvSpPr>
        <p:spPr>
          <a:xfrm>
            <a:off x="684276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2" name="Shape 862"/>
          <p:cNvSpPr/>
          <p:nvPr/>
        </p:nvSpPr>
        <p:spPr>
          <a:xfrm>
            <a:off x="699389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3" name="Shape 863"/>
          <p:cNvSpPr/>
          <p:nvPr/>
        </p:nvSpPr>
        <p:spPr>
          <a:xfrm>
            <a:off x="714502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4" name="Shape 864"/>
          <p:cNvSpPr/>
          <p:nvPr/>
        </p:nvSpPr>
        <p:spPr>
          <a:xfrm>
            <a:off x="729615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5" name="Shape 865"/>
          <p:cNvSpPr/>
          <p:nvPr/>
        </p:nvSpPr>
        <p:spPr>
          <a:xfrm>
            <a:off x="744728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6" name="Shape 866"/>
          <p:cNvSpPr/>
          <p:nvPr/>
        </p:nvSpPr>
        <p:spPr>
          <a:xfrm>
            <a:off x="759841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7" name="Text 867"/>
          <p:cNvSpPr/>
          <p:nvPr/>
        </p:nvSpPr>
        <p:spPr>
          <a:xfrm>
            <a:off x="713105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918" name="Shape 868"/>
          <p:cNvSpPr/>
          <p:nvPr/>
        </p:nvSpPr>
        <p:spPr>
          <a:xfrm>
            <a:off x="935482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9" name="Shape 869"/>
          <p:cNvSpPr/>
          <p:nvPr/>
        </p:nvSpPr>
        <p:spPr>
          <a:xfrm>
            <a:off x="950595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0" name="Shape 870"/>
          <p:cNvSpPr/>
          <p:nvPr/>
        </p:nvSpPr>
        <p:spPr>
          <a:xfrm>
            <a:off x="965708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1" name="Shape 871"/>
          <p:cNvSpPr/>
          <p:nvPr/>
        </p:nvSpPr>
        <p:spPr>
          <a:xfrm>
            <a:off x="980821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2" name="Shape 872"/>
          <p:cNvSpPr/>
          <p:nvPr/>
        </p:nvSpPr>
        <p:spPr>
          <a:xfrm>
            <a:off x="995934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3" name="Shape 873"/>
          <p:cNvSpPr/>
          <p:nvPr/>
        </p:nvSpPr>
        <p:spPr>
          <a:xfrm>
            <a:off x="1011047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4" name="Text 874"/>
          <p:cNvSpPr/>
          <p:nvPr/>
        </p:nvSpPr>
        <p:spPr>
          <a:xfrm>
            <a:off x="964311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925" name="Shape 875"/>
          <p:cNvSpPr/>
          <p:nvPr/>
        </p:nvSpPr>
        <p:spPr>
          <a:xfrm>
            <a:off x="1030224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6" name="Shape 876"/>
          <p:cNvSpPr/>
          <p:nvPr/>
        </p:nvSpPr>
        <p:spPr>
          <a:xfrm>
            <a:off x="1045337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7" name="Shape 877"/>
          <p:cNvSpPr/>
          <p:nvPr/>
        </p:nvSpPr>
        <p:spPr>
          <a:xfrm>
            <a:off x="1060450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8" name="Shape 878"/>
          <p:cNvSpPr/>
          <p:nvPr/>
        </p:nvSpPr>
        <p:spPr>
          <a:xfrm>
            <a:off x="1075563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9" name="Shape 879"/>
          <p:cNvSpPr/>
          <p:nvPr/>
        </p:nvSpPr>
        <p:spPr>
          <a:xfrm>
            <a:off x="1090676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30" name="Shape 880"/>
          <p:cNvSpPr/>
          <p:nvPr/>
        </p:nvSpPr>
        <p:spPr>
          <a:xfrm>
            <a:off x="1105789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31" name="Text 881"/>
          <p:cNvSpPr/>
          <p:nvPr/>
        </p:nvSpPr>
        <p:spPr>
          <a:xfrm>
            <a:off x="1059053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932" name="Shape 882"/>
          <p:cNvSpPr/>
          <p:nvPr/>
        </p:nvSpPr>
        <p:spPr>
          <a:xfrm>
            <a:off x="797052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3" name="Shape 883"/>
          <p:cNvSpPr/>
          <p:nvPr/>
        </p:nvSpPr>
        <p:spPr>
          <a:xfrm>
            <a:off x="820166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4" name="Shape 884"/>
          <p:cNvSpPr/>
          <p:nvPr/>
        </p:nvSpPr>
        <p:spPr>
          <a:xfrm>
            <a:off x="843153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5" name="Shape 885"/>
          <p:cNvSpPr/>
          <p:nvPr/>
        </p:nvSpPr>
        <p:spPr>
          <a:xfrm>
            <a:off x="866267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6" name="Shape 886"/>
          <p:cNvSpPr/>
          <p:nvPr/>
        </p:nvSpPr>
        <p:spPr>
          <a:xfrm>
            <a:off x="889254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7" name="Shape 887"/>
          <p:cNvSpPr/>
          <p:nvPr/>
        </p:nvSpPr>
        <p:spPr>
          <a:xfrm>
            <a:off x="11188700" y="770890"/>
            <a:ext cx="165100" cy="226060"/>
          </a:xfrm>
          <a:prstGeom prst="rect">
            <a:avLst/>
          </a:prstGeom>
          <a:solidFill>
            <a:srgbClr val="FEFF9C"/>
          </a:solidFill>
          <a:ln w="9525">
            <a:solidFill>
              <a:srgbClr val="8A7A30"/>
            </a:solidFill>
            <a:prstDash val="solid"/>
          </a:ln>
        </p:spPr>
      </p:sp>
      <p:sp>
        <p:nvSpPr>
          <p:cNvPr id="938" name="Shape 888"/>
          <p:cNvSpPr/>
          <p:nvPr/>
        </p:nvSpPr>
        <p:spPr>
          <a:xfrm>
            <a:off x="11353800" y="770890"/>
            <a:ext cx="165100" cy="226060"/>
          </a:xfrm>
          <a:prstGeom prst="rect">
            <a:avLst/>
          </a:prstGeom>
          <a:solidFill>
            <a:srgbClr val="FEFF9C"/>
          </a:solidFill>
          <a:ln w="9525">
            <a:solidFill>
              <a:srgbClr val="8A7A30"/>
            </a:solidFill>
            <a:prstDash val="solid"/>
          </a:ln>
        </p:spPr>
      </p:sp>
      <p:sp>
        <p:nvSpPr>
          <p:cNvPr id="939" name="Shape 889"/>
          <p:cNvSpPr/>
          <p:nvPr/>
        </p:nvSpPr>
        <p:spPr>
          <a:xfrm>
            <a:off x="508000" y="685800"/>
            <a:ext cx="1803400" cy="508000"/>
          </a:xfrm>
          <a:prstGeom prst="roundRect">
            <a:avLst>
              <a:gd name="adj" fmla="val 14400"/>
            </a:avLst>
          </a:prstGeom>
          <a:solidFill>
            <a:srgbClr val="FFF4F0"/>
          </a:solidFill>
          <a:ln w="22225">
            <a:solidFill>
              <a:srgbClr val="8E2E31"/>
            </a:solidFill>
            <a:prstDash val="solid"/>
          </a:ln>
        </p:spPr>
      </p:sp>
      <p:sp>
        <p:nvSpPr>
          <p:cNvPr id="940" name="Text 890"/>
          <p:cNvSpPr/>
          <p:nvPr/>
        </p:nvSpPr>
        <p:spPr>
          <a:xfrm>
            <a:off x="508000" y="685800"/>
            <a:ext cx="1803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E2E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Output</a:t>
            </a:r>
            <a:endParaRPr lang="en-US" sz="1900" dirty="0"/>
          </a:p>
        </p:txBody>
      </p:sp>
      <p:sp>
        <p:nvSpPr>
          <p:cNvPr id="941" name="Shape 891"/>
          <p:cNvSpPr/>
          <p:nvPr/>
        </p:nvSpPr>
        <p:spPr>
          <a:xfrm>
            <a:off x="508000" y="6248400"/>
            <a:ext cx="1803400" cy="584200"/>
          </a:xfrm>
          <a:prstGeom prst="roundRect">
            <a:avLst>
              <a:gd name="adj" fmla="val 12522"/>
            </a:avLst>
          </a:prstGeom>
          <a:solidFill>
            <a:srgbClr val="FFF4F0"/>
          </a:solidFill>
          <a:ln w="22225">
            <a:solidFill>
              <a:srgbClr val="8E2E31"/>
            </a:solidFill>
            <a:prstDash val="solid"/>
          </a:ln>
        </p:spPr>
      </p:sp>
      <p:sp>
        <p:nvSpPr>
          <p:cNvPr id="942" name="Text 892"/>
          <p:cNvSpPr/>
          <p:nvPr/>
        </p:nvSpPr>
        <p:spPr>
          <a:xfrm>
            <a:off x="508000" y="6248400"/>
            <a:ext cx="1803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E2E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Input</a:t>
            </a:r>
            <a:endParaRPr lang="en-US" sz="1900" dirty="0"/>
          </a:p>
        </p:txBody>
      </p:sp>
      <p:sp>
        <p:nvSpPr>
          <p:cNvPr id="943" name="Text 893"/>
          <p:cNvSpPr/>
          <p:nvPr/>
        </p:nvSpPr>
        <p:spPr>
          <a:xfrm rot="16200000">
            <a:off x="-1225550" y="3315970"/>
            <a:ext cx="457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100" kern="0" dirty="0">
                <a:solidFill>
                  <a:srgbClr val="9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</a:t>
            </a:r>
            <a:endParaRPr lang="en-US" sz="2600" dirty="0"/>
          </a:p>
        </p:txBody>
      </p:sp>
      <p:sp>
        <p:nvSpPr>
          <p:cNvPr id="944" name="Shape 894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945" name="Text 895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2026-10-12T19:27:24Z</dcterms:created>
  <dcterms:modified xsi:type="dcterms:W3CDTF">2026-10-12T19:27:24Z</dcterms:modified>
</cp:coreProperties>
</file>