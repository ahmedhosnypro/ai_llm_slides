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4904" y="158557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 Learning</a:t>
            </a:r>
            <a:endParaRPr lang="en-US" sz="6000" dirty="0"/>
          </a:p>
          <a:p>
            <a:pPr algn="ctr" indent="0" marL="0">
              <a:lnSpc>
                <a:spcPts val="6700"/>
              </a:lnSpc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DSAI 308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259275" y="376641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59275" y="405810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59275" y="441563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1345" y="51508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03350" y="5493715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14323" y="5827471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3350" y="6078017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14323" y="638617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000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500" dirty="0"/>
          </a:p>
        </p:txBody>
      </p:sp>
      <p:pic>
        <p:nvPicPr>
          <p:cNvPr id="14" name="Image 0" descr="/home/ahmed/Projects/ai_llm_slides/videos/deep-learning/002_transformers_part2/recreated_pptx/build/assets/zewail_logo_slide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5943600"/>
            <a:ext cx="3962370" cy="7492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895551" y="2356409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B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2026-10-11T16:47:36Z</dcterms:created>
  <dcterms:modified xsi:type="dcterms:W3CDTF">2026-10-11T16:47:36Z</dcterms:modified>
</cp:coreProperties>
</file>