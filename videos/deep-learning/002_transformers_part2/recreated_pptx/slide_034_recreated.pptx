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09363" y="676792"/>
            <a:ext cx="6096000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000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950" dirty="0"/>
          </a:p>
        </p:txBody>
      </p:sp>
      <p:sp>
        <p:nvSpPr>
          <p:cNvPr id="6" name="Text 4"/>
          <p:cNvSpPr/>
          <p:nvPr/>
        </p:nvSpPr>
        <p:spPr>
          <a:xfrm>
            <a:off x="3742739" y="1309191"/>
            <a:ext cx="508000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20"/>
              </a:lnSpc>
              <a:buNone/>
            </a:pPr>
            <a:r>
              <a:rPr lang="en-US" sz="23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Embedding)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1953975" y="1807534"/>
            <a:ext cx="9515363" cy="518337"/>
          </a:xfrm>
          <a:prstGeom prst="roundRect">
            <a:avLst>
              <a:gd name="adj" fmla="val 24697"/>
            </a:avLst>
          </a:prstGeom>
          <a:solidFill>
            <a:srgbClr val="CCCCFC"/>
          </a:solidFill>
          <a:ln w="12700">
            <a:solidFill>
              <a:srgbClr val="26266E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870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7226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7978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45532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3494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810" y="1827532"/>
            <a:ext cx="1651000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4"/>
              </a:lnSpc>
              <a:buNone/>
            </a:pPr>
            <a:r>
              <a:rPr lang="en-US" sz="13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739810" y="2030147"/>
            <a:ext cx="165100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4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581440" y="2383301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tokenization)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0625" y="2861154"/>
            <a:ext cx="165100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60" dirty="0"/>
          </a:p>
        </p:txBody>
      </p:sp>
      <p:sp>
        <p:nvSpPr>
          <p:cNvPr id="33" name="Text 31"/>
          <p:cNvSpPr/>
          <p:nvPr/>
        </p:nvSpPr>
        <p:spPr>
          <a:xfrm>
            <a:off x="660625" y="3077262"/>
            <a:ext cx="1651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5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581440" y="3386749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(Trained on Position Values)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93567" y="2844208"/>
            <a:ext cx="9475770" cy="505046"/>
          </a:xfrm>
          <a:prstGeom prst="rect">
            <a:avLst/>
          </a:prstGeom>
          <a:solidFill>
            <a:srgbClr val="8E0094"/>
          </a:solidFill>
          <a:ln w="12700">
            <a:solidFill>
              <a:srgbClr val="8E00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2650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4893962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to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5910166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7414675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Vectors</a:t>
            </a:r>
            <a:endParaRPr lang="en-US" sz="1850" dirty="0"/>
          </a:p>
        </p:txBody>
      </p:sp>
      <p:sp>
        <p:nvSpPr>
          <p:cNvPr id="40" name="Shape 38"/>
          <p:cNvSpPr/>
          <p:nvPr/>
        </p:nvSpPr>
        <p:spPr>
          <a:xfrm>
            <a:off x="6672038" y="2339162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645669" y="2771109"/>
            <a:ext cx="131975" cy="73099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45643" y="3349254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632472" y="3781202"/>
            <a:ext cx="118777" cy="59808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7173" y="3854301"/>
            <a:ext cx="9502165" cy="505046"/>
          </a:xfrm>
          <a:prstGeom prst="roundRect">
            <a:avLst>
              <a:gd name="adj" fmla="val 25347"/>
            </a:avLst>
          </a:prstGeom>
          <a:solidFill>
            <a:srgbClr val="FBDCFC"/>
          </a:solidFill>
          <a:ln w="12700">
            <a:solidFill>
              <a:srgbClr val="5F7382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330" dirty="0"/>
          </a:p>
        </p:txBody>
      </p:sp>
      <p:sp>
        <p:nvSpPr>
          <p:cNvPr id="47" name="Shape 45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330" dirty="0"/>
          </a:p>
        </p:txBody>
      </p:sp>
      <p:sp>
        <p:nvSpPr>
          <p:cNvPr id="49" name="Shape 47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330" dirty="0"/>
          </a:p>
        </p:txBody>
      </p:sp>
      <p:sp>
        <p:nvSpPr>
          <p:cNvPr id="51" name="Shape 49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330" dirty="0"/>
          </a:p>
        </p:txBody>
      </p:sp>
      <p:sp>
        <p:nvSpPr>
          <p:cNvPr id="53" name="Shape 51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330" dirty="0"/>
          </a:p>
        </p:txBody>
      </p:sp>
      <p:sp>
        <p:nvSpPr>
          <p:cNvPr id="55" name="Shape 53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330" dirty="0"/>
          </a:p>
        </p:txBody>
      </p:sp>
      <p:sp>
        <p:nvSpPr>
          <p:cNvPr id="57" name="Shape 55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330" dirty="0"/>
          </a:p>
        </p:txBody>
      </p:sp>
      <p:sp>
        <p:nvSpPr>
          <p:cNvPr id="59" name="Shape 57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330" dirty="0"/>
          </a:p>
        </p:txBody>
      </p:sp>
      <p:pic>
        <p:nvPicPr>
          <p:cNvPr id="61" name="Image 0" descr="/home/ahmed/Projects/ai_llm_slides/videos/deep-learning/002_transformers_part2/recreated_pptx/build/assets/brace_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345" y="4452972"/>
            <a:ext cx="9132697" cy="224028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2706230" y="4797940"/>
            <a:ext cx="7944866" cy="1900569"/>
          </a:xfrm>
          <a:prstGeom prst="rect">
            <a:avLst/>
          </a:prstGeom>
          <a:ln w="22225">
            <a:solidFill>
              <a:srgbClr val="447E4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51300" y="5449184"/>
            <a:ext cx="805045" cy="318977"/>
          </a:xfrm>
          <a:prstGeom prst="rect">
            <a:avLst/>
          </a:prstGeom>
          <a:solidFill>
            <a:srgbClr val="FFF59B"/>
          </a:solidFill>
          <a:ln w="12700">
            <a:solidFill>
              <a:srgbClr val="FFF59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370064" y="4916191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2000" dirty="0"/>
          </a:p>
        </p:txBody>
      </p:sp>
      <p:sp>
        <p:nvSpPr>
          <p:cNvPr id="65" name="Text 62"/>
          <p:cNvSpPr/>
          <p:nvPr/>
        </p:nvSpPr>
        <p:spPr>
          <a:xfrm>
            <a:off x="3370064" y="5186955"/>
            <a:ext cx="6604000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6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2050" dirty="0"/>
          </a:p>
        </p:txBody>
      </p:sp>
      <p:sp>
        <p:nvSpPr>
          <p:cNvPr id="66" name="Text 63"/>
          <p:cNvSpPr/>
          <p:nvPr/>
        </p:nvSpPr>
        <p:spPr>
          <a:xfrm>
            <a:off x="3370064" y="5467755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&gt; 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 NOT be Embedded</a:t>
            </a:r>
            <a:endParaRPr lang="en-US" sz="2000" dirty="0"/>
          </a:p>
        </p:txBody>
      </p:sp>
      <p:sp>
        <p:nvSpPr>
          <p:cNvPr id="67" name="Text 64"/>
          <p:cNvSpPr/>
          <p:nvPr/>
        </p:nvSpPr>
        <p:spPr>
          <a:xfrm>
            <a:off x="3116064" y="576015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u="sng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(Must  Train Embedding on Max Expected Seq. Length)</a:t>
            </a:r>
            <a:endParaRPr lang="en-US" sz="2000" dirty="0"/>
          </a:p>
        </p:txBody>
      </p:sp>
      <p:sp>
        <p:nvSpPr>
          <p:cNvPr id="68" name="Text 65"/>
          <p:cNvSpPr/>
          <p:nvPr/>
        </p:nvSpPr>
        <p:spPr>
          <a:xfrm>
            <a:off x="3370064" y="6320055"/>
            <a:ext cx="6604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2026-10-12T11:48:53Z</dcterms:created>
  <dcterms:modified xsi:type="dcterms:W3CDTF">2026-10-12T11:48:53Z</dcterms:modified>
</cp:coreProperties>
</file>