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1.png"/><Relationship Id="rId4" Type="http://schemas.openxmlformats.org/officeDocument/2006/relationships/image" Target="../media/image-1-1.png"/><Relationship Id="rId5" Type="http://schemas.openxmlformats.org/officeDocument/2006/relationships/image" Target="../media/image-1-1.png"/><Relationship Id="rId6" Type="http://schemas.openxmlformats.org/officeDocument/2006/relationships/image" Target="../media/image-1-1.png"/><Relationship Id="rId7" Type="http://schemas.openxmlformats.org/officeDocument/2006/relationships/image" Target="../media/image-1-1.png"/><Relationship Id="rId8" Type="http://schemas.openxmlformats.org/officeDocument/2006/relationships/image" Target="../media/image-1-1.png"/><Relationship Id="rId9" Type="http://schemas.openxmlformats.org/officeDocument/2006/relationships/image" Target="../media/image-1-9.png"/><Relationship Id="rId10" Type="http://schemas.openxmlformats.org/officeDocument/2006/relationships/image" Target="../media/image-1-9.png"/><Relationship Id="rId11" Type="http://schemas.openxmlformats.org/officeDocument/2006/relationships/image" Target="../media/image-1-9.png"/><Relationship Id="rId12" Type="http://schemas.openxmlformats.org/officeDocument/2006/relationships/image" Target="../media/image-1-9.png"/><Relationship Id="rId13" Type="http://schemas.openxmlformats.org/officeDocument/2006/relationships/image" Target="../media/image-1-9.png"/><Relationship Id="rId14" Type="http://schemas.openxmlformats.org/officeDocument/2006/relationships/image" Target="../media/image-1-9.png"/><Relationship Id="rId15" Type="http://schemas.openxmlformats.org/officeDocument/2006/relationships/image" Target="../media/image-1-9.png"/><Relationship Id="rId16" Type="http://schemas.openxmlformats.org/officeDocument/2006/relationships/image" Target="../media/image-1-9.png"/><Relationship Id="rId17" Type="http://schemas.openxmlformats.org/officeDocument/2006/relationships/image" Target="../media/image-1-9.png"/><Relationship Id="rId18" Type="http://schemas.openxmlformats.org/officeDocument/2006/relationships/image" Target="../media/image-1-9.png"/><Relationship Id="rId19" Type="http://schemas.openxmlformats.org/officeDocument/2006/relationships/image" Target="../media/image-1-9.png"/><Relationship Id="rId20" Type="http://schemas.openxmlformats.org/officeDocument/2006/relationships/image" Target="../media/image-1-9.png"/><Relationship Id="rId21" Type="http://schemas.openxmlformats.org/officeDocument/2006/relationships/image" Target="../media/image-1-9.png"/><Relationship Id="rId22" Type="http://schemas.openxmlformats.org/officeDocument/2006/relationships/image" Target="../media/image-1-9.png"/><Relationship Id="rId23" Type="http://schemas.openxmlformats.org/officeDocument/2006/relationships/image" Target="../media/image-1-9.png"/><Relationship Id="rId24" Type="http://schemas.openxmlformats.org/officeDocument/2006/relationships/image" Target="../media/image-1-9.png"/><Relationship Id="rId25" Type="http://schemas.openxmlformats.org/officeDocument/2006/relationships/image" Target="../media/image-1-1.png"/><Relationship Id="rId26" Type="http://schemas.openxmlformats.org/officeDocument/2006/relationships/image" Target="../media/image-1-1.png"/><Relationship Id="rId27" Type="http://schemas.openxmlformats.org/officeDocument/2006/relationships/image" Target="../media/image-1-1.png"/><Relationship Id="rId28" Type="http://schemas.openxmlformats.org/officeDocument/2006/relationships/image" Target="../media/image-1-1.png"/><Relationship Id="rId29" Type="http://schemas.openxmlformats.org/officeDocument/2006/relationships/image" Target="../media/image-1-1.png"/><Relationship Id="rId30" Type="http://schemas.openxmlformats.org/officeDocument/2006/relationships/image" Target="../media/image-1-1.png"/><Relationship Id="rId31" Type="http://schemas.openxmlformats.org/officeDocument/2006/relationships/image" Target="../media/image-1-1.png"/><Relationship Id="rId32" Type="http://schemas.openxmlformats.org/officeDocument/2006/relationships/image" Target="../media/image-1-1.png"/><Relationship Id="rId33" Type="http://schemas.openxmlformats.org/officeDocument/2006/relationships/image" Target="../media/image-1-9.png"/><Relationship Id="rId34" Type="http://schemas.openxmlformats.org/officeDocument/2006/relationships/image" Target="../media/image-1-9.png"/><Relationship Id="rId35" Type="http://schemas.openxmlformats.org/officeDocument/2006/relationships/image" Target="../media/image-1-9.png"/><Relationship Id="rId36" Type="http://schemas.openxmlformats.org/officeDocument/2006/relationships/image" Target="../media/image-1-9.png"/><Relationship Id="rId37" Type="http://schemas.openxmlformats.org/officeDocument/2006/relationships/image" Target="../media/image-1-9.png"/><Relationship Id="rId38" Type="http://schemas.openxmlformats.org/officeDocument/2006/relationships/image" Target="../media/image-1-9.png"/><Relationship Id="rId39" Type="http://schemas.openxmlformats.org/officeDocument/2006/relationships/image" Target="../media/image-1-9.png"/><Relationship Id="rId40" Type="http://schemas.openxmlformats.org/officeDocument/2006/relationships/image" Target="../media/image-1-9.png"/><Relationship Id="rId41" Type="http://schemas.openxmlformats.org/officeDocument/2006/relationships/image" Target="../media/image-1-9.png"/><Relationship Id="rId42" Type="http://schemas.openxmlformats.org/officeDocument/2006/relationships/image" Target="../media/image-1-9.png"/><Relationship Id="rId43" Type="http://schemas.openxmlformats.org/officeDocument/2006/relationships/image" Target="../media/image-1-9.png"/><Relationship Id="rId44" Type="http://schemas.openxmlformats.org/officeDocument/2006/relationships/image" Target="../media/image-1-9.png"/><Relationship Id="rId45" Type="http://schemas.openxmlformats.org/officeDocument/2006/relationships/image" Target="../media/image-1-9.png"/><Relationship Id="rId46" Type="http://schemas.openxmlformats.org/officeDocument/2006/relationships/image" Target="../media/image-1-9.png"/><Relationship Id="rId47" Type="http://schemas.openxmlformats.org/officeDocument/2006/relationships/image" Target="../media/image-1-9.png"/><Relationship Id="rId48" Type="http://schemas.openxmlformats.org/officeDocument/2006/relationships/image" Target="../media/image-1-9.png"/><Relationship Id="rId49" Type="http://schemas.openxmlformats.org/officeDocument/2006/relationships/slideLayout" Target="../slideLayouts/slideLayout1.xml"/><Relationship Id="rId5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24840" y="664210"/>
            <a:ext cx="10914380" cy="61163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57730" y="8547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16480" y="8547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75230" y="8547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33980" y="8547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10130" y="8356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15310" y="8547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74060" y="8547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32810" y="8547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91560" y="8547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7710" y="8356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80510" y="8547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39260" y="8547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98010" y="8547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56760" y="8547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32910" y="8356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52060" y="8547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0810" y="8547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69560" y="8547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28310" y="8547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04460" y="8356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29960" y="8547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88710" y="8547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47460" y="8547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06210" y="8547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82360" y="8356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973570" y="8547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0" y="8547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91070" y="8547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49820" y="8547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25970" y="8356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484360" y="8547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43110" y="8547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01860" y="8547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960610" y="8547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36760" y="8356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0462260" y="8547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621010" y="8547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779760" y="8547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938510" y="8547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614660" y="8356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8009890" y="91630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7" name="Shape 45"/>
          <p:cNvSpPr/>
          <p:nvPr/>
        </p:nvSpPr>
        <p:spPr>
          <a:xfrm>
            <a:off x="8256270" y="91630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8" name="Shape 46"/>
          <p:cNvSpPr/>
          <p:nvPr/>
        </p:nvSpPr>
        <p:spPr>
          <a:xfrm>
            <a:off x="8492490" y="91630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49" name="Shape 47"/>
          <p:cNvSpPr/>
          <p:nvPr/>
        </p:nvSpPr>
        <p:spPr>
          <a:xfrm>
            <a:off x="8729980" y="91630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0" name="Shape 48"/>
          <p:cNvSpPr/>
          <p:nvPr/>
        </p:nvSpPr>
        <p:spPr>
          <a:xfrm>
            <a:off x="8936990" y="91630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1" name="Shape 49"/>
          <p:cNvSpPr/>
          <p:nvPr/>
        </p:nvSpPr>
        <p:spPr>
          <a:xfrm>
            <a:off x="1628140" y="1276350"/>
            <a:ext cx="9832340" cy="916940"/>
          </a:xfrm>
          <a:prstGeom prst="roundRect">
            <a:avLst>
              <a:gd name="adj" fmla="val 7978"/>
            </a:avLst>
          </a:prstGeom>
          <a:solidFill>
            <a:srgbClr val="E2EFDA"/>
          </a:solidFill>
          <a:ln w="15875">
            <a:solidFill>
              <a:srgbClr val="00B050"/>
            </a:solidFill>
            <a:prstDash val="dashDot"/>
          </a:ln>
        </p:spPr>
      </p:sp>
      <p:sp>
        <p:nvSpPr>
          <p:cNvPr id="52" name="Shape 50"/>
          <p:cNvSpPr/>
          <p:nvPr/>
        </p:nvSpPr>
        <p:spPr>
          <a:xfrm>
            <a:off x="2077720" y="1355090"/>
            <a:ext cx="9080500" cy="355600"/>
          </a:xfrm>
          <a:prstGeom prst="rect">
            <a:avLst/>
          </a:prstGeom>
          <a:solidFill>
            <a:srgbClr val="D9D9D9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77720" y="1355090"/>
            <a:ext cx="908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1600" dirty="0"/>
          </a:p>
        </p:txBody>
      </p:sp>
      <p:pic>
        <p:nvPicPr>
          <p:cNvPr id="54" name="Image 0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4830" y="1893570"/>
            <a:ext cx="685800" cy="1921510"/>
          </a:xfrm>
          <a:prstGeom prst="rect">
            <a:avLst/>
          </a:prstGeom>
        </p:spPr>
      </p:pic>
      <p:pic>
        <p:nvPicPr>
          <p:cNvPr id="55" name="Image 1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410" y="1893570"/>
            <a:ext cx="685800" cy="1921510"/>
          </a:xfrm>
          <a:prstGeom prst="rect">
            <a:avLst/>
          </a:prstGeom>
        </p:spPr>
      </p:pic>
      <p:pic>
        <p:nvPicPr>
          <p:cNvPr id="56" name="Image 2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610" y="1893570"/>
            <a:ext cx="685800" cy="1921510"/>
          </a:xfrm>
          <a:prstGeom prst="rect">
            <a:avLst/>
          </a:prstGeom>
        </p:spPr>
      </p:pic>
      <p:pic>
        <p:nvPicPr>
          <p:cNvPr id="57" name="Image 3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893570"/>
            <a:ext cx="685800" cy="1921510"/>
          </a:xfrm>
          <a:prstGeom prst="rect">
            <a:avLst/>
          </a:prstGeom>
        </p:spPr>
      </p:pic>
      <p:pic>
        <p:nvPicPr>
          <p:cNvPr id="58" name="Image 4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060" y="1893570"/>
            <a:ext cx="685800" cy="1921510"/>
          </a:xfrm>
          <a:prstGeom prst="rect">
            <a:avLst/>
          </a:prstGeom>
        </p:spPr>
      </p:pic>
      <p:pic>
        <p:nvPicPr>
          <p:cNvPr id="59" name="Image 5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0670" y="1893570"/>
            <a:ext cx="685800" cy="1921510"/>
          </a:xfrm>
          <a:prstGeom prst="rect">
            <a:avLst/>
          </a:prstGeom>
        </p:spPr>
      </p:pic>
      <p:pic>
        <p:nvPicPr>
          <p:cNvPr id="60" name="Image 6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1460" y="1893570"/>
            <a:ext cx="685800" cy="1921510"/>
          </a:xfrm>
          <a:prstGeom prst="rect">
            <a:avLst/>
          </a:prstGeom>
        </p:spPr>
      </p:pic>
      <p:pic>
        <p:nvPicPr>
          <p:cNvPr id="61" name="Image 7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9360" y="1893570"/>
            <a:ext cx="685800" cy="1921510"/>
          </a:xfrm>
          <a:prstGeom prst="rect">
            <a:avLst/>
          </a:prstGeom>
        </p:spPr>
      </p:pic>
      <p:sp>
        <p:nvSpPr>
          <p:cNvPr id="62" name="Shape 52"/>
          <p:cNvSpPr/>
          <p:nvPr/>
        </p:nvSpPr>
        <p:spPr>
          <a:xfrm>
            <a:off x="2157730" y="229108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2316480" y="229108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4" name="Shape 54"/>
          <p:cNvSpPr/>
          <p:nvPr/>
        </p:nvSpPr>
        <p:spPr>
          <a:xfrm>
            <a:off x="2475230" y="229108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5" name="Shape 55"/>
          <p:cNvSpPr/>
          <p:nvPr/>
        </p:nvSpPr>
        <p:spPr>
          <a:xfrm>
            <a:off x="2633980" y="229108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6" name="Text 56"/>
          <p:cNvSpPr/>
          <p:nvPr/>
        </p:nvSpPr>
        <p:spPr>
          <a:xfrm>
            <a:off x="2310130" y="227203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67" name="Shape 57"/>
          <p:cNvSpPr/>
          <p:nvPr/>
        </p:nvSpPr>
        <p:spPr>
          <a:xfrm>
            <a:off x="3115310" y="229108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8" name="Shape 58"/>
          <p:cNvSpPr/>
          <p:nvPr/>
        </p:nvSpPr>
        <p:spPr>
          <a:xfrm>
            <a:off x="3274060" y="229108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9" name="Shape 59"/>
          <p:cNvSpPr/>
          <p:nvPr/>
        </p:nvSpPr>
        <p:spPr>
          <a:xfrm>
            <a:off x="3432810" y="229108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0" name="Shape 60"/>
          <p:cNvSpPr/>
          <p:nvPr/>
        </p:nvSpPr>
        <p:spPr>
          <a:xfrm>
            <a:off x="3591560" y="229108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1" name="Text 61"/>
          <p:cNvSpPr/>
          <p:nvPr/>
        </p:nvSpPr>
        <p:spPr>
          <a:xfrm>
            <a:off x="3267710" y="227203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2" name="Shape 62"/>
          <p:cNvSpPr/>
          <p:nvPr/>
        </p:nvSpPr>
        <p:spPr>
          <a:xfrm>
            <a:off x="4080510" y="229108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3" name="Shape 63"/>
          <p:cNvSpPr/>
          <p:nvPr/>
        </p:nvSpPr>
        <p:spPr>
          <a:xfrm>
            <a:off x="4239260" y="229108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4" name="Shape 64"/>
          <p:cNvSpPr/>
          <p:nvPr/>
        </p:nvSpPr>
        <p:spPr>
          <a:xfrm>
            <a:off x="4398010" y="229108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5" name="Shape 65"/>
          <p:cNvSpPr/>
          <p:nvPr/>
        </p:nvSpPr>
        <p:spPr>
          <a:xfrm>
            <a:off x="4556760" y="229108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6" name="Text 66"/>
          <p:cNvSpPr/>
          <p:nvPr/>
        </p:nvSpPr>
        <p:spPr>
          <a:xfrm>
            <a:off x="4232910" y="227203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77" name="Shape 67"/>
          <p:cNvSpPr/>
          <p:nvPr/>
        </p:nvSpPr>
        <p:spPr>
          <a:xfrm>
            <a:off x="5052060" y="229108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8" name="Shape 68"/>
          <p:cNvSpPr/>
          <p:nvPr/>
        </p:nvSpPr>
        <p:spPr>
          <a:xfrm>
            <a:off x="5210810" y="229108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9" name="Shape 69"/>
          <p:cNvSpPr/>
          <p:nvPr/>
        </p:nvSpPr>
        <p:spPr>
          <a:xfrm>
            <a:off x="5369560" y="229108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0" name="Shape 70"/>
          <p:cNvSpPr/>
          <p:nvPr/>
        </p:nvSpPr>
        <p:spPr>
          <a:xfrm>
            <a:off x="5528310" y="229108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1" name="Text 71"/>
          <p:cNvSpPr/>
          <p:nvPr/>
        </p:nvSpPr>
        <p:spPr>
          <a:xfrm>
            <a:off x="5204460" y="227203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2" name="Shape 72"/>
          <p:cNvSpPr/>
          <p:nvPr/>
        </p:nvSpPr>
        <p:spPr>
          <a:xfrm>
            <a:off x="6029960" y="229108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3" name="Shape 73"/>
          <p:cNvSpPr/>
          <p:nvPr/>
        </p:nvSpPr>
        <p:spPr>
          <a:xfrm>
            <a:off x="6188710" y="229108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4" name="Shape 74"/>
          <p:cNvSpPr/>
          <p:nvPr/>
        </p:nvSpPr>
        <p:spPr>
          <a:xfrm>
            <a:off x="6347460" y="229108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5" name="Shape 75"/>
          <p:cNvSpPr/>
          <p:nvPr/>
        </p:nvSpPr>
        <p:spPr>
          <a:xfrm>
            <a:off x="6506210" y="229108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6" name="Text 76"/>
          <p:cNvSpPr/>
          <p:nvPr/>
        </p:nvSpPr>
        <p:spPr>
          <a:xfrm>
            <a:off x="6182360" y="227203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87" name="Shape 77"/>
          <p:cNvSpPr/>
          <p:nvPr/>
        </p:nvSpPr>
        <p:spPr>
          <a:xfrm>
            <a:off x="6973570" y="229108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8" name="Shape 78"/>
          <p:cNvSpPr/>
          <p:nvPr/>
        </p:nvSpPr>
        <p:spPr>
          <a:xfrm>
            <a:off x="7132320" y="229108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89" name="Shape 79"/>
          <p:cNvSpPr/>
          <p:nvPr/>
        </p:nvSpPr>
        <p:spPr>
          <a:xfrm>
            <a:off x="7291070" y="229108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0" name="Shape 80"/>
          <p:cNvSpPr/>
          <p:nvPr/>
        </p:nvSpPr>
        <p:spPr>
          <a:xfrm>
            <a:off x="7449820" y="229108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1" name="Text 81"/>
          <p:cNvSpPr/>
          <p:nvPr/>
        </p:nvSpPr>
        <p:spPr>
          <a:xfrm>
            <a:off x="7125970" y="227203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92" name="Shape 82"/>
          <p:cNvSpPr/>
          <p:nvPr/>
        </p:nvSpPr>
        <p:spPr>
          <a:xfrm>
            <a:off x="9484360" y="229108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3" name="Shape 83"/>
          <p:cNvSpPr/>
          <p:nvPr/>
        </p:nvSpPr>
        <p:spPr>
          <a:xfrm>
            <a:off x="9643110" y="229108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4" name="Shape 84"/>
          <p:cNvSpPr/>
          <p:nvPr/>
        </p:nvSpPr>
        <p:spPr>
          <a:xfrm>
            <a:off x="9801860" y="229108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5" name="Shape 85"/>
          <p:cNvSpPr/>
          <p:nvPr/>
        </p:nvSpPr>
        <p:spPr>
          <a:xfrm>
            <a:off x="9960610" y="229108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6" name="Text 86"/>
          <p:cNvSpPr/>
          <p:nvPr/>
        </p:nvSpPr>
        <p:spPr>
          <a:xfrm>
            <a:off x="9636760" y="227203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97" name="Shape 87"/>
          <p:cNvSpPr/>
          <p:nvPr/>
        </p:nvSpPr>
        <p:spPr>
          <a:xfrm>
            <a:off x="10462260" y="229108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8" name="Shape 88"/>
          <p:cNvSpPr/>
          <p:nvPr/>
        </p:nvSpPr>
        <p:spPr>
          <a:xfrm>
            <a:off x="10621010" y="229108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99" name="Shape 89"/>
          <p:cNvSpPr/>
          <p:nvPr/>
        </p:nvSpPr>
        <p:spPr>
          <a:xfrm>
            <a:off x="10779760" y="229108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0" name="Shape 90"/>
          <p:cNvSpPr/>
          <p:nvPr/>
        </p:nvSpPr>
        <p:spPr>
          <a:xfrm>
            <a:off x="10938510" y="229108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101" name="Text 91"/>
          <p:cNvSpPr/>
          <p:nvPr/>
        </p:nvSpPr>
        <p:spPr>
          <a:xfrm>
            <a:off x="10614660" y="227203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102" name="Shape 92"/>
          <p:cNvSpPr/>
          <p:nvPr/>
        </p:nvSpPr>
        <p:spPr>
          <a:xfrm>
            <a:off x="8009890" y="234950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03" name="Shape 93"/>
          <p:cNvSpPr/>
          <p:nvPr/>
        </p:nvSpPr>
        <p:spPr>
          <a:xfrm>
            <a:off x="8256270" y="234950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04" name="Shape 94"/>
          <p:cNvSpPr/>
          <p:nvPr/>
        </p:nvSpPr>
        <p:spPr>
          <a:xfrm>
            <a:off x="8492490" y="234950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05" name="Shape 95"/>
          <p:cNvSpPr/>
          <p:nvPr/>
        </p:nvSpPr>
        <p:spPr>
          <a:xfrm>
            <a:off x="8729980" y="234950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06" name="Shape 96"/>
          <p:cNvSpPr/>
          <p:nvPr/>
        </p:nvSpPr>
        <p:spPr>
          <a:xfrm>
            <a:off x="8936990" y="234950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107" name="Shape 97"/>
          <p:cNvSpPr/>
          <p:nvPr/>
        </p:nvSpPr>
        <p:spPr>
          <a:xfrm>
            <a:off x="2376170" y="187452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108" name="Text 98"/>
          <p:cNvSpPr/>
          <p:nvPr/>
        </p:nvSpPr>
        <p:spPr>
          <a:xfrm>
            <a:off x="2376170" y="187452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09" name="Shape 99"/>
          <p:cNvSpPr/>
          <p:nvPr/>
        </p:nvSpPr>
        <p:spPr>
          <a:xfrm>
            <a:off x="3333750" y="187452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110" name="Text 100"/>
          <p:cNvSpPr/>
          <p:nvPr/>
        </p:nvSpPr>
        <p:spPr>
          <a:xfrm>
            <a:off x="3333750" y="187452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11" name="Shape 101"/>
          <p:cNvSpPr/>
          <p:nvPr/>
        </p:nvSpPr>
        <p:spPr>
          <a:xfrm>
            <a:off x="4298950" y="187452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112" name="Text 102"/>
          <p:cNvSpPr/>
          <p:nvPr/>
        </p:nvSpPr>
        <p:spPr>
          <a:xfrm>
            <a:off x="4298950" y="187452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13" name="Shape 103"/>
          <p:cNvSpPr/>
          <p:nvPr/>
        </p:nvSpPr>
        <p:spPr>
          <a:xfrm>
            <a:off x="5270500" y="187452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114" name="Text 104"/>
          <p:cNvSpPr/>
          <p:nvPr/>
        </p:nvSpPr>
        <p:spPr>
          <a:xfrm>
            <a:off x="5270500" y="187452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15" name="Shape 105"/>
          <p:cNvSpPr/>
          <p:nvPr/>
        </p:nvSpPr>
        <p:spPr>
          <a:xfrm>
            <a:off x="6248400" y="187452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116" name="Text 106"/>
          <p:cNvSpPr/>
          <p:nvPr/>
        </p:nvSpPr>
        <p:spPr>
          <a:xfrm>
            <a:off x="6248400" y="187452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17" name="Shape 107"/>
          <p:cNvSpPr/>
          <p:nvPr/>
        </p:nvSpPr>
        <p:spPr>
          <a:xfrm>
            <a:off x="7192010" y="187452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118" name="Text 108"/>
          <p:cNvSpPr/>
          <p:nvPr/>
        </p:nvSpPr>
        <p:spPr>
          <a:xfrm>
            <a:off x="7192010" y="187452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19" name="Shape 109"/>
          <p:cNvSpPr/>
          <p:nvPr/>
        </p:nvSpPr>
        <p:spPr>
          <a:xfrm>
            <a:off x="9702800" y="187452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120" name="Text 110"/>
          <p:cNvSpPr/>
          <p:nvPr/>
        </p:nvSpPr>
        <p:spPr>
          <a:xfrm>
            <a:off x="9702800" y="187452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21" name="Shape 111"/>
          <p:cNvSpPr/>
          <p:nvPr/>
        </p:nvSpPr>
        <p:spPr>
          <a:xfrm>
            <a:off x="10680700" y="1874520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122" name="Text 112"/>
          <p:cNvSpPr/>
          <p:nvPr/>
        </p:nvSpPr>
        <p:spPr>
          <a:xfrm>
            <a:off x="10680700" y="1874520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123" name="Shape 113"/>
          <p:cNvSpPr/>
          <p:nvPr/>
        </p:nvSpPr>
        <p:spPr>
          <a:xfrm>
            <a:off x="2475230" y="1715770"/>
            <a:ext cx="0" cy="1587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24" name="Shape 114"/>
          <p:cNvSpPr/>
          <p:nvPr/>
        </p:nvSpPr>
        <p:spPr>
          <a:xfrm>
            <a:off x="2475230" y="2072640"/>
            <a:ext cx="0" cy="21844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25" name="Shape 115"/>
          <p:cNvSpPr/>
          <p:nvPr/>
        </p:nvSpPr>
        <p:spPr>
          <a:xfrm>
            <a:off x="2475230" y="1074420"/>
            <a:ext cx="0" cy="28067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26" name="Shape 116"/>
          <p:cNvSpPr/>
          <p:nvPr/>
        </p:nvSpPr>
        <p:spPr>
          <a:xfrm>
            <a:off x="3432810" y="1715770"/>
            <a:ext cx="0" cy="1587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27" name="Shape 117"/>
          <p:cNvSpPr/>
          <p:nvPr/>
        </p:nvSpPr>
        <p:spPr>
          <a:xfrm>
            <a:off x="3432810" y="2072640"/>
            <a:ext cx="0" cy="21844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28" name="Shape 118"/>
          <p:cNvSpPr/>
          <p:nvPr/>
        </p:nvSpPr>
        <p:spPr>
          <a:xfrm>
            <a:off x="3432810" y="1074420"/>
            <a:ext cx="0" cy="28067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29" name="Shape 119"/>
          <p:cNvSpPr/>
          <p:nvPr/>
        </p:nvSpPr>
        <p:spPr>
          <a:xfrm>
            <a:off x="4398010" y="1715770"/>
            <a:ext cx="0" cy="1587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30" name="Shape 120"/>
          <p:cNvSpPr/>
          <p:nvPr/>
        </p:nvSpPr>
        <p:spPr>
          <a:xfrm>
            <a:off x="4398010" y="2072640"/>
            <a:ext cx="0" cy="21844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31" name="Shape 121"/>
          <p:cNvSpPr/>
          <p:nvPr/>
        </p:nvSpPr>
        <p:spPr>
          <a:xfrm>
            <a:off x="4398010" y="1074420"/>
            <a:ext cx="0" cy="28067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32" name="Shape 122"/>
          <p:cNvSpPr/>
          <p:nvPr/>
        </p:nvSpPr>
        <p:spPr>
          <a:xfrm>
            <a:off x="5369560" y="1715770"/>
            <a:ext cx="0" cy="1587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33" name="Shape 123"/>
          <p:cNvSpPr/>
          <p:nvPr/>
        </p:nvSpPr>
        <p:spPr>
          <a:xfrm>
            <a:off x="5369560" y="2072640"/>
            <a:ext cx="0" cy="21844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34" name="Shape 124"/>
          <p:cNvSpPr/>
          <p:nvPr/>
        </p:nvSpPr>
        <p:spPr>
          <a:xfrm>
            <a:off x="5369560" y="1074420"/>
            <a:ext cx="0" cy="28067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35" name="Shape 125"/>
          <p:cNvSpPr/>
          <p:nvPr/>
        </p:nvSpPr>
        <p:spPr>
          <a:xfrm>
            <a:off x="6347460" y="1715770"/>
            <a:ext cx="0" cy="1587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36" name="Shape 126"/>
          <p:cNvSpPr/>
          <p:nvPr/>
        </p:nvSpPr>
        <p:spPr>
          <a:xfrm>
            <a:off x="6347460" y="2072640"/>
            <a:ext cx="0" cy="21844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37" name="Shape 127"/>
          <p:cNvSpPr/>
          <p:nvPr/>
        </p:nvSpPr>
        <p:spPr>
          <a:xfrm>
            <a:off x="6347460" y="1074420"/>
            <a:ext cx="0" cy="28067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38" name="Shape 128"/>
          <p:cNvSpPr/>
          <p:nvPr/>
        </p:nvSpPr>
        <p:spPr>
          <a:xfrm>
            <a:off x="7291070" y="1715770"/>
            <a:ext cx="0" cy="1587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39" name="Shape 129"/>
          <p:cNvSpPr/>
          <p:nvPr/>
        </p:nvSpPr>
        <p:spPr>
          <a:xfrm>
            <a:off x="7291070" y="2072640"/>
            <a:ext cx="0" cy="21844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40" name="Shape 130"/>
          <p:cNvSpPr/>
          <p:nvPr/>
        </p:nvSpPr>
        <p:spPr>
          <a:xfrm>
            <a:off x="7291070" y="1074420"/>
            <a:ext cx="0" cy="28067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41" name="Shape 131"/>
          <p:cNvSpPr/>
          <p:nvPr/>
        </p:nvSpPr>
        <p:spPr>
          <a:xfrm>
            <a:off x="9801860" y="1715770"/>
            <a:ext cx="0" cy="1587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42" name="Shape 132"/>
          <p:cNvSpPr/>
          <p:nvPr/>
        </p:nvSpPr>
        <p:spPr>
          <a:xfrm>
            <a:off x="9801860" y="2072640"/>
            <a:ext cx="0" cy="21844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43" name="Shape 133"/>
          <p:cNvSpPr/>
          <p:nvPr/>
        </p:nvSpPr>
        <p:spPr>
          <a:xfrm>
            <a:off x="9801860" y="1074420"/>
            <a:ext cx="0" cy="28067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44" name="Shape 134"/>
          <p:cNvSpPr/>
          <p:nvPr/>
        </p:nvSpPr>
        <p:spPr>
          <a:xfrm>
            <a:off x="10779760" y="1715770"/>
            <a:ext cx="0" cy="15875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145" name="Shape 135"/>
          <p:cNvSpPr/>
          <p:nvPr/>
        </p:nvSpPr>
        <p:spPr>
          <a:xfrm>
            <a:off x="10779760" y="2072640"/>
            <a:ext cx="0" cy="218440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146" name="Shape 136"/>
          <p:cNvSpPr/>
          <p:nvPr/>
        </p:nvSpPr>
        <p:spPr>
          <a:xfrm>
            <a:off x="10779760" y="1074420"/>
            <a:ext cx="0" cy="28067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147" name="Shape 137"/>
          <p:cNvSpPr/>
          <p:nvPr/>
        </p:nvSpPr>
        <p:spPr>
          <a:xfrm>
            <a:off x="1917700" y="2738120"/>
            <a:ext cx="9516110" cy="770890"/>
          </a:xfrm>
          <a:prstGeom prst="rect">
            <a:avLst/>
          </a:prstGeom>
          <a:solidFill>
            <a:srgbClr val="DDEBF7"/>
          </a:solidFill>
          <a:ln w="22225">
            <a:solidFill>
              <a:srgbClr val="0000CC"/>
            </a:solidFill>
            <a:prstDash val="solid"/>
          </a:ln>
        </p:spPr>
      </p:sp>
      <p:sp>
        <p:nvSpPr>
          <p:cNvPr id="148" name="Text 138"/>
          <p:cNvSpPr/>
          <p:nvPr/>
        </p:nvSpPr>
        <p:spPr>
          <a:xfrm>
            <a:off x="2512060" y="2748686"/>
            <a:ext cx="838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Forward Networks [ One Hidden with  RELU Activation]</a:t>
            </a:r>
            <a:endParaRPr lang="en-US" sz="1600" dirty="0"/>
          </a:p>
        </p:txBody>
      </p:sp>
      <p:sp>
        <p:nvSpPr>
          <p:cNvPr id="149" name="Shape 139"/>
          <p:cNvSpPr/>
          <p:nvPr/>
        </p:nvSpPr>
        <p:spPr>
          <a:xfrm>
            <a:off x="1995805" y="305689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150" name="Shape 140"/>
          <p:cNvSpPr/>
          <p:nvPr/>
        </p:nvSpPr>
        <p:spPr>
          <a:xfrm>
            <a:off x="232664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1" name="Shape 141"/>
          <p:cNvSpPr/>
          <p:nvPr/>
        </p:nvSpPr>
        <p:spPr>
          <a:xfrm>
            <a:off x="232664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2" name="Shape 142"/>
          <p:cNvSpPr/>
          <p:nvPr/>
        </p:nvSpPr>
        <p:spPr>
          <a:xfrm>
            <a:off x="23266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3" name="Shape 143"/>
          <p:cNvSpPr/>
          <p:nvPr/>
        </p:nvSpPr>
        <p:spPr>
          <a:xfrm>
            <a:off x="232664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4" name="Shape 144"/>
          <p:cNvSpPr/>
          <p:nvPr/>
        </p:nvSpPr>
        <p:spPr>
          <a:xfrm>
            <a:off x="232664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5" name="Shape 145"/>
          <p:cNvSpPr/>
          <p:nvPr/>
        </p:nvSpPr>
        <p:spPr>
          <a:xfrm>
            <a:off x="232664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6" name="Shape 146"/>
          <p:cNvSpPr/>
          <p:nvPr/>
        </p:nvSpPr>
        <p:spPr>
          <a:xfrm>
            <a:off x="232664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7" name="Shape 147"/>
          <p:cNvSpPr/>
          <p:nvPr/>
        </p:nvSpPr>
        <p:spPr>
          <a:xfrm>
            <a:off x="232664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8" name="Shape 148"/>
          <p:cNvSpPr/>
          <p:nvPr/>
        </p:nvSpPr>
        <p:spPr>
          <a:xfrm>
            <a:off x="243205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59" name="Shape 149"/>
          <p:cNvSpPr/>
          <p:nvPr/>
        </p:nvSpPr>
        <p:spPr>
          <a:xfrm>
            <a:off x="243205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0" name="Shape 150"/>
          <p:cNvSpPr/>
          <p:nvPr/>
        </p:nvSpPr>
        <p:spPr>
          <a:xfrm>
            <a:off x="243205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1" name="Shape 151"/>
          <p:cNvSpPr/>
          <p:nvPr/>
        </p:nvSpPr>
        <p:spPr>
          <a:xfrm>
            <a:off x="243205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2" name="Shape 152"/>
          <p:cNvSpPr/>
          <p:nvPr/>
        </p:nvSpPr>
        <p:spPr>
          <a:xfrm>
            <a:off x="243205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3" name="Shape 153"/>
          <p:cNvSpPr/>
          <p:nvPr/>
        </p:nvSpPr>
        <p:spPr>
          <a:xfrm>
            <a:off x="243205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4" name="Shape 154"/>
          <p:cNvSpPr/>
          <p:nvPr/>
        </p:nvSpPr>
        <p:spPr>
          <a:xfrm>
            <a:off x="243205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5" name="Shape 155"/>
          <p:cNvSpPr/>
          <p:nvPr/>
        </p:nvSpPr>
        <p:spPr>
          <a:xfrm>
            <a:off x="243205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6" name="Shape 156"/>
          <p:cNvSpPr/>
          <p:nvPr/>
        </p:nvSpPr>
        <p:spPr>
          <a:xfrm>
            <a:off x="253746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7" name="Shape 157"/>
          <p:cNvSpPr/>
          <p:nvPr/>
        </p:nvSpPr>
        <p:spPr>
          <a:xfrm>
            <a:off x="253746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8" name="Shape 158"/>
          <p:cNvSpPr/>
          <p:nvPr/>
        </p:nvSpPr>
        <p:spPr>
          <a:xfrm>
            <a:off x="253746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69" name="Shape 159"/>
          <p:cNvSpPr/>
          <p:nvPr/>
        </p:nvSpPr>
        <p:spPr>
          <a:xfrm>
            <a:off x="253746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0" name="Shape 160"/>
          <p:cNvSpPr/>
          <p:nvPr/>
        </p:nvSpPr>
        <p:spPr>
          <a:xfrm>
            <a:off x="253746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1" name="Shape 161"/>
          <p:cNvSpPr/>
          <p:nvPr/>
        </p:nvSpPr>
        <p:spPr>
          <a:xfrm>
            <a:off x="253746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2" name="Shape 162"/>
          <p:cNvSpPr/>
          <p:nvPr/>
        </p:nvSpPr>
        <p:spPr>
          <a:xfrm>
            <a:off x="253746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3" name="Shape 163"/>
          <p:cNvSpPr/>
          <p:nvPr/>
        </p:nvSpPr>
        <p:spPr>
          <a:xfrm>
            <a:off x="253746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4" name="Shape 164"/>
          <p:cNvSpPr/>
          <p:nvPr/>
        </p:nvSpPr>
        <p:spPr>
          <a:xfrm>
            <a:off x="264287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5" name="Shape 165"/>
          <p:cNvSpPr/>
          <p:nvPr/>
        </p:nvSpPr>
        <p:spPr>
          <a:xfrm>
            <a:off x="264287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6" name="Shape 166"/>
          <p:cNvSpPr/>
          <p:nvPr/>
        </p:nvSpPr>
        <p:spPr>
          <a:xfrm>
            <a:off x="264287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7" name="Shape 167"/>
          <p:cNvSpPr/>
          <p:nvPr/>
        </p:nvSpPr>
        <p:spPr>
          <a:xfrm>
            <a:off x="264287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8" name="Shape 168"/>
          <p:cNvSpPr/>
          <p:nvPr/>
        </p:nvSpPr>
        <p:spPr>
          <a:xfrm>
            <a:off x="264287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79" name="Shape 169"/>
          <p:cNvSpPr/>
          <p:nvPr/>
        </p:nvSpPr>
        <p:spPr>
          <a:xfrm>
            <a:off x="264287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0" name="Shape 170"/>
          <p:cNvSpPr/>
          <p:nvPr/>
        </p:nvSpPr>
        <p:spPr>
          <a:xfrm>
            <a:off x="264287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1" name="Shape 171"/>
          <p:cNvSpPr/>
          <p:nvPr/>
        </p:nvSpPr>
        <p:spPr>
          <a:xfrm>
            <a:off x="264287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82" name="Shape 172"/>
          <p:cNvSpPr/>
          <p:nvPr/>
        </p:nvSpPr>
        <p:spPr>
          <a:xfrm>
            <a:off x="229362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83" name="Shape 173"/>
          <p:cNvSpPr/>
          <p:nvPr/>
        </p:nvSpPr>
        <p:spPr>
          <a:xfrm>
            <a:off x="239903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84" name="Shape 174"/>
          <p:cNvSpPr/>
          <p:nvPr/>
        </p:nvSpPr>
        <p:spPr>
          <a:xfrm>
            <a:off x="250444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85" name="Shape 175"/>
          <p:cNvSpPr/>
          <p:nvPr/>
        </p:nvSpPr>
        <p:spPr>
          <a:xfrm>
            <a:off x="260985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186" name="Shape 176"/>
          <p:cNvSpPr/>
          <p:nvPr/>
        </p:nvSpPr>
        <p:spPr>
          <a:xfrm>
            <a:off x="206057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87" name="Shape 177"/>
          <p:cNvSpPr/>
          <p:nvPr/>
        </p:nvSpPr>
        <p:spPr>
          <a:xfrm>
            <a:off x="216598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88" name="Shape 178"/>
          <p:cNvSpPr/>
          <p:nvPr/>
        </p:nvSpPr>
        <p:spPr>
          <a:xfrm>
            <a:off x="227266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89" name="Shape 179"/>
          <p:cNvSpPr/>
          <p:nvPr/>
        </p:nvSpPr>
        <p:spPr>
          <a:xfrm>
            <a:off x="237807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0" name="Shape 180"/>
          <p:cNvSpPr/>
          <p:nvPr/>
        </p:nvSpPr>
        <p:spPr>
          <a:xfrm>
            <a:off x="248348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1" name="Shape 181"/>
          <p:cNvSpPr/>
          <p:nvPr/>
        </p:nvSpPr>
        <p:spPr>
          <a:xfrm>
            <a:off x="258889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2" name="Shape 182"/>
          <p:cNvSpPr/>
          <p:nvPr/>
        </p:nvSpPr>
        <p:spPr>
          <a:xfrm>
            <a:off x="269557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3" name="Shape 183"/>
          <p:cNvSpPr/>
          <p:nvPr/>
        </p:nvSpPr>
        <p:spPr>
          <a:xfrm>
            <a:off x="280098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194" name="Text 184"/>
          <p:cNvSpPr/>
          <p:nvPr/>
        </p:nvSpPr>
        <p:spPr>
          <a:xfrm>
            <a:off x="2538095" y="3086595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195" name="Shape 185"/>
          <p:cNvSpPr/>
          <p:nvPr/>
        </p:nvSpPr>
        <p:spPr>
          <a:xfrm>
            <a:off x="3034665" y="305689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196" name="Shape 186"/>
          <p:cNvSpPr/>
          <p:nvPr/>
        </p:nvSpPr>
        <p:spPr>
          <a:xfrm>
            <a:off x="336550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97" name="Shape 187"/>
          <p:cNvSpPr/>
          <p:nvPr/>
        </p:nvSpPr>
        <p:spPr>
          <a:xfrm>
            <a:off x="336550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98" name="Shape 188"/>
          <p:cNvSpPr/>
          <p:nvPr/>
        </p:nvSpPr>
        <p:spPr>
          <a:xfrm>
            <a:off x="336550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199" name="Shape 189"/>
          <p:cNvSpPr/>
          <p:nvPr/>
        </p:nvSpPr>
        <p:spPr>
          <a:xfrm>
            <a:off x="336550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0" name="Shape 190"/>
          <p:cNvSpPr/>
          <p:nvPr/>
        </p:nvSpPr>
        <p:spPr>
          <a:xfrm>
            <a:off x="336550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1" name="Shape 191"/>
          <p:cNvSpPr/>
          <p:nvPr/>
        </p:nvSpPr>
        <p:spPr>
          <a:xfrm>
            <a:off x="336550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2" name="Shape 192"/>
          <p:cNvSpPr/>
          <p:nvPr/>
        </p:nvSpPr>
        <p:spPr>
          <a:xfrm>
            <a:off x="336550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3" name="Shape 193"/>
          <p:cNvSpPr/>
          <p:nvPr/>
        </p:nvSpPr>
        <p:spPr>
          <a:xfrm>
            <a:off x="336550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4" name="Shape 194"/>
          <p:cNvSpPr/>
          <p:nvPr/>
        </p:nvSpPr>
        <p:spPr>
          <a:xfrm>
            <a:off x="347091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5" name="Shape 195"/>
          <p:cNvSpPr/>
          <p:nvPr/>
        </p:nvSpPr>
        <p:spPr>
          <a:xfrm>
            <a:off x="347091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6" name="Shape 196"/>
          <p:cNvSpPr/>
          <p:nvPr/>
        </p:nvSpPr>
        <p:spPr>
          <a:xfrm>
            <a:off x="347091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7" name="Shape 197"/>
          <p:cNvSpPr/>
          <p:nvPr/>
        </p:nvSpPr>
        <p:spPr>
          <a:xfrm>
            <a:off x="347091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8" name="Shape 198"/>
          <p:cNvSpPr/>
          <p:nvPr/>
        </p:nvSpPr>
        <p:spPr>
          <a:xfrm>
            <a:off x="347091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09" name="Shape 199"/>
          <p:cNvSpPr/>
          <p:nvPr/>
        </p:nvSpPr>
        <p:spPr>
          <a:xfrm>
            <a:off x="347091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0" name="Shape 200"/>
          <p:cNvSpPr/>
          <p:nvPr/>
        </p:nvSpPr>
        <p:spPr>
          <a:xfrm>
            <a:off x="347091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1" name="Shape 201"/>
          <p:cNvSpPr/>
          <p:nvPr/>
        </p:nvSpPr>
        <p:spPr>
          <a:xfrm>
            <a:off x="347091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2" name="Shape 202"/>
          <p:cNvSpPr/>
          <p:nvPr/>
        </p:nvSpPr>
        <p:spPr>
          <a:xfrm>
            <a:off x="357632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3" name="Shape 203"/>
          <p:cNvSpPr/>
          <p:nvPr/>
        </p:nvSpPr>
        <p:spPr>
          <a:xfrm>
            <a:off x="357632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4" name="Shape 204"/>
          <p:cNvSpPr/>
          <p:nvPr/>
        </p:nvSpPr>
        <p:spPr>
          <a:xfrm>
            <a:off x="357632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5" name="Shape 205"/>
          <p:cNvSpPr/>
          <p:nvPr/>
        </p:nvSpPr>
        <p:spPr>
          <a:xfrm>
            <a:off x="357632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6" name="Shape 206"/>
          <p:cNvSpPr/>
          <p:nvPr/>
        </p:nvSpPr>
        <p:spPr>
          <a:xfrm>
            <a:off x="357632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7" name="Shape 207"/>
          <p:cNvSpPr/>
          <p:nvPr/>
        </p:nvSpPr>
        <p:spPr>
          <a:xfrm>
            <a:off x="357632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8" name="Shape 208"/>
          <p:cNvSpPr/>
          <p:nvPr/>
        </p:nvSpPr>
        <p:spPr>
          <a:xfrm>
            <a:off x="357632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19" name="Shape 209"/>
          <p:cNvSpPr/>
          <p:nvPr/>
        </p:nvSpPr>
        <p:spPr>
          <a:xfrm>
            <a:off x="357632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0" name="Shape 210"/>
          <p:cNvSpPr/>
          <p:nvPr/>
        </p:nvSpPr>
        <p:spPr>
          <a:xfrm>
            <a:off x="368173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1" name="Shape 211"/>
          <p:cNvSpPr/>
          <p:nvPr/>
        </p:nvSpPr>
        <p:spPr>
          <a:xfrm>
            <a:off x="368173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2" name="Shape 212"/>
          <p:cNvSpPr/>
          <p:nvPr/>
        </p:nvSpPr>
        <p:spPr>
          <a:xfrm>
            <a:off x="368173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3" name="Shape 213"/>
          <p:cNvSpPr/>
          <p:nvPr/>
        </p:nvSpPr>
        <p:spPr>
          <a:xfrm>
            <a:off x="368173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4" name="Shape 214"/>
          <p:cNvSpPr/>
          <p:nvPr/>
        </p:nvSpPr>
        <p:spPr>
          <a:xfrm>
            <a:off x="368173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5" name="Shape 215"/>
          <p:cNvSpPr/>
          <p:nvPr/>
        </p:nvSpPr>
        <p:spPr>
          <a:xfrm>
            <a:off x="368173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6" name="Shape 216"/>
          <p:cNvSpPr/>
          <p:nvPr/>
        </p:nvSpPr>
        <p:spPr>
          <a:xfrm>
            <a:off x="368173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7" name="Shape 217"/>
          <p:cNvSpPr/>
          <p:nvPr/>
        </p:nvSpPr>
        <p:spPr>
          <a:xfrm>
            <a:off x="368173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28" name="Shape 218"/>
          <p:cNvSpPr/>
          <p:nvPr/>
        </p:nvSpPr>
        <p:spPr>
          <a:xfrm>
            <a:off x="333248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29" name="Shape 219"/>
          <p:cNvSpPr/>
          <p:nvPr/>
        </p:nvSpPr>
        <p:spPr>
          <a:xfrm>
            <a:off x="343789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30" name="Shape 220"/>
          <p:cNvSpPr/>
          <p:nvPr/>
        </p:nvSpPr>
        <p:spPr>
          <a:xfrm>
            <a:off x="354330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31" name="Shape 221"/>
          <p:cNvSpPr/>
          <p:nvPr/>
        </p:nvSpPr>
        <p:spPr>
          <a:xfrm>
            <a:off x="364871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32" name="Shape 222"/>
          <p:cNvSpPr/>
          <p:nvPr/>
        </p:nvSpPr>
        <p:spPr>
          <a:xfrm>
            <a:off x="309943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33" name="Shape 223"/>
          <p:cNvSpPr/>
          <p:nvPr/>
        </p:nvSpPr>
        <p:spPr>
          <a:xfrm>
            <a:off x="320484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34" name="Shape 224"/>
          <p:cNvSpPr/>
          <p:nvPr/>
        </p:nvSpPr>
        <p:spPr>
          <a:xfrm>
            <a:off x="331152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35" name="Shape 225"/>
          <p:cNvSpPr/>
          <p:nvPr/>
        </p:nvSpPr>
        <p:spPr>
          <a:xfrm>
            <a:off x="341693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36" name="Shape 226"/>
          <p:cNvSpPr/>
          <p:nvPr/>
        </p:nvSpPr>
        <p:spPr>
          <a:xfrm>
            <a:off x="352234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37" name="Shape 227"/>
          <p:cNvSpPr/>
          <p:nvPr/>
        </p:nvSpPr>
        <p:spPr>
          <a:xfrm>
            <a:off x="362775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38" name="Shape 228"/>
          <p:cNvSpPr/>
          <p:nvPr/>
        </p:nvSpPr>
        <p:spPr>
          <a:xfrm>
            <a:off x="373443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39" name="Shape 229"/>
          <p:cNvSpPr/>
          <p:nvPr/>
        </p:nvSpPr>
        <p:spPr>
          <a:xfrm>
            <a:off x="383984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40" name="Text 230"/>
          <p:cNvSpPr/>
          <p:nvPr/>
        </p:nvSpPr>
        <p:spPr>
          <a:xfrm>
            <a:off x="3576955" y="3086595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241" name="Shape 231"/>
          <p:cNvSpPr/>
          <p:nvPr/>
        </p:nvSpPr>
        <p:spPr>
          <a:xfrm>
            <a:off x="4067175" y="305689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42" name="Shape 232"/>
          <p:cNvSpPr/>
          <p:nvPr/>
        </p:nvSpPr>
        <p:spPr>
          <a:xfrm>
            <a:off x="439801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43" name="Shape 233"/>
          <p:cNvSpPr/>
          <p:nvPr/>
        </p:nvSpPr>
        <p:spPr>
          <a:xfrm>
            <a:off x="439801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44" name="Shape 234"/>
          <p:cNvSpPr/>
          <p:nvPr/>
        </p:nvSpPr>
        <p:spPr>
          <a:xfrm>
            <a:off x="439801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45" name="Shape 235"/>
          <p:cNvSpPr/>
          <p:nvPr/>
        </p:nvSpPr>
        <p:spPr>
          <a:xfrm>
            <a:off x="439801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46" name="Shape 236"/>
          <p:cNvSpPr/>
          <p:nvPr/>
        </p:nvSpPr>
        <p:spPr>
          <a:xfrm>
            <a:off x="439801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47" name="Shape 237"/>
          <p:cNvSpPr/>
          <p:nvPr/>
        </p:nvSpPr>
        <p:spPr>
          <a:xfrm>
            <a:off x="439801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48" name="Shape 238"/>
          <p:cNvSpPr/>
          <p:nvPr/>
        </p:nvSpPr>
        <p:spPr>
          <a:xfrm>
            <a:off x="439801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49" name="Shape 239"/>
          <p:cNvSpPr/>
          <p:nvPr/>
        </p:nvSpPr>
        <p:spPr>
          <a:xfrm>
            <a:off x="439801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0" name="Shape 240"/>
          <p:cNvSpPr/>
          <p:nvPr/>
        </p:nvSpPr>
        <p:spPr>
          <a:xfrm>
            <a:off x="450342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1" name="Shape 241"/>
          <p:cNvSpPr/>
          <p:nvPr/>
        </p:nvSpPr>
        <p:spPr>
          <a:xfrm>
            <a:off x="450342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2" name="Shape 242"/>
          <p:cNvSpPr/>
          <p:nvPr/>
        </p:nvSpPr>
        <p:spPr>
          <a:xfrm>
            <a:off x="450342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3" name="Shape 243"/>
          <p:cNvSpPr/>
          <p:nvPr/>
        </p:nvSpPr>
        <p:spPr>
          <a:xfrm>
            <a:off x="450342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4" name="Shape 244"/>
          <p:cNvSpPr/>
          <p:nvPr/>
        </p:nvSpPr>
        <p:spPr>
          <a:xfrm>
            <a:off x="450342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5" name="Shape 245"/>
          <p:cNvSpPr/>
          <p:nvPr/>
        </p:nvSpPr>
        <p:spPr>
          <a:xfrm>
            <a:off x="450342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6" name="Shape 246"/>
          <p:cNvSpPr/>
          <p:nvPr/>
        </p:nvSpPr>
        <p:spPr>
          <a:xfrm>
            <a:off x="450342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7" name="Shape 247"/>
          <p:cNvSpPr/>
          <p:nvPr/>
        </p:nvSpPr>
        <p:spPr>
          <a:xfrm>
            <a:off x="450342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8" name="Shape 248"/>
          <p:cNvSpPr/>
          <p:nvPr/>
        </p:nvSpPr>
        <p:spPr>
          <a:xfrm>
            <a:off x="460883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59" name="Shape 249"/>
          <p:cNvSpPr/>
          <p:nvPr/>
        </p:nvSpPr>
        <p:spPr>
          <a:xfrm>
            <a:off x="460883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0" name="Shape 250"/>
          <p:cNvSpPr/>
          <p:nvPr/>
        </p:nvSpPr>
        <p:spPr>
          <a:xfrm>
            <a:off x="460883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1" name="Shape 251"/>
          <p:cNvSpPr/>
          <p:nvPr/>
        </p:nvSpPr>
        <p:spPr>
          <a:xfrm>
            <a:off x="460883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2" name="Shape 252"/>
          <p:cNvSpPr/>
          <p:nvPr/>
        </p:nvSpPr>
        <p:spPr>
          <a:xfrm>
            <a:off x="460883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3" name="Shape 253"/>
          <p:cNvSpPr/>
          <p:nvPr/>
        </p:nvSpPr>
        <p:spPr>
          <a:xfrm>
            <a:off x="460883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4" name="Shape 254"/>
          <p:cNvSpPr/>
          <p:nvPr/>
        </p:nvSpPr>
        <p:spPr>
          <a:xfrm>
            <a:off x="460883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5" name="Shape 255"/>
          <p:cNvSpPr/>
          <p:nvPr/>
        </p:nvSpPr>
        <p:spPr>
          <a:xfrm>
            <a:off x="460883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6" name="Shape 256"/>
          <p:cNvSpPr/>
          <p:nvPr/>
        </p:nvSpPr>
        <p:spPr>
          <a:xfrm>
            <a:off x="471424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7" name="Shape 257"/>
          <p:cNvSpPr/>
          <p:nvPr/>
        </p:nvSpPr>
        <p:spPr>
          <a:xfrm>
            <a:off x="471424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8" name="Shape 258"/>
          <p:cNvSpPr/>
          <p:nvPr/>
        </p:nvSpPr>
        <p:spPr>
          <a:xfrm>
            <a:off x="471424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69" name="Shape 259"/>
          <p:cNvSpPr/>
          <p:nvPr/>
        </p:nvSpPr>
        <p:spPr>
          <a:xfrm>
            <a:off x="471424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0" name="Shape 260"/>
          <p:cNvSpPr/>
          <p:nvPr/>
        </p:nvSpPr>
        <p:spPr>
          <a:xfrm>
            <a:off x="471424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1" name="Shape 261"/>
          <p:cNvSpPr/>
          <p:nvPr/>
        </p:nvSpPr>
        <p:spPr>
          <a:xfrm>
            <a:off x="47142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2" name="Shape 262"/>
          <p:cNvSpPr/>
          <p:nvPr/>
        </p:nvSpPr>
        <p:spPr>
          <a:xfrm>
            <a:off x="471424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3" name="Shape 263"/>
          <p:cNvSpPr/>
          <p:nvPr/>
        </p:nvSpPr>
        <p:spPr>
          <a:xfrm>
            <a:off x="471424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74" name="Shape 264"/>
          <p:cNvSpPr/>
          <p:nvPr/>
        </p:nvSpPr>
        <p:spPr>
          <a:xfrm>
            <a:off x="436499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75" name="Shape 265"/>
          <p:cNvSpPr/>
          <p:nvPr/>
        </p:nvSpPr>
        <p:spPr>
          <a:xfrm>
            <a:off x="447040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76" name="Shape 266"/>
          <p:cNvSpPr/>
          <p:nvPr/>
        </p:nvSpPr>
        <p:spPr>
          <a:xfrm>
            <a:off x="457581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77" name="Shape 267"/>
          <p:cNvSpPr/>
          <p:nvPr/>
        </p:nvSpPr>
        <p:spPr>
          <a:xfrm>
            <a:off x="468122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278" name="Shape 268"/>
          <p:cNvSpPr/>
          <p:nvPr/>
        </p:nvSpPr>
        <p:spPr>
          <a:xfrm>
            <a:off x="413194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79" name="Shape 269"/>
          <p:cNvSpPr/>
          <p:nvPr/>
        </p:nvSpPr>
        <p:spPr>
          <a:xfrm>
            <a:off x="423735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0" name="Shape 270"/>
          <p:cNvSpPr/>
          <p:nvPr/>
        </p:nvSpPr>
        <p:spPr>
          <a:xfrm>
            <a:off x="434403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1" name="Shape 271"/>
          <p:cNvSpPr/>
          <p:nvPr/>
        </p:nvSpPr>
        <p:spPr>
          <a:xfrm>
            <a:off x="444944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2" name="Shape 272"/>
          <p:cNvSpPr/>
          <p:nvPr/>
        </p:nvSpPr>
        <p:spPr>
          <a:xfrm>
            <a:off x="455485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3" name="Shape 273"/>
          <p:cNvSpPr/>
          <p:nvPr/>
        </p:nvSpPr>
        <p:spPr>
          <a:xfrm>
            <a:off x="466026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4" name="Shape 274"/>
          <p:cNvSpPr/>
          <p:nvPr/>
        </p:nvSpPr>
        <p:spPr>
          <a:xfrm>
            <a:off x="476694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5" name="Shape 275"/>
          <p:cNvSpPr/>
          <p:nvPr/>
        </p:nvSpPr>
        <p:spPr>
          <a:xfrm>
            <a:off x="487235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286" name="Text 276"/>
          <p:cNvSpPr/>
          <p:nvPr/>
        </p:nvSpPr>
        <p:spPr>
          <a:xfrm>
            <a:off x="4609465" y="3086595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287" name="Shape 277"/>
          <p:cNvSpPr/>
          <p:nvPr/>
        </p:nvSpPr>
        <p:spPr>
          <a:xfrm>
            <a:off x="5122545" y="305689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288" name="Shape 278"/>
          <p:cNvSpPr/>
          <p:nvPr/>
        </p:nvSpPr>
        <p:spPr>
          <a:xfrm>
            <a:off x="545338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89" name="Shape 279"/>
          <p:cNvSpPr/>
          <p:nvPr/>
        </p:nvSpPr>
        <p:spPr>
          <a:xfrm>
            <a:off x="545338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0" name="Shape 280"/>
          <p:cNvSpPr/>
          <p:nvPr/>
        </p:nvSpPr>
        <p:spPr>
          <a:xfrm>
            <a:off x="545338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1" name="Shape 281"/>
          <p:cNvSpPr/>
          <p:nvPr/>
        </p:nvSpPr>
        <p:spPr>
          <a:xfrm>
            <a:off x="545338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2" name="Shape 282"/>
          <p:cNvSpPr/>
          <p:nvPr/>
        </p:nvSpPr>
        <p:spPr>
          <a:xfrm>
            <a:off x="545338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3" name="Shape 283"/>
          <p:cNvSpPr/>
          <p:nvPr/>
        </p:nvSpPr>
        <p:spPr>
          <a:xfrm>
            <a:off x="545338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4" name="Shape 284"/>
          <p:cNvSpPr/>
          <p:nvPr/>
        </p:nvSpPr>
        <p:spPr>
          <a:xfrm>
            <a:off x="545338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5" name="Shape 285"/>
          <p:cNvSpPr/>
          <p:nvPr/>
        </p:nvSpPr>
        <p:spPr>
          <a:xfrm>
            <a:off x="545338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6" name="Shape 286"/>
          <p:cNvSpPr/>
          <p:nvPr/>
        </p:nvSpPr>
        <p:spPr>
          <a:xfrm>
            <a:off x="555879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7" name="Shape 287"/>
          <p:cNvSpPr/>
          <p:nvPr/>
        </p:nvSpPr>
        <p:spPr>
          <a:xfrm>
            <a:off x="555879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8" name="Shape 288"/>
          <p:cNvSpPr/>
          <p:nvPr/>
        </p:nvSpPr>
        <p:spPr>
          <a:xfrm>
            <a:off x="555879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299" name="Shape 289"/>
          <p:cNvSpPr/>
          <p:nvPr/>
        </p:nvSpPr>
        <p:spPr>
          <a:xfrm>
            <a:off x="555879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0" name="Shape 290"/>
          <p:cNvSpPr/>
          <p:nvPr/>
        </p:nvSpPr>
        <p:spPr>
          <a:xfrm>
            <a:off x="555879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1" name="Shape 291"/>
          <p:cNvSpPr/>
          <p:nvPr/>
        </p:nvSpPr>
        <p:spPr>
          <a:xfrm>
            <a:off x="555879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2" name="Shape 292"/>
          <p:cNvSpPr/>
          <p:nvPr/>
        </p:nvSpPr>
        <p:spPr>
          <a:xfrm>
            <a:off x="555879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3" name="Shape 293"/>
          <p:cNvSpPr/>
          <p:nvPr/>
        </p:nvSpPr>
        <p:spPr>
          <a:xfrm>
            <a:off x="555879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4" name="Shape 294"/>
          <p:cNvSpPr/>
          <p:nvPr/>
        </p:nvSpPr>
        <p:spPr>
          <a:xfrm>
            <a:off x="566420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5" name="Shape 295"/>
          <p:cNvSpPr/>
          <p:nvPr/>
        </p:nvSpPr>
        <p:spPr>
          <a:xfrm>
            <a:off x="566420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6" name="Shape 296"/>
          <p:cNvSpPr/>
          <p:nvPr/>
        </p:nvSpPr>
        <p:spPr>
          <a:xfrm>
            <a:off x="566420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7" name="Shape 297"/>
          <p:cNvSpPr/>
          <p:nvPr/>
        </p:nvSpPr>
        <p:spPr>
          <a:xfrm>
            <a:off x="566420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8" name="Shape 298"/>
          <p:cNvSpPr/>
          <p:nvPr/>
        </p:nvSpPr>
        <p:spPr>
          <a:xfrm>
            <a:off x="566420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09" name="Shape 299"/>
          <p:cNvSpPr/>
          <p:nvPr/>
        </p:nvSpPr>
        <p:spPr>
          <a:xfrm>
            <a:off x="566420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0" name="Shape 300"/>
          <p:cNvSpPr/>
          <p:nvPr/>
        </p:nvSpPr>
        <p:spPr>
          <a:xfrm>
            <a:off x="566420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1" name="Shape 301"/>
          <p:cNvSpPr/>
          <p:nvPr/>
        </p:nvSpPr>
        <p:spPr>
          <a:xfrm>
            <a:off x="566420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2" name="Shape 302"/>
          <p:cNvSpPr/>
          <p:nvPr/>
        </p:nvSpPr>
        <p:spPr>
          <a:xfrm>
            <a:off x="576961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3" name="Shape 303"/>
          <p:cNvSpPr/>
          <p:nvPr/>
        </p:nvSpPr>
        <p:spPr>
          <a:xfrm>
            <a:off x="576961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4" name="Shape 304"/>
          <p:cNvSpPr/>
          <p:nvPr/>
        </p:nvSpPr>
        <p:spPr>
          <a:xfrm>
            <a:off x="576961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5" name="Shape 305"/>
          <p:cNvSpPr/>
          <p:nvPr/>
        </p:nvSpPr>
        <p:spPr>
          <a:xfrm>
            <a:off x="576961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6" name="Shape 306"/>
          <p:cNvSpPr/>
          <p:nvPr/>
        </p:nvSpPr>
        <p:spPr>
          <a:xfrm>
            <a:off x="576961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7" name="Shape 307"/>
          <p:cNvSpPr/>
          <p:nvPr/>
        </p:nvSpPr>
        <p:spPr>
          <a:xfrm>
            <a:off x="576961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8" name="Shape 308"/>
          <p:cNvSpPr/>
          <p:nvPr/>
        </p:nvSpPr>
        <p:spPr>
          <a:xfrm>
            <a:off x="576961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19" name="Shape 309"/>
          <p:cNvSpPr/>
          <p:nvPr/>
        </p:nvSpPr>
        <p:spPr>
          <a:xfrm>
            <a:off x="576961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20" name="Shape 310"/>
          <p:cNvSpPr/>
          <p:nvPr/>
        </p:nvSpPr>
        <p:spPr>
          <a:xfrm>
            <a:off x="542036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21" name="Shape 311"/>
          <p:cNvSpPr/>
          <p:nvPr/>
        </p:nvSpPr>
        <p:spPr>
          <a:xfrm>
            <a:off x="552577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22" name="Shape 312"/>
          <p:cNvSpPr/>
          <p:nvPr/>
        </p:nvSpPr>
        <p:spPr>
          <a:xfrm>
            <a:off x="563118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23" name="Shape 313"/>
          <p:cNvSpPr/>
          <p:nvPr/>
        </p:nvSpPr>
        <p:spPr>
          <a:xfrm>
            <a:off x="573659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24" name="Shape 314"/>
          <p:cNvSpPr/>
          <p:nvPr/>
        </p:nvSpPr>
        <p:spPr>
          <a:xfrm>
            <a:off x="518731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25" name="Shape 315"/>
          <p:cNvSpPr/>
          <p:nvPr/>
        </p:nvSpPr>
        <p:spPr>
          <a:xfrm>
            <a:off x="529272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26" name="Shape 316"/>
          <p:cNvSpPr/>
          <p:nvPr/>
        </p:nvSpPr>
        <p:spPr>
          <a:xfrm>
            <a:off x="539940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27" name="Shape 317"/>
          <p:cNvSpPr/>
          <p:nvPr/>
        </p:nvSpPr>
        <p:spPr>
          <a:xfrm>
            <a:off x="550481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28" name="Shape 318"/>
          <p:cNvSpPr/>
          <p:nvPr/>
        </p:nvSpPr>
        <p:spPr>
          <a:xfrm>
            <a:off x="561022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29" name="Shape 319"/>
          <p:cNvSpPr/>
          <p:nvPr/>
        </p:nvSpPr>
        <p:spPr>
          <a:xfrm>
            <a:off x="571563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0" name="Shape 320"/>
          <p:cNvSpPr/>
          <p:nvPr/>
        </p:nvSpPr>
        <p:spPr>
          <a:xfrm>
            <a:off x="582231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1" name="Shape 321"/>
          <p:cNvSpPr/>
          <p:nvPr/>
        </p:nvSpPr>
        <p:spPr>
          <a:xfrm>
            <a:off x="592772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32" name="Text 322"/>
          <p:cNvSpPr/>
          <p:nvPr/>
        </p:nvSpPr>
        <p:spPr>
          <a:xfrm>
            <a:off x="5664835" y="3086595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333" name="Shape 323"/>
          <p:cNvSpPr/>
          <p:nvPr/>
        </p:nvSpPr>
        <p:spPr>
          <a:xfrm>
            <a:off x="6146165" y="305689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334" name="Shape 324"/>
          <p:cNvSpPr/>
          <p:nvPr/>
        </p:nvSpPr>
        <p:spPr>
          <a:xfrm>
            <a:off x="647700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35" name="Shape 325"/>
          <p:cNvSpPr/>
          <p:nvPr/>
        </p:nvSpPr>
        <p:spPr>
          <a:xfrm>
            <a:off x="647700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36" name="Shape 326"/>
          <p:cNvSpPr/>
          <p:nvPr/>
        </p:nvSpPr>
        <p:spPr>
          <a:xfrm>
            <a:off x="647700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37" name="Shape 327"/>
          <p:cNvSpPr/>
          <p:nvPr/>
        </p:nvSpPr>
        <p:spPr>
          <a:xfrm>
            <a:off x="647700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38" name="Shape 328"/>
          <p:cNvSpPr/>
          <p:nvPr/>
        </p:nvSpPr>
        <p:spPr>
          <a:xfrm>
            <a:off x="647700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39" name="Shape 329"/>
          <p:cNvSpPr/>
          <p:nvPr/>
        </p:nvSpPr>
        <p:spPr>
          <a:xfrm>
            <a:off x="647700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0" name="Shape 330"/>
          <p:cNvSpPr/>
          <p:nvPr/>
        </p:nvSpPr>
        <p:spPr>
          <a:xfrm>
            <a:off x="647700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1" name="Shape 331"/>
          <p:cNvSpPr/>
          <p:nvPr/>
        </p:nvSpPr>
        <p:spPr>
          <a:xfrm>
            <a:off x="647700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2" name="Shape 332"/>
          <p:cNvSpPr/>
          <p:nvPr/>
        </p:nvSpPr>
        <p:spPr>
          <a:xfrm>
            <a:off x="658241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3" name="Shape 333"/>
          <p:cNvSpPr/>
          <p:nvPr/>
        </p:nvSpPr>
        <p:spPr>
          <a:xfrm>
            <a:off x="658241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4" name="Shape 334"/>
          <p:cNvSpPr/>
          <p:nvPr/>
        </p:nvSpPr>
        <p:spPr>
          <a:xfrm>
            <a:off x="658241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5" name="Shape 335"/>
          <p:cNvSpPr/>
          <p:nvPr/>
        </p:nvSpPr>
        <p:spPr>
          <a:xfrm>
            <a:off x="658241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6" name="Shape 336"/>
          <p:cNvSpPr/>
          <p:nvPr/>
        </p:nvSpPr>
        <p:spPr>
          <a:xfrm>
            <a:off x="658241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7" name="Shape 337"/>
          <p:cNvSpPr/>
          <p:nvPr/>
        </p:nvSpPr>
        <p:spPr>
          <a:xfrm>
            <a:off x="658241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8" name="Shape 338"/>
          <p:cNvSpPr/>
          <p:nvPr/>
        </p:nvSpPr>
        <p:spPr>
          <a:xfrm>
            <a:off x="658241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49" name="Shape 339"/>
          <p:cNvSpPr/>
          <p:nvPr/>
        </p:nvSpPr>
        <p:spPr>
          <a:xfrm>
            <a:off x="658241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0" name="Shape 340"/>
          <p:cNvSpPr/>
          <p:nvPr/>
        </p:nvSpPr>
        <p:spPr>
          <a:xfrm>
            <a:off x="668782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1" name="Shape 341"/>
          <p:cNvSpPr/>
          <p:nvPr/>
        </p:nvSpPr>
        <p:spPr>
          <a:xfrm>
            <a:off x="668782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2" name="Shape 342"/>
          <p:cNvSpPr/>
          <p:nvPr/>
        </p:nvSpPr>
        <p:spPr>
          <a:xfrm>
            <a:off x="668782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3" name="Shape 343"/>
          <p:cNvSpPr/>
          <p:nvPr/>
        </p:nvSpPr>
        <p:spPr>
          <a:xfrm>
            <a:off x="668782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4" name="Shape 344"/>
          <p:cNvSpPr/>
          <p:nvPr/>
        </p:nvSpPr>
        <p:spPr>
          <a:xfrm>
            <a:off x="668782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5" name="Shape 345"/>
          <p:cNvSpPr/>
          <p:nvPr/>
        </p:nvSpPr>
        <p:spPr>
          <a:xfrm>
            <a:off x="668782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6" name="Shape 346"/>
          <p:cNvSpPr/>
          <p:nvPr/>
        </p:nvSpPr>
        <p:spPr>
          <a:xfrm>
            <a:off x="668782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7" name="Shape 347"/>
          <p:cNvSpPr/>
          <p:nvPr/>
        </p:nvSpPr>
        <p:spPr>
          <a:xfrm>
            <a:off x="668782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8" name="Shape 348"/>
          <p:cNvSpPr/>
          <p:nvPr/>
        </p:nvSpPr>
        <p:spPr>
          <a:xfrm>
            <a:off x="679323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59" name="Shape 349"/>
          <p:cNvSpPr/>
          <p:nvPr/>
        </p:nvSpPr>
        <p:spPr>
          <a:xfrm>
            <a:off x="679323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0" name="Shape 350"/>
          <p:cNvSpPr/>
          <p:nvPr/>
        </p:nvSpPr>
        <p:spPr>
          <a:xfrm>
            <a:off x="679323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1" name="Shape 351"/>
          <p:cNvSpPr/>
          <p:nvPr/>
        </p:nvSpPr>
        <p:spPr>
          <a:xfrm>
            <a:off x="679323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2" name="Shape 352"/>
          <p:cNvSpPr/>
          <p:nvPr/>
        </p:nvSpPr>
        <p:spPr>
          <a:xfrm>
            <a:off x="679323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3" name="Shape 353"/>
          <p:cNvSpPr/>
          <p:nvPr/>
        </p:nvSpPr>
        <p:spPr>
          <a:xfrm>
            <a:off x="679323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4" name="Shape 354"/>
          <p:cNvSpPr/>
          <p:nvPr/>
        </p:nvSpPr>
        <p:spPr>
          <a:xfrm>
            <a:off x="679323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5" name="Shape 355"/>
          <p:cNvSpPr/>
          <p:nvPr/>
        </p:nvSpPr>
        <p:spPr>
          <a:xfrm>
            <a:off x="679323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66" name="Shape 356"/>
          <p:cNvSpPr/>
          <p:nvPr/>
        </p:nvSpPr>
        <p:spPr>
          <a:xfrm>
            <a:off x="644398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67" name="Shape 357"/>
          <p:cNvSpPr/>
          <p:nvPr/>
        </p:nvSpPr>
        <p:spPr>
          <a:xfrm>
            <a:off x="654939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68" name="Shape 358"/>
          <p:cNvSpPr/>
          <p:nvPr/>
        </p:nvSpPr>
        <p:spPr>
          <a:xfrm>
            <a:off x="665480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69" name="Shape 359"/>
          <p:cNvSpPr/>
          <p:nvPr/>
        </p:nvSpPr>
        <p:spPr>
          <a:xfrm>
            <a:off x="676021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370" name="Shape 360"/>
          <p:cNvSpPr/>
          <p:nvPr/>
        </p:nvSpPr>
        <p:spPr>
          <a:xfrm>
            <a:off x="621093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1" name="Shape 361"/>
          <p:cNvSpPr/>
          <p:nvPr/>
        </p:nvSpPr>
        <p:spPr>
          <a:xfrm>
            <a:off x="631634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2" name="Shape 362"/>
          <p:cNvSpPr/>
          <p:nvPr/>
        </p:nvSpPr>
        <p:spPr>
          <a:xfrm>
            <a:off x="642302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3" name="Shape 363"/>
          <p:cNvSpPr/>
          <p:nvPr/>
        </p:nvSpPr>
        <p:spPr>
          <a:xfrm>
            <a:off x="652843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4" name="Shape 364"/>
          <p:cNvSpPr/>
          <p:nvPr/>
        </p:nvSpPr>
        <p:spPr>
          <a:xfrm>
            <a:off x="663384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5" name="Shape 365"/>
          <p:cNvSpPr/>
          <p:nvPr/>
        </p:nvSpPr>
        <p:spPr>
          <a:xfrm>
            <a:off x="673925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6" name="Shape 366"/>
          <p:cNvSpPr/>
          <p:nvPr/>
        </p:nvSpPr>
        <p:spPr>
          <a:xfrm>
            <a:off x="684593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7" name="Shape 367"/>
          <p:cNvSpPr/>
          <p:nvPr/>
        </p:nvSpPr>
        <p:spPr>
          <a:xfrm>
            <a:off x="695134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378" name="Text 368"/>
          <p:cNvSpPr/>
          <p:nvPr/>
        </p:nvSpPr>
        <p:spPr>
          <a:xfrm>
            <a:off x="6688455" y="3086595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379" name="Shape 369"/>
          <p:cNvSpPr/>
          <p:nvPr/>
        </p:nvSpPr>
        <p:spPr>
          <a:xfrm>
            <a:off x="7182485" y="305689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380" name="Shape 370"/>
          <p:cNvSpPr/>
          <p:nvPr/>
        </p:nvSpPr>
        <p:spPr>
          <a:xfrm>
            <a:off x="751332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81" name="Shape 371"/>
          <p:cNvSpPr/>
          <p:nvPr/>
        </p:nvSpPr>
        <p:spPr>
          <a:xfrm>
            <a:off x="751332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82" name="Shape 372"/>
          <p:cNvSpPr/>
          <p:nvPr/>
        </p:nvSpPr>
        <p:spPr>
          <a:xfrm>
            <a:off x="751332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83" name="Shape 373"/>
          <p:cNvSpPr/>
          <p:nvPr/>
        </p:nvSpPr>
        <p:spPr>
          <a:xfrm>
            <a:off x="751332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84" name="Shape 374"/>
          <p:cNvSpPr/>
          <p:nvPr/>
        </p:nvSpPr>
        <p:spPr>
          <a:xfrm>
            <a:off x="751332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85" name="Shape 375"/>
          <p:cNvSpPr/>
          <p:nvPr/>
        </p:nvSpPr>
        <p:spPr>
          <a:xfrm>
            <a:off x="751332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86" name="Shape 376"/>
          <p:cNvSpPr/>
          <p:nvPr/>
        </p:nvSpPr>
        <p:spPr>
          <a:xfrm>
            <a:off x="751332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87" name="Shape 377"/>
          <p:cNvSpPr/>
          <p:nvPr/>
        </p:nvSpPr>
        <p:spPr>
          <a:xfrm>
            <a:off x="751332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88" name="Shape 378"/>
          <p:cNvSpPr/>
          <p:nvPr/>
        </p:nvSpPr>
        <p:spPr>
          <a:xfrm>
            <a:off x="761873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89" name="Shape 379"/>
          <p:cNvSpPr/>
          <p:nvPr/>
        </p:nvSpPr>
        <p:spPr>
          <a:xfrm>
            <a:off x="761873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0" name="Shape 380"/>
          <p:cNvSpPr/>
          <p:nvPr/>
        </p:nvSpPr>
        <p:spPr>
          <a:xfrm>
            <a:off x="761873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1" name="Shape 381"/>
          <p:cNvSpPr/>
          <p:nvPr/>
        </p:nvSpPr>
        <p:spPr>
          <a:xfrm>
            <a:off x="761873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2" name="Shape 382"/>
          <p:cNvSpPr/>
          <p:nvPr/>
        </p:nvSpPr>
        <p:spPr>
          <a:xfrm>
            <a:off x="761873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3" name="Shape 383"/>
          <p:cNvSpPr/>
          <p:nvPr/>
        </p:nvSpPr>
        <p:spPr>
          <a:xfrm>
            <a:off x="761873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4" name="Shape 384"/>
          <p:cNvSpPr/>
          <p:nvPr/>
        </p:nvSpPr>
        <p:spPr>
          <a:xfrm>
            <a:off x="761873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5" name="Shape 385"/>
          <p:cNvSpPr/>
          <p:nvPr/>
        </p:nvSpPr>
        <p:spPr>
          <a:xfrm>
            <a:off x="761873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6" name="Shape 386"/>
          <p:cNvSpPr/>
          <p:nvPr/>
        </p:nvSpPr>
        <p:spPr>
          <a:xfrm>
            <a:off x="772414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7" name="Shape 387"/>
          <p:cNvSpPr/>
          <p:nvPr/>
        </p:nvSpPr>
        <p:spPr>
          <a:xfrm>
            <a:off x="772414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8" name="Shape 388"/>
          <p:cNvSpPr/>
          <p:nvPr/>
        </p:nvSpPr>
        <p:spPr>
          <a:xfrm>
            <a:off x="772414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399" name="Shape 389"/>
          <p:cNvSpPr/>
          <p:nvPr/>
        </p:nvSpPr>
        <p:spPr>
          <a:xfrm>
            <a:off x="772414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0" name="Shape 390"/>
          <p:cNvSpPr/>
          <p:nvPr/>
        </p:nvSpPr>
        <p:spPr>
          <a:xfrm>
            <a:off x="77241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1" name="Shape 391"/>
          <p:cNvSpPr/>
          <p:nvPr/>
        </p:nvSpPr>
        <p:spPr>
          <a:xfrm>
            <a:off x="772414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2" name="Shape 392"/>
          <p:cNvSpPr/>
          <p:nvPr/>
        </p:nvSpPr>
        <p:spPr>
          <a:xfrm>
            <a:off x="772414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3" name="Shape 393"/>
          <p:cNvSpPr/>
          <p:nvPr/>
        </p:nvSpPr>
        <p:spPr>
          <a:xfrm>
            <a:off x="772414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4" name="Shape 394"/>
          <p:cNvSpPr/>
          <p:nvPr/>
        </p:nvSpPr>
        <p:spPr>
          <a:xfrm>
            <a:off x="782955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5" name="Shape 395"/>
          <p:cNvSpPr/>
          <p:nvPr/>
        </p:nvSpPr>
        <p:spPr>
          <a:xfrm>
            <a:off x="782955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6" name="Shape 396"/>
          <p:cNvSpPr/>
          <p:nvPr/>
        </p:nvSpPr>
        <p:spPr>
          <a:xfrm>
            <a:off x="782955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7" name="Shape 397"/>
          <p:cNvSpPr/>
          <p:nvPr/>
        </p:nvSpPr>
        <p:spPr>
          <a:xfrm>
            <a:off x="782955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8" name="Shape 398"/>
          <p:cNvSpPr/>
          <p:nvPr/>
        </p:nvSpPr>
        <p:spPr>
          <a:xfrm>
            <a:off x="782955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09" name="Shape 399"/>
          <p:cNvSpPr/>
          <p:nvPr/>
        </p:nvSpPr>
        <p:spPr>
          <a:xfrm>
            <a:off x="782955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10" name="Shape 400"/>
          <p:cNvSpPr/>
          <p:nvPr/>
        </p:nvSpPr>
        <p:spPr>
          <a:xfrm>
            <a:off x="782955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11" name="Shape 401"/>
          <p:cNvSpPr/>
          <p:nvPr/>
        </p:nvSpPr>
        <p:spPr>
          <a:xfrm>
            <a:off x="782955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12" name="Shape 402"/>
          <p:cNvSpPr/>
          <p:nvPr/>
        </p:nvSpPr>
        <p:spPr>
          <a:xfrm>
            <a:off x="748030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413" name="Shape 403"/>
          <p:cNvSpPr/>
          <p:nvPr/>
        </p:nvSpPr>
        <p:spPr>
          <a:xfrm>
            <a:off x="758571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414" name="Shape 404"/>
          <p:cNvSpPr/>
          <p:nvPr/>
        </p:nvSpPr>
        <p:spPr>
          <a:xfrm>
            <a:off x="769112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415" name="Shape 405"/>
          <p:cNvSpPr/>
          <p:nvPr/>
        </p:nvSpPr>
        <p:spPr>
          <a:xfrm>
            <a:off x="779653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416" name="Shape 406"/>
          <p:cNvSpPr/>
          <p:nvPr/>
        </p:nvSpPr>
        <p:spPr>
          <a:xfrm>
            <a:off x="724725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17" name="Shape 407"/>
          <p:cNvSpPr/>
          <p:nvPr/>
        </p:nvSpPr>
        <p:spPr>
          <a:xfrm>
            <a:off x="735266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18" name="Shape 408"/>
          <p:cNvSpPr/>
          <p:nvPr/>
        </p:nvSpPr>
        <p:spPr>
          <a:xfrm>
            <a:off x="745934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19" name="Shape 409"/>
          <p:cNvSpPr/>
          <p:nvPr/>
        </p:nvSpPr>
        <p:spPr>
          <a:xfrm>
            <a:off x="756475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20" name="Shape 410"/>
          <p:cNvSpPr/>
          <p:nvPr/>
        </p:nvSpPr>
        <p:spPr>
          <a:xfrm>
            <a:off x="767016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21" name="Shape 411"/>
          <p:cNvSpPr/>
          <p:nvPr/>
        </p:nvSpPr>
        <p:spPr>
          <a:xfrm>
            <a:off x="777557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22" name="Shape 412"/>
          <p:cNvSpPr/>
          <p:nvPr/>
        </p:nvSpPr>
        <p:spPr>
          <a:xfrm>
            <a:off x="788225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23" name="Shape 413"/>
          <p:cNvSpPr/>
          <p:nvPr/>
        </p:nvSpPr>
        <p:spPr>
          <a:xfrm>
            <a:off x="798766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24" name="Text 414"/>
          <p:cNvSpPr/>
          <p:nvPr/>
        </p:nvSpPr>
        <p:spPr>
          <a:xfrm>
            <a:off x="7724775" y="3086595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425" name="Shape 415"/>
          <p:cNvSpPr/>
          <p:nvPr/>
        </p:nvSpPr>
        <p:spPr>
          <a:xfrm>
            <a:off x="9311005" y="305689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426" name="Shape 416"/>
          <p:cNvSpPr/>
          <p:nvPr/>
        </p:nvSpPr>
        <p:spPr>
          <a:xfrm>
            <a:off x="964184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27" name="Shape 417"/>
          <p:cNvSpPr/>
          <p:nvPr/>
        </p:nvSpPr>
        <p:spPr>
          <a:xfrm>
            <a:off x="964184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28" name="Shape 418"/>
          <p:cNvSpPr/>
          <p:nvPr/>
        </p:nvSpPr>
        <p:spPr>
          <a:xfrm>
            <a:off x="96418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29" name="Shape 419"/>
          <p:cNvSpPr/>
          <p:nvPr/>
        </p:nvSpPr>
        <p:spPr>
          <a:xfrm>
            <a:off x="964184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30" name="Shape 420"/>
          <p:cNvSpPr/>
          <p:nvPr/>
        </p:nvSpPr>
        <p:spPr>
          <a:xfrm>
            <a:off x="964184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31" name="Shape 421"/>
          <p:cNvSpPr/>
          <p:nvPr/>
        </p:nvSpPr>
        <p:spPr>
          <a:xfrm>
            <a:off x="964184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32" name="Shape 422"/>
          <p:cNvSpPr/>
          <p:nvPr/>
        </p:nvSpPr>
        <p:spPr>
          <a:xfrm>
            <a:off x="964184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33" name="Shape 423"/>
          <p:cNvSpPr/>
          <p:nvPr/>
        </p:nvSpPr>
        <p:spPr>
          <a:xfrm>
            <a:off x="964184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34" name="Shape 424"/>
          <p:cNvSpPr/>
          <p:nvPr/>
        </p:nvSpPr>
        <p:spPr>
          <a:xfrm>
            <a:off x="974725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35" name="Shape 425"/>
          <p:cNvSpPr/>
          <p:nvPr/>
        </p:nvSpPr>
        <p:spPr>
          <a:xfrm>
            <a:off x="974725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36" name="Shape 426"/>
          <p:cNvSpPr/>
          <p:nvPr/>
        </p:nvSpPr>
        <p:spPr>
          <a:xfrm>
            <a:off x="974725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37" name="Shape 427"/>
          <p:cNvSpPr/>
          <p:nvPr/>
        </p:nvSpPr>
        <p:spPr>
          <a:xfrm>
            <a:off x="974725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38" name="Shape 428"/>
          <p:cNvSpPr/>
          <p:nvPr/>
        </p:nvSpPr>
        <p:spPr>
          <a:xfrm>
            <a:off x="974725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39" name="Shape 429"/>
          <p:cNvSpPr/>
          <p:nvPr/>
        </p:nvSpPr>
        <p:spPr>
          <a:xfrm>
            <a:off x="974725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0" name="Shape 430"/>
          <p:cNvSpPr/>
          <p:nvPr/>
        </p:nvSpPr>
        <p:spPr>
          <a:xfrm>
            <a:off x="974725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1" name="Shape 431"/>
          <p:cNvSpPr/>
          <p:nvPr/>
        </p:nvSpPr>
        <p:spPr>
          <a:xfrm>
            <a:off x="974725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2" name="Shape 432"/>
          <p:cNvSpPr/>
          <p:nvPr/>
        </p:nvSpPr>
        <p:spPr>
          <a:xfrm>
            <a:off x="985266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3" name="Shape 433"/>
          <p:cNvSpPr/>
          <p:nvPr/>
        </p:nvSpPr>
        <p:spPr>
          <a:xfrm>
            <a:off x="985266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4" name="Shape 434"/>
          <p:cNvSpPr/>
          <p:nvPr/>
        </p:nvSpPr>
        <p:spPr>
          <a:xfrm>
            <a:off x="985266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5" name="Shape 435"/>
          <p:cNvSpPr/>
          <p:nvPr/>
        </p:nvSpPr>
        <p:spPr>
          <a:xfrm>
            <a:off x="985266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6" name="Shape 436"/>
          <p:cNvSpPr/>
          <p:nvPr/>
        </p:nvSpPr>
        <p:spPr>
          <a:xfrm>
            <a:off x="985266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7" name="Shape 437"/>
          <p:cNvSpPr/>
          <p:nvPr/>
        </p:nvSpPr>
        <p:spPr>
          <a:xfrm>
            <a:off x="985266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8" name="Shape 438"/>
          <p:cNvSpPr/>
          <p:nvPr/>
        </p:nvSpPr>
        <p:spPr>
          <a:xfrm>
            <a:off x="985266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49" name="Shape 439"/>
          <p:cNvSpPr/>
          <p:nvPr/>
        </p:nvSpPr>
        <p:spPr>
          <a:xfrm>
            <a:off x="985266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0" name="Shape 440"/>
          <p:cNvSpPr/>
          <p:nvPr/>
        </p:nvSpPr>
        <p:spPr>
          <a:xfrm>
            <a:off x="995807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1" name="Shape 441"/>
          <p:cNvSpPr/>
          <p:nvPr/>
        </p:nvSpPr>
        <p:spPr>
          <a:xfrm>
            <a:off x="995807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2" name="Shape 442"/>
          <p:cNvSpPr/>
          <p:nvPr/>
        </p:nvSpPr>
        <p:spPr>
          <a:xfrm>
            <a:off x="995807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3" name="Shape 443"/>
          <p:cNvSpPr/>
          <p:nvPr/>
        </p:nvSpPr>
        <p:spPr>
          <a:xfrm>
            <a:off x="995807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4" name="Shape 444"/>
          <p:cNvSpPr/>
          <p:nvPr/>
        </p:nvSpPr>
        <p:spPr>
          <a:xfrm>
            <a:off x="995807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5" name="Shape 445"/>
          <p:cNvSpPr/>
          <p:nvPr/>
        </p:nvSpPr>
        <p:spPr>
          <a:xfrm>
            <a:off x="995807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6" name="Shape 446"/>
          <p:cNvSpPr/>
          <p:nvPr/>
        </p:nvSpPr>
        <p:spPr>
          <a:xfrm>
            <a:off x="995807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7" name="Shape 447"/>
          <p:cNvSpPr/>
          <p:nvPr/>
        </p:nvSpPr>
        <p:spPr>
          <a:xfrm>
            <a:off x="995807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58" name="Shape 448"/>
          <p:cNvSpPr/>
          <p:nvPr/>
        </p:nvSpPr>
        <p:spPr>
          <a:xfrm>
            <a:off x="960882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459" name="Shape 449"/>
          <p:cNvSpPr/>
          <p:nvPr/>
        </p:nvSpPr>
        <p:spPr>
          <a:xfrm>
            <a:off x="971423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460" name="Shape 450"/>
          <p:cNvSpPr/>
          <p:nvPr/>
        </p:nvSpPr>
        <p:spPr>
          <a:xfrm>
            <a:off x="981964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461" name="Shape 451"/>
          <p:cNvSpPr/>
          <p:nvPr/>
        </p:nvSpPr>
        <p:spPr>
          <a:xfrm>
            <a:off x="992505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462" name="Shape 452"/>
          <p:cNvSpPr/>
          <p:nvPr/>
        </p:nvSpPr>
        <p:spPr>
          <a:xfrm>
            <a:off x="937577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63" name="Shape 453"/>
          <p:cNvSpPr/>
          <p:nvPr/>
        </p:nvSpPr>
        <p:spPr>
          <a:xfrm>
            <a:off x="948118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64" name="Shape 454"/>
          <p:cNvSpPr/>
          <p:nvPr/>
        </p:nvSpPr>
        <p:spPr>
          <a:xfrm>
            <a:off x="958786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65" name="Shape 455"/>
          <p:cNvSpPr/>
          <p:nvPr/>
        </p:nvSpPr>
        <p:spPr>
          <a:xfrm>
            <a:off x="969327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66" name="Shape 456"/>
          <p:cNvSpPr/>
          <p:nvPr/>
        </p:nvSpPr>
        <p:spPr>
          <a:xfrm>
            <a:off x="979868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67" name="Shape 457"/>
          <p:cNvSpPr/>
          <p:nvPr/>
        </p:nvSpPr>
        <p:spPr>
          <a:xfrm>
            <a:off x="990409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68" name="Shape 458"/>
          <p:cNvSpPr/>
          <p:nvPr/>
        </p:nvSpPr>
        <p:spPr>
          <a:xfrm>
            <a:off x="1001077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69" name="Shape 459"/>
          <p:cNvSpPr/>
          <p:nvPr/>
        </p:nvSpPr>
        <p:spPr>
          <a:xfrm>
            <a:off x="1011618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470" name="Text 460"/>
          <p:cNvSpPr/>
          <p:nvPr/>
        </p:nvSpPr>
        <p:spPr>
          <a:xfrm>
            <a:off x="9853295" y="3086595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sp>
        <p:nvSpPr>
          <p:cNvPr id="471" name="Shape 461"/>
          <p:cNvSpPr/>
          <p:nvPr/>
        </p:nvSpPr>
        <p:spPr>
          <a:xfrm>
            <a:off x="10339705" y="3056890"/>
            <a:ext cx="923290" cy="373380"/>
          </a:xfrm>
          <a:prstGeom prst="roundRect">
            <a:avLst>
              <a:gd name="adj" fmla="val 9796"/>
            </a:avLst>
          </a:prstGeom>
          <a:solidFill>
            <a:srgbClr val="FFE699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472" name="Shape 462"/>
          <p:cNvSpPr/>
          <p:nvPr/>
        </p:nvSpPr>
        <p:spPr>
          <a:xfrm>
            <a:off x="1067054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73" name="Shape 463"/>
          <p:cNvSpPr/>
          <p:nvPr/>
        </p:nvSpPr>
        <p:spPr>
          <a:xfrm>
            <a:off x="10670540" y="3077210"/>
            <a:ext cx="-12446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74" name="Shape 464"/>
          <p:cNvSpPr/>
          <p:nvPr/>
        </p:nvSpPr>
        <p:spPr>
          <a:xfrm>
            <a:off x="1067054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75" name="Shape 465"/>
          <p:cNvSpPr/>
          <p:nvPr/>
        </p:nvSpPr>
        <p:spPr>
          <a:xfrm>
            <a:off x="1067054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76" name="Shape 466"/>
          <p:cNvSpPr/>
          <p:nvPr/>
        </p:nvSpPr>
        <p:spPr>
          <a:xfrm>
            <a:off x="1067054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77" name="Shape 467"/>
          <p:cNvSpPr/>
          <p:nvPr/>
        </p:nvSpPr>
        <p:spPr>
          <a:xfrm>
            <a:off x="10670540" y="3077210"/>
            <a:ext cx="29845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78" name="Shape 468"/>
          <p:cNvSpPr/>
          <p:nvPr/>
        </p:nvSpPr>
        <p:spPr>
          <a:xfrm>
            <a:off x="1067054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79" name="Shape 469"/>
          <p:cNvSpPr/>
          <p:nvPr/>
        </p:nvSpPr>
        <p:spPr>
          <a:xfrm>
            <a:off x="10670540" y="3077210"/>
            <a:ext cx="5105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0" name="Shape 470"/>
          <p:cNvSpPr/>
          <p:nvPr/>
        </p:nvSpPr>
        <p:spPr>
          <a:xfrm>
            <a:off x="1077595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1" name="Shape 471"/>
          <p:cNvSpPr/>
          <p:nvPr/>
        </p:nvSpPr>
        <p:spPr>
          <a:xfrm>
            <a:off x="10775950" y="3077210"/>
            <a:ext cx="-22987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2" name="Shape 472"/>
          <p:cNvSpPr/>
          <p:nvPr/>
        </p:nvSpPr>
        <p:spPr>
          <a:xfrm>
            <a:off x="1077595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3" name="Shape 473"/>
          <p:cNvSpPr/>
          <p:nvPr/>
        </p:nvSpPr>
        <p:spPr>
          <a:xfrm>
            <a:off x="1077595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4" name="Shape 474"/>
          <p:cNvSpPr/>
          <p:nvPr/>
        </p:nvSpPr>
        <p:spPr>
          <a:xfrm>
            <a:off x="1077595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5" name="Shape 475"/>
          <p:cNvSpPr/>
          <p:nvPr/>
        </p:nvSpPr>
        <p:spPr>
          <a:xfrm>
            <a:off x="10775950" y="3077210"/>
            <a:ext cx="19304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6" name="Shape 476"/>
          <p:cNvSpPr/>
          <p:nvPr/>
        </p:nvSpPr>
        <p:spPr>
          <a:xfrm>
            <a:off x="1077595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7" name="Shape 477"/>
          <p:cNvSpPr/>
          <p:nvPr/>
        </p:nvSpPr>
        <p:spPr>
          <a:xfrm>
            <a:off x="10775950" y="3077210"/>
            <a:ext cx="4051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8" name="Shape 478"/>
          <p:cNvSpPr/>
          <p:nvPr/>
        </p:nvSpPr>
        <p:spPr>
          <a:xfrm>
            <a:off x="1088136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89" name="Shape 479"/>
          <p:cNvSpPr/>
          <p:nvPr/>
        </p:nvSpPr>
        <p:spPr>
          <a:xfrm>
            <a:off x="10881360" y="3077210"/>
            <a:ext cx="-3352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0" name="Shape 480"/>
          <p:cNvSpPr/>
          <p:nvPr/>
        </p:nvSpPr>
        <p:spPr>
          <a:xfrm>
            <a:off x="1088136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1" name="Shape 481"/>
          <p:cNvSpPr/>
          <p:nvPr/>
        </p:nvSpPr>
        <p:spPr>
          <a:xfrm>
            <a:off x="1088136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2" name="Shape 482"/>
          <p:cNvSpPr/>
          <p:nvPr/>
        </p:nvSpPr>
        <p:spPr>
          <a:xfrm>
            <a:off x="1088136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3" name="Shape 483"/>
          <p:cNvSpPr/>
          <p:nvPr/>
        </p:nvSpPr>
        <p:spPr>
          <a:xfrm>
            <a:off x="10881360" y="3077210"/>
            <a:ext cx="8763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4" name="Shape 484"/>
          <p:cNvSpPr/>
          <p:nvPr/>
        </p:nvSpPr>
        <p:spPr>
          <a:xfrm>
            <a:off x="1088136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5" name="Shape 485"/>
          <p:cNvSpPr/>
          <p:nvPr/>
        </p:nvSpPr>
        <p:spPr>
          <a:xfrm>
            <a:off x="10881360" y="3077210"/>
            <a:ext cx="29972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6" name="Shape 486"/>
          <p:cNvSpPr/>
          <p:nvPr/>
        </p:nvSpPr>
        <p:spPr>
          <a:xfrm>
            <a:off x="10986770" y="3077210"/>
            <a:ext cx="-5461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7" name="Shape 487"/>
          <p:cNvSpPr/>
          <p:nvPr/>
        </p:nvSpPr>
        <p:spPr>
          <a:xfrm>
            <a:off x="10986770" y="3077210"/>
            <a:ext cx="-4406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8" name="Shape 488"/>
          <p:cNvSpPr/>
          <p:nvPr/>
        </p:nvSpPr>
        <p:spPr>
          <a:xfrm>
            <a:off x="10986770" y="3077210"/>
            <a:ext cx="-3340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499" name="Shape 489"/>
          <p:cNvSpPr/>
          <p:nvPr/>
        </p:nvSpPr>
        <p:spPr>
          <a:xfrm>
            <a:off x="10986770" y="3077210"/>
            <a:ext cx="-2286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500" name="Shape 490"/>
          <p:cNvSpPr/>
          <p:nvPr/>
        </p:nvSpPr>
        <p:spPr>
          <a:xfrm>
            <a:off x="10986770" y="3077210"/>
            <a:ext cx="-12319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501" name="Shape 491"/>
          <p:cNvSpPr/>
          <p:nvPr/>
        </p:nvSpPr>
        <p:spPr>
          <a:xfrm>
            <a:off x="10986770" y="3077210"/>
            <a:ext cx="-1778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502" name="Shape 492"/>
          <p:cNvSpPr/>
          <p:nvPr/>
        </p:nvSpPr>
        <p:spPr>
          <a:xfrm>
            <a:off x="10986770" y="3077210"/>
            <a:ext cx="8890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503" name="Shape 493"/>
          <p:cNvSpPr/>
          <p:nvPr/>
        </p:nvSpPr>
        <p:spPr>
          <a:xfrm>
            <a:off x="10986770" y="3077210"/>
            <a:ext cx="194310" cy="158750"/>
          </a:xfrm>
          <a:prstGeom prst="line">
            <a:avLst/>
          </a:prstGeom>
          <a:noFill/>
          <a:ln w="6350">
            <a:solidFill>
              <a:srgbClr val="5E8C6A"/>
            </a:solidFill>
            <a:prstDash val="solid"/>
          </a:ln>
        </p:spPr>
      </p:sp>
      <p:sp>
        <p:nvSpPr>
          <p:cNvPr id="504" name="Shape 494"/>
          <p:cNvSpPr/>
          <p:nvPr/>
        </p:nvSpPr>
        <p:spPr>
          <a:xfrm>
            <a:off x="1063752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505" name="Shape 495"/>
          <p:cNvSpPr/>
          <p:nvPr/>
        </p:nvSpPr>
        <p:spPr>
          <a:xfrm>
            <a:off x="1074293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506" name="Shape 496"/>
          <p:cNvSpPr/>
          <p:nvPr/>
        </p:nvSpPr>
        <p:spPr>
          <a:xfrm>
            <a:off x="1084834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507" name="Shape 497"/>
          <p:cNvSpPr/>
          <p:nvPr/>
        </p:nvSpPr>
        <p:spPr>
          <a:xfrm>
            <a:off x="10953750" y="3124200"/>
            <a:ext cx="66040" cy="6604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508" name="Shape 498"/>
          <p:cNvSpPr/>
          <p:nvPr/>
        </p:nvSpPr>
        <p:spPr>
          <a:xfrm>
            <a:off x="1040447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09" name="Shape 499"/>
          <p:cNvSpPr/>
          <p:nvPr/>
        </p:nvSpPr>
        <p:spPr>
          <a:xfrm>
            <a:off x="1050988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10" name="Shape 500"/>
          <p:cNvSpPr/>
          <p:nvPr/>
        </p:nvSpPr>
        <p:spPr>
          <a:xfrm>
            <a:off x="1061656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11" name="Shape 501"/>
          <p:cNvSpPr/>
          <p:nvPr/>
        </p:nvSpPr>
        <p:spPr>
          <a:xfrm>
            <a:off x="1072197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12" name="Shape 502"/>
          <p:cNvSpPr/>
          <p:nvPr/>
        </p:nvSpPr>
        <p:spPr>
          <a:xfrm>
            <a:off x="1082738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13" name="Shape 503"/>
          <p:cNvSpPr/>
          <p:nvPr/>
        </p:nvSpPr>
        <p:spPr>
          <a:xfrm>
            <a:off x="1093279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14" name="Shape 504"/>
          <p:cNvSpPr/>
          <p:nvPr/>
        </p:nvSpPr>
        <p:spPr>
          <a:xfrm>
            <a:off x="1103947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15" name="Shape 505"/>
          <p:cNvSpPr/>
          <p:nvPr/>
        </p:nvSpPr>
        <p:spPr>
          <a:xfrm>
            <a:off x="11144885" y="3279775"/>
            <a:ext cx="72390" cy="72390"/>
          </a:xfrm>
          <a:prstGeom prst="ellipse">
            <a:avLst/>
          </a:prstGeom>
          <a:solidFill>
            <a:srgbClr val="B871B8"/>
          </a:solidFill>
          <a:ln/>
        </p:spPr>
      </p:sp>
      <p:sp>
        <p:nvSpPr>
          <p:cNvPr id="516" name="Text 506"/>
          <p:cNvSpPr/>
          <p:nvPr/>
        </p:nvSpPr>
        <p:spPr>
          <a:xfrm>
            <a:off x="10881995" y="3086595"/>
            <a:ext cx="27940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</a:t>
            </a:r>
            <a:endParaRPr lang="en-US" sz="700" dirty="0"/>
          </a:p>
        </p:txBody>
      </p:sp>
      <p:pic>
        <p:nvPicPr>
          <p:cNvPr id="517" name="Image 8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8555" y="2524760"/>
            <a:ext cx="133350" cy="213360"/>
          </a:xfrm>
          <a:prstGeom prst="rect">
            <a:avLst/>
          </a:prstGeom>
        </p:spPr>
      </p:pic>
      <p:pic>
        <p:nvPicPr>
          <p:cNvPr id="518" name="Image 9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08555" y="3509010"/>
            <a:ext cx="133350" cy="171450"/>
          </a:xfrm>
          <a:prstGeom prst="rect">
            <a:avLst/>
          </a:prstGeom>
        </p:spPr>
      </p:pic>
      <p:pic>
        <p:nvPicPr>
          <p:cNvPr id="519" name="Image 10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66135" y="2524760"/>
            <a:ext cx="133350" cy="213360"/>
          </a:xfrm>
          <a:prstGeom prst="rect">
            <a:avLst/>
          </a:prstGeom>
        </p:spPr>
      </p:pic>
      <p:pic>
        <p:nvPicPr>
          <p:cNvPr id="520" name="Image 11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66135" y="3509010"/>
            <a:ext cx="133350" cy="171450"/>
          </a:xfrm>
          <a:prstGeom prst="rect">
            <a:avLst/>
          </a:prstGeom>
        </p:spPr>
      </p:pic>
      <p:pic>
        <p:nvPicPr>
          <p:cNvPr id="521" name="Image 12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31335" y="2524760"/>
            <a:ext cx="133350" cy="213360"/>
          </a:xfrm>
          <a:prstGeom prst="rect">
            <a:avLst/>
          </a:prstGeom>
        </p:spPr>
      </p:pic>
      <p:pic>
        <p:nvPicPr>
          <p:cNvPr id="522" name="Image 13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31335" y="3509010"/>
            <a:ext cx="133350" cy="171450"/>
          </a:xfrm>
          <a:prstGeom prst="rect">
            <a:avLst/>
          </a:prstGeom>
        </p:spPr>
      </p:pic>
      <p:pic>
        <p:nvPicPr>
          <p:cNvPr id="523" name="Image 14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02885" y="2524760"/>
            <a:ext cx="133350" cy="213360"/>
          </a:xfrm>
          <a:prstGeom prst="rect">
            <a:avLst/>
          </a:prstGeom>
        </p:spPr>
      </p:pic>
      <p:pic>
        <p:nvPicPr>
          <p:cNvPr id="524" name="Image 15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02885" y="3509010"/>
            <a:ext cx="133350" cy="171450"/>
          </a:xfrm>
          <a:prstGeom prst="rect">
            <a:avLst/>
          </a:prstGeom>
        </p:spPr>
      </p:pic>
      <p:pic>
        <p:nvPicPr>
          <p:cNvPr id="525" name="Image 16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80785" y="2524760"/>
            <a:ext cx="133350" cy="213360"/>
          </a:xfrm>
          <a:prstGeom prst="rect">
            <a:avLst/>
          </a:prstGeom>
        </p:spPr>
      </p:pic>
      <p:pic>
        <p:nvPicPr>
          <p:cNvPr id="526" name="Image 17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80785" y="3509010"/>
            <a:ext cx="133350" cy="171450"/>
          </a:xfrm>
          <a:prstGeom prst="rect">
            <a:avLst/>
          </a:prstGeom>
        </p:spPr>
      </p:pic>
      <p:pic>
        <p:nvPicPr>
          <p:cNvPr id="527" name="Image 18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24395" y="2524760"/>
            <a:ext cx="133350" cy="213360"/>
          </a:xfrm>
          <a:prstGeom prst="rect">
            <a:avLst/>
          </a:prstGeom>
        </p:spPr>
      </p:pic>
      <p:pic>
        <p:nvPicPr>
          <p:cNvPr id="528" name="Image 19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24395" y="3509010"/>
            <a:ext cx="133350" cy="171450"/>
          </a:xfrm>
          <a:prstGeom prst="rect">
            <a:avLst/>
          </a:prstGeom>
        </p:spPr>
      </p:pic>
      <p:pic>
        <p:nvPicPr>
          <p:cNvPr id="529" name="Image 20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35185" y="2524760"/>
            <a:ext cx="133350" cy="213360"/>
          </a:xfrm>
          <a:prstGeom prst="rect">
            <a:avLst/>
          </a:prstGeom>
        </p:spPr>
      </p:pic>
      <p:pic>
        <p:nvPicPr>
          <p:cNvPr id="530" name="Image 21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735185" y="3509010"/>
            <a:ext cx="133350" cy="171450"/>
          </a:xfrm>
          <a:prstGeom prst="rect">
            <a:avLst/>
          </a:prstGeom>
        </p:spPr>
      </p:pic>
      <p:pic>
        <p:nvPicPr>
          <p:cNvPr id="531" name="Image 22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713085" y="2524760"/>
            <a:ext cx="133350" cy="213360"/>
          </a:xfrm>
          <a:prstGeom prst="rect">
            <a:avLst/>
          </a:prstGeom>
        </p:spPr>
      </p:pic>
      <p:pic>
        <p:nvPicPr>
          <p:cNvPr id="532" name="Image 23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713085" y="3509010"/>
            <a:ext cx="133350" cy="171450"/>
          </a:xfrm>
          <a:prstGeom prst="rect">
            <a:avLst/>
          </a:prstGeom>
        </p:spPr>
      </p:pic>
      <p:sp>
        <p:nvSpPr>
          <p:cNvPr id="533" name="Shape 507"/>
          <p:cNvSpPr/>
          <p:nvPr/>
        </p:nvSpPr>
        <p:spPr>
          <a:xfrm>
            <a:off x="2157730" y="36868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4" name="Shape 508"/>
          <p:cNvSpPr/>
          <p:nvPr/>
        </p:nvSpPr>
        <p:spPr>
          <a:xfrm>
            <a:off x="2316480" y="36868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5" name="Shape 509"/>
          <p:cNvSpPr/>
          <p:nvPr/>
        </p:nvSpPr>
        <p:spPr>
          <a:xfrm>
            <a:off x="2475230" y="36868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6" name="Shape 510"/>
          <p:cNvSpPr/>
          <p:nvPr/>
        </p:nvSpPr>
        <p:spPr>
          <a:xfrm>
            <a:off x="2633980" y="36868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7" name="Text 511"/>
          <p:cNvSpPr/>
          <p:nvPr/>
        </p:nvSpPr>
        <p:spPr>
          <a:xfrm>
            <a:off x="2310130" y="36677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538" name="Shape 512"/>
          <p:cNvSpPr/>
          <p:nvPr/>
        </p:nvSpPr>
        <p:spPr>
          <a:xfrm>
            <a:off x="3115310" y="36868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39" name="Shape 513"/>
          <p:cNvSpPr/>
          <p:nvPr/>
        </p:nvSpPr>
        <p:spPr>
          <a:xfrm>
            <a:off x="3274060" y="36868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0" name="Shape 514"/>
          <p:cNvSpPr/>
          <p:nvPr/>
        </p:nvSpPr>
        <p:spPr>
          <a:xfrm>
            <a:off x="3432810" y="36868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1" name="Shape 515"/>
          <p:cNvSpPr/>
          <p:nvPr/>
        </p:nvSpPr>
        <p:spPr>
          <a:xfrm>
            <a:off x="3591560" y="36868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2" name="Text 516"/>
          <p:cNvSpPr/>
          <p:nvPr/>
        </p:nvSpPr>
        <p:spPr>
          <a:xfrm>
            <a:off x="3267710" y="36677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43" name="Shape 517"/>
          <p:cNvSpPr/>
          <p:nvPr/>
        </p:nvSpPr>
        <p:spPr>
          <a:xfrm>
            <a:off x="4080510" y="36868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4" name="Shape 518"/>
          <p:cNvSpPr/>
          <p:nvPr/>
        </p:nvSpPr>
        <p:spPr>
          <a:xfrm>
            <a:off x="4239260" y="36868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5" name="Shape 519"/>
          <p:cNvSpPr/>
          <p:nvPr/>
        </p:nvSpPr>
        <p:spPr>
          <a:xfrm>
            <a:off x="4398010" y="36868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6" name="Shape 520"/>
          <p:cNvSpPr/>
          <p:nvPr/>
        </p:nvSpPr>
        <p:spPr>
          <a:xfrm>
            <a:off x="4556760" y="36868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7" name="Text 521"/>
          <p:cNvSpPr/>
          <p:nvPr/>
        </p:nvSpPr>
        <p:spPr>
          <a:xfrm>
            <a:off x="4232910" y="36677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548" name="Shape 522"/>
          <p:cNvSpPr/>
          <p:nvPr/>
        </p:nvSpPr>
        <p:spPr>
          <a:xfrm>
            <a:off x="5052060" y="36868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49" name="Shape 523"/>
          <p:cNvSpPr/>
          <p:nvPr/>
        </p:nvSpPr>
        <p:spPr>
          <a:xfrm>
            <a:off x="5210810" y="36868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50" name="Shape 524"/>
          <p:cNvSpPr/>
          <p:nvPr/>
        </p:nvSpPr>
        <p:spPr>
          <a:xfrm>
            <a:off x="5369560" y="36868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51" name="Shape 525"/>
          <p:cNvSpPr/>
          <p:nvPr/>
        </p:nvSpPr>
        <p:spPr>
          <a:xfrm>
            <a:off x="5528310" y="36868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52" name="Text 526"/>
          <p:cNvSpPr/>
          <p:nvPr/>
        </p:nvSpPr>
        <p:spPr>
          <a:xfrm>
            <a:off x="5204460" y="36677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553" name="Shape 527"/>
          <p:cNvSpPr/>
          <p:nvPr/>
        </p:nvSpPr>
        <p:spPr>
          <a:xfrm>
            <a:off x="6029960" y="36868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54" name="Shape 528"/>
          <p:cNvSpPr/>
          <p:nvPr/>
        </p:nvSpPr>
        <p:spPr>
          <a:xfrm>
            <a:off x="6188710" y="36868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55" name="Shape 529"/>
          <p:cNvSpPr/>
          <p:nvPr/>
        </p:nvSpPr>
        <p:spPr>
          <a:xfrm>
            <a:off x="6347460" y="36868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56" name="Shape 530"/>
          <p:cNvSpPr/>
          <p:nvPr/>
        </p:nvSpPr>
        <p:spPr>
          <a:xfrm>
            <a:off x="6506210" y="36868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57" name="Text 531"/>
          <p:cNvSpPr/>
          <p:nvPr/>
        </p:nvSpPr>
        <p:spPr>
          <a:xfrm>
            <a:off x="6182360" y="36677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558" name="Shape 532"/>
          <p:cNvSpPr/>
          <p:nvPr/>
        </p:nvSpPr>
        <p:spPr>
          <a:xfrm>
            <a:off x="6973570" y="36868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59" name="Shape 533"/>
          <p:cNvSpPr/>
          <p:nvPr/>
        </p:nvSpPr>
        <p:spPr>
          <a:xfrm>
            <a:off x="7132320" y="36868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60" name="Shape 534"/>
          <p:cNvSpPr/>
          <p:nvPr/>
        </p:nvSpPr>
        <p:spPr>
          <a:xfrm>
            <a:off x="7291070" y="36868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61" name="Shape 535"/>
          <p:cNvSpPr/>
          <p:nvPr/>
        </p:nvSpPr>
        <p:spPr>
          <a:xfrm>
            <a:off x="7449820" y="36868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62" name="Text 536"/>
          <p:cNvSpPr/>
          <p:nvPr/>
        </p:nvSpPr>
        <p:spPr>
          <a:xfrm>
            <a:off x="7125970" y="36677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563" name="Shape 537"/>
          <p:cNvSpPr/>
          <p:nvPr/>
        </p:nvSpPr>
        <p:spPr>
          <a:xfrm>
            <a:off x="9484360" y="36868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64" name="Shape 538"/>
          <p:cNvSpPr/>
          <p:nvPr/>
        </p:nvSpPr>
        <p:spPr>
          <a:xfrm>
            <a:off x="9643110" y="36868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65" name="Shape 539"/>
          <p:cNvSpPr/>
          <p:nvPr/>
        </p:nvSpPr>
        <p:spPr>
          <a:xfrm>
            <a:off x="9801860" y="36868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66" name="Shape 540"/>
          <p:cNvSpPr/>
          <p:nvPr/>
        </p:nvSpPr>
        <p:spPr>
          <a:xfrm>
            <a:off x="9960610" y="36868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67" name="Text 541"/>
          <p:cNvSpPr/>
          <p:nvPr/>
        </p:nvSpPr>
        <p:spPr>
          <a:xfrm>
            <a:off x="9636760" y="36677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568" name="Shape 542"/>
          <p:cNvSpPr/>
          <p:nvPr/>
        </p:nvSpPr>
        <p:spPr>
          <a:xfrm>
            <a:off x="10462260" y="368681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69" name="Shape 543"/>
          <p:cNvSpPr/>
          <p:nvPr/>
        </p:nvSpPr>
        <p:spPr>
          <a:xfrm>
            <a:off x="10621010" y="368681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70" name="Shape 544"/>
          <p:cNvSpPr/>
          <p:nvPr/>
        </p:nvSpPr>
        <p:spPr>
          <a:xfrm>
            <a:off x="10779760" y="368681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71" name="Shape 545"/>
          <p:cNvSpPr/>
          <p:nvPr/>
        </p:nvSpPr>
        <p:spPr>
          <a:xfrm>
            <a:off x="10938510" y="368681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72" name="Text 546"/>
          <p:cNvSpPr/>
          <p:nvPr/>
        </p:nvSpPr>
        <p:spPr>
          <a:xfrm>
            <a:off x="10614660" y="366776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573" name="Shape 547"/>
          <p:cNvSpPr/>
          <p:nvPr/>
        </p:nvSpPr>
        <p:spPr>
          <a:xfrm>
            <a:off x="8009890" y="374840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74" name="Shape 548"/>
          <p:cNvSpPr/>
          <p:nvPr/>
        </p:nvSpPr>
        <p:spPr>
          <a:xfrm>
            <a:off x="8256270" y="374840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75" name="Shape 549"/>
          <p:cNvSpPr/>
          <p:nvPr/>
        </p:nvSpPr>
        <p:spPr>
          <a:xfrm>
            <a:off x="8492490" y="374840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76" name="Shape 550"/>
          <p:cNvSpPr/>
          <p:nvPr/>
        </p:nvSpPr>
        <p:spPr>
          <a:xfrm>
            <a:off x="8729980" y="374840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77" name="Shape 551"/>
          <p:cNvSpPr/>
          <p:nvPr/>
        </p:nvSpPr>
        <p:spPr>
          <a:xfrm>
            <a:off x="8936990" y="3748405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578" name="Shape 552"/>
          <p:cNvSpPr/>
          <p:nvPr/>
        </p:nvSpPr>
        <p:spPr>
          <a:xfrm>
            <a:off x="1628140" y="4029075"/>
            <a:ext cx="9832340" cy="996950"/>
          </a:xfrm>
          <a:prstGeom prst="roundRect">
            <a:avLst>
              <a:gd name="adj" fmla="val 7338"/>
            </a:avLst>
          </a:prstGeom>
          <a:solidFill>
            <a:srgbClr val="E2EFDA"/>
          </a:solidFill>
          <a:ln w="15875">
            <a:solidFill>
              <a:srgbClr val="00B050"/>
            </a:solidFill>
            <a:prstDash val="dashDot"/>
          </a:ln>
        </p:spPr>
      </p:sp>
      <p:sp>
        <p:nvSpPr>
          <p:cNvPr id="579" name="Shape 553"/>
          <p:cNvSpPr/>
          <p:nvPr/>
        </p:nvSpPr>
        <p:spPr>
          <a:xfrm>
            <a:off x="2077720" y="4173855"/>
            <a:ext cx="9080500" cy="359410"/>
          </a:xfrm>
          <a:prstGeom prst="rect">
            <a:avLst/>
          </a:prstGeom>
          <a:solidFill>
            <a:srgbClr val="D9D9D9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580" name="Text 554"/>
          <p:cNvSpPr/>
          <p:nvPr/>
        </p:nvSpPr>
        <p:spPr>
          <a:xfrm>
            <a:off x="2077720" y="4173855"/>
            <a:ext cx="9080500" cy="359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Normalization</a:t>
            </a:r>
            <a:endParaRPr lang="en-US" sz="1600" dirty="0"/>
          </a:p>
        </p:txBody>
      </p:sp>
      <p:pic>
        <p:nvPicPr>
          <p:cNvPr id="581" name="Image 24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814830" y="4698365"/>
            <a:ext cx="685800" cy="1892300"/>
          </a:xfrm>
          <a:prstGeom prst="rect">
            <a:avLst/>
          </a:prstGeom>
        </p:spPr>
      </p:pic>
      <p:pic>
        <p:nvPicPr>
          <p:cNvPr id="582" name="Image 25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772410" y="4698365"/>
            <a:ext cx="685800" cy="1892300"/>
          </a:xfrm>
          <a:prstGeom prst="rect">
            <a:avLst/>
          </a:prstGeom>
        </p:spPr>
      </p:pic>
      <p:pic>
        <p:nvPicPr>
          <p:cNvPr id="583" name="Image 26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737610" y="4698365"/>
            <a:ext cx="685800" cy="1892300"/>
          </a:xfrm>
          <a:prstGeom prst="rect">
            <a:avLst/>
          </a:prstGeom>
        </p:spPr>
      </p:pic>
      <p:pic>
        <p:nvPicPr>
          <p:cNvPr id="584" name="Image 27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709160" y="4698365"/>
            <a:ext cx="685800" cy="1892300"/>
          </a:xfrm>
          <a:prstGeom prst="rect">
            <a:avLst/>
          </a:prstGeom>
        </p:spPr>
      </p:pic>
      <p:pic>
        <p:nvPicPr>
          <p:cNvPr id="585" name="Image 28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687060" y="4698365"/>
            <a:ext cx="685800" cy="1892300"/>
          </a:xfrm>
          <a:prstGeom prst="rect">
            <a:avLst/>
          </a:prstGeom>
        </p:spPr>
      </p:pic>
      <p:pic>
        <p:nvPicPr>
          <p:cNvPr id="586" name="Image 29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630670" y="4698365"/>
            <a:ext cx="685800" cy="1892300"/>
          </a:xfrm>
          <a:prstGeom prst="rect">
            <a:avLst/>
          </a:prstGeom>
        </p:spPr>
      </p:pic>
      <p:pic>
        <p:nvPicPr>
          <p:cNvPr id="587" name="Image 30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141460" y="4698365"/>
            <a:ext cx="685800" cy="1892300"/>
          </a:xfrm>
          <a:prstGeom prst="rect">
            <a:avLst/>
          </a:prstGeom>
        </p:spPr>
      </p:pic>
      <p:pic>
        <p:nvPicPr>
          <p:cNvPr id="588" name="Image 31" descr="/home/ahmed/Projects/ai_llm_slides/videos/deep-learning/002_transformers_part2/recreated_pptx/build/assets/s038_orangearrow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119360" y="4698365"/>
            <a:ext cx="685800" cy="1892300"/>
          </a:xfrm>
          <a:prstGeom prst="rect">
            <a:avLst/>
          </a:prstGeom>
        </p:spPr>
      </p:pic>
      <p:sp>
        <p:nvSpPr>
          <p:cNvPr id="589" name="Shape 555"/>
          <p:cNvSpPr/>
          <p:nvPr/>
        </p:nvSpPr>
        <p:spPr>
          <a:xfrm>
            <a:off x="2157730" y="509524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90" name="Shape 556"/>
          <p:cNvSpPr/>
          <p:nvPr/>
        </p:nvSpPr>
        <p:spPr>
          <a:xfrm>
            <a:off x="2316480" y="509524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91" name="Shape 557"/>
          <p:cNvSpPr/>
          <p:nvPr/>
        </p:nvSpPr>
        <p:spPr>
          <a:xfrm>
            <a:off x="2475230" y="509524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92" name="Shape 558"/>
          <p:cNvSpPr/>
          <p:nvPr/>
        </p:nvSpPr>
        <p:spPr>
          <a:xfrm>
            <a:off x="2633980" y="509524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93" name="Text 559"/>
          <p:cNvSpPr/>
          <p:nvPr/>
        </p:nvSpPr>
        <p:spPr>
          <a:xfrm>
            <a:off x="2310130" y="507619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594" name="Shape 560"/>
          <p:cNvSpPr/>
          <p:nvPr/>
        </p:nvSpPr>
        <p:spPr>
          <a:xfrm>
            <a:off x="3115310" y="509524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95" name="Shape 561"/>
          <p:cNvSpPr/>
          <p:nvPr/>
        </p:nvSpPr>
        <p:spPr>
          <a:xfrm>
            <a:off x="3274060" y="509524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96" name="Shape 562"/>
          <p:cNvSpPr/>
          <p:nvPr/>
        </p:nvSpPr>
        <p:spPr>
          <a:xfrm>
            <a:off x="3432810" y="509524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97" name="Shape 563"/>
          <p:cNvSpPr/>
          <p:nvPr/>
        </p:nvSpPr>
        <p:spPr>
          <a:xfrm>
            <a:off x="3591560" y="509524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598" name="Text 564"/>
          <p:cNvSpPr/>
          <p:nvPr/>
        </p:nvSpPr>
        <p:spPr>
          <a:xfrm>
            <a:off x="3267710" y="507619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99" name="Shape 565"/>
          <p:cNvSpPr/>
          <p:nvPr/>
        </p:nvSpPr>
        <p:spPr>
          <a:xfrm>
            <a:off x="4080510" y="509524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0" name="Shape 566"/>
          <p:cNvSpPr/>
          <p:nvPr/>
        </p:nvSpPr>
        <p:spPr>
          <a:xfrm>
            <a:off x="4239260" y="509524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1" name="Shape 567"/>
          <p:cNvSpPr/>
          <p:nvPr/>
        </p:nvSpPr>
        <p:spPr>
          <a:xfrm>
            <a:off x="4398010" y="509524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2" name="Shape 568"/>
          <p:cNvSpPr/>
          <p:nvPr/>
        </p:nvSpPr>
        <p:spPr>
          <a:xfrm>
            <a:off x="4556760" y="509524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3" name="Text 569"/>
          <p:cNvSpPr/>
          <p:nvPr/>
        </p:nvSpPr>
        <p:spPr>
          <a:xfrm>
            <a:off x="4232910" y="507619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604" name="Shape 570"/>
          <p:cNvSpPr/>
          <p:nvPr/>
        </p:nvSpPr>
        <p:spPr>
          <a:xfrm>
            <a:off x="5052060" y="509524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5" name="Shape 571"/>
          <p:cNvSpPr/>
          <p:nvPr/>
        </p:nvSpPr>
        <p:spPr>
          <a:xfrm>
            <a:off x="5210810" y="509524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6" name="Shape 572"/>
          <p:cNvSpPr/>
          <p:nvPr/>
        </p:nvSpPr>
        <p:spPr>
          <a:xfrm>
            <a:off x="5369560" y="509524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7" name="Shape 573"/>
          <p:cNvSpPr/>
          <p:nvPr/>
        </p:nvSpPr>
        <p:spPr>
          <a:xfrm>
            <a:off x="5528310" y="509524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08" name="Text 574"/>
          <p:cNvSpPr/>
          <p:nvPr/>
        </p:nvSpPr>
        <p:spPr>
          <a:xfrm>
            <a:off x="5204460" y="507619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609" name="Shape 575"/>
          <p:cNvSpPr/>
          <p:nvPr/>
        </p:nvSpPr>
        <p:spPr>
          <a:xfrm>
            <a:off x="6029960" y="509524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0" name="Shape 576"/>
          <p:cNvSpPr/>
          <p:nvPr/>
        </p:nvSpPr>
        <p:spPr>
          <a:xfrm>
            <a:off x="6188710" y="509524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1" name="Shape 577"/>
          <p:cNvSpPr/>
          <p:nvPr/>
        </p:nvSpPr>
        <p:spPr>
          <a:xfrm>
            <a:off x="6347460" y="509524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2" name="Shape 578"/>
          <p:cNvSpPr/>
          <p:nvPr/>
        </p:nvSpPr>
        <p:spPr>
          <a:xfrm>
            <a:off x="6506210" y="509524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3" name="Text 579"/>
          <p:cNvSpPr/>
          <p:nvPr/>
        </p:nvSpPr>
        <p:spPr>
          <a:xfrm>
            <a:off x="6182360" y="507619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614" name="Shape 580"/>
          <p:cNvSpPr/>
          <p:nvPr/>
        </p:nvSpPr>
        <p:spPr>
          <a:xfrm>
            <a:off x="6973570" y="509524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5" name="Shape 581"/>
          <p:cNvSpPr/>
          <p:nvPr/>
        </p:nvSpPr>
        <p:spPr>
          <a:xfrm>
            <a:off x="7132320" y="509524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6" name="Shape 582"/>
          <p:cNvSpPr/>
          <p:nvPr/>
        </p:nvSpPr>
        <p:spPr>
          <a:xfrm>
            <a:off x="7291070" y="509524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7" name="Shape 583"/>
          <p:cNvSpPr/>
          <p:nvPr/>
        </p:nvSpPr>
        <p:spPr>
          <a:xfrm>
            <a:off x="7449820" y="509524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18" name="Text 584"/>
          <p:cNvSpPr/>
          <p:nvPr/>
        </p:nvSpPr>
        <p:spPr>
          <a:xfrm>
            <a:off x="7125970" y="507619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619" name="Shape 585"/>
          <p:cNvSpPr/>
          <p:nvPr/>
        </p:nvSpPr>
        <p:spPr>
          <a:xfrm>
            <a:off x="9484360" y="509524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0" name="Shape 586"/>
          <p:cNvSpPr/>
          <p:nvPr/>
        </p:nvSpPr>
        <p:spPr>
          <a:xfrm>
            <a:off x="9643110" y="509524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1" name="Shape 587"/>
          <p:cNvSpPr/>
          <p:nvPr/>
        </p:nvSpPr>
        <p:spPr>
          <a:xfrm>
            <a:off x="9801860" y="509524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2" name="Shape 588"/>
          <p:cNvSpPr/>
          <p:nvPr/>
        </p:nvSpPr>
        <p:spPr>
          <a:xfrm>
            <a:off x="9960610" y="509524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3" name="Text 589"/>
          <p:cNvSpPr/>
          <p:nvPr/>
        </p:nvSpPr>
        <p:spPr>
          <a:xfrm>
            <a:off x="9636760" y="507619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624" name="Shape 590"/>
          <p:cNvSpPr/>
          <p:nvPr/>
        </p:nvSpPr>
        <p:spPr>
          <a:xfrm>
            <a:off x="10462260" y="5095240"/>
            <a:ext cx="158750" cy="21590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5" name="Shape 591"/>
          <p:cNvSpPr/>
          <p:nvPr/>
        </p:nvSpPr>
        <p:spPr>
          <a:xfrm>
            <a:off x="10621010" y="5095240"/>
            <a:ext cx="158750" cy="21590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6" name="Shape 592"/>
          <p:cNvSpPr/>
          <p:nvPr/>
        </p:nvSpPr>
        <p:spPr>
          <a:xfrm>
            <a:off x="10779760" y="5095240"/>
            <a:ext cx="158750" cy="21590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7" name="Shape 593"/>
          <p:cNvSpPr/>
          <p:nvPr/>
        </p:nvSpPr>
        <p:spPr>
          <a:xfrm>
            <a:off x="10938510" y="5095240"/>
            <a:ext cx="158750" cy="2159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28" name="Text 594"/>
          <p:cNvSpPr/>
          <p:nvPr/>
        </p:nvSpPr>
        <p:spPr>
          <a:xfrm>
            <a:off x="10614660" y="5076190"/>
            <a:ext cx="33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629" name="Shape 595"/>
          <p:cNvSpPr/>
          <p:nvPr/>
        </p:nvSpPr>
        <p:spPr>
          <a:xfrm>
            <a:off x="8009890" y="515366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30" name="Shape 596"/>
          <p:cNvSpPr/>
          <p:nvPr/>
        </p:nvSpPr>
        <p:spPr>
          <a:xfrm>
            <a:off x="8256270" y="515366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31" name="Shape 597"/>
          <p:cNvSpPr/>
          <p:nvPr/>
        </p:nvSpPr>
        <p:spPr>
          <a:xfrm>
            <a:off x="8492490" y="515366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32" name="Shape 598"/>
          <p:cNvSpPr/>
          <p:nvPr/>
        </p:nvSpPr>
        <p:spPr>
          <a:xfrm>
            <a:off x="8729980" y="515366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33" name="Shape 599"/>
          <p:cNvSpPr/>
          <p:nvPr/>
        </p:nvSpPr>
        <p:spPr>
          <a:xfrm>
            <a:off x="8936990" y="5153660"/>
            <a:ext cx="99060" cy="99060"/>
          </a:xfrm>
          <a:prstGeom prst="ellipse">
            <a:avLst/>
          </a:prstGeom>
          <a:solidFill>
            <a:srgbClr val="0000CC"/>
          </a:solidFill>
          <a:ln/>
        </p:spPr>
      </p:sp>
      <p:sp>
        <p:nvSpPr>
          <p:cNvPr id="634" name="Shape 600"/>
          <p:cNvSpPr/>
          <p:nvPr/>
        </p:nvSpPr>
        <p:spPr>
          <a:xfrm>
            <a:off x="2376170" y="4679315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635" name="Text 601"/>
          <p:cNvSpPr/>
          <p:nvPr/>
        </p:nvSpPr>
        <p:spPr>
          <a:xfrm>
            <a:off x="2376170" y="4679315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636" name="Shape 602"/>
          <p:cNvSpPr/>
          <p:nvPr/>
        </p:nvSpPr>
        <p:spPr>
          <a:xfrm>
            <a:off x="3333750" y="4679315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637" name="Text 603"/>
          <p:cNvSpPr/>
          <p:nvPr/>
        </p:nvSpPr>
        <p:spPr>
          <a:xfrm>
            <a:off x="3333750" y="4679315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638" name="Shape 604"/>
          <p:cNvSpPr/>
          <p:nvPr/>
        </p:nvSpPr>
        <p:spPr>
          <a:xfrm>
            <a:off x="4298950" y="4679315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639" name="Text 605"/>
          <p:cNvSpPr/>
          <p:nvPr/>
        </p:nvSpPr>
        <p:spPr>
          <a:xfrm>
            <a:off x="4298950" y="4679315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640" name="Shape 606"/>
          <p:cNvSpPr/>
          <p:nvPr/>
        </p:nvSpPr>
        <p:spPr>
          <a:xfrm>
            <a:off x="5270500" y="4679315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641" name="Text 607"/>
          <p:cNvSpPr/>
          <p:nvPr/>
        </p:nvSpPr>
        <p:spPr>
          <a:xfrm>
            <a:off x="5270500" y="4679315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642" name="Shape 608"/>
          <p:cNvSpPr/>
          <p:nvPr/>
        </p:nvSpPr>
        <p:spPr>
          <a:xfrm>
            <a:off x="6248400" y="4679315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643" name="Text 609"/>
          <p:cNvSpPr/>
          <p:nvPr/>
        </p:nvSpPr>
        <p:spPr>
          <a:xfrm>
            <a:off x="6248400" y="4679315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644" name="Shape 610"/>
          <p:cNvSpPr/>
          <p:nvPr/>
        </p:nvSpPr>
        <p:spPr>
          <a:xfrm>
            <a:off x="7192010" y="4679315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645" name="Text 611"/>
          <p:cNvSpPr/>
          <p:nvPr/>
        </p:nvSpPr>
        <p:spPr>
          <a:xfrm>
            <a:off x="7192010" y="4679315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646" name="Shape 612"/>
          <p:cNvSpPr/>
          <p:nvPr/>
        </p:nvSpPr>
        <p:spPr>
          <a:xfrm>
            <a:off x="9702800" y="4679315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647" name="Text 613"/>
          <p:cNvSpPr/>
          <p:nvPr/>
        </p:nvSpPr>
        <p:spPr>
          <a:xfrm>
            <a:off x="9702800" y="4679315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648" name="Shape 614"/>
          <p:cNvSpPr/>
          <p:nvPr/>
        </p:nvSpPr>
        <p:spPr>
          <a:xfrm>
            <a:off x="10680700" y="4679315"/>
            <a:ext cx="198120" cy="198120"/>
          </a:xfrm>
          <a:prstGeom prst="ellipse">
            <a:avLst/>
          </a:prstGeom>
          <a:solidFill>
            <a:srgbClr val="990000"/>
          </a:solidFill>
          <a:ln w="19050">
            <a:solidFill>
              <a:srgbClr val="7F0000"/>
            </a:solidFill>
            <a:prstDash val="solid"/>
          </a:ln>
        </p:spPr>
      </p:sp>
      <p:sp>
        <p:nvSpPr>
          <p:cNvPr id="649" name="Text 615"/>
          <p:cNvSpPr/>
          <p:nvPr/>
        </p:nvSpPr>
        <p:spPr>
          <a:xfrm>
            <a:off x="10680700" y="4679315"/>
            <a:ext cx="19812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400" dirty="0"/>
          </a:p>
        </p:txBody>
      </p:sp>
      <p:sp>
        <p:nvSpPr>
          <p:cNvPr id="650" name="Shape 616"/>
          <p:cNvSpPr/>
          <p:nvPr/>
        </p:nvSpPr>
        <p:spPr>
          <a:xfrm>
            <a:off x="2475230" y="4538345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651" name="Shape 617"/>
          <p:cNvSpPr/>
          <p:nvPr/>
        </p:nvSpPr>
        <p:spPr>
          <a:xfrm>
            <a:off x="2475230" y="4877435"/>
            <a:ext cx="0" cy="217805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652" name="Shape 618"/>
          <p:cNvSpPr/>
          <p:nvPr/>
        </p:nvSpPr>
        <p:spPr>
          <a:xfrm>
            <a:off x="2475230" y="3922395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653" name="Shape 619"/>
          <p:cNvSpPr/>
          <p:nvPr/>
        </p:nvSpPr>
        <p:spPr>
          <a:xfrm>
            <a:off x="3432810" y="4538345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654" name="Shape 620"/>
          <p:cNvSpPr/>
          <p:nvPr/>
        </p:nvSpPr>
        <p:spPr>
          <a:xfrm>
            <a:off x="3432810" y="4877435"/>
            <a:ext cx="0" cy="217805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655" name="Shape 621"/>
          <p:cNvSpPr/>
          <p:nvPr/>
        </p:nvSpPr>
        <p:spPr>
          <a:xfrm>
            <a:off x="3432810" y="3922395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656" name="Shape 622"/>
          <p:cNvSpPr/>
          <p:nvPr/>
        </p:nvSpPr>
        <p:spPr>
          <a:xfrm>
            <a:off x="4398010" y="4538345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657" name="Shape 623"/>
          <p:cNvSpPr/>
          <p:nvPr/>
        </p:nvSpPr>
        <p:spPr>
          <a:xfrm>
            <a:off x="4398010" y="4877435"/>
            <a:ext cx="0" cy="217805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658" name="Shape 624"/>
          <p:cNvSpPr/>
          <p:nvPr/>
        </p:nvSpPr>
        <p:spPr>
          <a:xfrm>
            <a:off x="4398010" y="3922395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659" name="Shape 625"/>
          <p:cNvSpPr/>
          <p:nvPr/>
        </p:nvSpPr>
        <p:spPr>
          <a:xfrm>
            <a:off x="5369560" y="4538345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660" name="Shape 626"/>
          <p:cNvSpPr/>
          <p:nvPr/>
        </p:nvSpPr>
        <p:spPr>
          <a:xfrm>
            <a:off x="5369560" y="4877435"/>
            <a:ext cx="0" cy="217805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661" name="Shape 627"/>
          <p:cNvSpPr/>
          <p:nvPr/>
        </p:nvSpPr>
        <p:spPr>
          <a:xfrm>
            <a:off x="5369560" y="3922395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662" name="Shape 628"/>
          <p:cNvSpPr/>
          <p:nvPr/>
        </p:nvSpPr>
        <p:spPr>
          <a:xfrm>
            <a:off x="6347460" y="4538345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663" name="Shape 629"/>
          <p:cNvSpPr/>
          <p:nvPr/>
        </p:nvSpPr>
        <p:spPr>
          <a:xfrm>
            <a:off x="6347460" y="4877435"/>
            <a:ext cx="0" cy="217805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664" name="Shape 630"/>
          <p:cNvSpPr/>
          <p:nvPr/>
        </p:nvSpPr>
        <p:spPr>
          <a:xfrm>
            <a:off x="6347460" y="3922395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665" name="Shape 631"/>
          <p:cNvSpPr/>
          <p:nvPr/>
        </p:nvSpPr>
        <p:spPr>
          <a:xfrm>
            <a:off x="7291070" y="4538345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666" name="Shape 632"/>
          <p:cNvSpPr/>
          <p:nvPr/>
        </p:nvSpPr>
        <p:spPr>
          <a:xfrm>
            <a:off x="7291070" y="4877435"/>
            <a:ext cx="0" cy="217805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667" name="Shape 633"/>
          <p:cNvSpPr/>
          <p:nvPr/>
        </p:nvSpPr>
        <p:spPr>
          <a:xfrm>
            <a:off x="7291070" y="3922395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668" name="Shape 634"/>
          <p:cNvSpPr/>
          <p:nvPr/>
        </p:nvSpPr>
        <p:spPr>
          <a:xfrm>
            <a:off x="9801860" y="4538345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669" name="Shape 635"/>
          <p:cNvSpPr/>
          <p:nvPr/>
        </p:nvSpPr>
        <p:spPr>
          <a:xfrm>
            <a:off x="9801860" y="4877435"/>
            <a:ext cx="0" cy="217805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670" name="Shape 636"/>
          <p:cNvSpPr/>
          <p:nvPr/>
        </p:nvSpPr>
        <p:spPr>
          <a:xfrm>
            <a:off x="9801860" y="3922395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671" name="Shape 637"/>
          <p:cNvSpPr/>
          <p:nvPr/>
        </p:nvSpPr>
        <p:spPr>
          <a:xfrm>
            <a:off x="10779760" y="4538345"/>
            <a:ext cx="0" cy="140970"/>
          </a:xfrm>
          <a:prstGeom prst="line">
            <a:avLst/>
          </a:prstGeom>
          <a:noFill/>
          <a:ln w="22225">
            <a:solidFill>
              <a:srgbClr val="00B050"/>
            </a:solidFill>
            <a:prstDash val="solid"/>
            <a:headEnd type="triangle"/>
          </a:ln>
        </p:spPr>
      </p:sp>
      <p:sp>
        <p:nvSpPr>
          <p:cNvPr id="672" name="Shape 638"/>
          <p:cNvSpPr/>
          <p:nvPr/>
        </p:nvSpPr>
        <p:spPr>
          <a:xfrm>
            <a:off x="10779760" y="4877435"/>
            <a:ext cx="0" cy="217805"/>
          </a:xfrm>
          <a:prstGeom prst="line">
            <a:avLst/>
          </a:prstGeom>
          <a:noFill/>
          <a:ln w="19050">
            <a:solidFill>
              <a:srgbClr val="00008B"/>
            </a:solidFill>
            <a:prstDash val="solid"/>
            <a:headEnd type="triangle"/>
          </a:ln>
        </p:spPr>
      </p:sp>
      <p:sp>
        <p:nvSpPr>
          <p:cNvPr id="673" name="Shape 639"/>
          <p:cNvSpPr/>
          <p:nvPr/>
        </p:nvSpPr>
        <p:spPr>
          <a:xfrm>
            <a:off x="10779760" y="3922395"/>
            <a:ext cx="0" cy="251460"/>
          </a:xfrm>
          <a:prstGeom prst="line">
            <a:avLst/>
          </a:prstGeom>
          <a:noFill/>
          <a:ln w="22225">
            <a:solidFill>
              <a:srgbClr val="C00000"/>
            </a:solidFill>
            <a:prstDash val="solid"/>
            <a:headEnd type="triangle"/>
          </a:ln>
        </p:spPr>
      </p:sp>
      <p:sp>
        <p:nvSpPr>
          <p:cNvPr id="674" name="Shape 640"/>
          <p:cNvSpPr/>
          <p:nvPr/>
        </p:nvSpPr>
        <p:spPr>
          <a:xfrm>
            <a:off x="1944370" y="5568950"/>
            <a:ext cx="9488170" cy="651510"/>
          </a:xfrm>
          <a:prstGeom prst="rect">
            <a:avLst/>
          </a:prstGeom>
          <a:solidFill>
            <a:srgbClr val="00008B"/>
          </a:solidFill>
          <a:ln/>
        </p:spPr>
      </p:sp>
      <p:sp>
        <p:nvSpPr>
          <p:cNvPr id="675" name="Text 641"/>
          <p:cNvSpPr/>
          <p:nvPr/>
        </p:nvSpPr>
        <p:spPr>
          <a:xfrm>
            <a:off x="1944370" y="5568950"/>
            <a:ext cx="948817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Head Self Attention Block</a:t>
            </a:r>
            <a:endParaRPr lang="en-US" sz="1800" dirty="0"/>
          </a:p>
        </p:txBody>
      </p:sp>
      <p:pic>
        <p:nvPicPr>
          <p:cNvPr id="676" name="Image 32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08555" y="5318125"/>
            <a:ext cx="133350" cy="254000"/>
          </a:xfrm>
          <a:prstGeom prst="rect">
            <a:avLst/>
          </a:prstGeom>
        </p:spPr>
      </p:pic>
      <p:pic>
        <p:nvPicPr>
          <p:cNvPr id="677" name="Image 33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408555" y="6214745"/>
            <a:ext cx="133350" cy="254000"/>
          </a:xfrm>
          <a:prstGeom prst="rect">
            <a:avLst/>
          </a:prstGeom>
        </p:spPr>
      </p:pic>
      <p:pic>
        <p:nvPicPr>
          <p:cNvPr id="678" name="Image 34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366135" y="5318125"/>
            <a:ext cx="133350" cy="254000"/>
          </a:xfrm>
          <a:prstGeom prst="rect">
            <a:avLst/>
          </a:prstGeom>
        </p:spPr>
      </p:pic>
      <p:pic>
        <p:nvPicPr>
          <p:cNvPr id="679" name="Image 35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366135" y="6214745"/>
            <a:ext cx="133350" cy="254000"/>
          </a:xfrm>
          <a:prstGeom prst="rect">
            <a:avLst/>
          </a:prstGeom>
        </p:spPr>
      </p:pic>
      <p:pic>
        <p:nvPicPr>
          <p:cNvPr id="680" name="Image 36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331335" y="5318125"/>
            <a:ext cx="133350" cy="254000"/>
          </a:xfrm>
          <a:prstGeom prst="rect">
            <a:avLst/>
          </a:prstGeom>
        </p:spPr>
      </p:pic>
      <p:pic>
        <p:nvPicPr>
          <p:cNvPr id="681" name="Image 37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331335" y="6214745"/>
            <a:ext cx="133350" cy="254000"/>
          </a:xfrm>
          <a:prstGeom prst="rect">
            <a:avLst/>
          </a:prstGeom>
        </p:spPr>
      </p:pic>
      <p:pic>
        <p:nvPicPr>
          <p:cNvPr id="682" name="Image 38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302885" y="5318125"/>
            <a:ext cx="133350" cy="254000"/>
          </a:xfrm>
          <a:prstGeom prst="rect">
            <a:avLst/>
          </a:prstGeom>
        </p:spPr>
      </p:pic>
      <p:pic>
        <p:nvPicPr>
          <p:cNvPr id="683" name="Image 39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302885" y="6214745"/>
            <a:ext cx="133350" cy="254000"/>
          </a:xfrm>
          <a:prstGeom prst="rect">
            <a:avLst/>
          </a:prstGeom>
        </p:spPr>
      </p:pic>
      <p:pic>
        <p:nvPicPr>
          <p:cNvPr id="684" name="Image 40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280785" y="5318125"/>
            <a:ext cx="133350" cy="254000"/>
          </a:xfrm>
          <a:prstGeom prst="rect">
            <a:avLst/>
          </a:prstGeom>
        </p:spPr>
      </p:pic>
      <p:pic>
        <p:nvPicPr>
          <p:cNvPr id="685" name="Image 41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280785" y="6214745"/>
            <a:ext cx="133350" cy="254000"/>
          </a:xfrm>
          <a:prstGeom prst="rect">
            <a:avLst/>
          </a:prstGeom>
        </p:spPr>
      </p:pic>
      <p:pic>
        <p:nvPicPr>
          <p:cNvPr id="686" name="Image 42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224395" y="5318125"/>
            <a:ext cx="133350" cy="254000"/>
          </a:xfrm>
          <a:prstGeom prst="rect">
            <a:avLst/>
          </a:prstGeom>
        </p:spPr>
      </p:pic>
      <p:pic>
        <p:nvPicPr>
          <p:cNvPr id="687" name="Image 43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224395" y="6214745"/>
            <a:ext cx="133350" cy="254000"/>
          </a:xfrm>
          <a:prstGeom prst="rect">
            <a:avLst/>
          </a:prstGeom>
        </p:spPr>
      </p:pic>
      <p:pic>
        <p:nvPicPr>
          <p:cNvPr id="688" name="Image 44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9735185" y="5318125"/>
            <a:ext cx="133350" cy="254000"/>
          </a:xfrm>
          <a:prstGeom prst="rect">
            <a:avLst/>
          </a:prstGeom>
        </p:spPr>
      </p:pic>
      <p:pic>
        <p:nvPicPr>
          <p:cNvPr id="689" name="Image 45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735185" y="6214745"/>
            <a:ext cx="133350" cy="254000"/>
          </a:xfrm>
          <a:prstGeom prst="rect">
            <a:avLst/>
          </a:prstGeom>
        </p:spPr>
      </p:pic>
      <p:pic>
        <p:nvPicPr>
          <p:cNvPr id="690" name="Image 46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0713085" y="5318125"/>
            <a:ext cx="133350" cy="254000"/>
          </a:xfrm>
          <a:prstGeom prst="rect">
            <a:avLst/>
          </a:prstGeom>
        </p:spPr>
      </p:pic>
      <p:pic>
        <p:nvPicPr>
          <p:cNvPr id="691" name="Image 47" descr="/home/ahmed/Projects/ai_llm_slides/videos/deep-learning/002_transformers_part2/recreated_pptx/build/assets/s038_blkarrow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0713085" y="6214745"/>
            <a:ext cx="133350" cy="254000"/>
          </a:xfrm>
          <a:prstGeom prst="rect">
            <a:avLst/>
          </a:prstGeom>
        </p:spPr>
      </p:pic>
      <p:sp>
        <p:nvSpPr>
          <p:cNvPr id="692" name="Shape 642"/>
          <p:cNvSpPr/>
          <p:nvPr/>
        </p:nvSpPr>
        <p:spPr>
          <a:xfrm>
            <a:off x="2157730" y="64643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93" name="Shape 643"/>
          <p:cNvSpPr/>
          <p:nvPr/>
        </p:nvSpPr>
        <p:spPr>
          <a:xfrm>
            <a:off x="2316480" y="64643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94" name="Shape 644"/>
          <p:cNvSpPr/>
          <p:nvPr/>
        </p:nvSpPr>
        <p:spPr>
          <a:xfrm>
            <a:off x="2475230" y="64643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95" name="Shape 645"/>
          <p:cNvSpPr/>
          <p:nvPr/>
        </p:nvSpPr>
        <p:spPr>
          <a:xfrm>
            <a:off x="2633980" y="64643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96" name="Text 646"/>
          <p:cNvSpPr/>
          <p:nvPr/>
        </p:nvSpPr>
        <p:spPr>
          <a:xfrm>
            <a:off x="2310130" y="64452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697" name="Shape 647"/>
          <p:cNvSpPr/>
          <p:nvPr/>
        </p:nvSpPr>
        <p:spPr>
          <a:xfrm>
            <a:off x="3115310" y="64643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98" name="Shape 648"/>
          <p:cNvSpPr/>
          <p:nvPr/>
        </p:nvSpPr>
        <p:spPr>
          <a:xfrm>
            <a:off x="3274060" y="64643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699" name="Shape 649"/>
          <p:cNvSpPr/>
          <p:nvPr/>
        </p:nvSpPr>
        <p:spPr>
          <a:xfrm>
            <a:off x="3432810" y="64643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00" name="Shape 650"/>
          <p:cNvSpPr/>
          <p:nvPr/>
        </p:nvSpPr>
        <p:spPr>
          <a:xfrm>
            <a:off x="3591560" y="64643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01" name="Text 651"/>
          <p:cNvSpPr/>
          <p:nvPr/>
        </p:nvSpPr>
        <p:spPr>
          <a:xfrm>
            <a:off x="3267710" y="64452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02" name="Shape 652"/>
          <p:cNvSpPr/>
          <p:nvPr/>
        </p:nvSpPr>
        <p:spPr>
          <a:xfrm>
            <a:off x="4080510" y="64643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03" name="Shape 653"/>
          <p:cNvSpPr/>
          <p:nvPr/>
        </p:nvSpPr>
        <p:spPr>
          <a:xfrm>
            <a:off x="4239260" y="64643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04" name="Shape 654"/>
          <p:cNvSpPr/>
          <p:nvPr/>
        </p:nvSpPr>
        <p:spPr>
          <a:xfrm>
            <a:off x="4398010" y="64643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05" name="Shape 655"/>
          <p:cNvSpPr/>
          <p:nvPr/>
        </p:nvSpPr>
        <p:spPr>
          <a:xfrm>
            <a:off x="4556760" y="64643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06" name="Text 656"/>
          <p:cNvSpPr/>
          <p:nvPr/>
        </p:nvSpPr>
        <p:spPr>
          <a:xfrm>
            <a:off x="4232910" y="64452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707" name="Shape 657"/>
          <p:cNvSpPr/>
          <p:nvPr/>
        </p:nvSpPr>
        <p:spPr>
          <a:xfrm>
            <a:off x="5052060" y="64643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08" name="Shape 658"/>
          <p:cNvSpPr/>
          <p:nvPr/>
        </p:nvSpPr>
        <p:spPr>
          <a:xfrm>
            <a:off x="5210810" y="64643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09" name="Shape 659"/>
          <p:cNvSpPr/>
          <p:nvPr/>
        </p:nvSpPr>
        <p:spPr>
          <a:xfrm>
            <a:off x="5369560" y="64643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10" name="Shape 660"/>
          <p:cNvSpPr/>
          <p:nvPr/>
        </p:nvSpPr>
        <p:spPr>
          <a:xfrm>
            <a:off x="5528310" y="64643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11" name="Text 661"/>
          <p:cNvSpPr/>
          <p:nvPr/>
        </p:nvSpPr>
        <p:spPr>
          <a:xfrm>
            <a:off x="5204460" y="64452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712" name="Shape 662"/>
          <p:cNvSpPr/>
          <p:nvPr/>
        </p:nvSpPr>
        <p:spPr>
          <a:xfrm>
            <a:off x="6029960" y="64643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13" name="Shape 663"/>
          <p:cNvSpPr/>
          <p:nvPr/>
        </p:nvSpPr>
        <p:spPr>
          <a:xfrm>
            <a:off x="6188710" y="64643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14" name="Shape 664"/>
          <p:cNvSpPr/>
          <p:nvPr/>
        </p:nvSpPr>
        <p:spPr>
          <a:xfrm>
            <a:off x="6347460" y="64643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15" name="Shape 665"/>
          <p:cNvSpPr/>
          <p:nvPr/>
        </p:nvSpPr>
        <p:spPr>
          <a:xfrm>
            <a:off x="6506210" y="64643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16" name="Text 666"/>
          <p:cNvSpPr/>
          <p:nvPr/>
        </p:nvSpPr>
        <p:spPr>
          <a:xfrm>
            <a:off x="6182360" y="64452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717" name="Shape 667"/>
          <p:cNvSpPr/>
          <p:nvPr/>
        </p:nvSpPr>
        <p:spPr>
          <a:xfrm>
            <a:off x="6973570" y="64643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18" name="Shape 668"/>
          <p:cNvSpPr/>
          <p:nvPr/>
        </p:nvSpPr>
        <p:spPr>
          <a:xfrm>
            <a:off x="7132320" y="64643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19" name="Shape 669"/>
          <p:cNvSpPr/>
          <p:nvPr/>
        </p:nvSpPr>
        <p:spPr>
          <a:xfrm>
            <a:off x="7291070" y="64643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20" name="Shape 670"/>
          <p:cNvSpPr/>
          <p:nvPr/>
        </p:nvSpPr>
        <p:spPr>
          <a:xfrm>
            <a:off x="7449820" y="64643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21" name="Text 671"/>
          <p:cNvSpPr/>
          <p:nvPr/>
        </p:nvSpPr>
        <p:spPr>
          <a:xfrm>
            <a:off x="7125970" y="64452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722" name="Shape 672"/>
          <p:cNvSpPr/>
          <p:nvPr/>
        </p:nvSpPr>
        <p:spPr>
          <a:xfrm>
            <a:off x="9484360" y="64643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23" name="Shape 673"/>
          <p:cNvSpPr/>
          <p:nvPr/>
        </p:nvSpPr>
        <p:spPr>
          <a:xfrm>
            <a:off x="9643110" y="64643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24" name="Shape 674"/>
          <p:cNvSpPr/>
          <p:nvPr/>
        </p:nvSpPr>
        <p:spPr>
          <a:xfrm>
            <a:off x="9801860" y="64643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25" name="Shape 675"/>
          <p:cNvSpPr/>
          <p:nvPr/>
        </p:nvSpPr>
        <p:spPr>
          <a:xfrm>
            <a:off x="9960610" y="64643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26" name="Text 676"/>
          <p:cNvSpPr/>
          <p:nvPr/>
        </p:nvSpPr>
        <p:spPr>
          <a:xfrm>
            <a:off x="9636760" y="64452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N-2</a:t>
            </a:r>
            <a:endParaRPr lang="en-US" sz="1400" dirty="0"/>
          </a:p>
        </p:txBody>
      </p:sp>
      <p:sp>
        <p:nvSpPr>
          <p:cNvPr id="727" name="Shape 677"/>
          <p:cNvSpPr/>
          <p:nvPr/>
        </p:nvSpPr>
        <p:spPr>
          <a:xfrm>
            <a:off x="10462260" y="6464300"/>
            <a:ext cx="158750" cy="222250"/>
          </a:xfrm>
          <a:prstGeom prst="rect">
            <a:avLst/>
          </a:prstGeom>
          <a:solidFill>
            <a:srgbClr val="FFFF0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28" name="Shape 678"/>
          <p:cNvSpPr/>
          <p:nvPr/>
        </p:nvSpPr>
        <p:spPr>
          <a:xfrm>
            <a:off x="10621010" y="6464300"/>
            <a:ext cx="158750" cy="222250"/>
          </a:xfrm>
          <a:prstGeom prst="rect">
            <a:avLst/>
          </a:prstGeom>
          <a:solidFill>
            <a:srgbClr val="92D050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29" name="Shape 679"/>
          <p:cNvSpPr/>
          <p:nvPr/>
        </p:nvSpPr>
        <p:spPr>
          <a:xfrm>
            <a:off x="10779760" y="6464300"/>
            <a:ext cx="158750" cy="222250"/>
          </a:xfrm>
          <a:prstGeom prst="rect">
            <a:avLst/>
          </a:prstGeom>
          <a:solidFill>
            <a:srgbClr val="FF999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30" name="Shape 680"/>
          <p:cNvSpPr/>
          <p:nvPr/>
        </p:nvSpPr>
        <p:spPr>
          <a:xfrm>
            <a:off x="10938510" y="6464300"/>
            <a:ext cx="158750" cy="22225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  <a:prstDash val="solid"/>
          </a:ln>
        </p:spPr>
      </p:sp>
      <p:sp>
        <p:nvSpPr>
          <p:cNvPr id="731" name="Text 681"/>
          <p:cNvSpPr/>
          <p:nvPr/>
        </p:nvSpPr>
        <p:spPr>
          <a:xfrm>
            <a:off x="10614660" y="6445250"/>
            <a:ext cx="33020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lnSpc>
                <a:spcPts val="1400"/>
              </a:lnSpc>
              <a:buNone/>
            </a:pPr>
            <a:r>
              <a:rPr lang="en-US" sz="1400" b="1" i="1" baseline="-400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N-1</a:t>
            </a:r>
            <a:endParaRPr lang="en-US" sz="1400" dirty="0"/>
          </a:p>
        </p:txBody>
      </p:sp>
      <p:sp>
        <p:nvSpPr>
          <p:cNvPr id="732" name="Shape 682"/>
          <p:cNvSpPr/>
          <p:nvPr/>
        </p:nvSpPr>
        <p:spPr>
          <a:xfrm>
            <a:off x="8009890" y="6525895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733" name="Shape 683"/>
          <p:cNvSpPr/>
          <p:nvPr/>
        </p:nvSpPr>
        <p:spPr>
          <a:xfrm>
            <a:off x="8256270" y="6525895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734" name="Shape 684"/>
          <p:cNvSpPr/>
          <p:nvPr/>
        </p:nvSpPr>
        <p:spPr>
          <a:xfrm>
            <a:off x="8492490" y="6525895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735" name="Shape 685"/>
          <p:cNvSpPr/>
          <p:nvPr/>
        </p:nvSpPr>
        <p:spPr>
          <a:xfrm>
            <a:off x="8729980" y="6525895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736" name="Shape 686"/>
          <p:cNvSpPr/>
          <p:nvPr/>
        </p:nvSpPr>
        <p:spPr>
          <a:xfrm>
            <a:off x="8936990" y="6525895"/>
            <a:ext cx="99060" cy="99060"/>
          </a:xfrm>
          <a:prstGeom prst="ellipse">
            <a:avLst/>
          </a:prstGeom>
          <a:solidFill>
            <a:srgbClr val="00B050"/>
          </a:solidFill>
          <a:ln/>
        </p:spPr>
      </p:sp>
      <p:sp>
        <p:nvSpPr>
          <p:cNvPr id="737" name="Text 687"/>
          <p:cNvSpPr/>
          <p:nvPr/>
        </p:nvSpPr>
        <p:spPr>
          <a:xfrm>
            <a:off x="431800" y="510253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of Self</a:t>
            </a:r>
            <a:endParaRPr lang="en-US" sz="1200" dirty="0"/>
          </a:p>
        </p:txBody>
      </p:sp>
      <p:sp>
        <p:nvSpPr>
          <p:cNvPr id="738" name="Text 688"/>
          <p:cNvSpPr/>
          <p:nvPr/>
        </p:nvSpPr>
        <p:spPr>
          <a:xfrm>
            <a:off x="431800" y="531462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739" name="Text 689"/>
          <p:cNvSpPr/>
          <p:nvPr/>
        </p:nvSpPr>
        <p:spPr>
          <a:xfrm>
            <a:off x="431800" y="572737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</a:t>
            </a:r>
            <a:endParaRPr lang="en-US" sz="1200" dirty="0"/>
          </a:p>
        </p:txBody>
      </p:sp>
      <p:sp>
        <p:nvSpPr>
          <p:cNvPr id="740" name="Text 690"/>
          <p:cNvSpPr/>
          <p:nvPr/>
        </p:nvSpPr>
        <p:spPr>
          <a:xfrm>
            <a:off x="431800" y="594073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</a:t>
            </a:r>
            <a:endParaRPr lang="en-US" sz="1200" dirty="0"/>
          </a:p>
        </p:txBody>
      </p:sp>
      <p:sp>
        <p:nvSpPr>
          <p:cNvPr id="741" name="Text 691"/>
          <p:cNvSpPr/>
          <p:nvPr/>
        </p:nvSpPr>
        <p:spPr>
          <a:xfrm>
            <a:off x="431800" y="62595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to Self</a:t>
            </a:r>
            <a:endParaRPr lang="en-US" sz="1200" dirty="0"/>
          </a:p>
        </p:txBody>
      </p:sp>
      <p:sp>
        <p:nvSpPr>
          <p:cNvPr id="742" name="Text 692"/>
          <p:cNvSpPr/>
          <p:nvPr/>
        </p:nvSpPr>
        <p:spPr>
          <a:xfrm>
            <a:off x="431800" y="645889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743" name="Text 693"/>
          <p:cNvSpPr/>
          <p:nvPr/>
        </p:nvSpPr>
        <p:spPr>
          <a:xfrm>
            <a:off x="431800" y="292257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</a:t>
            </a:r>
            <a:endParaRPr lang="en-US" sz="1200" dirty="0"/>
          </a:p>
        </p:txBody>
      </p:sp>
      <p:sp>
        <p:nvSpPr>
          <p:cNvPr id="744" name="Text 694"/>
          <p:cNvSpPr/>
          <p:nvPr/>
        </p:nvSpPr>
        <p:spPr>
          <a:xfrm>
            <a:off x="431800" y="313466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</a:t>
            </a:r>
            <a:endParaRPr lang="en-US" sz="1200" dirty="0"/>
          </a:p>
        </p:txBody>
      </p:sp>
      <p:sp>
        <p:nvSpPr>
          <p:cNvPr id="745" name="Shape 695"/>
          <p:cNvSpPr/>
          <p:nvPr/>
        </p:nvSpPr>
        <p:spPr>
          <a:xfrm>
            <a:off x="704850" y="690880"/>
            <a:ext cx="1320800" cy="651510"/>
          </a:xfrm>
          <a:prstGeom prst="rect">
            <a:avLst/>
          </a:prstGeom>
          <a:solidFill>
            <a:srgbClr val="FFCCCC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746" name="Text 696"/>
          <p:cNvSpPr/>
          <p:nvPr/>
        </p:nvSpPr>
        <p:spPr>
          <a:xfrm>
            <a:off x="704850" y="768756"/>
            <a:ext cx="1320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</a:t>
            </a:r>
            <a:endParaRPr lang="en-US" sz="16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600" dirty="0"/>
          </a:p>
        </p:txBody>
      </p:sp>
      <p:sp>
        <p:nvSpPr>
          <p:cNvPr id="747" name="Shape 697"/>
          <p:cNvSpPr/>
          <p:nvPr/>
        </p:nvSpPr>
        <p:spPr>
          <a:xfrm>
            <a:off x="3383280" y="6685915"/>
            <a:ext cx="3702050" cy="173990"/>
          </a:xfrm>
          <a:prstGeom prst="rect">
            <a:avLst/>
          </a:prstGeom>
          <a:solidFill>
            <a:srgbClr val="FFB6C1"/>
          </a:solidFill>
          <a:ln/>
        </p:spPr>
      </p:sp>
      <p:sp>
        <p:nvSpPr>
          <p:cNvPr id="748" name="Text 698"/>
          <p:cNvSpPr/>
          <p:nvPr/>
        </p:nvSpPr>
        <p:spPr>
          <a:xfrm>
            <a:off x="1424940" y="6690716"/>
            <a:ext cx="762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Word_Embedding + Positional_Information</a:t>
            </a:r>
            <a:endParaRPr lang="en-US" sz="1400" dirty="0"/>
          </a:p>
        </p:txBody>
      </p:sp>
      <p:sp>
        <p:nvSpPr>
          <p:cNvPr id="749" name="Shape 699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50" name="Text 700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2026-10-12T10:12:37Z</dcterms:created>
  <dcterms:modified xsi:type="dcterms:W3CDTF">2026-10-12T10:12:37Z</dcterms:modified>
</cp:coreProperties>
</file>