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1.png"/><Relationship Id="rId6" Type="http://schemas.openxmlformats.org/officeDocument/2006/relationships/image" Target="../media/image-1-1.png"/><Relationship Id="rId7" Type="http://schemas.openxmlformats.org/officeDocument/2006/relationships/image" Target="../media/image-1-1.png"/><Relationship Id="rId8" Type="http://schemas.openxmlformats.org/officeDocument/2006/relationships/image" Target="../media/image-1-1.png"/><Relationship Id="rId9" Type="http://schemas.openxmlformats.org/officeDocument/2006/relationships/image" Target="../media/image-1-1.png"/><Relationship Id="rId10" Type="http://schemas.openxmlformats.org/officeDocument/2006/relationships/image" Target="../media/image-1-1.png"/><Relationship Id="rId11" Type="http://schemas.openxmlformats.org/officeDocument/2006/relationships/image" Target="../media/image-1-1.png"/><Relationship Id="rId12" Type="http://schemas.openxmlformats.org/officeDocument/2006/relationships/image" Target="../media/image-1-1.png"/><Relationship Id="rId13" Type="http://schemas.openxmlformats.org/officeDocument/2006/relationships/image" Target="../media/image-1-1.png"/><Relationship Id="rId14" Type="http://schemas.openxmlformats.org/officeDocument/2006/relationships/image" Target="../media/image-1-1.png"/><Relationship Id="rId15" Type="http://schemas.openxmlformats.org/officeDocument/2006/relationships/image" Target="../media/image-1-1.png"/><Relationship Id="rId16" Type="http://schemas.openxmlformats.org/officeDocument/2006/relationships/image" Target="../media/image-1-1.png"/><Relationship Id="rId17" Type="http://schemas.openxmlformats.org/officeDocument/2006/relationships/image" Target="../media/image-1-1.png"/><Relationship Id="rId18" Type="http://schemas.openxmlformats.org/officeDocument/2006/relationships/image" Target="../media/image-1-1.png"/><Relationship Id="rId19" Type="http://schemas.openxmlformats.org/officeDocument/2006/relationships/image" Target="../media/image-1-1.png"/><Relationship Id="rId20" Type="http://schemas.openxmlformats.org/officeDocument/2006/relationships/image" Target="../media/image-1-1.png"/><Relationship Id="rId21" Type="http://schemas.openxmlformats.org/officeDocument/2006/relationships/image" Target="../media/image-1-1.png"/><Relationship Id="rId22" Type="http://schemas.openxmlformats.org/officeDocument/2006/relationships/image" Target="../media/image-1-1.png"/><Relationship Id="rId23" Type="http://schemas.openxmlformats.org/officeDocument/2006/relationships/image" Target="../media/image-1-1.png"/><Relationship Id="rId24" Type="http://schemas.openxmlformats.org/officeDocument/2006/relationships/image" Target="../media/image-1-1.png"/><Relationship Id="rId25" Type="http://schemas.openxmlformats.org/officeDocument/2006/relationships/image" Target="../media/image-1-1.png"/><Relationship Id="rId26" Type="http://schemas.openxmlformats.org/officeDocument/2006/relationships/image" Target="../media/image-1-1.png"/><Relationship Id="rId27" Type="http://schemas.openxmlformats.org/officeDocument/2006/relationships/image" Target="../media/image-1-1.png"/><Relationship Id="rId28" Type="http://schemas.openxmlformats.org/officeDocument/2006/relationships/image" Target="../media/image-1-1.png"/><Relationship Id="rId29" Type="http://schemas.openxmlformats.org/officeDocument/2006/relationships/image" Target="../media/image-1-1.png"/><Relationship Id="rId30" Type="http://schemas.openxmlformats.org/officeDocument/2006/relationships/image" Target="../media/image-1-1.png"/><Relationship Id="rId31" Type="http://schemas.openxmlformats.org/officeDocument/2006/relationships/image" Target="../media/image-1-1.png"/><Relationship Id="rId32" Type="http://schemas.openxmlformats.org/officeDocument/2006/relationships/image" Target="../media/image-1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4840" y="664210"/>
            <a:ext cx="10914380" cy="611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73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648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7523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3398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1013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1531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7406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3281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156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6771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8051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3926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801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676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3291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520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08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695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83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044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299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87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474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062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23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7357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3232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107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4982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2597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4843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431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8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606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367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4622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6210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7797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9385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146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098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7" name="Shape 45"/>
          <p:cNvSpPr/>
          <p:nvPr/>
        </p:nvSpPr>
        <p:spPr>
          <a:xfrm>
            <a:off x="825627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" name="Shape 46"/>
          <p:cNvSpPr/>
          <p:nvPr/>
        </p:nvSpPr>
        <p:spPr>
          <a:xfrm>
            <a:off x="84924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72998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0" name="Shape 48"/>
          <p:cNvSpPr/>
          <p:nvPr/>
        </p:nvSpPr>
        <p:spPr>
          <a:xfrm>
            <a:off x="89369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628140" y="1276350"/>
            <a:ext cx="9832340" cy="916940"/>
          </a:xfrm>
          <a:prstGeom prst="roundRect">
            <a:avLst>
              <a:gd name="adj" fmla="val 7978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52" name="Shape 50"/>
          <p:cNvSpPr/>
          <p:nvPr/>
        </p:nvSpPr>
        <p:spPr>
          <a:xfrm>
            <a:off x="2077720" y="1355090"/>
            <a:ext cx="9080500" cy="35560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077720" y="1355090"/>
            <a:ext cx="9080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81483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81483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6" name="Shape 54"/>
          <p:cNvSpPr/>
          <p:nvPr/>
        </p:nvSpPr>
        <p:spPr>
          <a:xfrm>
            <a:off x="27724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724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8" name="Shape 56"/>
          <p:cNvSpPr/>
          <p:nvPr/>
        </p:nvSpPr>
        <p:spPr>
          <a:xfrm>
            <a:off x="37376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376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" name="Shape 58"/>
          <p:cNvSpPr/>
          <p:nvPr/>
        </p:nvSpPr>
        <p:spPr>
          <a:xfrm>
            <a:off x="47091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091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2" name="Shape 60"/>
          <p:cNvSpPr/>
          <p:nvPr/>
        </p:nvSpPr>
        <p:spPr>
          <a:xfrm>
            <a:off x="56870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870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4" name="Shape 62"/>
          <p:cNvSpPr/>
          <p:nvPr/>
        </p:nvSpPr>
        <p:spPr>
          <a:xfrm>
            <a:off x="663067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3067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6" name="Shape 64"/>
          <p:cNvSpPr/>
          <p:nvPr/>
        </p:nvSpPr>
        <p:spPr>
          <a:xfrm>
            <a:off x="91414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1414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8" name="Shape 66"/>
          <p:cNvSpPr/>
          <p:nvPr/>
        </p:nvSpPr>
        <p:spPr>
          <a:xfrm>
            <a:off x="101193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193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70" name="Shape 68"/>
          <p:cNvSpPr/>
          <p:nvPr/>
        </p:nvSpPr>
        <p:spPr>
          <a:xfrm>
            <a:off x="215773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31648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7523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63398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31013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311531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7406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3281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59156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6771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408051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23926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39801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55676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23291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0520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2108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695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283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2044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60299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887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474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5062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1823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697357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3232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9107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982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2597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94843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6431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8018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9606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96367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104622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6210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7797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9385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146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80098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25627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924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72998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9369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37617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37617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333375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33375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29895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29895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1" name="Shape 119"/>
          <p:cNvSpPr/>
          <p:nvPr/>
        </p:nvSpPr>
        <p:spPr>
          <a:xfrm>
            <a:off x="52705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2705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3" name="Shape 121"/>
          <p:cNvSpPr/>
          <p:nvPr/>
        </p:nvSpPr>
        <p:spPr>
          <a:xfrm>
            <a:off x="62484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84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5" name="Shape 123"/>
          <p:cNvSpPr/>
          <p:nvPr/>
        </p:nvSpPr>
        <p:spPr>
          <a:xfrm>
            <a:off x="719201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19201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7" name="Shape 125"/>
          <p:cNvSpPr/>
          <p:nvPr/>
        </p:nvSpPr>
        <p:spPr>
          <a:xfrm>
            <a:off x="97028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7028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9" name="Shape 127"/>
          <p:cNvSpPr/>
          <p:nvPr/>
        </p:nvSpPr>
        <p:spPr>
          <a:xfrm>
            <a:off x="106807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6807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31" name="Shape 129"/>
          <p:cNvSpPr/>
          <p:nvPr/>
        </p:nvSpPr>
        <p:spPr>
          <a:xfrm>
            <a:off x="247523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2" name="Shape 130"/>
          <p:cNvSpPr/>
          <p:nvPr/>
        </p:nvSpPr>
        <p:spPr>
          <a:xfrm>
            <a:off x="247523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3" name="Shape 131"/>
          <p:cNvSpPr/>
          <p:nvPr/>
        </p:nvSpPr>
        <p:spPr>
          <a:xfrm>
            <a:off x="247523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34" name="Shape 132"/>
          <p:cNvSpPr/>
          <p:nvPr/>
        </p:nvSpPr>
        <p:spPr>
          <a:xfrm>
            <a:off x="343281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5" name="Shape 133"/>
          <p:cNvSpPr/>
          <p:nvPr/>
        </p:nvSpPr>
        <p:spPr>
          <a:xfrm>
            <a:off x="343281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6" name="Shape 134"/>
          <p:cNvSpPr/>
          <p:nvPr/>
        </p:nvSpPr>
        <p:spPr>
          <a:xfrm>
            <a:off x="343281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37" name="Shape 135"/>
          <p:cNvSpPr/>
          <p:nvPr/>
        </p:nvSpPr>
        <p:spPr>
          <a:xfrm>
            <a:off x="439801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8" name="Shape 136"/>
          <p:cNvSpPr/>
          <p:nvPr/>
        </p:nvSpPr>
        <p:spPr>
          <a:xfrm>
            <a:off x="439801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9" name="Shape 137"/>
          <p:cNvSpPr/>
          <p:nvPr/>
        </p:nvSpPr>
        <p:spPr>
          <a:xfrm>
            <a:off x="439801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0" name="Shape 138"/>
          <p:cNvSpPr/>
          <p:nvPr/>
        </p:nvSpPr>
        <p:spPr>
          <a:xfrm>
            <a:off x="53695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1" name="Shape 139"/>
          <p:cNvSpPr/>
          <p:nvPr/>
        </p:nvSpPr>
        <p:spPr>
          <a:xfrm>
            <a:off x="53695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2" name="Shape 140"/>
          <p:cNvSpPr/>
          <p:nvPr/>
        </p:nvSpPr>
        <p:spPr>
          <a:xfrm>
            <a:off x="53695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3" name="Shape 141"/>
          <p:cNvSpPr/>
          <p:nvPr/>
        </p:nvSpPr>
        <p:spPr>
          <a:xfrm>
            <a:off x="63474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4" name="Shape 142"/>
          <p:cNvSpPr/>
          <p:nvPr/>
        </p:nvSpPr>
        <p:spPr>
          <a:xfrm>
            <a:off x="63474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5" name="Shape 143"/>
          <p:cNvSpPr/>
          <p:nvPr/>
        </p:nvSpPr>
        <p:spPr>
          <a:xfrm>
            <a:off x="63474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6" name="Shape 144"/>
          <p:cNvSpPr/>
          <p:nvPr/>
        </p:nvSpPr>
        <p:spPr>
          <a:xfrm>
            <a:off x="729107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7" name="Shape 145"/>
          <p:cNvSpPr/>
          <p:nvPr/>
        </p:nvSpPr>
        <p:spPr>
          <a:xfrm>
            <a:off x="729107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8" name="Shape 146"/>
          <p:cNvSpPr/>
          <p:nvPr/>
        </p:nvSpPr>
        <p:spPr>
          <a:xfrm>
            <a:off x="729107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9" name="Shape 147"/>
          <p:cNvSpPr/>
          <p:nvPr/>
        </p:nvSpPr>
        <p:spPr>
          <a:xfrm>
            <a:off x="98018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50" name="Shape 148"/>
          <p:cNvSpPr/>
          <p:nvPr/>
        </p:nvSpPr>
        <p:spPr>
          <a:xfrm>
            <a:off x="98018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51" name="Shape 149"/>
          <p:cNvSpPr/>
          <p:nvPr/>
        </p:nvSpPr>
        <p:spPr>
          <a:xfrm>
            <a:off x="98018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52" name="Shape 150"/>
          <p:cNvSpPr/>
          <p:nvPr/>
        </p:nvSpPr>
        <p:spPr>
          <a:xfrm>
            <a:off x="107797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53" name="Shape 151"/>
          <p:cNvSpPr/>
          <p:nvPr/>
        </p:nvSpPr>
        <p:spPr>
          <a:xfrm>
            <a:off x="107797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54" name="Shape 152"/>
          <p:cNvSpPr/>
          <p:nvPr/>
        </p:nvSpPr>
        <p:spPr>
          <a:xfrm>
            <a:off x="107797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55" name="Shape 153"/>
          <p:cNvSpPr/>
          <p:nvPr/>
        </p:nvSpPr>
        <p:spPr>
          <a:xfrm>
            <a:off x="1917700" y="2738120"/>
            <a:ext cx="9516110" cy="770890"/>
          </a:xfrm>
          <a:prstGeom prst="rect">
            <a:avLst/>
          </a:prstGeom>
          <a:solidFill>
            <a:srgbClr val="DDEBF7"/>
          </a:solidFill>
          <a:ln w="22225">
            <a:solidFill>
              <a:srgbClr val="0000C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2512060" y="2748686"/>
            <a:ext cx="838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RELU Activation]</a:t>
            </a:r>
            <a:endParaRPr lang="en-US" sz="1600" dirty="0"/>
          </a:p>
        </p:txBody>
      </p:sp>
      <p:sp>
        <p:nvSpPr>
          <p:cNvPr id="157" name="Shape 155"/>
          <p:cNvSpPr/>
          <p:nvPr/>
        </p:nvSpPr>
        <p:spPr>
          <a:xfrm>
            <a:off x="19958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3266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3266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266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3266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3266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3266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266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3266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4320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4320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4320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4320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4320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4320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4320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20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374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5374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5374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5374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374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5374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374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374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6428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6428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6428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6428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428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6428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6428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6428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2936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3990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25044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26098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2060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1659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6" name="Shape 194"/>
          <p:cNvSpPr/>
          <p:nvPr/>
        </p:nvSpPr>
        <p:spPr>
          <a:xfrm>
            <a:off x="2272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23780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4834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9" name="Shape 197"/>
          <p:cNvSpPr/>
          <p:nvPr/>
        </p:nvSpPr>
        <p:spPr>
          <a:xfrm>
            <a:off x="25888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0" name="Shape 198"/>
          <p:cNvSpPr/>
          <p:nvPr/>
        </p:nvSpPr>
        <p:spPr>
          <a:xfrm>
            <a:off x="2695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8009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2" name="Text 200"/>
          <p:cNvSpPr/>
          <p:nvPr/>
        </p:nvSpPr>
        <p:spPr>
          <a:xfrm>
            <a:off x="25380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03466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33655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33655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3655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3655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3655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3655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33655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33655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34709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34709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34709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34709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34709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34709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4709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34709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5763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5763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5763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5763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3576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576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5763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35763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36817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6817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6817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36817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3681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3681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6817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6817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3324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34378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35433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36487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99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4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115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16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522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6277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734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7" name="Shape 245"/>
          <p:cNvSpPr/>
          <p:nvPr/>
        </p:nvSpPr>
        <p:spPr>
          <a:xfrm>
            <a:off x="3839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8" name="Text 246"/>
          <p:cNvSpPr/>
          <p:nvPr/>
        </p:nvSpPr>
        <p:spPr>
          <a:xfrm>
            <a:off x="357695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49" name="Shape 247"/>
          <p:cNvSpPr/>
          <p:nvPr/>
        </p:nvSpPr>
        <p:spPr>
          <a:xfrm>
            <a:off x="406717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3980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439801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3980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3980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3980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39801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43980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439801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45034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45034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45034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45034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45034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45034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45034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5034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6088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6088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088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6088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46088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46088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46088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46088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471424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7142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471424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47142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47142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47142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71424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7142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3649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4704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5758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6812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1319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2373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3440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4494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5548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46602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2" name="Shape 290"/>
          <p:cNvSpPr/>
          <p:nvPr/>
        </p:nvSpPr>
        <p:spPr>
          <a:xfrm>
            <a:off x="47669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3" name="Shape 291"/>
          <p:cNvSpPr/>
          <p:nvPr/>
        </p:nvSpPr>
        <p:spPr>
          <a:xfrm>
            <a:off x="48723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4" name="Text 292"/>
          <p:cNvSpPr/>
          <p:nvPr/>
        </p:nvSpPr>
        <p:spPr>
          <a:xfrm>
            <a:off x="460946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95" name="Shape 293"/>
          <p:cNvSpPr/>
          <p:nvPr/>
        </p:nvSpPr>
        <p:spPr>
          <a:xfrm>
            <a:off x="512254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545338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545338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45338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545338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545338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545338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545338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545338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555879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555879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555879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555879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555879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555879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555879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555879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66420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566420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566420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566420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56642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56642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566420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566420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576961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576961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576961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76961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57696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57696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76961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576961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542036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52577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6311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7365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1873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3" name="Shape 331"/>
          <p:cNvSpPr/>
          <p:nvPr/>
        </p:nvSpPr>
        <p:spPr>
          <a:xfrm>
            <a:off x="52927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4" name="Shape 332"/>
          <p:cNvSpPr/>
          <p:nvPr/>
        </p:nvSpPr>
        <p:spPr>
          <a:xfrm>
            <a:off x="539940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5" name="Shape 333"/>
          <p:cNvSpPr/>
          <p:nvPr/>
        </p:nvSpPr>
        <p:spPr>
          <a:xfrm>
            <a:off x="55048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56102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7" name="Shape 335"/>
          <p:cNvSpPr/>
          <p:nvPr/>
        </p:nvSpPr>
        <p:spPr>
          <a:xfrm>
            <a:off x="57156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8" name="Shape 336"/>
          <p:cNvSpPr/>
          <p:nvPr/>
        </p:nvSpPr>
        <p:spPr>
          <a:xfrm>
            <a:off x="58223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9277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40" name="Text 338"/>
          <p:cNvSpPr/>
          <p:nvPr/>
        </p:nvSpPr>
        <p:spPr>
          <a:xfrm>
            <a:off x="566483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41" name="Shape 339"/>
          <p:cNvSpPr/>
          <p:nvPr/>
        </p:nvSpPr>
        <p:spPr>
          <a:xfrm>
            <a:off x="614616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64770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64770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64770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64770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64770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64770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64770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64770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65824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65824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65824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65824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65824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65824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65824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65824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66878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66878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66878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66878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66878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66878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66878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66878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67932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67932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67932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67932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67932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67932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67932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67932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64439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5" name="Shape 373"/>
          <p:cNvSpPr/>
          <p:nvPr/>
        </p:nvSpPr>
        <p:spPr>
          <a:xfrm>
            <a:off x="65493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6" name="Shape 374"/>
          <p:cNvSpPr/>
          <p:nvPr/>
        </p:nvSpPr>
        <p:spPr>
          <a:xfrm>
            <a:off x="66548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7" name="Shape 375"/>
          <p:cNvSpPr/>
          <p:nvPr/>
        </p:nvSpPr>
        <p:spPr>
          <a:xfrm>
            <a:off x="67602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8" name="Shape 376"/>
          <p:cNvSpPr/>
          <p:nvPr/>
        </p:nvSpPr>
        <p:spPr>
          <a:xfrm>
            <a:off x="6210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9" name="Shape 377"/>
          <p:cNvSpPr/>
          <p:nvPr/>
        </p:nvSpPr>
        <p:spPr>
          <a:xfrm>
            <a:off x="6316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0" name="Shape 378"/>
          <p:cNvSpPr/>
          <p:nvPr/>
        </p:nvSpPr>
        <p:spPr>
          <a:xfrm>
            <a:off x="64230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1" name="Shape 379"/>
          <p:cNvSpPr/>
          <p:nvPr/>
        </p:nvSpPr>
        <p:spPr>
          <a:xfrm>
            <a:off x="6528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2" name="Shape 380"/>
          <p:cNvSpPr/>
          <p:nvPr/>
        </p:nvSpPr>
        <p:spPr>
          <a:xfrm>
            <a:off x="6633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3" name="Shape 381"/>
          <p:cNvSpPr/>
          <p:nvPr/>
        </p:nvSpPr>
        <p:spPr>
          <a:xfrm>
            <a:off x="6739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4" name="Shape 382"/>
          <p:cNvSpPr/>
          <p:nvPr/>
        </p:nvSpPr>
        <p:spPr>
          <a:xfrm>
            <a:off x="6845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5" name="Shape 383"/>
          <p:cNvSpPr/>
          <p:nvPr/>
        </p:nvSpPr>
        <p:spPr>
          <a:xfrm>
            <a:off x="6951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6" name="Text 384"/>
          <p:cNvSpPr/>
          <p:nvPr/>
        </p:nvSpPr>
        <p:spPr>
          <a:xfrm>
            <a:off x="668845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87" name="Shape 385"/>
          <p:cNvSpPr/>
          <p:nvPr/>
        </p:nvSpPr>
        <p:spPr>
          <a:xfrm>
            <a:off x="718248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75133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51332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7513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7513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75133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751332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75133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751332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76187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761873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7618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7618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76187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761873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76187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761873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77241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772414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77241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77241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77241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77241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77241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772414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782955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782955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782955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782955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78295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78295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782955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782955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74803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1" name="Shape 419"/>
          <p:cNvSpPr/>
          <p:nvPr/>
        </p:nvSpPr>
        <p:spPr>
          <a:xfrm>
            <a:off x="75857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2" name="Shape 420"/>
          <p:cNvSpPr/>
          <p:nvPr/>
        </p:nvSpPr>
        <p:spPr>
          <a:xfrm>
            <a:off x="76911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3" name="Shape 421"/>
          <p:cNvSpPr/>
          <p:nvPr/>
        </p:nvSpPr>
        <p:spPr>
          <a:xfrm>
            <a:off x="77965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4" name="Shape 422"/>
          <p:cNvSpPr/>
          <p:nvPr/>
        </p:nvSpPr>
        <p:spPr>
          <a:xfrm>
            <a:off x="7247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5" name="Shape 423"/>
          <p:cNvSpPr/>
          <p:nvPr/>
        </p:nvSpPr>
        <p:spPr>
          <a:xfrm>
            <a:off x="7352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6" name="Shape 424"/>
          <p:cNvSpPr/>
          <p:nvPr/>
        </p:nvSpPr>
        <p:spPr>
          <a:xfrm>
            <a:off x="7459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7" name="Shape 425"/>
          <p:cNvSpPr/>
          <p:nvPr/>
        </p:nvSpPr>
        <p:spPr>
          <a:xfrm>
            <a:off x="75647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8" name="Shape 426"/>
          <p:cNvSpPr/>
          <p:nvPr/>
        </p:nvSpPr>
        <p:spPr>
          <a:xfrm>
            <a:off x="76701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9" name="Shape 427"/>
          <p:cNvSpPr/>
          <p:nvPr/>
        </p:nvSpPr>
        <p:spPr>
          <a:xfrm>
            <a:off x="7775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0" name="Shape 428"/>
          <p:cNvSpPr/>
          <p:nvPr/>
        </p:nvSpPr>
        <p:spPr>
          <a:xfrm>
            <a:off x="7882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1" name="Shape 429"/>
          <p:cNvSpPr/>
          <p:nvPr/>
        </p:nvSpPr>
        <p:spPr>
          <a:xfrm>
            <a:off x="7987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2" name="Text 430"/>
          <p:cNvSpPr/>
          <p:nvPr/>
        </p:nvSpPr>
        <p:spPr>
          <a:xfrm>
            <a:off x="772477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33" name="Shape 431"/>
          <p:cNvSpPr/>
          <p:nvPr/>
        </p:nvSpPr>
        <p:spPr>
          <a:xfrm>
            <a:off x="93110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96418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96418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96418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96418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96418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96418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96418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96418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97472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97472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97472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97472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97472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97472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97472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97472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98526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98526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98526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98526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98526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98526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98526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98526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99580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99580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99580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99580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99580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99580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99580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99580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96088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7" name="Shape 465"/>
          <p:cNvSpPr/>
          <p:nvPr/>
        </p:nvSpPr>
        <p:spPr>
          <a:xfrm>
            <a:off x="97142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8" name="Shape 466"/>
          <p:cNvSpPr/>
          <p:nvPr/>
        </p:nvSpPr>
        <p:spPr>
          <a:xfrm>
            <a:off x="98196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9" name="Shape 467"/>
          <p:cNvSpPr/>
          <p:nvPr/>
        </p:nvSpPr>
        <p:spPr>
          <a:xfrm>
            <a:off x="99250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70" name="Shape 468"/>
          <p:cNvSpPr/>
          <p:nvPr/>
        </p:nvSpPr>
        <p:spPr>
          <a:xfrm>
            <a:off x="93757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1" name="Shape 469"/>
          <p:cNvSpPr/>
          <p:nvPr/>
        </p:nvSpPr>
        <p:spPr>
          <a:xfrm>
            <a:off x="94811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2" name="Shape 470"/>
          <p:cNvSpPr/>
          <p:nvPr/>
        </p:nvSpPr>
        <p:spPr>
          <a:xfrm>
            <a:off x="95878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3" name="Shape 471"/>
          <p:cNvSpPr/>
          <p:nvPr/>
        </p:nvSpPr>
        <p:spPr>
          <a:xfrm>
            <a:off x="96932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4" name="Shape 472"/>
          <p:cNvSpPr/>
          <p:nvPr/>
        </p:nvSpPr>
        <p:spPr>
          <a:xfrm>
            <a:off x="97986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5" name="Shape 473"/>
          <p:cNvSpPr/>
          <p:nvPr/>
        </p:nvSpPr>
        <p:spPr>
          <a:xfrm>
            <a:off x="99040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6" name="Shape 474"/>
          <p:cNvSpPr/>
          <p:nvPr/>
        </p:nvSpPr>
        <p:spPr>
          <a:xfrm>
            <a:off x="100107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7" name="Shape 475"/>
          <p:cNvSpPr/>
          <p:nvPr/>
        </p:nvSpPr>
        <p:spPr>
          <a:xfrm>
            <a:off x="101161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8" name="Text 476"/>
          <p:cNvSpPr/>
          <p:nvPr/>
        </p:nvSpPr>
        <p:spPr>
          <a:xfrm>
            <a:off x="98532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79" name="Shape 477"/>
          <p:cNvSpPr/>
          <p:nvPr/>
        </p:nvSpPr>
        <p:spPr>
          <a:xfrm>
            <a:off x="103397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106705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106705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106705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106705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106705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106705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106705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106705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107759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107759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107759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107759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107759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107759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107759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107759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108813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108813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108813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108813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108813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108813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108813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108813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109867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109867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109867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109867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109867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109867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109867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109867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106375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3" name="Shape 511"/>
          <p:cNvSpPr/>
          <p:nvPr/>
        </p:nvSpPr>
        <p:spPr>
          <a:xfrm>
            <a:off x="107429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4" name="Shape 512"/>
          <p:cNvSpPr/>
          <p:nvPr/>
        </p:nvSpPr>
        <p:spPr>
          <a:xfrm>
            <a:off x="108483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5" name="Shape 513"/>
          <p:cNvSpPr/>
          <p:nvPr/>
        </p:nvSpPr>
        <p:spPr>
          <a:xfrm>
            <a:off x="109537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6" name="Shape 514"/>
          <p:cNvSpPr/>
          <p:nvPr/>
        </p:nvSpPr>
        <p:spPr>
          <a:xfrm>
            <a:off x="104044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7" name="Shape 515"/>
          <p:cNvSpPr/>
          <p:nvPr/>
        </p:nvSpPr>
        <p:spPr>
          <a:xfrm>
            <a:off x="105098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8" name="Shape 516"/>
          <p:cNvSpPr/>
          <p:nvPr/>
        </p:nvSpPr>
        <p:spPr>
          <a:xfrm>
            <a:off x="106165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9" name="Shape 517"/>
          <p:cNvSpPr/>
          <p:nvPr/>
        </p:nvSpPr>
        <p:spPr>
          <a:xfrm>
            <a:off x="107219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0" name="Shape 518"/>
          <p:cNvSpPr/>
          <p:nvPr/>
        </p:nvSpPr>
        <p:spPr>
          <a:xfrm>
            <a:off x="108273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1" name="Shape 519"/>
          <p:cNvSpPr/>
          <p:nvPr/>
        </p:nvSpPr>
        <p:spPr>
          <a:xfrm>
            <a:off x="109327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2" name="Shape 520"/>
          <p:cNvSpPr/>
          <p:nvPr/>
        </p:nvSpPr>
        <p:spPr>
          <a:xfrm>
            <a:off x="110394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3" name="Shape 521"/>
          <p:cNvSpPr/>
          <p:nvPr/>
        </p:nvSpPr>
        <p:spPr>
          <a:xfrm>
            <a:off x="111448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4" name="Text 522"/>
          <p:cNvSpPr/>
          <p:nvPr/>
        </p:nvSpPr>
        <p:spPr>
          <a:xfrm>
            <a:off x="108819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pic>
        <p:nvPicPr>
          <p:cNvPr id="525" name="Image 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555" y="2524760"/>
            <a:ext cx="133350" cy="213360"/>
          </a:xfrm>
          <a:prstGeom prst="rect">
            <a:avLst/>
          </a:prstGeom>
        </p:spPr>
      </p:pic>
      <p:pic>
        <p:nvPicPr>
          <p:cNvPr id="526" name="Image 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55" y="3509010"/>
            <a:ext cx="133350" cy="171450"/>
          </a:xfrm>
          <a:prstGeom prst="rect">
            <a:avLst/>
          </a:prstGeom>
        </p:spPr>
      </p:pic>
      <p:pic>
        <p:nvPicPr>
          <p:cNvPr id="527" name="Image 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135" y="2524760"/>
            <a:ext cx="133350" cy="213360"/>
          </a:xfrm>
          <a:prstGeom prst="rect">
            <a:avLst/>
          </a:prstGeom>
        </p:spPr>
      </p:pic>
      <p:pic>
        <p:nvPicPr>
          <p:cNvPr id="528" name="Image 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135" y="3509010"/>
            <a:ext cx="133350" cy="171450"/>
          </a:xfrm>
          <a:prstGeom prst="rect">
            <a:avLst/>
          </a:prstGeom>
        </p:spPr>
      </p:pic>
      <p:pic>
        <p:nvPicPr>
          <p:cNvPr id="529" name="Image 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335" y="2524760"/>
            <a:ext cx="133350" cy="213360"/>
          </a:xfrm>
          <a:prstGeom prst="rect">
            <a:avLst/>
          </a:prstGeom>
        </p:spPr>
      </p:pic>
      <p:pic>
        <p:nvPicPr>
          <p:cNvPr id="530" name="Image 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1335" y="3509010"/>
            <a:ext cx="133350" cy="171450"/>
          </a:xfrm>
          <a:prstGeom prst="rect">
            <a:avLst/>
          </a:prstGeom>
        </p:spPr>
      </p:pic>
      <p:pic>
        <p:nvPicPr>
          <p:cNvPr id="531" name="Image 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2885" y="2524760"/>
            <a:ext cx="133350" cy="213360"/>
          </a:xfrm>
          <a:prstGeom prst="rect">
            <a:avLst/>
          </a:prstGeom>
        </p:spPr>
      </p:pic>
      <p:pic>
        <p:nvPicPr>
          <p:cNvPr id="532" name="Image 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2885" y="3509010"/>
            <a:ext cx="133350" cy="171450"/>
          </a:xfrm>
          <a:prstGeom prst="rect">
            <a:avLst/>
          </a:prstGeom>
        </p:spPr>
      </p:pic>
      <p:pic>
        <p:nvPicPr>
          <p:cNvPr id="533" name="Image 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0785" y="2524760"/>
            <a:ext cx="133350" cy="213360"/>
          </a:xfrm>
          <a:prstGeom prst="rect">
            <a:avLst/>
          </a:prstGeom>
        </p:spPr>
      </p:pic>
      <p:pic>
        <p:nvPicPr>
          <p:cNvPr id="534" name="Image 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0785" y="3509010"/>
            <a:ext cx="133350" cy="171450"/>
          </a:xfrm>
          <a:prstGeom prst="rect">
            <a:avLst/>
          </a:prstGeom>
        </p:spPr>
      </p:pic>
      <p:pic>
        <p:nvPicPr>
          <p:cNvPr id="535" name="Image 1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4395" y="2524760"/>
            <a:ext cx="133350" cy="213360"/>
          </a:xfrm>
          <a:prstGeom prst="rect">
            <a:avLst/>
          </a:prstGeom>
        </p:spPr>
      </p:pic>
      <p:pic>
        <p:nvPicPr>
          <p:cNvPr id="536" name="Image 1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4395" y="3509010"/>
            <a:ext cx="133350" cy="171450"/>
          </a:xfrm>
          <a:prstGeom prst="rect">
            <a:avLst/>
          </a:prstGeom>
        </p:spPr>
      </p:pic>
      <p:pic>
        <p:nvPicPr>
          <p:cNvPr id="537" name="Image 1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5185" y="2524760"/>
            <a:ext cx="133350" cy="213360"/>
          </a:xfrm>
          <a:prstGeom prst="rect">
            <a:avLst/>
          </a:prstGeom>
        </p:spPr>
      </p:pic>
      <p:pic>
        <p:nvPicPr>
          <p:cNvPr id="538" name="Image 1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35185" y="3509010"/>
            <a:ext cx="133350" cy="171450"/>
          </a:xfrm>
          <a:prstGeom prst="rect">
            <a:avLst/>
          </a:prstGeom>
        </p:spPr>
      </p:pic>
      <p:pic>
        <p:nvPicPr>
          <p:cNvPr id="539" name="Image 1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13085" y="2524760"/>
            <a:ext cx="133350" cy="213360"/>
          </a:xfrm>
          <a:prstGeom prst="rect">
            <a:avLst/>
          </a:prstGeom>
        </p:spPr>
      </p:pic>
      <p:pic>
        <p:nvPicPr>
          <p:cNvPr id="540" name="Image 1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13085" y="3509010"/>
            <a:ext cx="133350" cy="171450"/>
          </a:xfrm>
          <a:prstGeom prst="rect">
            <a:avLst/>
          </a:prstGeom>
        </p:spPr>
      </p:pic>
      <p:sp>
        <p:nvSpPr>
          <p:cNvPr id="541" name="Shape 523"/>
          <p:cNvSpPr/>
          <p:nvPr/>
        </p:nvSpPr>
        <p:spPr>
          <a:xfrm>
            <a:off x="215773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2" name="Shape 524"/>
          <p:cNvSpPr/>
          <p:nvPr/>
        </p:nvSpPr>
        <p:spPr>
          <a:xfrm>
            <a:off x="231648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3" name="Shape 525"/>
          <p:cNvSpPr/>
          <p:nvPr/>
        </p:nvSpPr>
        <p:spPr>
          <a:xfrm>
            <a:off x="247523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4" name="Shape 526"/>
          <p:cNvSpPr/>
          <p:nvPr/>
        </p:nvSpPr>
        <p:spPr>
          <a:xfrm>
            <a:off x="263398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5" name="Text 527"/>
          <p:cNvSpPr/>
          <p:nvPr/>
        </p:nvSpPr>
        <p:spPr>
          <a:xfrm>
            <a:off x="231013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546" name="Shape 528"/>
          <p:cNvSpPr/>
          <p:nvPr/>
        </p:nvSpPr>
        <p:spPr>
          <a:xfrm>
            <a:off x="311531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7" name="Shape 529"/>
          <p:cNvSpPr/>
          <p:nvPr/>
        </p:nvSpPr>
        <p:spPr>
          <a:xfrm>
            <a:off x="327406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8" name="Shape 530"/>
          <p:cNvSpPr/>
          <p:nvPr/>
        </p:nvSpPr>
        <p:spPr>
          <a:xfrm>
            <a:off x="343281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9" name="Shape 531"/>
          <p:cNvSpPr/>
          <p:nvPr/>
        </p:nvSpPr>
        <p:spPr>
          <a:xfrm>
            <a:off x="359156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0" name="Text 532"/>
          <p:cNvSpPr/>
          <p:nvPr/>
        </p:nvSpPr>
        <p:spPr>
          <a:xfrm>
            <a:off x="326771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1" name="Shape 533"/>
          <p:cNvSpPr/>
          <p:nvPr/>
        </p:nvSpPr>
        <p:spPr>
          <a:xfrm>
            <a:off x="408051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2" name="Shape 534"/>
          <p:cNvSpPr/>
          <p:nvPr/>
        </p:nvSpPr>
        <p:spPr>
          <a:xfrm>
            <a:off x="423926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3" name="Shape 535"/>
          <p:cNvSpPr/>
          <p:nvPr/>
        </p:nvSpPr>
        <p:spPr>
          <a:xfrm>
            <a:off x="439801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4" name="Shape 536"/>
          <p:cNvSpPr/>
          <p:nvPr/>
        </p:nvSpPr>
        <p:spPr>
          <a:xfrm>
            <a:off x="455676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5" name="Text 537"/>
          <p:cNvSpPr/>
          <p:nvPr/>
        </p:nvSpPr>
        <p:spPr>
          <a:xfrm>
            <a:off x="423291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56" name="Shape 538"/>
          <p:cNvSpPr/>
          <p:nvPr/>
        </p:nvSpPr>
        <p:spPr>
          <a:xfrm>
            <a:off x="50520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7" name="Shape 539"/>
          <p:cNvSpPr/>
          <p:nvPr/>
        </p:nvSpPr>
        <p:spPr>
          <a:xfrm>
            <a:off x="52108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8" name="Shape 540"/>
          <p:cNvSpPr/>
          <p:nvPr/>
        </p:nvSpPr>
        <p:spPr>
          <a:xfrm>
            <a:off x="53695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9" name="Shape 541"/>
          <p:cNvSpPr/>
          <p:nvPr/>
        </p:nvSpPr>
        <p:spPr>
          <a:xfrm>
            <a:off x="55283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0" name="Text 542"/>
          <p:cNvSpPr/>
          <p:nvPr/>
        </p:nvSpPr>
        <p:spPr>
          <a:xfrm>
            <a:off x="52044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61" name="Shape 543"/>
          <p:cNvSpPr/>
          <p:nvPr/>
        </p:nvSpPr>
        <p:spPr>
          <a:xfrm>
            <a:off x="60299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2" name="Shape 544"/>
          <p:cNvSpPr/>
          <p:nvPr/>
        </p:nvSpPr>
        <p:spPr>
          <a:xfrm>
            <a:off x="61887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3" name="Shape 545"/>
          <p:cNvSpPr/>
          <p:nvPr/>
        </p:nvSpPr>
        <p:spPr>
          <a:xfrm>
            <a:off x="63474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4" name="Shape 546"/>
          <p:cNvSpPr/>
          <p:nvPr/>
        </p:nvSpPr>
        <p:spPr>
          <a:xfrm>
            <a:off x="65062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5" name="Text 547"/>
          <p:cNvSpPr/>
          <p:nvPr/>
        </p:nvSpPr>
        <p:spPr>
          <a:xfrm>
            <a:off x="61823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66" name="Shape 548"/>
          <p:cNvSpPr/>
          <p:nvPr/>
        </p:nvSpPr>
        <p:spPr>
          <a:xfrm>
            <a:off x="697357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7" name="Shape 549"/>
          <p:cNvSpPr/>
          <p:nvPr/>
        </p:nvSpPr>
        <p:spPr>
          <a:xfrm>
            <a:off x="713232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8" name="Shape 550"/>
          <p:cNvSpPr/>
          <p:nvPr/>
        </p:nvSpPr>
        <p:spPr>
          <a:xfrm>
            <a:off x="729107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9" name="Shape 551"/>
          <p:cNvSpPr/>
          <p:nvPr/>
        </p:nvSpPr>
        <p:spPr>
          <a:xfrm>
            <a:off x="744982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0" name="Text 552"/>
          <p:cNvSpPr/>
          <p:nvPr/>
        </p:nvSpPr>
        <p:spPr>
          <a:xfrm>
            <a:off x="712597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71" name="Shape 553"/>
          <p:cNvSpPr/>
          <p:nvPr/>
        </p:nvSpPr>
        <p:spPr>
          <a:xfrm>
            <a:off x="94843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2" name="Shape 554"/>
          <p:cNvSpPr/>
          <p:nvPr/>
        </p:nvSpPr>
        <p:spPr>
          <a:xfrm>
            <a:off x="96431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3" name="Shape 555"/>
          <p:cNvSpPr/>
          <p:nvPr/>
        </p:nvSpPr>
        <p:spPr>
          <a:xfrm>
            <a:off x="98018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4" name="Shape 556"/>
          <p:cNvSpPr/>
          <p:nvPr/>
        </p:nvSpPr>
        <p:spPr>
          <a:xfrm>
            <a:off x="99606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5" name="Text 557"/>
          <p:cNvSpPr/>
          <p:nvPr/>
        </p:nvSpPr>
        <p:spPr>
          <a:xfrm>
            <a:off x="96367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576" name="Shape 558"/>
          <p:cNvSpPr/>
          <p:nvPr/>
        </p:nvSpPr>
        <p:spPr>
          <a:xfrm>
            <a:off x="104622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7" name="Shape 559"/>
          <p:cNvSpPr/>
          <p:nvPr/>
        </p:nvSpPr>
        <p:spPr>
          <a:xfrm>
            <a:off x="106210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8" name="Shape 560"/>
          <p:cNvSpPr/>
          <p:nvPr/>
        </p:nvSpPr>
        <p:spPr>
          <a:xfrm>
            <a:off x="107797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9" name="Shape 561"/>
          <p:cNvSpPr/>
          <p:nvPr/>
        </p:nvSpPr>
        <p:spPr>
          <a:xfrm>
            <a:off x="109385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80" name="Text 562"/>
          <p:cNvSpPr/>
          <p:nvPr/>
        </p:nvSpPr>
        <p:spPr>
          <a:xfrm>
            <a:off x="106146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581" name="Shape 563"/>
          <p:cNvSpPr/>
          <p:nvPr/>
        </p:nvSpPr>
        <p:spPr>
          <a:xfrm>
            <a:off x="80098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2" name="Shape 564"/>
          <p:cNvSpPr/>
          <p:nvPr/>
        </p:nvSpPr>
        <p:spPr>
          <a:xfrm>
            <a:off x="825627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3" name="Shape 565"/>
          <p:cNvSpPr/>
          <p:nvPr/>
        </p:nvSpPr>
        <p:spPr>
          <a:xfrm>
            <a:off x="84924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4" name="Shape 566"/>
          <p:cNvSpPr/>
          <p:nvPr/>
        </p:nvSpPr>
        <p:spPr>
          <a:xfrm>
            <a:off x="872998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5" name="Shape 567"/>
          <p:cNvSpPr/>
          <p:nvPr/>
        </p:nvSpPr>
        <p:spPr>
          <a:xfrm>
            <a:off x="89369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6" name="Shape 568"/>
          <p:cNvSpPr/>
          <p:nvPr/>
        </p:nvSpPr>
        <p:spPr>
          <a:xfrm>
            <a:off x="1628140" y="4029075"/>
            <a:ext cx="9832340" cy="996950"/>
          </a:xfrm>
          <a:prstGeom prst="roundRect">
            <a:avLst>
              <a:gd name="adj" fmla="val 7338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587" name="Shape 569"/>
          <p:cNvSpPr/>
          <p:nvPr/>
        </p:nvSpPr>
        <p:spPr>
          <a:xfrm>
            <a:off x="2077720" y="4173855"/>
            <a:ext cx="9080500" cy="35941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88" name="Text 570"/>
          <p:cNvSpPr/>
          <p:nvPr/>
        </p:nvSpPr>
        <p:spPr>
          <a:xfrm>
            <a:off x="2077720" y="4173855"/>
            <a:ext cx="9080500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600" dirty="0"/>
          </a:p>
        </p:txBody>
      </p:sp>
      <p:sp>
        <p:nvSpPr>
          <p:cNvPr id="589" name="Shape 571"/>
          <p:cNvSpPr/>
          <p:nvPr/>
        </p:nvSpPr>
        <p:spPr>
          <a:xfrm>
            <a:off x="181483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0" name="Shape 572"/>
          <p:cNvSpPr/>
          <p:nvPr/>
        </p:nvSpPr>
        <p:spPr>
          <a:xfrm>
            <a:off x="181483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1" name="Shape 573"/>
          <p:cNvSpPr/>
          <p:nvPr/>
        </p:nvSpPr>
        <p:spPr>
          <a:xfrm>
            <a:off x="27724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2" name="Shape 574"/>
          <p:cNvSpPr/>
          <p:nvPr/>
        </p:nvSpPr>
        <p:spPr>
          <a:xfrm>
            <a:off x="27724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3" name="Shape 575"/>
          <p:cNvSpPr/>
          <p:nvPr/>
        </p:nvSpPr>
        <p:spPr>
          <a:xfrm>
            <a:off x="37376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4" name="Shape 576"/>
          <p:cNvSpPr/>
          <p:nvPr/>
        </p:nvSpPr>
        <p:spPr>
          <a:xfrm>
            <a:off x="37376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5" name="Shape 577"/>
          <p:cNvSpPr/>
          <p:nvPr/>
        </p:nvSpPr>
        <p:spPr>
          <a:xfrm>
            <a:off x="47091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6" name="Shape 578"/>
          <p:cNvSpPr/>
          <p:nvPr/>
        </p:nvSpPr>
        <p:spPr>
          <a:xfrm>
            <a:off x="47091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7" name="Shape 579"/>
          <p:cNvSpPr/>
          <p:nvPr/>
        </p:nvSpPr>
        <p:spPr>
          <a:xfrm>
            <a:off x="56870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8" name="Shape 580"/>
          <p:cNvSpPr/>
          <p:nvPr/>
        </p:nvSpPr>
        <p:spPr>
          <a:xfrm>
            <a:off x="56870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9" name="Shape 581"/>
          <p:cNvSpPr/>
          <p:nvPr/>
        </p:nvSpPr>
        <p:spPr>
          <a:xfrm>
            <a:off x="663067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0" name="Shape 582"/>
          <p:cNvSpPr/>
          <p:nvPr/>
        </p:nvSpPr>
        <p:spPr>
          <a:xfrm>
            <a:off x="663067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1" name="Shape 583"/>
          <p:cNvSpPr/>
          <p:nvPr/>
        </p:nvSpPr>
        <p:spPr>
          <a:xfrm>
            <a:off x="91414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2" name="Shape 584"/>
          <p:cNvSpPr/>
          <p:nvPr/>
        </p:nvSpPr>
        <p:spPr>
          <a:xfrm>
            <a:off x="91414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3" name="Shape 585"/>
          <p:cNvSpPr/>
          <p:nvPr/>
        </p:nvSpPr>
        <p:spPr>
          <a:xfrm>
            <a:off x="101193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4" name="Shape 586"/>
          <p:cNvSpPr/>
          <p:nvPr/>
        </p:nvSpPr>
        <p:spPr>
          <a:xfrm>
            <a:off x="101193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5" name="Shape 587"/>
          <p:cNvSpPr/>
          <p:nvPr/>
        </p:nvSpPr>
        <p:spPr>
          <a:xfrm>
            <a:off x="215773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6" name="Shape 588"/>
          <p:cNvSpPr/>
          <p:nvPr/>
        </p:nvSpPr>
        <p:spPr>
          <a:xfrm>
            <a:off x="231648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7" name="Shape 589"/>
          <p:cNvSpPr/>
          <p:nvPr/>
        </p:nvSpPr>
        <p:spPr>
          <a:xfrm>
            <a:off x="247523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8" name="Shape 590"/>
          <p:cNvSpPr/>
          <p:nvPr/>
        </p:nvSpPr>
        <p:spPr>
          <a:xfrm>
            <a:off x="263398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9" name="Text 591"/>
          <p:cNvSpPr/>
          <p:nvPr/>
        </p:nvSpPr>
        <p:spPr>
          <a:xfrm>
            <a:off x="231013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610" name="Shape 592"/>
          <p:cNvSpPr/>
          <p:nvPr/>
        </p:nvSpPr>
        <p:spPr>
          <a:xfrm>
            <a:off x="311531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1" name="Shape 593"/>
          <p:cNvSpPr/>
          <p:nvPr/>
        </p:nvSpPr>
        <p:spPr>
          <a:xfrm>
            <a:off x="327406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2" name="Shape 594"/>
          <p:cNvSpPr/>
          <p:nvPr/>
        </p:nvSpPr>
        <p:spPr>
          <a:xfrm>
            <a:off x="343281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3" name="Shape 595"/>
          <p:cNvSpPr/>
          <p:nvPr/>
        </p:nvSpPr>
        <p:spPr>
          <a:xfrm>
            <a:off x="359156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4" name="Text 596"/>
          <p:cNvSpPr/>
          <p:nvPr/>
        </p:nvSpPr>
        <p:spPr>
          <a:xfrm>
            <a:off x="326771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15" name="Shape 597"/>
          <p:cNvSpPr/>
          <p:nvPr/>
        </p:nvSpPr>
        <p:spPr>
          <a:xfrm>
            <a:off x="408051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6" name="Shape 598"/>
          <p:cNvSpPr/>
          <p:nvPr/>
        </p:nvSpPr>
        <p:spPr>
          <a:xfrm>
            <a:off x="423926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7" name="Shape 599"/>
          <p:cNvSpPr/>
          <p:nvPr/>
        </p:nvSpPr>
        <p:spPr>
          <a:xfrm>
            <a:off x="439801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8" name="Shape 600"/>
          <p:cNvSpPr/>
          <p:nvPr/>
        </p:nvSpPr>
        <p:spPr>
          <a:xfrm>
            <a:off x="455676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9" name="Text 601"/>
          <p:cNvSpPr/>
          <p:nvPr/>
        </p:nvSpPr>
        <p:spPr>
          <a:xfrm>
            <a:off x="423291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20" name="Shape 602"/>
          <p:cNvSpPr/>
          <p:nvPr/>
        </p:nvSpPr>
        <p:spPr>
          <a:xfrm>
            <a:off x="50520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1" name="Shape 603"/>
          <p:cNvSpPr/>
          <p:nvPr/>
        </p:nvSpPr>
        <p:spPr>
          <a:xfrm>
            <a:off x="52108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2" name="Shape 604"/>
          <p:cNvSpPr/>
          <p:nvPr/>
        </p:nvSpPr>
        <p:spPr>
          <a:xfrm>
            <a:off x="53695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3" name="Shape 605"/>
          <p:cNvSpPr/>
          <p:nvPr/>
        </p:nvSpPr>
        <p:spPr>
          <a:xfrm>
            <a:off x="55283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4" name="Text 606"/>
          <p:cNvSpPr/>
          <p:nvPr/>
        </p:nvSpPr>
        <p:spPr>
          <a:xfrm>
            <a:off x="52044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25" name="Shape 607"/>
          <p:cNvSpPr/>
          <p:nvPr/>
        </p:nvSpPr>
        <p:spPr>
          <a:xfrm>
            <a:off x="60299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6" name="Shape 608"/>
          <p:cNvSpPr/>
          <p:nvPr/>
        </p:nvSpPr>
        <p:spPr>
          <a:xfrm>
            <a:off x="61887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7" name="Shape 609"/>
          <p:cNvSpPr/>
          <p:nvPr/>
        </p:nvSpPr>
        <p:spPr>
          <a:xfrm>
            <a:off x="63474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8" name="Shape 610"/>
          <p:cNvSpPr/>
          <p:nvPr/>
        </p:nvSpPr>
        <p:spPr>
          <a:xfrm>
            <a:off x="65062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9" name="Text 611"/>
          <p:cNvSpPr/>
          <p:nvPr/>
        </p:nvSpPr>
        <p:spPr>
          <a:xfrm>
            <a:off x="61823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30" name="Shape 612"/>
          <p:cNvSpPr/>
          <p:nvPr/>
        </p:nvSpPr>
        <p:spPr>
          <a:xfrm>
            <a:off x="697357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1" name="Shape 613"/>
          <p:cNvSpPr/>
          <p:nvPr/>
        </p:nvSpPr>
        <p:spPr>
          <a:xfrm>
            <a:off x="713232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2" name="Shape 614"/>
          <p:cNvSpPr/>
          <p:nvPr/>
        </p:nvSpPr>
        <p:spPr>
          <a:xfrm>
            <a:off x="729107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3" name="Shape 615"/>
          <p:cNvSpPr/>
          <p:nvPr/>
        </p:nvSpPr>
        <p:spPr>
          <a:xfrm>
            <a:off x="744982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4" name="Text 616"/>
          <p:cNvSpPr/>
          <p:nvPr/>
        </p:nvSpPr>
        <p:spPr>
          <a:xfrm>
            <a:off x="712597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635" name="Shape 617"/>
          <p:cNvSpPr/>
          <p:nvPr/>
        </p:nvSpPr>
        <p:spPr>
          <a:xfrm>
            <a:off x="94843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6" name="Shape 618"/>
          <p:cNvSpPr/>
          <p:nvPr/>
        </p:nvSpPr>
        <p:spPr>
          <a:xfrm>
            <a:off x="96431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7" name="Shape 619"/>
          <p:cNvSpPr/>
          <p:nvPr/>
        </p:nvSpPr>
        <p:spPr>
          <a:xfrm>
            <a:off x="98018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8" name="Shape 620"/>
          <p:cNvSpPr/>
          <p:nvPr/>
        </p:nvSpPr>
        <p:spPr>
          <a:xfrm>
            <a:off x="99606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9" name="Text 621"/>
          <p:cNvSpPr/>
          <p:nvPr/>
        </p:nvSpPr>
        <p:spPr>
          <a:xfrm>
            <a:off x="96367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640" name="Shape 622"/>
          <p:cNvSpPr/>
          <p:nvPr/>
        </p:nvSpPr>
        <p:spPr>
          <a:xfrm>
            <a:off x="104622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1" name="Shape 623"/>
          <p:cNvSpPr/>
          <p:nvPr/>
        </p:nvSpPr>
        <p:spPr>
          <a:xfrm>
            <a:off x="106210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2" name="Shape 624"/>
          <p:cNvSpPr/>
          <p:nvPr/>
        </p:nvSpPr>
        <p:spPr>
          <a:xfrm>
            <a:off x="107797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3" name="Shape 625"/>
          <p:cNvSpPr/>
          <p:nvPr/>
        </p:nvSpPr>
        <p:spPr>
          <a:xfrm>
            <a:off x="109385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4" name="Text 626"/>
          <p:cNvSpPr/>
          <p:nvPr/>
        </p:nvSpPr>
        <p:spPr>
          <a:xfrm>
            <a:off x="106146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645" name="Shape 627"/>
          <p:cNvSpPr/>
          <p:nvPr/>
        </p:nvSpPr>
        <p:spPr>
          <a:xfrm>
            <a:off x="80098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6" name="Shape 628"/>
          <p:cNvSpPr/>
          <p:nvPr/>
        </p:nvSpPr>
        <p:spPr>
          <a:xfrm>
            <a:off x="825627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7" name="Shape 629"/>
          <p:cNvSpPr/>
          <p:nvPr/>
        </p:nvSpPr>
        <p:spPr>
          <a:xfrm>
            <a:off x="84924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8" name="Shape 630"/>
          <p:cNvSpPr/>
          <p:nvPr/>
        </p:nvSpPr>
        <p:spPr>
          <a:xfrm>
            <a:off x="872998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9" name="Shape 631"/>
          <p:cNvSpPr/>
          <p:nvPr/>
        </p:nvSpPr>
        <p:spPr>
          <a:xfrm>
            <a:off x="89369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50" name="Shape 632"/>
          <p:cNvSpPr/>
          <p:nvPr/>
        </p:nvSpPr>
        <p:spPr>
          <a:xfrm>
            <a:off x="237617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1" name="Text 633"/>
          <p:cNvSpPr/>
          <p:nvPr/>
        </p:nvSpPr>
        <p:spPr>
          <a:xfrm>
            <a:off x="237617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2" name="Shape 634"/>
          <p:cNvSpPr/>
          <p:nvPr/>
        </p:nvSpPr>
        <p:spPr>
          <a:xfrm>
            <a:off x="333375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3" name="Text 635"/>
          <p:cNvSpPr/>
          <p:nvPr/>
        </p:nvSpPr>
        <p:spPr>
          <a:xfrm>
            <a:off x="333375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4" name="Shape 636"/>
          <p:cNvSpPr/>
          <p:nvPr/>
        </p:nvSpPr>
        <p:spPr>
          <a:xfrm>
            <a:off x="429895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5" name="Text 637"/>
          <p:cNvSpPr/>
          <p:nvPr/>
        </p:nvSpPr>
        <p:spPr>
          <a:xfrm>
            <a:off x="429895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6" name="Shape 638"/>
          <p:cNvSpPr/>
          <p:nvPr/>
        </p:nvSpPr>
        <p:spPr>
          <a:xfrm>
            <a:off x="52705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7" name="Text 639"/>
          <p:cNvSpPr/>
          <p:nvPr/>
        </p:nvSpPr>
        <p:spPr>
          <a:xfrm>
            <a:off x="52705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8" name="Shape 640"/>
          <p:cNvSpPr/>
          <p:nvPr/>
        </p:nvSpPr>
        <p:spPr>
          <a:xfrm>
            <a:off x="62484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9" name="Text 641"/>
          <p:cNvSpPr/>
          <p:nvPr/>
        </p:nvSpPr>
        <p:spPr>
          <a:xfrm>
            <a:off x="62484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0" name="Shape 642"/>
          <p:cNvSpPr/>
          <p:nvPr/>
        </p:nvSpPr>
        <p:spPr>
          <a:xfrm>
            <a:off x="719201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1" name="Text 643"/>
          <p:cNvSpPr/>
          <p:nvPr/>
        </p:nvSpPr>
        <p:spPr>
          <a:xfrm>
            <a:off x="719201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2" name="Shape 644"/>
          <p:cNvSpPr/>
          <p:nvPr/>
        </p:nvSpPr>
        <p:spPr>
          <a:xfrm>
            <a:off x="97028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3" name="Text 645"/>
          <p:cNvSpPr/>
          <p:nvPr/>
        </p:nvSpPr>
        <p:spPr>
          <a:xfrm>
            <a:off x="97028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4" name="Shape 646"/>
          <p:cNvSpPr/>
          <p:nvPr/>
        </p:nvSpPr>
        <p:spPr>
          <a:xfrm>
            <a:off x="106807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5" name="Text 647"/>
          <p:cNvSpPr/>
          <p:nvPr/>
        </p:nvSpPr>
        <p:spPr>
          <a:xfrm>
            <a:off x="106807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6" name="Shape 648"/>
          <p:cNvSpPr/>
          <p:nvPr/>
        </p:nvSpPr>
        <p:spPr>
          <a:xfrm>
            <a:off x="247523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67" name="Shape 649"/>
          <p:cNvSpPr/>
          <p:nvPr/>
        </p:nvSpPr>
        <p:spPr>
          <a:xfrm>
            <a:off x="247523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68" name="Shape 650"/>
          <p:cNvSpPr/>
          <p:nvPr/>
        </p:nvSpPr>
        <p:spPr>
          <a:xfrm>
            <a:off x="247523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69" name="Shape 651"/>
          <p:cNvSpPr/>
          <p:nvPr/>
        </p:nvSpPr>
        <p:spPr>
          <a:xfrm>
            <a:off x="343281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0" name="Shape 652"/>
          <p:cNvSpPr/>
          <p:nvPr/>
        </p:nvSpPr>
        <p:spPr>
          <a:xfrm>
            <a:off x="343281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1" name="Shape 653"/>
          <p:cNvSpPr/>
          <p:nvPr/>
        </p:nvSpPr>
        <p:spPr>
          <a:xfrm>
            <a:off x="343281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2" name="Shape 654"/>
          <p:cNvSpPr/>
          <p:nvPr/>
        </p:nvSpPr>
        <p:spPr>
          <a:xfrm>
            <a:off x="439801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3" name="Shape 655"/>
          <p:cNvSpPr/>
          <p:nvPr/>
        </p:nvSpPr>
        <p:spPr>
          <a:xfrm>
            <a:off x="439801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4" name="Shape 656"/>
          <p:cNvSpPr/>
          <p:nvPr/>
        </p:nvSpPr>
        <p:spPr>
          <a:xfrm>
            <a:off x="439801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5" name="Shape 657"/>
          <p:cNvSpPr/>
          <p:nvPr/>
        </p:nvSpPr>
        <p:spPr>
          <a:xfrm>
            <a:off x="53695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6" name="Shape 658"/>
          <p:cNvSpPr/>
          <p:nvPr/>
        </p:nvSpPr>
        <p:spPr>
          <a:xfrm>
            <a:off x="53695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7" name="Shape 659"/>
          <p:cNvSpPr/>
          <p:nvPr/>
        </p:nvSpPr>
        <p:spPr>
          <a:xfrm>
            <a:off x="53695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8" name="Shape 660"/>
          <p:cNvSpPr/>
          <p:nvPr/>
        </p:nvSpPr>
        <p:spPr>
          <a:xfrm>
            <a:off x="63474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9" name="Shape 661"/>
          <p:cNvSpPr/>
          <p:nvPr/>
        </p:nvSpPr>
        <p:spPr>
          <a:xfrm>
            <a:off x="63474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0" name="Shape 662"/>
          <p:cNvSpPr/>
          <p:nvPr/>
        </p:nvSpPr>
        <p:spPr>
          <a:xfrm>
            <a:off x="63474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1" name="Shape 663"/>
          <p:cNvSpPr/>
          <p:nvPr/>
        </p:nvSpPr>
        <p:spPr>
          <a:xfrm>
            <a:off x="729107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2" name="Shape 664"/>
          <p:cNvSpPr/>
          <p:nvPr/>
        </p:nvSpPr>
        <p:spPr>
          <a:xfrm>
            <a:off x="729107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3" name="Shape 665"/>
          <p:cNvSpPr/>
          <p:nvPr/>
        </p:nvSpPr>
        <p:spPr>
          <a:xfrm>
            <a:off x="729107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4" name="Shape 666"/>
          <p:cNvSpPr/>
          <p:nvPr/>
        </p:nvSpPr>
        <p:spPr>
          <a:xfrm>
            <a:off x="98018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5" name="Shape 667"/>
          <p:cNvSpPr/>
          <p:nvPr/>
        </p:nvSpPr>
        <p:spPr>
          <a:xfrm>
            <a:off x="98018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6" name="Shape 668"/>
          <p:cNvSpPr/>
          <p:nvPr/>
        </p:nvSpPr>
        <p:spPr>
          <a:xfrm>
            <a:off x="98018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7" name="Shape 669"/>
          <p:cNvSpPr/>
          <p:nvPr/>
        </p:nvSpPr>
        <p:spPr>
          <a:xfrm>
            <a:off x="107797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8" name="Shape 670"/>
          <p:cNvSpPr/>
          <p:nvPr/>
        </p:nvSpPr>
        <p:spPr>
          <a:xfrm>
            <a:off x="107797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9" name="Shape 671"/>
          <p:cNvSpPr/>
          <p:nvPr/>
        </p:nvSpPr>
        <p:spPr>
          <a:xfrm>
            <a:off x="107797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90" name="Shape 672"/>
          <p:cNvSpPr/>
          <p:nvPr/>
        </p:nvSpPr>
        <p:spPr>
          <a:xfrm>
            <a:off x="1944370" y="5568950"/>
            <a:ext cx="9488170" cy="651510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691" name="Text 673"/>
          <p:cNvSpPr/>
          <p:nvPr/>
        </p:nvSpPr>
        <p:spPr>
          <a:xfrm>
            <a:off x="1944370" y="5568950"/>
            <a:ext cx="948817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800" dirty="0"/>
          </a:p>
        </p:txBody>
      </p:sp>
      <p:pic>
        <p:nvPicPr>
          <p:cNvPr id="692" name="Image 1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08555" y="5318125"/>
            <a:ext cx="133350" cy="254000"/>
          </a:xfrm>
          <a:prstGeom prst="rect">
            <a:avLst/>
          </a:prstGeom>
        </p:spPr>
      </p:pic>
      <p:pic>
        <p:nvPicPr>
          <p:cNvPr id="693" name="Image 1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08555" y="6214745"/>
            <a:ext cx="133350" cy="254000"/>
          </a:xfrm>
          <a:prstGeom prst="rect">
            <a:avLst/>
          </a:prstGeom>
        </p:spPr>
      </p:pic>
      <p:pic>
        <p:nvPicPr>
          <p:cNvPr id="694" name="Image 1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66135" y="5318125"/>
            <a:ext cx="133350" cy="254000"/>
          </a:xfrm>
          <a:prstGeom prst="rect">
            <a:avLst/>
          </a:prstGeom>
        </p:spPr>
      </p:pic>
      <p:pic>
        <p:nvPicPr>
          <p:cNvPr id="695" name="Image 1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66135" y="6214745"/>
            <a:ext cx="133350" cy="254000"/>
          </a:xfrm>
          <a:prstGeom prst="rect">
            <a:avLst/>
          </a:prstGeom>
        </p:spPr>
      </p:pic>
      <p:pic>
        <p:nvPicPr>
          <p:cNvPr id="696" name="Image 2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31335" y="5318125"/>
            <a:ext cx="133350" cy="254000"/>
          </a:xfrm>
          <a:prstGeom prst="rect">
            <a:avLst/>
          </a:prstGeom>
        </p:spPr>
      </p:pic>
      <p:pic>
        <p:nvPicPr>
          <p:cNvPr id="697" name="Image 2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31335" y="6214745"/>
            <a:ext cx="133350" cy="254000"/>
          </a:xfrm>
          <a:prstGeom prst="rect">
            <a:avLst/>
          </a:prstGeom>
        </p:spPr>
      </p:pic>
      <p:pic>
        <p:nvPicPr>
          <p:cNvPr id="698" name="Image 2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302885" y="5318125"/>
            <a:ext cx="133350" cy="254000"/>
          </a:xfrm>
          <a:prstGeom prst="rect">
            <a:avLst/>
          </a:prstGeom>
        </p:spPr>
      </p:pic>
      <p:pic>
        <p:nvPicPr>
          <p:cNvPr id="699" name="Image 2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02885" y="6214745"/>
            <a:ext cx="133350" cy="254000"/>
          </a:xfrm>
          <a:prstGeom prst="rect">
            <a:avLst/>
          </a:prstGeom>
        </p:spPr>
      </p:pic>
      <p:pic>
        <p:nvPicPr>
          <p:cNvPr id="700" name="Image 2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280785" y="5318125"/>
            <a:ext cx="133350" cy="254000"/>
          </a:xfrm>
          <a:prstGeom prst="rect">
            <a:avLst/>
          </a:prstGeom>
        </p:spPr>
      </p:pic>
      <p:pic>
        <p:nvPicPr>
          <p:cNvPr id="701" name="Image 2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280785" y="6214745"/>
            <a:ext cx="133350" cy="254000"/>
          </a:xfrm>
          <a:prstGeom prst="rect">
            <a:avLst/>
          </a:prstGeom>
        </p:spPr>
      </p:pic>
      <p:pic>
        <p:nvPicPr>
          <p:cNvPr id="702" name="Image 2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24395" y="5318125"/>
            <a:ext cx="133350" cy="254000"/>
          </a:xfrm>
          <a:prstGeom prst="rect">
            <a:avLst/>
          </a:prstGeom>
        </p:spPr>
      </p:pic>
      <p:pic>
        <p:nvPicPr>
          <p:cNvPr id="703" name="Image 2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224395" y="6214745"/>
            <a:ext cx="133350" cy="254000"/>
          </a:xfrm>
          <a:prstGeom prst="rect">
            <a:avLst/>
          </a:prstGeom>
        </p:spPr>
      </p:pic>
      <p:pic>
        <p:nvPicPr>
          <p:cNvPr id="704" name="Image 2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735185" y="5318125"/>
            <a:ext cx="133350" cy="254000"/>
          </a:xfrm>
          <a:prstGeom prst="rect">
            <a:avLst/>
          </a:prstGeom>
        </p:spPr>
      </p:pic>
      <p:pic>
        <p:nvPicPr>
          <p:cNvPr id="705" name="Image 2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735185" y="6214745"/>
            <a:ext cx="133350" cy="254000"/>
          </a:xfrm>
          <a:prstGeom prst="rect">
            <a:avLst/>
          </a:prstGeom>
        </p:spPr>
      </p:pic>
      <p:pic>
        <p:nvPicPr>
          <p:cNvPr id="706" name="Image 3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13085" y="5318125"/>
            <a:ext cx="133350" cy="254000"/>
          </a:xfrm>
          <a:prstGeom prst="rect">
            <a:avLst/>
          </a:prstGeom>
        </p:spPr>
      </p:pic>
      <p:pic>
        <p:nvPicPr>
          <p:cNvPr id="707" name="Image 3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713085" y="6214745"/>
            <a:ext cx="133350" cy="254000"/>
          </a:xfrm>
          <a:prstGeom prst="rect">
            <a:avLst/>
          </a:prstGeom>
        </p:spPr>
      </p:pic>
      <p:sp>
        <p:nvSpPr>
          <p:cNvPr id="708" name="Shape 674"/>
          <p:cNvSpPr/>
          <p:nvPr/>
        </p:nvSpPr>
        <p:spPr>
          <a:xfrm>
            <a:off x="215773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09" name="Shape 675"/>
          <p:cNvSpPr/>
          <p:nvPr/>
        </p:nvSpPr>
        <p:spPr>
          <a:xfrm>
            <a:off x="231648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0" name="Shape 676"/>
          <p:cNvSpPr/>
          <p:nvPr/>
        </p:nvSpPr>
        <p:spPr>
          <a:xfrm>
            <a:off x="247523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1" name="Shape 677"/>
          <p:cNvSpPr/>
          <p:nvPr/>
        </p:nvSpPr>
        <p:spPr>
          <a:xfrm>
            <a:off x="263398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2" name="Text 678"/>
          <p:cNvSpPr/>
          <p:nvPr/>
        </p:nvSpPr>
        <p:spPr>
          <a:xfrm>
            <a:off x="231013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13" name="Shape 679"/>
          <p:cNvSpPr/>
          <p:nvPr/>
        </p:nvSpPr>
        <p:spPr>
          <a:xfrm>
            <a:off x="311531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4" name="Shape 680"/>
          <p:cNvSpPr/>
          <p:nvPr/>
        </p:nvSpPr>
        <p:spPr>
          <a:xfrm>
            <a:off x="327406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5" name="Shape 681"/>
          <p:cNvSpPr/>
          <p:nvPr/>
        </p:nvSpPr>
        <p:spPr>
          <a:xfrm>
            <a:off x="343281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6" name="Shape 682"/>
          <p:cNvSpPr/>
          <p:nvPr/>
        </p:nvSpPr>
        <p:spPr>
          <a:xfrm>
            <a:off x="359156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7" name="Text 683"/>
          <p:cNvSpPr/>
          <p:nvPr/>
        </p:nvSpPr>
        <p:spPr>
          <a:xfrm>
            <a:off x="326771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18" name="Shape 684"/>
          <p:cNvSpPr/>
          <p:nvPr/>
        </p:nvSpPr>
        <p:spPr>
          <a:xfrm>
            <a:off x="408051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9" name="Shape 685"/>
          <p:cNvSpPr/>
          <p:nvPr/>
        </p:nvSpPr>
        <p:spPr>
          <a:xfrm>
            <a:off x="423926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0" name="Shape 686"/>
          <p:cNvSpPr/>
          <p:nvPr/>
        </p:nvSpPr>
        <p:spPr>
          <a:xfrm>
            <a:off x="439801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1" name="Shape 687"/>
          <p:cNvSpPr/>
          <p:nvPr/>
        </p:nvSpPr>
        <p:spPr>
          <a:xfrm>
            <a:off x="455676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2" name="Text 688"/>
          <p:cNvSpPr/>
          <p:nvPr/>
        </p:nvSpPr>
        <p:spPr>
          <a:xfrm>
            <a:off x="423291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723" name="Shape 689"/>
          <p:cNvSpPr/>
          <p:nvPr/>
        </p:nvSpPr>
        <p:spPr>
          <a:xfrm>
            <a:off x="50520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4" name="Shape 690"/>
          <p:cNvSpPr/>
          <p:nvPr/>
        </p:nvSpPr>
        <p:spPr>
          <a:xfrm>
            <a:off x="52108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5" name="Shape 691"/>
          <p:cNvSpPr/>
          <p:nvPr/>
        </p:nvSpPr>
        <p:spPr>
          <a:xfrm>
            <a:off x="53695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6" name="Shape 692"/>
          <p:cNvSpPr/>
          <p:nvPr/>
        </p:nvSpPr>
        <p:spPr>
          <a:xfrm>
            <a:off x="55283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7" name="Text 693"/>
          <p:cNvSpPr/>
          <p:nvPr/>
        </p:nvSpPr>
        <p:spPr>
          <a:xfrm>
            <a:off x="52044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728" name="Shape 694"/>
          <p:cNvSpPr/>
          <p:nvPr/>
        </p:nvSpPr>
        <p:spPr>
          <a:xfrm>
            <a:off x="60299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9" name="Shape 695"/>
          <p:cNvSpPr/>
          <p:nvPr/>
        </p:nvSpPr>
        <p:spPr>
          <a:xfrm>
            <a:off x="61887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0" name="Shape 696"/>
          <p:cNvSpPr/>
          <p:nvPr/>
        </p:nvSpPr>
        <p:spPr>
          <a:xfrm>
            <a:off x="63474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1" name="Shape 697"/>
          <p:cNvSpPr/>
          <p:nvPr/>
        </p:nvSpPr>
        <p:spPr>
          <a:xfrm>
            <a:off x="65062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2" name="Text 698"/>
          <p:cNvSpPr/>
          <p:nvPr/>
        </p:nvSpPr>
        <p:spPr>
          <a:xfrm>
            <a:off x="61823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733" name="Shape 699"/>
          <p:cNvSpPr/>
          <p:nvPr/>
        </p:nvSpPr>
        <p:spPr>
          <a:xfrm>
            <a:off x="697357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4" name="Shape 700"/>
          <p:cNvSpPr/>
          <p:nvPr/>
        </p:nvSpPr>
        <p:spPr>
          <a:xfrm>
            <a:off x="713232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5" name="Shape 701"/>
          <p:cNvSpPr/>
          <p:nvPr/>
        </p:nvSpPr>
        <p:spPr>
          <a:xfrm>
            <a:off x="729107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6" name="Shape 702"/>
          <p:cNvSpPr/>
          <p:nvPr/>
        </p:nvSpPr>
        <p:spPr>
          <a:xfrm>
            <a:off x="744982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7" name="Text 703"/>
          <p:cNvSpPr/>
          <p:nvPr/>
        </p:nvSpPr>
        <p:spPr>
          <a:xfrm>
            <a:off x="712597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738" name="Shape 704"/>
          <p:cNvSpPr/>
          <p:nvPr/>
        </p:nvSpPr>
        <p:spPr>
          <a:xfrm>
            <a:off x="94843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9" name="Shape 705"/>
          <p:cNvSpPr/>
          <p:nvPr/>
        </p:nvSpPr>
        <p:spPr>
          <a:xfrm>
            <a:off x="96431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0" name="Shape 706"/>
          <p:cNvSpPr/>
          <p:nvPr/>
        </p:nvSpPr>
        <p:spPr>
          <a:xfrm>
            <a:off x="98018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1" name="Shape 707"/>
          <p:cNvSpPr/>
          <p:nvPr/>
        </p:nvSpPr>
        <p:spPr>
          <a:xfrm>
            <a:off x="99606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2" name="Text 708"/>
          <p:cNvSpPr/>
          <p:nvPr/>
        </p:nvSpPr>
        <p:spPr>
          <a:xfrm>
            <a:off x="96367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743" name="Shape 709"/>
          <p:cNvSpPr/>
          <p:nvPr/>
        </p:nvSpPr>
        <p:spPr>
          <a:xfrm>
            <a:off x="104622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4" name="Shape 710"/>
          <p:cNvSpPr/>
          <p:nvPr/>
        </p:nvSpPr>
        <p:spPr>
          <a:xfrm>
            <a:off x="106210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5" name="Shape 711"/>
          <p:cNvSpPr/>
          <p:nvPr/>
        </p:nvSpPr>
        <p:spPr>
          <a:xfrm>
            <a:off x="107797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6" name="Shape 712"/>
          <p:cNvSpPr/>
          <p:nvPr/>
        </p:nvSpPr>
        <p:spPr>
          <a:xfrm>
            <a:off x="109385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7" name="Text 713"/>
          <p:cNvSpPr/>
          <p:nvPr/>
        </p:nvSpPr>
        <p:spPr>
          <a:xfrm>
            <a:off x="106146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748" name="Shape 714"/>
          <p:cNvSpPr/>
          <p:nvPr/>
        </p:nvSpPr>
        <p:spPr>
          <a:xfrm>
            <a:off x="80098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49" name="Shape 715"/>
          <p:cNvSpPr/>
          <p:nvPr/>
        </p:nvSpPr>
        <p:spPr>
          <a:xfrm>
            <a:off x="825627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0" name="Shape 716"/>
          <p:cNvSpPr/>
          <p:nvPr/>
        </p:nvSpPr>
        <p:spPr>
          <a:xfrm>
            <a:off x="84924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1" name="Shape 717"/>
          <p:cNvSpPr/>
          <p:nvPr/>
        </p:nvSpPr>
        <p:spPr>
          <a:xfrm>
            <a:off x="872998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2" name="Shape 718"/>
          <p:cNvSpPr/>
          <p:nvPr/>
        </p:nvSpPr>
        <p:spPr>
          <a:xfrm>
            <a:off x="89369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3" name="Text 719"/>
          <p:cNvSpPr/>
          <p:nvPr/>
        </p:nvSpPr>
        <p:spPr>
          <a:xfrm>
            <a:off x="431800" y="510253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Self</a:t>
            </a:r>
            <a:endParaRPr lang="en-US" sz="1200" dirty="0"/>
          </a:p>
        </p:txBody>
      </p:sp>
      <p:sp>
        <p:nvSpPr>
          <p:cNvPr id="754" name="Text 720"/>
          <p:cNvSpPr/>
          <p:nvPr/>
        </p:nvSpPr>
        <p:spPr>
          <a:xfrm>
            <a:off x="431800" y="531462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755" name="Text 721"/>
          <p:cNvSpPr/>
          <p:nvPr/>
        </p:nvSpPr>
        <p:spPr>
          <a:xfrm>
            <a:off x="431800" y="572737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756" name="Text 722"/>
          <p:cNvSpPr/>
          <p:nvPr/>
        </p:nvSpPr>
        <p:spPr>
          <a:xfrm>
            <a:off x="431800" y="594073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757" name="Text 723"/>
          <p:cNvSpPr/>
          <p:nvPr/>
        </p:nvSpPr>
        <p:spPr>
          <a:xfrm>
            <a:off x="431800" y="62595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Self</a:t>
            </a:r>
            <a:endParaRPr lang="en-US" sz="1200" dirty="0"/>
          </a:p>
        </p:txBody>
      </p:sp>
      <p:sp>
        <p:nvSpPr>
          <p:cNvPr id="758" name="Text 724"/>
          <p:cNvSpPr/>
          <p:nvPr/>
        </p:nvSpPr>
        <p:spPr>
          <a:xfrm>
            <a:off x="431800" y="645889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759" name="Text 725"/>
          <p:cNvSpPr/>
          <p:nvPr/>
        </p:nvSpPr>
        <p:spPr>
          <a:xfrm>
            <a:off x="431800" y="292257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760" name="Text 726"/>
          <p:cNvSpPr/>
          <p:nvPr/>
        </p:nvSpPr>
        <p:spPr>
          <a:xfrm>
            <a:off x="431800" y="313466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761" name="Shape 727"/>
          <p:cNvSpPr/>
          <p:nvPr/>
        </p:nvSpPr>
        <p:spPr>
          <a:xfrm>
            <a:off x="704850" y="690880"/>
            <a:ext cx="1320800" cy="651510"/>
          </a:xfrm>
          <a:prstGeom prst="rect">
            <a:avLst/>
          </a:prstGeom>
          <a:solidFill>
            <a:srgbClr val="FFCCC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762" name="Text 728"/>
          <p:cNvSpPr/>
          <p:nvPr/>
        </p:nvSpPr>
        <p:spPr>
          <a:xfrm>
            <a:off x="704850" y="768756"/>
            <a:ext cx="1320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600" dirty="0"/>
          </a:p>
        </p:txBody>
      </p:sp>
      <p:sp>
        <p:nvSpPr>
          <p:cNvPr id="763" name="Shape 729"/>
          <p:cNvSpPr/>
          <p:nvPr/>
        </p:nvSpPr>
        <p:spPr>
          <a:xfrm>
            <a:off x="3383280" y="6685915"/>
            <a:ext cx="3702050" cy="173990"/>
          </a:xfrm>
          <a:prstGeom prst="rect">
            <a:avLst/>
          </a:prstGeom>
          <a:solidFill>
            <a:srgbClr val="FFB6C1"/>
          </a:solidFill>
          <a:ln/>
        </p:spPr>
      </p:sp>
      <p:sp>
        <p:nvSpPr>
          <p:cNvPr id="764" name="Text 730"/>
          <p:cNvSpPr/>
          <p:nvPr/>
        </p:nvSpPr>
        <p:spPr>
          <a:xfrm>
            <a:off x="1424940" y="6690716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Word_Embedding + Positional_Information</a:t>
            </a:r>
            <a:endParaRPr lang="en-US" sz="1400" dirty="0"/>
          </a:p>
        </p:txBody>
      </p:sp>
      <p:sp>
        <p:nvSpPr>
          <p:cNvPr id="765" name="Shape 73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66" name="Text 73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2026-10-12T19:48:00Z</dcterms:created>
  <dcterms:modified xsi:type="dcterms:W3CDTF">2026-10-12T19:48:00Z</dcterms:modified>
</cp:coreProperties>
</file>