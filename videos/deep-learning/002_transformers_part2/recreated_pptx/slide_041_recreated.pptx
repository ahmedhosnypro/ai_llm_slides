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61990" y="2242820"/>
            <a:ext cx="0" cy="471170"/>
          </a:xfrm>
          <a:prstGeom prst="line">
            <a:avLst/>
          </a:prstGeom>
          <a:noFill/>
          <a:ln w="12700">
            <a:solidFill>
              <a:srgbClr val="D7D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53690" y="2713990"/>
            <a:ext cx="5836920" cy="0"/>
          </a:xfrm>
          <a:prstGeom prst="line">
            <a:avLst/>
          </a:prstGeom>
          <a:noFill/>
          <a:ln w="12700">
            <a:solidFill>
              <a:srgbClr val="D6D5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801620" y="2771140"/>
            <a:ext cx="104140" cy="12446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8633460" y="2771140"/>
            <a:ext cx="114300" cy="12446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9" name="Shape 7"/>
          <p:cNvSpPr/>
          <p:nvPr/>
        </p:nvSpPr>
        <p:spPr>
          <a:xfrm>
            <a:off x="2868930" y="3634740"/>
            <a:ext cx="0" cy="2719070"/>
          </a:xfrm>
          <a:prstGeom prst="line">
            <a:avLst/>
          </a:prstGeom>
          <a:noFill/>
          <a:ln w="12700">
            <a:solidFill>
              <a:srgbClr val="C39E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68930" y="4173220"/>
            <a:ext cx="203200" cy="0"/>
          </a:xfrm>
          <a:prstGeom prst="line">
            <a:avLst/>
          </a:prstGeom>
          <a:noFill/>
          <a:ln w="12700">
            <a:solidFill>
              <a:srgbClr val="D7BA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3096260" y="4100830"/>
            <a:ext cx="96520" cy="1447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2868930" y="4862830"/>
            <a:ext cx="203200" cy="0"/>
          </a:xfrm>
          <a:prstGeom prst="line">
            <a:avLst/>
          </a:prstGeom>
          <a:noFill/>
          <a:ln w="12700">
            <a:solidFill>
              <a:srgbClr val="D7BA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3096260" y="4790440"/>
            <a:ext cx="96520" cy="1447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2868930" y="5552440"/>
            <a:ext cx="203200" cy="0"/>
          </a:xfrm>
          <a:prstGeom prst="line">
            <a:avLst/>
          </a:prstGeom>
          <a:noFill/>
          <a:ln w="12700">
            <a:solidFill>
              <a:srgbClr val="D7BA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3096260" y="5480050"/>
            <a:ext cx="96520" cy="1447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2868930" y="6281420"/>
            <a:ext cx="203200" cy="0"/>
          </a:xfrm>
          <a:prstGeom prst="line">
            <a:avLst/>
          </a:prstGeom>
          <a:noFill/>
          <a:ln w="12700">
            <a:solidFill>
              <a:srgbClr val="D7BA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3096260" y="6209030"/>
            <a:ext cx="96520" cy="1447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8690610" y="3608070"/>
            <a:ext cx="0" cy="538480"/>
          </a:xfrm>
          <a:prstGeom prst="line">
            <a:avLst/>
          </a:prstGeom>
          <a:noFill/>
          <a:ln w="12700">
            <a:solidFill>
              <a:srgbClr val="D3C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8638540" y="4160520"/>
            <a:ext cx="104140" cy="14224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4413250" y="1579880"/>
            <a:ext cx="2763520" cy="662940"/>
          </a:xfrm>
          <a:prstGeom prst="rect">
            <a:avLst/>
          </a:prstGeom>
          <a:solidFill>
            <a:srgbClr val="FAE6D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38910" y="2945130"/>
            <a:ext cx="2815590" cy="689610"/>
          </a:xfrm>
          <a:prstGeom prst="rect">
            <a:avLst/>
          </a:prstGeom>
          <a:solidFill>
            <a:srgbClr val="0000A6"/>
          </a:solidFill>
          <a:ln/>
        </p:spPr>
      </p:sp>
      <p:sp>
        <p:nvSpPr>
          <p:cNvPr id="22" name="Shape 20"/>
          <p:cNvSpPr/>
          <p:nvPr/>
        </p:nvSpPr>
        <p:spPr>
          <a:xfrm>
            <a:off x="7269480" y="2918460"/>
            <a:ext cx="2828290" cy="689610"/>
          </a:xfrm>
          <a:prstGeom prst="rect">
            <a:avLst/>
          </a:prstGeom>
          <a:solidFill>
            <a:srgbClr val="0A863A"/>
          </a:solidFill>
          <a:ln/>
        </p:spPr>
      </p:sp>
      <p:sp>
        <p:nvSpPr>
          <p:cNvPr id="23" name="Shape 21"/>
          <p:cNvSpPr/>
          <p:nvPr/>
        </p:nvSpPr>
        <p:spPr>
          <a:xfrm>
            <a:off x="3237230" y="3914140"/>
            <a:ext cx="3027680" cy="516890"/>
          </a:xfrm>
          <a:prstGeom prst="rect">
            <a:avLst/>
          </a:prstGeom>
          <a:solidFill>
            <a:srgbClr val="E0FFFF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37230" y="4603750"/>
            <a:ext cx="3027680" cy="516890"/>
          </a:xfrm>
          <a:prstGeom prst="rect">
            <a:avLst/>
          </a:prstGeom>
          <a:solidFill>
            <a:srgbClr val="E0FFFF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37230" y="5293360"/>
            <a:ext cx="3027680" cy="516890"/>
          </a:xfrm>
          <a:prstGeom prst="rect">
            <a:avLst/>
          </a:prstGeom>
          <a:solidFill>
            <a:srgbClr val="E0FFFF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37230" y="6022340"/>
            <a:ext cx="3027680" cy="516890"/>
          </a:xfrm>
          <a:prstGeom prst="rect">
            <a:avLst/>
          </a:prstGeom>
          <a:solidFill>
            <a:srgbClr val="E0FFFF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76770" y="4351020"/>
            <a:ext cx="3001010" cy="491490"/>
          </a:xfrm>
          <a:prstGeom prst="rect">
            <a:avLst/>
          </a:prstGeom>
          <a:solidFill>
            <a:srgbClr val="D6FEE6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0625" y="781006"/>
            <a:ext cx="4075430" cy="717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53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3530" dirty="0"/>
          </a:p>
        </p:txBody>
      </p:sp>
      <p:sp>
        <p:nvSpPr>
          <p:cNvPr id="29" name="Text 27"/>
          <p:cNvSpPr/>
          <p:nvPr/>
        </p:nvSpPr>
        <p:spPr>
          <a:xfrm>
            <a:off x="4017010" y="1556662"/>
            <a:ext cx="35560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033010" y="1869082"/>
            <a:ext cx="15240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195705" y="2947247"/>
            <a:ext cx="330200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Activations</a:t>
            </a:r>
            <a:endParaRPr lang="en-US" sz="2170" dirty="0"/>
          </a:p>
        </p:txBody>
      </p:sp>
      <p:sp>
        <p:nvSpPr>
          <p:cNvPr id="32" name="Text 30"/>
          <p:cNvSpPr/>
          <p:nvPr/>
        </p:nvSpPr>
        <p:spPr>
          <a:xfrm>
            <a:off x="1449705" y="3262207"/>
            <a:ext cx="279400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2170" dirty="0"/>
          </a:p>
        </p:txBody>
      </p:sp>
      <p:sp>
        <p:nvSpPr>
          <p:cNvPr id="33" name="Text 31"/>
          <p:cNvSpPr/>
          <p:nvPr/>
        </p:nvSpPr>
        <p:spPr>
          <a:xfrm>
            <a:off x="7286625" y="3089487"/>
            <a:ext cx="279400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2170" dirty="0"/>
          </a:p>
        </p:txBody>
      </p:sp>
      <p:sp>
        <p:nvSpPr>
          <p:cNvPr id="34" name="Text 32"/>
          <p:cNvSpPr/>
          <p:nvPr/>
        </p:nvSpPr>
        <p:spPr>
          <a:xfrm>
            <a:off x="2719070" y="3988733"/>
            <a:ext cx="4064000" cy="4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pPr algn="ctr" indent="0" marL="0">
              <a:buNone/>
            </a:pPr>
            <a:r>
              <a:rPr lang="en-US" sz="221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2210" dirty="0"/>
          </a:p>
        </p:txBody>
      </p:sp>
      <p:sp>
        <p:nvSpPr>
          <p:cNvPr id="35" name="Text 33"/>
          <p:cNvSpPr/>
          <p:nvPr/>
        </p:nvSpPr>
        <p:spPr>
          <a:xfrm>
            <a:off x="2592070" y="4678343"/>
            <a:ext cx="4318000" cy="4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</a:t>
            </a:r>
            <a:pPr algn="ctr" indent="0" marL="0">
              <a:buNone/>
            </a:pPr>
            <a:r>
              <a:rPr lang="en-US" sz="221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2210" dirty="0"/>
          </a:p>
        </p:txBody>
      </p:sp>
      <p:sp>
        <p:nvSpPr>
          <p:cNvPr id="36" name="Text 34"/>
          <p:cNvSpPr/>
          <p:nvPr/>
        </p:nvSpPr>
        <p:spPr>
          <a:xfrm>
            <a:off x="2655570" y="5369223"/>
            <a:ext cx="4191000" cy="4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pPr algn="ctr" indent="0" marL="0">
              <a:buNone/>
            </a:pPr>
            <a:r>
              <a:rPr lang="en-US" sz="221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2210" dirty="0"/>
          </a:p>
        </p:txBody>
      </p:sp>
      <p:sp>
        <p:nvSpPr>
          <p:cNvPr id="37" name="Text 35"/>
          <p:cNvSpPr/>
          <p:nvPr/>
        </p:nvSpPr>
        <p:spPr>
          <a:xfrm>
            <a:off x="2655570" y="6098203"/>
            <a:ext cx="4191000" cy="4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buNone/>
            </a:pPr>
            <a:r>
              <a:rPr lang="en-US" sz="221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2210" dirty="0"/>
          </a:p>
        </p:txBody>
      </p:sp>
      <p:sp>
        <p:nvSpPr>
          <p:cNvPr id="38" name="Text 36"/>
          <p:cNvSpPr/>
          <p:nvPr/>
        </p:nvSpPr>
        <p:spPr>
          <a:xfrm>
            <a:off x="6518275" y="4416702"/>
            <a:ext cx="43180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pPr algn="ctr" indent="0" marL="0">
              <a:buNone/>
            </a:pPr>
            <a:r>
              <a:rPr lang="en-US" sz="2200" dirty="0">
                <a:solidFill>
                  <a:srgbClr val="00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2026-10-11T22:56:36Z</dcterms:created>
  <dcterms:modified xsi:type="dcterms:W3CDTF">2026-10-11T22:56:36Z</dcterms:modified>
</cp:coreProperties>
</file>