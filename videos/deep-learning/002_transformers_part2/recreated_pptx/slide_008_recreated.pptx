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7700" y="1358900"/>
            <a:ext cx="10375900" cy="5270500"/>
          </a:xfrm>
          <a:prstGeom prst="rect">
            <a:avLst/>
          </a:prstGeom>
          <a:solidFill>
            <a:srgbClr val="F7E2CD"/>
          </a:solidFill>
          <a:ln w="12700">
            <a:solidFill>
              <a:srgbClr val="C9C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85400" y="5105400"/>
            <a:ext cx="0" cy="889000"/>
          </a:xfrm>
          <a:prstGeom prst="line">
            <a:avLst/>
          </a:prstGeom>
          <a:noFill/>
          <a:ln w="15875">
            <a:solidFill>
              <a:srgbClr val="4E7D52"/>
            </a:solidFill>
            <a:prstDash val="sysDot"/>
          </a:ln>
        </p:spPr>
      </p:sp>
      <p:sp>
        <p:nvSpPr>
          <p:cNvPr id="7" name="Shape 5"/>
          <p:cNvSpPr/>
          <p:nvPr/>
        </p:nvSpPr>
        <p:spPr>
          <a:xfrm>
            <a:off x="10096500" y="4978400"/>
            <a:ext cx="177800" cy="177800"/>
          </a:xfrm>
          <a:prstGeom prst="triangle">
            <a:avLst/>
          </a:prstGeom>
          <a:solidFill>
            <a:srgbClr val="4E7D52"/>
          </a:solidFill>
          <a:ln/>
        </p:spPr>
      </p:sp>
      <p:sp>
        <p:nvSpPr>
          <p:cNvPr id="8" name="Shape 6"/>
          <p:cNvSpPr/>
          <p:nvPr/>
        </p:nvSpPr>
        <p:spPr>
          <a:xfrm>
            <a:off x="1168400" y="4978400"/>
            <a:ext cx="177800" cy="177800"/>
          </a:xfrm>
          <a:prstGeom prst="triangle">
            <a:avLst/>
          </a:prstGeom>
          <a:solidFill>
            <a:srgbClr val="4E7D52"/>
          </a:solidFill>
          <a:ln/>
        </p:spPr>
      </p:sp>
      <p:sp>
        <p:nvSpPr>
          <p:cNvPr id="9" name="Shape 7"/>
          <p:cNvSpPr/>
          <p:nvPr/>
        </p:nvSpPr>
        <p:spPr>
          <a:xfrm>
            <a:off x="736600" y="2870200"/>
            <a:ext cx="1041400" cy="2159000"/>
          </a:xfrm>
          <a:prstGeom prst="roundRect">
            <a:avLst>
              <a:gd name="adj" fmla="val 7024"/>
            </a:avLst>
          </a:prstGeom>
          <a:solidFill>
            <a:srgbClr val="E7FFE9"/>
          </a:solidFill>
          <a:ln w="15875">
            <a:solidFill>
              <a:srgbClr val="4E7D52"/>
            </a:solidFill>
            <a:prstDash val="sysDot"/>
          </a:ln>
        </p:spPr>
      </p:sp>
      <p:sp>
        <p:nvSpPr>
          <p:cNvPr id="10" name="Shape 8"/>
          <p:cNvSpPr/>
          <p:nvPr/>
        </p:nvSpPr>
        <p:spPr>
          <a:xfrm>
            <a:off x="9690100" y="2870200"/>
            <a:ext cx="1054100" cy="2159000"/>
          </a:xfrm>
          <a:prstGeom prst="roundRect">
            <a:avLst>
              <a:gd name="adj" fmla="val 6940"/>
            </a:avLst>
          </a:prstGeom>
          <a:solidFill>
            <a:srgbClr val="E7FFE9"/>
          </a:solidFill>
          <a:ln w="15875">
            <a:solidFill>
              <a:srgbClr val="4E7D52"/>
            </a:solidFill>
            <a:prstDash val="sysDot"/>
          </a:ln>
        </p:spPr>
      </p:sp>
      <p:sp>
        <p:nvSpPr>
          <p:cNvPr id="11" name="Shape 9"/>
          <p:cNvSpPr/>
          <p:nvPr/>
        </p:nvSpPr>
        <p:spPr>
          <a:xfrm>
            <a:off x="838200" y="3009900"/>
            <a:ext cx="16510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3300" y="3009900"/>
            <a:ext cx="16510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68400" y="3009900"/>
            <a:ext cx="16510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33500" y="3009900"/>
            <a:ext cx="16510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98600" y="3009900"/>
            <a:ext cx="16510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5850" y="298450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791700" y="3009900"/>
            <a:ext cx="17018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61880" y="3009900"/>
            <a:ext cx="17018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32060" y="3009900"/>
            <a:ext cx="17018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02240" y="3009900"/>
            <a:ext cx="17018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472420" y="3009900"/>
            <a:ext cx="17018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46970" y="2984500"/>
            <a:ext cx="340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38200" y="3530600"/>
            <a:ext cx="16510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3300" y="3530600"/>
            <a:ext cx="16510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68400" y="3530600"/>
            <a:ext cx="16510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33500" y="3530600"/>
            <a:ext cx="16510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98600" y="3530600"/>
            <a:ext cx="16510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85850" y="350520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791700" y="3530600"/>
            <a:ext cx="17018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61880" y="3530600"/>
            <a:ext cx="17018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132060" y="3530600"/>
            <a:ext cx="17018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302240" y="3530600"/>
            <a:ext cx="17018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472420" y="3530600"/>
            <a:ext cx="17018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46970" y="3505200"/>
            <a:ext cx="340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38200" y="4051300"/>
            <a:ext cx="16510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3300" y="4051300"/>
            <a:ext cx="16510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68400" y="4051300"/>
            <a:ext cx="16510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33500" y="4051300"/>
            <a:ext cx="16510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98600" y="4051300"/>
            <a:ext cx="16510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85850" y="402590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791700" y="4051300"/>
            <a:ext cx="17018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961880" y="4051300"/>
            <a:ext cx="17018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132060" y="4051300"/>
            <a:ext cx="17018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302240" y="4051300"/>
            <a:ext cx="17018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472420" y="4051300"/>
            <a:ext cx="17018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046970" y="4025900"/>
            <a:ext cx="340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38200" y="4610100"/>
            <a:ext cx="16510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03300" y="4610100"/>
            <a:ext cx="16510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68400" y="4610100"/>
            <a:ext cx="16510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333500" y="4610100"/>
            <a:ext cx="16510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498600" y="4610100"/>
            <a:ext cx="16510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85850" y="458470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9791700" y="4610100"/>
            <a:ext cx="17018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961880" y="4610100"/>
            <a:ext cx="17018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132060" y="4610100"/>
            <a:ext cx="17018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302240" y="4610100"/>
            <a:ext cx="17018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472420" y="4610100"/>
            <a:ext cx="17018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046970" y="4584700"/>
            <a:ext cx="340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2590800" y="2933700"/>
            <a:ext cx="8382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674620" y="2933700"/>
            <a:ext cx="8382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758440" y="2933700"/>
            <a:ext cx="8382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842260" y="2933700"/>
            <a:ext cx="8382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926080" y="2933700"/>
            <a:ext cx="8382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590800" y="3454400"/>
            <a:ext cx="8382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674620" y="3454400"/>
            <a:ext cx="8382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758440" y="3454400"/>
            <a:ext cx="8382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842260" y="3454400"/>
            <a:ext cx="8382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926080" y="3454400"/>
            <a:ext cx="8382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590800" y="3975100"/>
            <a:ext cx="8382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674620" y="3975100"/>
            <a:ext cx="8382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758440" y="3975100"/>
            <a:ext cx="8382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842260" y="3975100"/>
            <a:ext cx="8382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926080" y="3975100"/>
            <a:ext cx="8382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590800" y="4533900"/>
            <a:ext cx="8382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674620" y="4533900"/>
            <a:ext cx="8382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58440" y="4533900"/>
            <a:ext cx="8382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842260" y="4533900"/>
            <a:ext cx="8382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926080" y="4533900"/>
            <a:ext cx="8382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470900" y="2933700"/>
            <a:ext cx="7874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549640" y="2933700"/>
            <a:ext cx="7874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628380" y="2933700"/>
            <a:ext cx="7874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07120" y="2933700"/>
            <a:ext cx="7874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785860" y="2933700"/>
            <a:ext cx="7874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470900" y="3454400"/>
            <a:ext cx="7874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549640" y="3454400"/>
            <a:ext cx="7874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628380" y="3454400"/>
            <a:ext cx="7874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707120" y="3454400"/>
            <a:ext cx="7874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785860" y="3454400"/>
            <a:ext cx="7874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470900" y="3975100"/>
            <a:ext cx="7874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549640" y="3975100"/>
            <a:ext cx="7874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628380" y="3975100"/>
            <a:ext cx="7874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707120" y="3975100"/>
            <a:ext cx="7874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785860" y="3975100"/>
            <a:ext cx="7874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470900" y="4533900"/>
            <a:ext cx="7874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549640" y="4533900"/>
            <a:ext cx="7874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628380" y="4533900"/>
            <a:ext cx="7874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707120" y="4533900"/>
            <a:ext cx="7874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785860" y="4533900"/>
            <a:ext cx="7874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997200" y="29083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00" name="Text 98"/>
          <p:cNvSpPr/>
          <p:nvPr/>
        </p:nvSpPr>
        <p:spPr>
          <a:xfrm>
            <a:off x="8102600" y="28829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01" name="Text 99"/>
          <p:cNvSpPr/>
          <p:nvPr/>
        </p:nvSpPr>
        <p:spPr>
          <a:xfrm>
            <a:off x="2997200" y="34290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02" name="Text 100"/>
          <p:cNvSpPr/>
          <p:nvPr/>
        </p:nvSpPr>
        <p:spPr>
          <a:xfrm>
            <a:off x="8102600" y="34163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03" name="Text 101"/>
          <p:cNvSpPr/>
          <p:nvPr/>
        </p:nvSpPr>
        <p:spPr>
          <a:xfrm>
            <a:off x="2997200" y="39497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04" name="Text 102"/>
          <p:cNvSpPr/>
          <p:nvPr/>
        </p:nvSpPr>
        <p:spPr>
          <a:xfrm>
            <a:off x="8102600" y="40132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05" name="Text 103"/>
          <p:cNvSpPr/>
          <p:nvPr/>
        </p:nvSpPr>
        <p:spPr>
          <a:xfrm>
            <a:off x="2997200" y="45085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6" name="Text 104"/>
          <p:cNvSpPr/>
          <p:nvPr/>
        </p:nvSpPr>
        <p:spPr>
          <a:xfrm>
            <a:off x="8102600" y="45720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7" name="Shape 105"/>
          <p:cNvSpPr/>
          <p:nvPr/>
        </p:nvSpPr>
        <p:spPr>
          <a:xfrm>
            <a:off x="5816600" y="2463800"/>
            <a:ext cx="419100" cy="2654300"/>
          </a:xfrm>
          <a:prstGeom prst="roundRect">
            <a:avLst>
              <a:gd name="adj" fmla="val 17455"/>
            </a:avLst>
          </a:prstGeom>
          <a:solidFill>
            <a:srgbClr val="F8DDFC"/>
          </a:solidFill>
          <a:ln w="12700">
            <a:solidFill>
              <a:srgbClr val="C0AEC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 rot="5400000">
            <a:off x="5676900" y="3594100"/>
            <a:ext cx="698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2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max</a:t>
            </a:r>
            <a:endParaRPr lang="en-US" sz="1100" dirty="0"/>
          </a:p>
        </p:txBody>
      </p:sp>
      <p:sp>
        <p:nvSpPr>
          <p:cNvPr id="109" name="Shape 107"/>
          <p:cNvSpPr/>
          <p:nvPr/>
        </p:nvSpPr>
        <p:spPr>
          <a:xfrm>
            <a:off x="4279900" y="3143250"/>
            <a:ext cx="1498600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10" name="Shape 108"/>
          <p:cNvSpPr/>
          <p:nvPr/>
        </p:nvSpPr>
        <p:spPr>
          <a:xfrm>
            <a:off x="4076700" y="3657600"/>
            <a:ext cx="1701800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11" name="Shape 109"/>
          <p:cNvSpPr/>
          <p:nvPr/>
        </p:nvSpPr>
        <p:spPr>
          <a:xfrm>
            <a:off x="3848100" y="4178300"/>
            <a:ext cx="1930400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12" name="Shape 110"/>
          <p:cNvSpPr/>
          <p:nvPr/>
        </p:nvSpPr>
        <p:spPr>
          <a:xfrm>
            <a:off x="3606800" y="4730750"/>
            <a:ext cx="2171700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13" name="Shape 111"/>
          <p:cNvSpPr/>
          <p:nvPr/>
        </p:nvSpPr>
        <p:spPr>
          <a:xfrm>
            <a:off x="3441700" y="2070100"/>
            <a:ext cx="850900" cy="279400"/>
          </a:xfrm>
          <a:prstGeom prst="roundRect">
            <a:avLst>
              <a:gd name="adj" fmla="val 39273"/>
            </a:avLst>
          </a:prstGeom>
          <a:solidFill>
            <a:srgbClr val="FFFFE3"/>
          </a:solidFill>
          <a:ln w="12700">
            <a:solidFill>
              <a:srgbClr val="8AA88A"/>
            </a:solidFill>
            <a:prstDash val="sysDot"/>
          </a:ln>
        </p:spPr>
      </p:sp>
      <p:sp>
        <p:nvSpPr>
          <p:cNvPr id="114" name="Text 112"/>
          <p:cNvSpPr/>
          <p:nvPr/>
        </p:nvSpPr>
        <p:spPr>
          <a:xfrm>
            <a:off x="3441700" y="2070100"/>
            <a:ext cx="8509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3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1100" dirty="0"/>
          </a:p>
        </p:txBody>
      </p:sp>
      <p:sp>
        <p:nvSpPr>
          <p:cNvPr id="115" name="Shape 113"/>
          <p:cNvSpPr/>
          <p:nvPr/>
        </p:nvSpPr>
        <p:spPr>
          <a:xfrm>
            <a:off x="5448300" y="2044700"/>
            <a:ext cx="1092200" cy="279400"/>
          </a:xfrm>
          <a:prstGeom prst="roundRect">
            <a:avLst>
              <a:gd name="adj" fmla="val 39273"/>
            </a:avLst>
          </a:prstGeom>
          <a:solidFill>
            <a:srgbClr val="FFFFE3"/>
          </a:solidFill>
          <a:ln w="12700">
            <a:solidFill>
              <a:srgbClr val="8AA88A"/>
            </a:solidFill>
            <a:prstDash val="sysDot"/>
          </a:ln>
        </p:spPr>
      </p:sp>
      <p:sp>
        <p:nvSpPr>
          <p:cNvPr id="116" name="Text 114"/>
          <p:cNvSpPr/>
          <p:nvPr/>
        </p:nvSpPr>
        <p:spPr>
          <a:xfrm>
            <a:off x="5448300" y="2044700"/>
            <a:ext cx="10922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3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1100" dirty="0"/>
          </a:p>
        </p:txBody>
      </p:sp>
      <p:sp>
        <p:nvSpPr>
          <p:cNvPr id="117" name="Shape 115"/>
          <p:cNvSpPr/>
          <p:nvPr/>
        </p:nvSpPr>
        <p:spPr>
          <a:xfrm>
            <a:off x="7569200" y="2044700"/>
            <a:ext cx="1206500" cy="292100"/>
          </a:xfrm>
          <a:prstGeom prst="roundRect">
            <a:avLst>
              <a:gd name="adj" fmla="val 37565"/>
            </a:avLst>
          </a:prstGeom>
          <a:solidFill>
            <a:srgbClr val="FFFFE3"/>
          </a:solidFill>
          <a:ln w="12700">
            <a:solidFill>
              <a:srgbClr val="8AA88A"/>
            </a:solidFill>
            <a:prstDash val="sysDot"/>
          </a:ln>
        </p:spPr>
      </p:sp>
      <p:sp>
        <p:nvSpPr>
          <p:cNvPr id="118" name="Text 116"/>
          <p:cNvSpPr/>
          <p:nvPr/>
        </p:nvSpPr>
        <p:spPr>
          <a:xfrm>
            <a:off x="7569200" y="2044700"/>
            <a:ext cx="12065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3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1100" dirty="0"/>
          </a:p>
        </p:txBody>
      </p:sp>
      <p:sp>
        <p:nvSpPr>
          <p:cNvPr id="119" name="Shape 117"/>
          <p:cNvSpPr/>
          <p:nvPr/>
        </p:nvSpPr>
        <p:spPr>
          <a:xfrm>
            <a:off x="9347200" y="5930900"/>
            <a:ext cx="2095500" cy="800100"/>
          </a:xfrm>
          <a:prstGeom prst="roundRect">
            <a:avLst>
              <a:gd name="adj" fmla="val 9143"/>
            </a:avLst>
          </a:prstGeom>
          <a:solidFill>
            <a:srgbClr val="E7FFE9"/>
          </a:solidFill>
          <a:ln w="15875">
            <a:solidFill>
              <a:srgbClr val="4E7D52"/>
            </a:solidFill>
            <a:prstDash val="sysDot"/>
          </a:ln>
        </p:spPr>
      </p:sp>
      <p:sp>
        <p:nvSpPr>
          <p:cNvPr id="120" name="Shape 118"/>
          <p:cNvSpPr/>
          <p:nvPr/>
        </p:nvSpPr>
        <p:spPr>
          <a:xfrm>
            <a:off x="9563100" y="5969000"/>
            <a:ext cx="81280" cy="190500"/>
          </a:xfrm>
          <a:prstGeom prst="rect">
            <a:avLst/>
          </a:prstGeom>
          <a:solidFill>
            <a:srgbClr val="F2F4C6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9644380" y="5969000"/>
            <a:ext cx="81280" cy="190500"/>
          </a:xfrm>
          <a:prstGeom prst="rect">
            <a:avLst/>
          </a:prstGeom>
          <a:solidFill>
            <a:srgbClr val="F6F8D6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725660" y="5969000"/>
            <a:ext cx="81280" cy="190500"/>
          </a:xfrm>
          <a:prstGeom prst="rect">
            <a:avLst/>
          </a:prstGeom>
          <a:solidFill>
            <a:srgbClr val="FAED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9806940" y="5969000"/>
            <a:ext cx="81280" cy="190500"/>
          </a:xfrm>
          <a:prstGeom prst="rect">
            <a:avLst/>
          </a:prstGeom>
          <a:solidFill>
            <a:srgbClr val="EFE2EC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888220" y="5969000"/>
            <a:ext cx="81280" cy="190500"/>
          </a:xfrm>
          <a:prstGeom prst="rect">
            <a:avLst/>
          </a:prstGeom>
          <a:solidFill>
            <a:srgbClr val="F5E1EE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0693400" y="6070600"/>
            <a:ext cx="101600" cy="190500"/>
          </a:xfrm>
          <a:prstGeom prst="rect">
            <a:avLst/>
          </a:prstGeom>
          <a:solidFill>
            <a:srgbClr val="F2F4C6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0795000" y="6070600"/>
            <a:ext cx="101600" cy="190500"/>
          </a:xfrm>
          <a:prstGeom prst="rect">
            <a:avLst/>
          </a:prstGeom>
          <a:solidFill>
            <a:srgbClr val="F6F8D6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0896600" y="6070600"/>
            <a:ext cx="101600" cy="190500"/>
          </a:xfrm>
          <a:prstGeom prst="rect">
            <a:avLst/>
          </a:prstGeom>
          <a:solidFill>
            <a:srgbClr val="FAED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0998200" y="6070600"/>
            <a:ext cx="101600" cy="190500"/>
          </a:xfrm>
          <a:prstGeom prst="rect">
            <a:avLst/>
          </a:prstGeom>
          <a:solidFill>
            <a:srgbClr val="EFE2EC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1099800" y="6070600"/>
            <a:ext cx="101600" cy="190500"/>
          </a:xfrm>
          <a:prstGeom prst="rect">
            <a:avLst/>
          </a:prstGeom>
          <a:solidFill>
            <a:srgbClr val="F5E1EE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9817100" y="6146800"/>
            <a:ext cx="2667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850" dirty="0"/>
          </a:p>
        </p:txBody>
      </p:sp>
      <p:sp>
        <p:nvSpPr>
          <p:cNvPr id="131" name="Shape 129"/>
          <p:cNvSpPr/>
          <p:nvPr/>
        </p:nvSpPr>
        <p:spPr>
          <a:xfrm>
            <a:off x="10134600" y="5994400"/>
            <a:ext cx="368300" cy="368300"/>
          </a:xfrm>
          <a:prstGeom prst="rect">
            <a:avLst/>
          </a:prstGeom>
          <a:solidFill>
            <a:srgbClr val="FFFBD1"/>
          </a:solidFill>
          <a:ln w="19050">
            <a:solidFill>
              <a:srgbClr val="C87A2A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10134600" y="5994400"/>
            <a:ext cx="3683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400" dirty="0"/>
          </a:p>
        </p:txBody>
      </p:sp>
      <p:sp>
        <p:nvSpPr>
          <p:cNvPr id="133" name="Text 131"/>
          <p:cNvSpPr/>
          <p:nvPr/>
        </p:nvSpPr>
        <p:spPr>
          <a:xfrm>
            <a:off x="10083800" y="6350000"/>
            <a:ext cx="457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pPr algn="ctr" indent="0" marL="0">
              <a:buNone/>
            </a:pPr>
            <a:r>
              <a:rPr lang="en-US" sz="90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pPr algn="ctr" indent="0" marL="0">
              <a:buNone/>
            </a:pPr>
            <a:r>
              <a:rPr lang="en-US" sz="90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900" dirty="0"/>
          </a:p>
        </p:txBody>
      </p:sp>
      <p:sp>
        <p:nvSpPr>
          <p:cNvPr id="134" name="Text 132"/>
          <p:cNvSpPr/>
          <p:nvPr/>
        </p:nvSpPr>
        <p:spPr>
          <a:xfrm>
            <a:off x="10502900" y="6057900"/>
            <a:ext cx="1651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4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100" dirty="0"/>
          </a:p>
        </p:txBody>
      </p:sp>
      <p:sp>
        <p:nvSpPr>
          <p:cNvPr id="135" name="Text 133"/>
          <p:cNvSpPr/>
          <p:nvPr/>
        </p:nvSpPr>
        <p:spPr>
          <a:xfrm>
            <a:off x="11036300" y="6299200"/>
            <a:ext cx="2667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850" dirty="0"/>
          </a:p>
        </p:txBody>
      </p:sp>
      <p:sp>
        <p:nvSpPr>
          <p:cNvPr id="136" name="Text 134"/>
          <p:cNvSpPr/>
          <p:nvPr/>
        </p:nvSpPr>
        <p:spPr>
          <a:xfrm>
            <a:off x="9474200" y="6464300"/>
            <a:ext cx="1879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d: Embedding Length</a:t>
            </a:r>
            <a:endParaRPr lang="en-US" sz="1000" dirty="0"/>
          </a:p>
        </p:txBody>
      </p:sp>
      <p:sp>
        <p:nvSpPr>
          <p:cNvPr id="137" name="Shape 135"/>
          <p:cNvSpPr/>
          <p:nvPr/>
        </p:nvSpPr>
        <p:spPr>
          <a:xfrm>
            <a:off x="2247900" y="6057900"/>
            <a:ext cx="4000500" cy="520700"/>
          </a:xfrm>
          <a:prstGeom prst="roundRect">
            <a:avLst>
              <a:gd name="adj" fmla="val 10537"/>
            </a:avLst>
          </a:prstGeom>
          <a:solidFill>
            <a:srgbClr val="E7FFE9"/>
          </a:solidFill>
          <a:ln w="15875">
            <a:solidFill>
              <a:srgbClr val="4E7D52"/>
            </a:solidFill>
            <a:prstDash val="sysDot"/>
          </a:ln>
        </p:spPr>
      </p:sp>
      <p:sp>
        <p:nvSpPr>
          <p:cNvPr id="138" name="Shape 136"/>
          <p:cNvSpPr/>
          <p:nvPr/>
        </p:nvSpPr>
        <p:spPr>
          <a:xfrm>
            <a:off x="2400300" y="6108700"/>
            <a:ext cx="167640" cy="3048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2567940" y="6108700"/>
            <a:ext cx="167640" cy="3048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2735580" y="6108700"/>
            <a:ext cx="167640" cy="3048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2903220" y="6108700"/>
            <a:ext cx="167640" cy="3048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3070860" y="6108700"/>
            <a:ext cx="167640" cy="3048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2651760" y="6083300"/>
            <a:ext cx="33528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44" name="Shape 142"/>
          <p:cNvSpPr/>
          <p:nvPr/>
        </p:nvSpPr>
        <p:spPr>
          <a:xfrm>
            <a:off x="3263900" y="6108700"/>
            <a:ext cx="190500" cy="304800"/>
          </a:xfrm>
          <a:prstGeom prst="rect">
            <a:avLst/>
          </a:prstGeom>
          <a:solidFill>
            <a:srgbClr val="F4AECB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3454400" y="6108700"/>
            <a:ext cx="190500" cy="304800"/>
          </a:xfrm>
          <a:prstGeom prst="rect">
            <a:avLst/>
          </a:prstGeom>
          <a:solidFill>
            <a:srgbClr val="F2BEDA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3644900" y="6108700"/>
            <a:ext cx="190500" cy="304800"/>
          </a:xfrm>
          <a:prstGeom prst="rect">
            <a:avLst/>
          </a:prstGeom>
          <a:solidFill>
            <a:srgbClr val="F293C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3835400" y="6108700"/>
            <a:ext cx="190500" cy="304800"/>
          </a:xfrm>
          <a:prstGeom prst="rect">
            <a:avLst/>
          </a:prstGeom>
          <a:solidFill>
            <a:srgbClr val="E295D6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4025900" y="6108700"/>
            <a:ext cx="190500" cy="304800"/>
          </a:xfrm>
          <a:prstGeom prst="rect">
            <a:avLst/>
          </a:prstGeom>
          <a:solidFill>
            <a:srgbClr val="DC88CE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3549650" y="6083300"/>
            <a:ext cx="38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0" name="Shape 148"/>
          <p:cNvSpPr/>
          <p:nvPr/>
        </p:nvSpPr>
        <p:spPr>
          <a:xfrm>
            <a:off x="3238500" y="6083300"/>
            <a:ext cx="1003300" cy="355600"/>
          </a:xfrm>
          <a:prstGeom prst="roundRect">
            <a:avLst>
              <a:gd name="adj" fmla="val 10286"/>
            </a:avLst>
          </a:prstGeom>
          <a:ln w="19050">
            <a:solidFill>
              <a:srgbClr val="FF00FF"/>
            </a:solidFill>
            <a:prstDash val="sysDot"/>
          </a:ln>
        </p:spPr>
      </p:sp>
      <p:sp>
        <p:nvSpPr>
          <p:cNvPr id="151" name="Shape 149"/>
          <p:cNvSpPr/>
          <p:nvPr/>
        </p:nvSpPr>
        <p:spPr>
          <a:xfrm>
            <a:off x="4254500" y="6108700"/>
            <a:ext cx="167640" cy="3048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4422140" y="6108700"/>
            <a:ext cx="167640" cy="3048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4589780" y="6108700"/>
            <a:ext cx="167640" cy="3048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4757420" y="6108700"/>
            <a:ext cx="167640" cy="3048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4925060" y="6108700"/>
            <a:ext cx="167640" cy="3048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4505960" y="6083300"/>
            <a:ext cx="33528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57" name="Shape 155"/>
          <p:cNvSpPr/>
          <p:nvPr/>
        </p:nvSpPr>
        <p:spPr>
          <a:xfrm>
            <a:off x="5118100" y="6108700"/>
            <a:ext cx="167640" cy="3048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285740" y="6108700"/>
            <a:ext cx="167640" cy="3048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453380" y="6108700"/>
            <a:ext cx="167640" cy="3048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621020" y="6108700"/>
            <a:ext cx="167640" cy="3048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788660" y="6108700"/>
            <a:ext cx="167640" cy="3048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5369560" y="6083300"/>
            <a:ext cx="33528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63" name="Shape 161"/>
          <p:cNvSpPr/>
          <p:nvPr/>
        </p:nvSpPr>
        <p:spPr>
          <a:xfrm>
            <a:off x="3238500" y="2463800"/>
            <a:ext cx="1104900" cy="2641600"/>
          </a:xfrm>
          <a:prstGeom prst="rect">
            <a:avLst/>
          </a:prstGeom>
          <a:solidFill>
            <a:srgbClr val="DCCBBB"/>
          </a:solidFill>
          <a:ln w="12700">
            <a:solidFill>
              <a:srgbClr val="A69B90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3327400" y="2489200"/>
            <a:ext cx="914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6E51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6E51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00" dirty="0"/>
          </a:p>
        </p:txBody>
      </p:sp>
      <p:sp>
        <p:nvSpPr>
          <p:cNvPr id="165" name="Text 163"/>
          <p:cNvSpPr/>
          <p:nvPr/>
        </p:nvSpPr>
        <p:spPr>
          <a:xfrm>
            <a:off x="4406900" y="2508250"/>
            <a:ext cx="4064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A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K.q</a:t>
            </a:r>
            <a:endParaRPr lang="en-US" sz="1300" dirty="0"/>
          </a:p>
        </p:txBody>
      </p:sp>
      <p:sp>
        <p:nvSpPr>
          <p:cNvPr id="166" name="Shape 164"/>
          <p:cNvSpPr/>
          <p:nvPr/>
        </p:nvSpPr>
        <p:spPr>
          <a:xfrm>
            <a:off x="4133850" y="3079750"/>
            <a:ext cx="165100" cy="165100"/>
          </a:xfrm>
          <a:prstGeom prst="ellipse">
            <a:avLst/>
          </a:prstGeom>
          <a:solidFill>
            <a:srgbClr val="9FC5F0"/>
          </a:solidFill>
          <a:ln w="6350">
            <a:solidFill>
              <a:srgbClr val="6F8FC0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4171950" y="3117850"/>
            <a:ext cx="88900" cy="88900"/>
          </a:xfrm>
          <a:prstGeom prst="ellipse">
            <a:avLst/>
          </a:prstGeom>
          <a:solidFill>
            <a:srgbClr val="0D1B8F"/>
          </a:solidFill>
          <a:ln/>
        </p:spPr>
      </p:sp>
      <p:sp>
        <p:nvSpPr>
          <p:cNvPr id="168" name="Shape 166"/>
          <p:cNvSpPr/>
          <p:nvPr/>
        </p:nvSpPr>
        <p:spPr>
          <a:xfrm>
            <a:off x="3930650" y="3600450"/>
            <a:ext cx="165100" cy="165100"/>
          </a:xfrm>
          <a:prstGeom prst="ellipse">
            <a:avLst/>
          </a:prstGeom>
          <a:solidFill>
            <a:srgbClr val="9FC5F0"/>
          </a:solidFill>
          <a:ln w="6350">
            <a:solidFill>
              <a:srgbClr val="6F8FC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3968750" y="3638550"/>
            <a:ext cx="88900" cy="88900"/>
          </a:xfrm>
          <a:prstGeom prst="ellipse">
            <a:avLst/>
          </a:prstGeom>
          <a:solidFill>
            <a:srgbClr val="0D1B8F"/>
          </a:solidFill>
          <a:ln/>
        </p:spPr>
      </p:sp>
      <p:sp>
        <p:nvSpPr>
          <p:cNvPr id="170" name="Shape 168"/>
          <p:cNvSpPr/>
          <p:nvPr/>
        </p:nvSpPr>
        <p:spPr>
          <a:xfrm>
            <a:off x="3702050" y="4121150"/>
            <a:ext cx="165100" cy="165100"/>
          </a:xfrm>
          <a:prstGeom prst="ellipse">
            <a:avLst/>
          </a:prstGeom>
          <a:solidFill>
            <a:srgbClr val="9FC5F0"/>
          </a:solidFill>
          <a:ln w="6350">
            <a:solidFill>
              <a:srgbClr val="6F8FC0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3740150" y="4159250"/>
            <a:ext cx="88900" cy="88900"/>
          </a:xfrm>
          <a:prstGeom prst="ellipse">
            <a:avLst/>
          </a:prstGeom>
          <a:solidFill>
            <a:srgbClr val="0D1B8F"/>
          </a:solidFill>
          <a:ln/>
        </p:spPr>
      </p:sp>
      <p:sp>
        <p:nvSpPr>
          <p:cNvPr id="172" name="Shape 170"/>
          <p:cNvSpPr/>
          <p:nvPr/>
        </p:nvSpPr>
        <p:spPr>
          <a:xfrm>
            <a:off x="3460750" y="4679950"/>
            <a:ext cx="165100" cy="165100"/>
          </a:xfrm>
          <a:prstGeom prst="ellipse">
            <a:avLst/>
          </a:prstGeom>
          <a:solidFill>
            <a:srgbClr val="9FC5F0"/>
          </a:solidFill>
          <a:ln w="6350">
            <a:solidFill>
              <a:srgbClr val="6F8FC0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3498850" y="4718050"/>
            <a:ext cx="88900" cy="88900"/>
          </a:xfrm>
          <a:prstGeom prst="ellipse">
            <a:avLst/>
          </a:prstGeom>
          <a:solidFill>
            <a:srgbClr val="0D1B8F"/>
          </a:solidFill>
          <a:ln/>
        </p:spPr>
      </p:sp>
      <p:sp>
        <p:nvSpPr>
          <p:cNvPr id="174" name="Shape 172"/>
          <p:cNvSpPr/>
          <p:nvPr/>
        </p:nvSpPr>
        <p:spPr>
          <a:xfrm>
            <a:off x="1778000" y="3143250"/>
            <a:ext cx="2413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75" name="Shape 173"/>
          <p:cNvSpPr/>
          <p:nvPr/>
        </p:nvSpPr>
        <p:spPr>
          <a:xfrm>
            <a:off x="1778000" y="3657600"/>
            <a:ext cx="2413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76" name="Shape 174"/>
          <p:cNvSpPr/>
          <p:nvPr/>
        </p:nvSpPr>
        <p:spPr>
          <a:xfrm>
            <a:off x="1778000" y="4178300"/>
            <a:ext cx="2413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77" name="Shape 175"/>
          <p:cNvSpPr/>
          <p:nvPr/>
        </p:nvSpPr>
        <p:spPr>
          <a:xfrm>
            <a:off x="1778000" y="4730750"/>
            <a:ext cx="2413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78" name="Shape 176"/>
          <p:cNvSpPr/>
          <p:nvPr/>
        </p:nvSpPr>
        <p:spPr>
          <a:xfrm>
            <a:off x="2501900" y="3143250"/>
            <a:ext cx="16129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79" name="Shape 177"/>
          <p:cNvSpPr/>
          <p:nvPr/>
        </p:nvSpPr>
        <p:spPr>
          <a:xfrm>
            <a:off x="2501900" y="3657600"/>
            <a:ext cx="14097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80" name="Shape 178"/>
          <p:cNvSpPr/>
          <p:nvPr/>
        </p:nvSpPr>
        <p:spPr>
          <a:xfrm>
            <a:off x="2501900" y="4178300"/>
            <a:ext cx="11811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81" name="Shape 179"/>
          <p:cNvSpPr/>
          <p:nvPr/>
        </p:nvSpPr>
        <p:spPr>
          <a:xfrm>
            <a:off x="2501900" y="4730750"/>
            <a:ext cx="9398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82" name="Shape 180"/>
          <p:cNvSpPr/>
          <p:nvPr/>
        </p:nvSpPr>
        <p:spPr>
          <a:xfrm flipH="1">
            <a:off x="9512300" y="3143250"/>
            <a:ext cx="1778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83" name="Shape 181"/>
          <p:cNvSpPr/>
          <p:nvPr/>
        </p:nvSpPr>
        <p:spPr>
          <a:xfrm flipH="1">
            <a:off x="9512300" y="3657600"/>
            <a:ext cx="1778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84" name="Shape 182"/>
          <p:cNvSpPr/>
          <p:nvPr/>
        </p:nvSpPr>
        <p:spPr>
          <a:xfrm flipH="1">
            <a:off x="9512300" y="4178300"/>
            <a:ext cx="1778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85" name="Shape 183"/>
          <p:cNvSpPr/>
          <p:nvPr/>
        </p:nvSpPr>
        <p:spPr>
          <a:xfrm flipH="1">
            <a:off x="9512300" y="4730750"/>
            <a:ext cx="1778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86" name="Shape 184"/>
          <p:cNvSpPr/>
          <p:nvPr/>
        </p:nvSpPr>
        <p:spPr>
          <a:xfrm flipV="1">
            <a:off x="3810000" y="3162300"/>
            <a:ext cx="406400" cy="19050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 flipV="1">
            <a:off x="3810000" y="3683000"/>
            <a:ext cx="203200" cy="13843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3784600" y="4203700"/>
            <a:ext cx="25400" cy="8636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3543300" y="4762500"/>
            <a:ext cx="266700" cy="3048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2039620" y="2990850"/>
            <a:ext cx="449580" cy="323850"/>
          </a:xfrm>
          <a:prstGeom prst="rect">
            <a:avLst/>
          </a:prstGeom>
          <a:solidFill>
            <a:srgbClr val="D4FCDC"/>
          </a:solidFill>
          <a:ln w="12700">
            <a:solidFill>
              <a:srgbClr val="51A363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2039620" y="2990850"/>
            <a:ext cx="44958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050" dirty="0"/>
          </a:p>
        </p:txBody>
      </p:sp>
      <p:sp>
        <p:nvSpPr>
          <p:cNvPr id="192" name="Shape 190"/>
          <p:cNvSpPr/>
          <p:nvPr/>
        </p:nvSpPr>
        <p:spPr>
          <a:xfrm>
            <a:off x="2039620" y="3521710"/>
            <a:ext cx="449580" cy="323850"/>
          </a:xfrm>
          <a:prstGeom prst="rect">
            <a:avLst/>
          </a:prstGeom>
          <a:solidFill>
            <a:srgbClr val="D4FCDC"/>
          </a:solidFill>
          <a:ln w="12700">
            <a:solidFill>
              <a:srgbClr val="51A363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2039620" y="3521710"/>
            <a:ext cx="44958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050" dirty="0"/>
          </a:p>
        </p:txBody>
      </p:sp>
      <p:sp>
        <p:nvSpPr>
          <p:cNvPr id="194" name="Shape 192"/>
          <p:cNvSpPr/>
          <p:nvPr/>
        </p:nvSpPr>
        <p:spPr>
          <a:xfrm>
            <a:off x="2039620" y="4039870"/>
            <a:ext cx="449580" cy="323850"/>
          </a:xfrm>
          <a:prstGeom prst="rect">
            <a:avLst/>
          </a:prstGeom>
          <a:solidFill>
            <a:srgbClr val="D4FCDC"/>
          </a:solidFill>
          <a:ln w="12700">
            <a:solidFill>
              <a:srgbClr val="51A363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2039620" y="4039870"/>
            <a:ext cx="44958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050" dirty="0"/>
          </a:p>
        </p:txBody>
      </p:sp>
      <p:sp>
        <p:nvSpPr>
          <p:cNvPr id="196" name="Shape 194"/>
          <p:cNvSpPr/>
          <p:nvPr/>
        </p:nvSpPr>
        <p:spPr>
          <a:xfrm>
            <a:off x="2039620" y="4598670"/>
            <a:ext cx="449580" cy="323850"/>
          </a:xfrm>
          <a:prstGeom prst="rect">
            <a:avLst/>
          </a:prstGeom>
          <a:solidFill>
            <a:srgbClr val="D4FCDC"/>
          </a:solidFill>
          <a:ln w="12700">
            <a:solidFill>
              <a:srgbClr val="51A363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2039620" y="4598670"/>
            <a:ext cx="44958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050" dirty="0"/>
          </a:p>
        </p:txBody>
      </p:sp>
      <p:sp>
        <p:nvSpPr>
          <p:cNvPr id="198" name="Shape 196"/>
          <p:cNvSpPr/>
          <p:nvPr/>
        </p:nvSpPr>
        <p:spPr>
          <a:xfrm>
            <a:off x="8972550" y="2990850"/>
            <a:ext cx="439420" cy="323850"/>
          </a:xfrm>
          <a:prstGeom prst="rect">
            <a:avLst/>
          </a:prstGeom>
          <a:solidFill>
            <a:srgbClr val="D2ECFF"/>
          </a:solidFill>
          <a:ln w="12700">
            <a:solidFill>
              <a:srgbClr val="1F2C6B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8972550" y="2990850"/>
            <a:ext cx="43942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050" dirty="0"/>
          </a:p>
        </p:txBody>
      </p:sp>
      <p:sp>
        <p:nvSpPr>
          <p:cNvPr id="200" name="Shape 198"/>
          <p:cNvSpPr/>
          <p:nvPr/>
        </p:nvSpPr>
        <p:spPr>
          <a:xfrm>
            <a:off x="8972550" y="3521710"/>
            <a:ext cx="439420" cy="323850"/>
          </a:xfrm>
          <a:prstGeom prst="rect">
            <a:avLst/>
          </a:prstGeom>
          <a:solidFill>
            <a:srgbClr val="D2ECFF"/>
          </a:solidFill>
          <a:ln w="12700">
            <a:solidFill>
              <a:srgbClr val="1F2C6B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8972550" y="3521710"/>
            <a:ext cx="43942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050" dirty="0"/>
          </a:p>
        </p:txBody>
      </p:sp>
      <p:sp>
        <p:nvSpPr>
          <p:cNvPr id="202" name="Shape 200"/>
          <p:cNvSpPr/>
          <p:nvPr/>
        </p:nvSpPr>
        <p:spPr>
          <a:xfrm>
            <a:off x="8972550" y="4039870"/>
            <a:ext cx="439420" cy="323850"/>
          </a:xfrm>
          <a:prstGeom prst="rect">
            <a:avLst/>
          </a:prstGeom>
          <a:solidFill>
            <a:srgbClr val="D2ECFF"/>
          </a:solidFill>
          <a:ln w="12700">
            <a:solidFill>
              <a:srgbClr val="1F2C6B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8972550" y="4039870"/>
            <a:ext cx="43942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050" dirty="0"/>
          </a:p>
        </p:txBody>
      </p:sp>
      <p:sp>
        <p:nvSpPr>
          <p:cNvPr id="204" name="Shape 202"/>
          <p:cNvSpPr/>
          <p:nvPr/>
        </p:nvSpPr>
        <p:spPr>
          <a:xfrm>
            <a:off x="8972550" y="4598670"/>
            <a:ext cx="439420" cy="323850"/>
          </a:xfrm>
          <a:prstGeom prst="rect">
            <a:avLst/>
          </a:prstGeom>
          <a:solidFill>
            <a:srgbClr val="D2ECFF"/>
          </a:solidFill>
          <a:ln w="12700">
            <a:solidFill>
              <a:srgbClr val="1F2C6B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8972550" y="4598670"/>
            <a:ext cx="43942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050" dirty="0"/>
          </a:p>
        </p:txBody>
      </p:sp>
      <p:sp>
        <p:nvSpPr>
          <p:cNvPr id="206" name="Shape 204"/>
          <p:cNvSpPr/>
          <p:nvPr/>
        </p:nvSpPr>
        <p:spPr>
          <a:xfrm>
            <a:off x="6553200" y="2463800"/>
            <a:ext cx="1714500" cy="317500"/>
          </a:xfrm>
          <a:prstGeom prst="rect">
            <a:avLst/>
          </a:prstGeom>
          <a:solidFill>
            <a:srgbClr val="EAFEFC"/>
          </a:solidFill>
          <a:ln w="12700">
            <a:solidFill>
              <a:srgbClr val="C3C7C6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6553200" y="2463800"/>
            <a:ext cx="1714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600" dirty="0"/>
          </a:p>
        </p:txBody>
      </p:sp>
      <p:sp>
        <p:nvSpPr>
          <p:cNvPr id="208" name="Shape 206"/>
          <p:cNvSpPr/>
          <p:nvPr/>
        </p:nvSpPr>
        <p:spPr>
          <a:xfrm>
            <a:off x="6556375" y="2816225"/>
            <a:ext cx="463550" cy="463550"/>
          </a:xfrm>
          <a:prstGeom prst="ellipse">
            <a:avLst/>
          </a:prstGeom>
          <a:ln w="38100">
            <a:solidFill>
              <a:srgbClr val="C03030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6661150" y="2921000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400" dirty="0"/>
          </a:p>
        </p:txBody>
      </p:sp>
      <p:sp>
        <p:nvSpPr>
          <p:cNvPr id="210" name="Shape 208"/>
          <p:cNvSpPr/>
          <p:nvPr/>
        </p:nvSpPr>
        <p:spPr>
          <a:xfrm>
            <a:off x="6937375" y="3457575"/>
            <a:ext cx="463550" cy="463550"/>
          </a:xfrm>
          <a:prstGeom prst="ellipse">
            <a:avLst/>
          </a:prstGeom>
          <a:ln w="38100">
            <a:solidFill>
              <a:srgbClr val="C03030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7042150" y="3562350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400" dirty="0"/>
          </a:p>
        </p:txBody>
      </p:sp>
      <p:sp>
        <p:nvSpPr>
          <p:cNvPr id="212" name="Shape 210"/>
          <p:cNvSpPr/>
          <p:nvPr/>
        </p:nvSpPr>
        <p:spPr>
          <a:xfrm>
            <a:off x="7292975" y="3902075"/>
            <a:ext cx="463550" cy="463550"/>
          </a:xfrm>
          <a:prstGeom prst="ellipse">
            <a:avLst/>
          </a:prstGeom>
          <a:ln w="38100">
            <a:solidFill>
              <a:srgbClr val="C03030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7397750" y="4006850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400" dirty="0"/>
          </a:p>
        </p:txBody>
      </p:sp>
      <p:sp>
        <p:nvSpPr>
          <p:cNvPr id="214" name="Shape 212"/>
          <p:cNvSpPr/>
          <p:nvPr/>
        </p:nvSpPr>
        <p:spPr>
          <a:xfrm>
            <a:off x="7680325" y="4486275"/>
            <a:ext cx="463550" cy="463550"/>
          </a:xfrm>
          <a:prstGeom prst="ellipse">
            <a:avLst/>
          </a:prstGeom>
          <a:ln w="38100">
            <a:solidFill>
              <a:srgbClr val="C03030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7785100" y="4591050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400" dirty="0"/>
          </a:p>
        </p:txBody>
      </p:sp>
      <p:sp>
        <p:nvSpPr>
          <p:cNvPr id="216" name="Shape 214"/>
          <p:cNvSpPr/>
          <p:nvPr/>
        </p:nvSpPr>
        <p:spPr>
          <a:xfrm>
            <a:off x="6788150" y="2914650"/>
            <a:ext cx="1123950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 flipV="1">
            <a:off x="6788150" y="2794000"/>
            <a:ext cx="0" cy="25400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218" name="Shape 216"/>
          <p:cNvSpPr/>
          <p:nvPr/>
        </p:nvSpPr>
        <p:spPr>
          <a:xfrm flipV="1">
            <a:off x="7169150" y="2794000"/>
            <a:ext cx="0" cy="89535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219" name="Shape 217"/>
          <p:cNvSpPr/>
          <p:nvPr/>
        </p:nvSpPr>
        <p:spPr>
          <a:xfrm flipV="1">
            <a:off x="7524750" y="2794000"/>
            <a:ext cx="0" cy="133985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220" name="Shape 218"/>
          <p:cNvSpPr/>
          <p:nvPr/>
        </p:nvSpPr>
        <p:spPr>
          <a:xfrm flipV="1">
            <a:off x="7912100" y="2794000"/>
            <a:ext cx="0" cy="192405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221" name="Shape 219"/>
          <p:cNvSpPr/>
          <p:nvPr/>
        </p:nvSpPr>
        <p:spPr>
          <a:xfrm>
            <a:off x="3492500" y="5486400"/>
            <a:ext cx="596900" cy="6096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3492500" y="5486400"/>
            <a:ext cx="5969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223" name="Text 221"/>
          <p:cNvSpPr/>
          <p:nvPr/>
        </p:nvSpPr>
        <p:spPr>
          <a:xfrm>
            <a:off x="3517900" y="5168900"/>
            <a:ext cx="3302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00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800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24" name="Shape 222"/>
          <p:cNvSpPr/>
          <p:nvPr/>
        </p:nvSpPr>
        <p:spPr>
          <a:xfrm>
            <a:off x="3860800" y="5257800"/>
            <a:ext cx="8636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3947160" y="5257800"/>
            <a:ext cx="8636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4033520" y="5257800"/>
            <a:ext cx="8636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4119880" y="5257800"/>
            <a:ext cx="8636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4206240" y="5257800"/>
            <a:ext cx="8636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 flipV="1">
            <a:off x="3797300" y="5168900"/>
            <a:ext cx="0" cy="33020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230" name="Shape 228"/>
          <p:cNvSpPr/>
          <p:nvPr/>
        </p:nvSpPr>
        <p:spPr>
          <a:xfrm flipV="1">
            <a:off x="3797300" y="5930900"/>
            <a:ext cx="0" cy="13970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231" name="Shape 229"/>
          <p:cNvSpPr/>
          <p:nvPr/>
        </p:nvSpPr>
        <p:spPr>
          <a:xfrm>
            <a:off x="6959600" y="1606550"/>
            <a:ext cx="175260" cy="228600"/>
          </a:xfrm>
          <a:prstGeom prst="rect">
            <a:avLst/>
          </a:prstGeom>
          <a:solidFill>
            <a:srgbClr val="B3DF9F"/>
          </a:solidFill>
          <a:ln w="6350">
            <a:solidFill>
              <a:srgbClr val="7DA076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7134860" y="1606550"/>
            <a:ext cx="175260" cy="228600"/>
          </a:xfrm>
          <a:prstGeom prst="rect">
            <a:avLst/>
          </a:prstGeom>
          <a:solidFill>
            <a:srgbClr val="B3DF9F"/>
          </a:solidFill>
          <a:ln w="6350">
            <a:solidFill>
              <a:srgbClr val="7DA076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7310120" y="1606550"/>
            <a:ext cx="175260" cy="228600"/>
          </a:xfrm>
          <a:prstGeom prst="rect">
            <a:avLst/>
          </a:prstGeom>
          <a:solidFill>
            <a:srgbClr val="B3DF9F"/>
          </a:solidFill>
          <a:ln w="6350">
            <a:solidFill>
              <a:srgbClr val="7DA076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7485380" y="1606550"/>
            <a:ext cx="175260" cy="228600"/>
          </a:xfrm>
          <a:prstGeom prst="rect">
            <a:avLst/>
          </a:prstGeom>
          <a:solidFill>
            <a:srgbClr val="B0C4BD"/>
          </a:solidFill>
          <a:ln w="6350">
            <a:solidFill>
              <a:srgbClr val="7DA076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7660640" y="1606550"/>
            <a:ext cx="175260" cy="228600"/>
          </a:xfrm>
          <a:prstGeom prst="rect">
            <a:avLst/>
          </a:prstGeom>
          <a:solidFill>
            <a:srgbClr val="B0C4BD"/>
          </a:solidFill>
          <a:ln w="6350">
            <a:solidFill>
              <a:srgbClr val="7DA076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6959600" y="1581150"/>
            <a:ext cx="876300" cy="279400"/>
          </a:xfrm>
          <a:prstGeom prst="rect">
            <a:avLst/>
          </a:prstGeom>
          <a:ln w="12700">
            <a:solidFill>
              <a:srgbClr val="7FA37C"/>
            </a:solidFill>
            <a:prstDash val="sysDot"/>
          </a:ln>
        </p:spPr>
      </p:sp>
      <p:sp>
        <p:nvSpPr>
          <p:cNvPr id="237" name="Text 235"/>
          <p:cNvSpPr/>
          <p:nvPr/>
        </p:nvSpPr>
        <p:spPr>
          <a:xfrm>
            <a:off x="7162800" y="1593850"/>
            <a:ext cx="3302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200" dirty="0"/>
          </a:p>
        </p:txBody>
      </p:sp>
      <p:sp>
        <p:nvSpPr>
          <p:cNvPr id="238" name="Shape 236"/>
          <p:cNvSpPr/>
          <p:nvPr/>
        </p:nvSpPr>
        <p:spPr>
          <a:xfrm rot="18900000">
            <a:off x="6959600" y="1892300"/>
            <a:ext cx="381000" cy="203200"/>
          </a:xfrm>
          <a:prstGeom prst="rightArrow">
            <a:avLst/>
          </a:prstGeom>
          <a:solidFill>
            <a:srgbClr val="4E9A4E"/>
          </a:solidFill>
          <a:ln w="9525">
            <a:solidFill>
              <a:srgbClr val="2F6B2F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7353300" y="1854200"/>
            <a:ext cx="101600" cy="101600"/>
          </a:xfrm>
          <a:prstGeom prst="triangle">
            <a:avLst/>
          </a:prstGeom>
          <a:solidFill>
            <a:srgbClr val="8F2020"/>
          </a:solidFill>
          <a:ln/>
        </p:spPr>
      </p:sp>
      <p:sp>
        <p:nvSpPr>
          <p:cNvPr id="240" name="Shape 238"/>
          <p:cNvSpPr/>
          <p:nvPr/>
        </p:nvSpPr>
        <p:spPr>
          <a:xfrm>
            <a:off x="7404100" y="1981200"/>
            <a:ext cx="0" cy="482600"/>
          </a:xfrm>
          <a:prstGeom prst="line">
            <a:avLst/>
          </a:prstGeom>
          <a:noFill/>
          <a:ln w="9525">
            <a:solidFill>
              <a:srgbClr val="A9A5A0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3114675" y="4956175"/>
            <a:ext cx="1390650" cy="1390650"/>
          </a:xfrm>
          <a:prstGeom prst="ellipse">
            <a:avLst/>
          </a:prstGeom>
          <a:solidFill>
            <a:srgbClr val="4583C9">
              <a:alpha val="42000"/>
            </a:srgbClr>
          </a:solidFill>
          <a:ln/>
        </p:spPr>
      </p:sp>
      <p:sp>
        <p:nvSpPr>
          <p:cNvPr id="242" name="Shape 240"/>
          <p:cNvSpPr/>
          <p:nvPr/>
        </p:nvSpPr>
        <p:spPr>
          <a:xfrm rot="19560000">
            <a:off x="3403600" y="6527800"/>
            <a:ext cx="279400" cy="165100"/>
          </a:xfrm>
          <a:prstGeom prst="rightArrow">
            <a:avLst/>
          </a:prstGeom>
          <a:solidFill>
            <a:srgbClr val="A50D1E"/>
          </a:solidFill>
          <a:ln/>
        </p:spPr>
      </p:sp>
      <p:sp>
        <p:nvSpPr>
          <p:cNvPr id="243" name="Text 241"/>
          <p:cNvSpPr/>
          <p:nvPr/>
        </p:nvSpPr>
        <p:spPr>
          <a:xfrm>
            <a:off x="2324100" y="711200"/>
            <a:ext cx="825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Mechanism </a:t>
            </a:r>
            <a:pPr algn="ctr" indent="0" marL="0">
              <a:buNone/>
            </a:pPr>
            <a:r>
              <a:rPr lang="en-US" sz="2000" b="1" dirty="0">
                <a:solidFill>
                  <a:srgbClr val="000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(Linear Transformation of Inputs)</a:t>
            </a:r>
            <a:endParaRPr lang="en-US" sz="2000" dirty="0"/>
          </a:p>
        </p:txBody>
      </p:sp>
      <p:sp>
        <p:nvSpPr>
          <p:cNvPr id="244" name="Text 242"/>
          <p:cNvSpPr/>
          <p:nvPr/>
        </p:nvSpPr>
        <p:spPr>
          <a:xfrm>
            <a:off x="2324100" y="1028700"/>
            <a:ext cx="825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(Self Attention of word 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w.r.t All words in Sentence ( 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)</a:t>
            </a:r>
            <a:endParaRPr lang="en-US" sz="2000" dirty="0"/>
          </a:p>
        </p:txBody>
      </p:sp>
      <p:sp>
        <p:nvSpPr>
          <p:cNvPr id="245" name="Shape 243"/>
          <p:cNvSpPr/>
          <p:nvPr/>
        </p:nvSpPr>
        <p:spPr>
          <a:xfrm>
            <a:off x="10134600" y="5994400"/>
            <a:ext cx="368300" cy="368300"/>
          </a:xfrm>
          <a:prstGeom prst="rect">
            <a:avLst/>
          </a:prstGeom>
          <a:solidFill>
            <a:srgbClr val="FFFBD1"/>
          </a:solidFill>
          <a:ln w="19050">
            <a:solidFill>
              <a:srgbClr val="C3B285"/>
            </a:solidFill>
            <a:prstDash val="solid"/>
          </a:ln>
        </p:spPr>
      </p:sp>
      <p:sp>
        <p:nvSpPr>
          <p:cNvPr id="246" name="Text 244"/>
          <p:cNvSpPr/>
          <p:nvPr/>
        </p:nvSpPr>
        <p:spPr>
          <a:xfrm>
            <a:off x="10134600" y="5994400"/>
            <a:ext cx="3683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2026-10-12T20:14:54Z</dcterms:created>
  <dcterms:modified xsi:type="dcterms:W3CDTF">2026-10-12T20:14:54Z</dcterms:modified>
</cp:coreProperties>
</file>