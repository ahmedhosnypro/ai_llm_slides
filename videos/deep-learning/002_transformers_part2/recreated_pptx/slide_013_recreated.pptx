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18374" y="1422104"/>
            <a:ext cx="10265888" cy="5223242"/>
          </a:xfrm>
          <a:prstGeom prst="rect">
            <a:avLst/>
          </a:prstGeom>
          <a:solidFill>
            <a:srgbClr val="F7E2CD"/>
          </a:solidFill>
          <a:ln w="12700">
            <a:solidFill>
              <a:srgbClr val="C9C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4741" y="699888"/>
            <a:ext cx="10569769" cy="398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(Linear Transformation of Inputs)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54377" y="979524"/>
            <a:ext cx="10569769" cy="398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00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39101" y="2246127"/>
            <a:ext cx="1928983" cy="3375836"/>
          </a:xfrm>
          <a:prstGeom prst="ellipse">
            <a:avLst/>
          </a:prstGeom>
          <a:solidFill>
            <a:srgbClr val="B7C1CB"/>
          </a:solidFill>
          <a:ln/>
        </p:spPr>
      </p:sp>
      <p:sp>
        <p:nvSpPr>
          <p:cNvPr id="9" name="Shape 7"/>
          <p:cNvSpPr/>
          <p:nvPr/>
        </p:nvSpPr>
        <p:spPr>
          <a:xfrm>
            <a:off x="876921" y="2977115"/>
            <a:ext cx="237820" cy="186070"/>
          </a:xfrm>
          <a:prstGeom prst="rect">
            <a:avLst/>
          </a:prstGeom>
          <a:solidFill>
            <a:srgbClr val="FFF3C4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4741" y="2977115"/>
            <a:ext cx="237820" cy="186070"/>
          </a:xfrm>
          <a:prstGeom prst="rect">
            <a:avLst/>
          </a:prstGeom>
          <a:solidFill>
            <a:srgbClr val="FFD9D2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2560" y="2977115"/>
            <a:ext cx="237820" cy="186070"/>
          </a:xfrm>
          <a:prstGeom prst="rect">
            <a:avLst/>
          </a:prstGeom>
          <a:solidFill>
            <a:srgbClr val="EADDF6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8316" y="3256219"/>
            <a:ext cx="475640" cy="18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96078" y="3070150"/>
            <a:ext cx="858794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76921" y="3548615"/>
            <a:ext cx="237820" cy="186070"/>
          </a:xfrm>
          <a:prstGeom prst="rect">
            <a:avLst/>
          </a:prstGeom>
          <a:solidFill>
            <a:srgbClr val="FFF3C4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4741" y="3548615"/>
            <a:ext cx="237820" cy="186070"/>
          </a:xfrm>
          <a:prstGeom prst="rect">
            <a:avLst/>
          </a:prstGeom>
          <a:solidFill>
            <a:srgbClr val="FFD9D2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2560" y="3548615"/>
            <a:ext cx="237820" cy="186070"/>
          </a:xfrm>
          <a:prstGeom prst="rect">
            <a:avLst/>
          </a:prstGeom>
          <a:solidFill>
            <a:srgbClr val="EADDF6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8316" y="3841010"/>
            <a:ext cx="475640" cy="18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6078" y="3641649"/>
            <a:ext cx="858794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76921" y="4146696"/>
            <a:ext cx="237820" cy="186070"/>
          </a:xfrm>
          <a:prstGeom prst="rect">
            <a:avLst/>
          </a:prstGeom>
          <a:solidFill>
            <a:srgbClr val="FFF3C4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4741" y="4146696"/>
            <a:ext cx="237820" cy="186070"/>
          </a:xfrm>
          <a:prstGeom prst="rect">
            <a:avLst/>
          </a:prstGeom>
          <a:solidFill>
            <a:srgbClr val="FFD9D2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52560" y="4146696"/>
            <a:ext cx="237820" cy="186070"/>
          </a:xfrm>
          <a:prstGeom prst="rect">
            <a:avLst/>
          </a:prstGeom>
          <a:solidFill>
            <a:srgbClr val="EADDF6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8316" y="4439091"/>
            <a:ext cx="475640" cy="18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96078" y="4239731"/>
            <a:ext cx="858794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76921" y="4744777"/>
            <a:ext cx="237820" cy="186070"/>
          </a:xfrm>
          <a:prstGeom prst="rect">
            <a:avLst/>
          </a:prstGeom>
          <a:solidFill>
            <a:srgbClr val="FFF3C4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4741" y="4744777"/>
            <a:ext cx="237820" cy="186070"/>
          </a:xfrm>
          <a:prstGeom prst="rect">
            <a:avLst/>
          </a:prstGeom>
          <a:solidFill>
            <a:srgbClr val="FFD9D2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52560" y="4744777"/>
            <a:ext cx="237820" cy="186070"/>
          </a:xfrm>
          <a:prstGeom prst="rect">
            <a:avLst/>
          </a:prstGeom>
          <a:solidFill>
            <a:srgbClr val="EADDF6"/>
          </a:solidFill>
          <a:ln w="6350">
            <a:solidFill>
              <a:srgbClr val="9FB0B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8316" y="5023881"/>
            <a:ext cx="475640" cy="186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6E7F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96078" y="4837812"/>
            <a:ext cx="858794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581296" y="2285999"/>
            <a:ext cx="647398" cy="3309382"/>
          </a:xfrm>
          <a:prstGeom prst="ellipse">
            <a:avLst/>
          </a:prstGeom>
          <a:solidFill>
            <a:srgbClr val="85FFA7"/>
          </a:solidFill>
          <a:ln w="12700">
            <a:solidFill>
              <a:srgbClr val="5FBF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60569" y="2950534"/>
            <a:ext cx="396366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30511" y="2950534"/>
            <a:ext cx="264244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60569" y="3468870"/>
            <a:ext cx="396366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30511" y="3468870"/>
            <a:ext cx="264244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60569" y="3987207"/>
            <a:ext cx="396366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30511" y="3987207"/>
            <a:ext cx="264244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60569" y="4545416"/>
            <a:ext cx="396366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030511" y="4545416"/>
            <a:ext cx="264244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3D9C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09537" y="2897371"/>
            <a:ext cx="171759" cy="159488"/>
          </a:xfrm>
          <a:prstGeom prst="rect">
            <a:avLst/>
          </a:prstGeom>
          <a:solidFill>
            <a:srgbClr val="FFF3C4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09537" y="3056859"/>
            <a:ext cx="171759" cy="159488"/>
          </a:xfrm>
          <a:prstGeom prst="rect">
            <a:avLst/>
          </a:prstGeom>
          <a:solidFill>
            <a:srgbClr val="FFD9D2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09537" y="3216347"/>
            <a:ext cx="171759" cy="159488"/>
          </a:xfrm>
          <a:prstGeom prst="rect">
            <a:avLst/>
          </a:prstGeom>
          <a:solidFill>
            <a:srgbClr val="EADDF6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09537" y="4558707"/>
            <a:ext cx="171759" cy="159488"/>
          </a:xfrm>
          <a:prstGeom prst="rect">
            <a:avLst/>
          </a:prstGeom>
          <a:solidFill>
            <a:srgbClr val="FFF3C4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09537" y="4718195"/>
            <a:ext cx="171759" cy="159488"/>
          </a:xfrm>
          <a:prstGeom prst="rect">
            <a:avLst/>
          </a:prstGeom>
          <a:solidFill>
            <a:srgbClr val="FFD9D2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09537" y="4877684"/>
            <a:ext cx="171759" cy="159488"/>
          </a:xfrm>
          <a:prstGeom prst="rect">
            <a:avLst/>
          </a:prstGeom>
          <a:solidFill>
            <a:srgbClr val="EADDF6"/>
          </a:solidFill>
          <a:ln w="6350">
            <a:solidFill>
              <a:srgbClr val="B5B98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55119" y="2485359"/>
            <a:ext cx="1123038" cy="2658138"/>
          </a:xfrm>
          <a:prstGeom prst="rect">
            <a:avLst/>
          </a:prstGeom>
          <a:solidFill>
            <a:srgbClr val="DBCBBB"/>
          </a:solidFill>
          <a:ln w="12700">
            <a:solidFill>
              <a:srgbClr val="A69B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07968" y="2565103"/>
            <a:ext cx="951279" cy="345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404581" y="2538522"/>
            <a:ext cx="343517" cy="15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K.q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160155" y="3083440"/>
            <a:ext cx="171759" cy="172779"/>
          </a:xfrm>
          <a:prstGeom prst="ellipse">
            <a:avLst/>
          </a:prstGeom>
          <a:solidFill>
            <a:srgbClr val="D9E6FF"/>
          </a:solidFill>
          <a:ln w="6350">
            <a:solidFill>
              <a:srgbClr val="8FA8D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99792" y="3123313"/>
            <a:ext cx="92485" cy="93035"/>
          </a:xfrm>
          <a:prstGeom prst="ellipse">
            <a:avLst/>
          </a:prstGeom>
          <a:solidFill>
            <a:srgbClr val="0707A8"/>
          </a:solidFill>
          <a:ln/>
        </p:spPr>
      </p:sp>
      <p:sp>
        <p:nvSpPr>
          <p:cNvPr id="49" name="Shape 47"/>
          <p:cNvSpPr/>
          <p:nvPr/>
        </p:nvSpPr>
        <p:spPr>
          <a:xfrm>
            <a:off x="3961972" y="3601777"/>
            <a:ext cx="171759" cy="172779"/>
          </a:xfrm>
          <a:prstGeom prst="ellipse">
            <a:avLst/>
          </a:prstGeom>
          <a:solidFill>
            <a:srgbClr val="D9E6FF"/>
          </a:solidFill>
          <a:ln w="6350">
            <a:solidFill>
              <a:srgbClr val="8FA8D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01609" y="3641649"/>
            <a:ext cx="92485" cy="93035"/>
          </a:xfrm>
          <a:prstGeom prst="ellipse">
            <a:avLst/>
          </a:prstGeom>
          <a:solidFill>
            <a:srgbClr val="0707A8"/>
          </a:solidFill>
          <a:ln/>
        </p:spPr>
      </p:sp>
      <p:sp>
        <p:nvSpPr>
          <p:cNvPr id="51" name="Shape 49"/>
          <p:cNvSpPr/>
          <p:nvPr/>
        </p:nvSpPr>
        <p:spPr>
          <a:xfrm>
            <a:off x="3763789" y="4106824"/>
            <a:ext cx="171759" cy="172779"/>
          </a:xfrm>
          <a:prstGeom prst="ellipse">
            <a:avLst/>
          </a:prstGeom>
          <a:solidFill>
            <a:srgbClr val="D9E6FF"/>
          </a:solidFill>
          <a:ln w="6350">
            <a:solidFill>
              <a:srgbClr val="8FA8D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03426" y="4146696"/>
            <a:ext cx="92485" cy="93035"/>
          </a:xfrm>
          <a:prstGeom prst="ellipse">
            <a:avLst/>
          </a:prstGeom>
          <a:solidFill>
            <a:srgbClr val="0707A8"/>
          </a:solidFill>
          <a:ln/>
        </p:spPr>
      </p:sp>
      <p:sp>
        <p:nvSpPr>
          <p:cNvPr id="53" name="Shape 51"/>
          <p:cNvSpPr/>
          <p:nvPr/>
        </p:nvSpPr>
        <p:spPr>
          <a:xfrm>
            <a:off x="3466514" y="4665033"/>
            <a:ext cx="171759" cy="172779"/>
          </a:xfrm>
          <a:prstGeom prst="ellipse">
            <a:avLst/>
          </a:prstGeom>
          <a:solidFill>
            <a:srgbClr val="D9E6FF"/>
          </a:solidFill>
          <a:ln w="6350">
            <a:solidFill>
              <a:srgbClr val="8FA8D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06151" y="4704905"/>
            <a:ext cx="92485" cy="93035"/>
          </a:xfrm>
          <a:prstGeom prst="ellipse">
            <a:avLst/>
          </a:prstGeom>
          <a:solidFill>
            <a:srgbClr val="0707A8"/>
          </a:solidFill>
          <a:ln/>
        </p:spPr>
      </p:sp>
      <p:sp>
        <p:nvSpPr>
          <p:cNvPr id="55" name="Shape 53"/>
          <p:cNvSpPr/>
          <p:nvPr/>
        </p:nvSpPr>
        <p:spPr>
          <a:xfrm>
            <a:off x="2620933" y="3169830"/>
            <a:ext cx="1519404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4351732" y="3169830"/>
            <a:ext cx="1347646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2620933" y="3688167"/>
            <a:ext cx="1321221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153549" y="3688167"/>
            <a:ext cx="1545829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2620933" y="4193213"/>
            <a:ext cx="1123038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3955366" y="4193213"/>
            <a:ext cx="1744012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2620933" y="4751422"/>
            <a:ext cx="825763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3658091" y="4751422"/>
            <a:ext cx="2041287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 flipH="1">
            <a:off x="4113913" y="3236283"/>
            <a:ext cx="66061" cy="38543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 flipH="1">
            <a:off x="3915729" y="3754620"/>
            <a:ext cx="66061" cy="372139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 flipH="1">
            <a:off x="3618455" y="4259667"/>
            <a:ext cx="165153" cy="425302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3466514" y="2113220"/>
            <a:ext cx="832369" cy="252523"/>
          </a:xfrm>
          <a:prstGeom prst="roundRect">
            <a:avLst>
              <a:gd name="adj" fmla="val 32590"/>
            </a:avLst>
          </a:prstGeom>
          <a:solidFill>
            <a:srgbClr val="FFFFE3"/>
          </a:solidFill>
          <a:ln w="12700">
            <a:solidFill>
              <a:srgbClr val="A8A08C"/>
            </a:solidFill>
            <a:prstDash val="sysDot"/>
          </a:ln>
        </p:spPr>
      </p:sp>
      <p:sp>
        <p:nvSpPr>
          <p:cNvPr id="67" name="Text 65"/>
          <p:cNvSpPr/>
          <p:nvPr/>
        </p:nvSpPr>
        <p:spPr>
          <a:xfrm>
            <a:off x="3466514" y="2113220"/>
            <a:ext cx="832369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54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474770" y="2086639"/>
            <a:ext cx="1056977" cy="265814"/>
          </a:xfrm>
          <a:prstGeom prst="roundRect">
            <a:avLst>
              <a:gd name="adj" fmla="val 30960"/>
            </a:avLst>
          </a:prstGeom>
          <a:solidFill>
            <a:srgbClr val="FFFFE3"/>
          </a:solidFill>
          <a:ln w="12700">
            <a:solidFill>
              <a:srgbClr val="A8A08C"/>
            </a:solidFill>
            <a:prstDash val="sysDot"/>
          </a:ln>
        </p:spPr>
      </p:sp>
      <p:sp>
        <p:nvSpPr>
          <p:cNvPr id="69" name="Text 67"/>
          <p:cNvSpPr/>
          <p:nvPr/>
        </p:nvSpPr>
        <p:spPr>
          <a:xfrm>
            <a:off x="5474770" y="2086639"/>
            <a:ext cx="1056977" cy="2658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54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575512" y="2086639"/>
            <a:ext cx="1175887" cy="279105"/>
          </a:xfrm>
          <a:prstGeom prst="roundRect">
            <a:avLst>
              <a:gd name="adj" fmla="val 29486"/>
            </a:avLst>
          </a:prstGeom>
          <a:solidFill>
            <a:srgbClr val="FFFFE3"/>
          </a:solidFill>
          <a:ln w="12700">
            <a:solidFill>
              <a:srgbClr val="A8A08C"/>
            </a:solidFill>
            <a:prstDash val="sysDot"/>
          </a:ln>
        </p:spPr>
      </p:sp>
      <p:sp>
        <p:nvSpPr>
          <p:cNvPr id="71" name="Text 69"/>
          <p:cNvSpPr/>
          <p:nvPr/>
        </p:nvSpPr>
        <p:spPr>
          <a:xfrm>
            <a:off x="7575512" y="2086639"/>
            <a:ext cx="1175887" cy="279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54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818288" y="2525231"/>
            <a:ext cx="409579" cy="2604976"/>
          </a:xfrm>
          <a:prstGeom prst="roundRect">
            <a:avLst>
              <a:gd name="adj" fmla="val 17860"/>
            </a:avLst>
          </a:prstGeom>
          <a:solidFill>
            <a:srgbClr val="F8DEFB"/>
          </a:solidFill>
          <a:ln w="12700">
            <a:solidFill>
              <a:srgbClr val="CABAC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 rot="5400000">
            <a:off x="5653135" y="3628359"/>
            <a:ext cx="739884" cy="3987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2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571384" y="2498650"/>
            <a:ext cx="1677951" cy="292395"/>
          </a:xfrm>
          <a:prstGeom prst="rect">
            <a:avLst/>
          </a:prstGeom>
          <a:solidFill>
            <a:srgbClr val="EAFEFC"/>
          </a:solidFill>
          <a:ln w="12700">
            <a:solidFill>
              <a:srgbClr val="C3C7C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71384" y="2498650"/>
            <a:ext cx="1677951" cy="29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762961" y="3076795"/>
            <a:ext cx="171759" cy="172779"/>
          </a:xfrm>
          <a:prstGeom prst="ellipse">
            <a:avLst/>
          </a:prstGeom>
          <a:solidFill>
            <a:srgbClr val="F7E2CD"/>
          </a:solidFill>
          <a:ln w="15875">
            <a:solidFill>
              <a:srgbClr val="C0303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795991" y="3110022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6795991" y="3110022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32903" y="3595132"/>
            <a:ext cx="171759" cy="172779"/>
          </a:xfrm>
          <a:prstGeom prst="ellipse">
            <a:avLst/>
          </a:prstGeom>
          <a:solidFill>
            <a:srgbClr val="F7E2CD"/>
          </a:solidFill>
          <a:ln w="15875">
            <a:solidFill>
              <a:srgbClr val="C0303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165933" y="3628359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7165933" y="3628359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57510" y="4113469"/>
            <a:ext cx="171759" cy="172779"/>
          </a:xfrm>
          <a:prstGeom prst="ellipse">
            <a:avLst/>
          </a:prstGeom>
          <a:solidFill>
            <a:srgbClr val="F7E2CD"/>
          </a:solidFill>
          <a:ln w="15875">
            <a:solidFill>
              <a:srgbClr val="C0303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90541" y="4146696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7390541" y="4146696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714240" y="4671678"/>
            <a:ext cx="171759" cy="172779"/>
          </a:xfrm>
          <a:prstGeom prst="ellipse">
            <a:avLst/>
          </a:prstGeom>
          <a:solidFill>
            <a:srgbClr val="F7E2CD"/>
          </a:solidFill>
          <a:ln w="15875">
            <a:solidFill>
              <a:srgbClr val="C0303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747271" y="4704905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7747271" y="4704905"/>
            <a:ext cx="105698" cy="106326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 flipV="1">
            <a:off x="6835628" y="2817627"/>
            <a:ext cx="13212" cy="239232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7218782" y="2817627"/>
            <a:ext cx="0" cy="757569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 flipH="1" flipV="1">
            <a:off x="7430178" y="2817627"/>
            <a:ext cx="13212" cy="1275906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 flipH="1" flipV="1">
            <a:off x="7786907" y="2817627"/>
            <a:ext cx="13212" cy="1834115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6254291" y="3163185"/>
            <a:ext cx="47564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6254291" y="3681522"/>
            <a:ext cx="845582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6254291" y="4199859"/>
            <a:ext cx="1070189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6254291" y="4758068"/>
            <a:ext cx="1426919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 flipH="1">
            <a:off x="6941326" y="3163185"/>
            <a:ext cx="66061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 flipH="1">
            <a:off x="7311268" y="3681522"/>
            <a:ext cx="66061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 flipH="1">
            <a:off x="7535875" y="4199859"/>
            <a:ext cx="66061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 flipH="1">
            <a:off x="7892605" y="4758068"/>
            <a:ext cx="66061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8870309" y="2950534"/>
            <a:ext cx="634186" cy="2086639"/>
          </a:xfrm>
          <a:prstGeom prst="rect">
            <a:avLst/>
          </a:prstGeom>
          <a:solidFill>
            <a:srgbClr val="F8FA68"/>
          </a:solidFill>
          <a:ln/>
        </p:spPr>
      </p:sp>
      <p:sp>
        <p:nvSpPr>
          <p:cNvPr id="101" name="Shape 99"/>
          <p:cNvSpPr/>
          <p:nvPr/>
        </p:nvSpPr>
        <p:spPr>
          <a:xfrm>
            <a:off x="8909945" y="2990406"/>
            <a:ext cx="554913" cy="372139"/>
          </a:xfrm>
          <a:prstGeom prst="rect">
            <a:avLst/>
          </a:prstGeom>
          <a:solidFill>
            <a:srgbClr val="E4FF7D"/>
          </a:solidFill>
          <a:ln w="12700">
            <a:solidFill>
              <a:srgbClr val="A2AC3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909945" y="2990406"/>
            <a:ext cx="554913" cy="3721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8909945" y="3468870"/>
            <a:ext cx="554913" cy="412011"/>
          </a:xfrm>
          <a:prstGeom prst="rect">
            <a:avLst/>
          </a:prstGeom>
          <a:solidFill>
            <a:srgbClr val="E4FF7D"/>
          </a:solidFill>
          <a:ln w="12700">
            <a:solidFill>
              <a:srgbClr val="A2AC3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909945" y="3468870"/>
            <a:ext cx="554913" cy="412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105" name="Shape 103"/>
          <p:cNvSpPr/>
          <p:nvPr/>
        </p:nvSpPr>
        <p:spPr>
          <a:xfrm>
            <a:off x="8909945" y="4013789"/>
            <a:ext cx="554913" cy="398721"/>
          </a:xfrm>
          <a:prstGeom prst="rect">
            <a:avLst/>
          </a:prstGeom>
          <a:solidFill>
            <a:srgbClr val="E4FF7D"/>
          </a:solidFill>
          <a:ln w="12700">
            <a:solidFill>
              <a:srgbClr val="A2AC3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909945" y="4013789"/>
            <a:ext cx="554913" cy="398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8909945" y="4545416"/>
            <a:ext cx="554913" cy="412011"/>
          </a:xfrm>
          <a:prstGeom prst="rect">
            <a:avLst/>
          </a:prstGeom>
          <a:solidFill>
            <a:srgbClr val="E4FF7D"/>
          </a:solidFill>
          <a:ln w="12700">
            <a:solidFill>
              <a:srgbClr val="A2AC3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909945" y="4545416"/>
            <a:ext cx="554913" cy="412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7B9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8143637" y="2910661"/>
            <a:ext cx="237820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8407881" y="2950534"/>
            <a:ext cx="145334" cy="132907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553215" y="2950534"/>
            <a:ext cx="145334" cy="132907"/>
          </a:xfrm>
          <a:prstGeom prst="rect">
            <a:avLst/>
          </a:prstGeom>
          <a:solidFill>
            <a:srgbClr val="EADDF6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H="1">
            <a:off x="6967750" y="3016987"/>
            <a:ext cx="1413707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3" name="Text 111"/>
          <p:cNvSpPr/>
          <p:nvPr/>
        </p:nvSpPr>
        <p:spPr>
          <a:xfrm>
            <a:off x="8143637" y="3442289"/>
            <a:ext cx="237820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8407881" y="3482161"/>
            <a:ext cx="145334" cy="132907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553215" y="3482161"/>
            <a:ext cx="145334" cy="132907"/>
          </a:xfrm>
          <a:prstGeom prst="rect">
            <a:avLst/>
          </a:prstGeom>
          <a:solidFill>
            <a:srgbClr val="EADDF6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H="1">
            <a:off x="7337692" y="3548615"/>
            <a:ext cx="1043765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17" name="Text 115"/>
          <p:cNvSpPr/>
          <p:nvPr/>
        </p:nvSpPr>
        <p:spPr>
          <a:xfrm>
            <a:off x="8143637" y="3953981"/>
            <a:ext cx="237820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8407881" y="3993853"/>
            <a:ext cx="145334" cy="132907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553215" y="3993853"/>
            <a:ext cx="145334" cy="132907"/>
          </a:xfrm>
          <a:prstGeom prst="rect">
            <a:avLst/>
          </a:prstGeom>
          <a:solidFill>
            <a:srgbClr val="EADDF6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H="1">
            <a:off x="7562300" y="4060306"/>
            <a:ext cx="819157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21" name="Text 119"/>
          <p:cNvSpPr/>
          <p:nvPr/>
        </p:nvSpPr>
        <p:spPr>
          <a:xfrm>
            <a:off x="8143637" y="4518835"/>
            <a:ext cx="237820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8407881" y="4558707"/>
            <a:ext cx="145334" cy="132907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553215" y="4558707"/>
            <a:ext cx="145334" cy="132907"/>
          </a:xfrm>
          <a:prstGeom prst="rect">
            <a:avLst/>
          </a:prstGeom>
          <a:solidFill>
            <a:srgbClr val="EADDF6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H="1">
            <a:off x="7919029" y="4625161"/>
            <a:ext cx="462427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9676253" y="2884080"/>
            <a:ext cx="1017340" cy="2179673"/>
          </a:xfrm>
          <a:prstGeom prst="roundRect">
            <a:avLst>
              <a:gd name="adj" fmla="val 7191"/>
            </a:avLst>
          </a:prstGeom>
          <a:solidFill>
            <a:srgbClr val="E8F5E7"/>
          </a:solidFill>
          <a:ln w="15875">
            <a:solidFill>
              <a:srgbClr val="2E8B57"/>
            </a:solidFill>
            <a:prstDash val="dash"/>
          </a:ln>
        </p:spPr>
      </p:sp>
      <p:sp>
        <p:nvSpPr>
          <p:cNvPr id="126" name="Shape 124"/>
          <p:cNvSpPr/>
          <p:nvPr/>
        </p:nvSpPr>
        <p:spPr>
          <a:xfrm>
            <a:off x="9742314" y="3036923"/>
            <a:ext cx="171759" cy="199360"/>
          </a:xfrm>
          <a:prstGeom prst="rect">
            <a:avLst/>
          </a:prstGeom>
          <a:solidFill>
            <a:srgbClr val="FFFFCC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914073" y="3036923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0085832" y="3036923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257591" y="3036923"/>
            <a:ext cx="171759" cy="199360"/>
          </a:xfrm>
          <a:prstGeom prst="rect">
            <a:avLst/>
          </a:prstGeom>
          <a:solidFill>
            <a:srgbClr val="CCCC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429349" y="3036923"/>
            <a:ext cx="171759" cy="199360"/>
          </a:xfrm>
          <a:prstGeom prst="rect">
            <a:avLst/>
          </a:prstGeom>
          <a:solidFill>
            <a:srgbClr val="F49AC9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999953" y="3010342"/>
            <a:ext cx="343517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 flipH="1">
            <a:off x="9530919" y="3136603"/>
            <a:ext cx="132122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9742314" y="3555260"/>
            <a:ext cx="171759" cy="199360"/>
          </a:xfrm>
          <a:prstGeom prst="rect">
            <a:avLst/>
          </a:prstGeom>
          <a:solidFill>
            <a:srgbClr val="FFFFCC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9914073" y="3555260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085832" y="3555260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257591" y="3555260"/>
            <a:ext cx="171759" cy="199360"/>
          </a:xfrm>
          <a:prstGeom prst="rect">
            <a:avLst/>
          </a:prstGeom>
          <a:solidFill>
            <a:srgbClr val="CCCC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0429349" y="3555260"/>
            <a:ext cx="171759" cy="199360"/>
          </a:xfrm>
          <a:prstGeom prst="rect">
            <a:avLst/>
          </a:prstGeom>
          <a:solidFill>
            <a:srgbClr val="F49AC9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999953" y="3528679"/>
            <a:ext cx="343517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39" name="Shape 137"/>
          <p:cNvSpPr/>
          <p:nvPr/>
        </p:nvSpPr>
        <p:spPr>
          <a:xfrm flipH="1">
            <a:off x="9530919" y="3654940"/>
            <a:ext cx="132122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>
            <a:off x="9742314" y="4086888"/>
            <a:ext cx="171759" cy="199360"/>
          </a:xfrm>
          <a:prstGeom prst="rect">
            <a:avLst/>
          </a:prstGeom>
          <a:solidFill>
            <a:srgbClr val="FFFFCC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914073" y="4086888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0085832" y="4086888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257591" y="4086888"/>
            <a:ext cx="171759" cy="199360"/>
          </a:xfrm>
          <a:prstGeom prst="rect">
            <a:avLst/>
          </a:prstGeom>
          <a:solidFill>
            <a:srgbClr val="CCCC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429349" y="4086888"/>
            <a:ext cx="171759" cy="199360"/>
          </a:xfrm>
          <a:prstGeom prst="rect">
            <a:avLst/>
          </a:prstGeom>
          <a:solidFill>
            <a:srgbClr val="F49AC9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9999953" y="4060306"/>
            <a:ext cx="343517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 flipH="1">
            <a:off x="9530919" y="4186568"/>
            <a:ext cx="132122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47" name="Shape 145"/>
          <p:cNvSpPr/>
          <p:nvPr/>
        </p:nvSpPr>
        <p:spPr>
          <a:xfrm>
            <a:off x="9742314" y="4631806"/>
            <a:ext cx="171759" cy="199360"/>
          </a:xfrm>
          <a:prstGeom prst="rect">
            <a:avLst/>
          </a:prstGeom>
          <a:solidFill>
            <a:srgbClr val="FFFFCC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914073" y="4631806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085832" y="4631806"/>
            <a:ext cx="171759" cy="199360"/>
          </a:xfrm>
          <a:prstGeom prst="rect">
            <a:avLst/>
          </a:prstGeom>
          <a:solidFill>
            <a:srgbClr val="FFFF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257591" y="4631806"/>
            <a:ext cx="171759" cy="199360"/>
          </a:xfrm>
          <a:prstGeom prst="rect">
            <a:avLst/>
          </a:prstGeom>
          <a:solidFill>
            <a:srgbClr val="CCCCFF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429349" y="4631806"/>
            <a:ext cx="171759" cy="199360"/>
          </a:xfrm>
          <a:prstGeom prst="rect">
            <a:avLst/>
          </a:prstGeom>
          <a:solidFill>
            <a:srgbClr val="F49AC9"/>
          </a:solidFill>
          <a:ln w="6350">
            <a:solidFill>
              <a:srgbClr val="B9C4B9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9999953" y="4605225"/>
            <a:ext cx="343517" cy="2525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 flipH="1">
            <a:off x="9530919" y="4731486"/>
            <a:ext cx="132122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54" name="Shape 152"/>
          <p:cNvSpPr/>
          <p:nvPr/>
        </p:nvSpPr>
        <p:spPr>
          <a:xfrm>
            <a:off x="2356688" y="6007393"/>
            <a:ext cx="3646570" cy="611372"/>
          </a:xfrm>
          <a:prstGeom prst="roundRect">
            <a:avLst>
              <a:gd name="adj" fmla="val 11965"/>
            </a:avLst>
          </a:prstGeom>
          <a:solidFill>
            <a:srgbClr val="DCF2DA"/>
          </a:solidFill>
          <a:ln w="15875">
            <a:solidFill>
              <a:srgbClr val="3A9A3A"/>
            </a:solidFill>
            <a:prstDash val="dash"/>
          </a:ln>
        </p:spPr>
      </p:sp>
      <p:sp>
        <p:nvSpPr>
          <p:cNvPr id="155" name="Shape 153"/>
          <p:cNvSpPr/>
          <p:nvPr/>
        </p:nvSpPr>
        <p:spPr>
          <a:xfrm>
            <a:off x="2568084" y="6153590"/>
            <a:ext cx="105698" cy="239232"/>
          </a:xfrm>
          <a:prstGeom prst="rect">
            <a:avLst/>
          </a:prstGeom>
          <a:solidFill>
            <a:srgbClr val="F5F0BD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673782" y="6153590"/>
            <a:ext cx="105698" cy="239232"/>
          </a:xfrm>
          <a:prstGeom prst="rect">
            <a:avLst/>
          </a:prstGeom>
          <a:solidFill>
            <a:srgbClr val="F2EDB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779479" y="6153590"/>
            <a:ext cx="105698" cy="239232"/>
          </a:xfrm>
          <a:prstGeom prst="rect">
            <a:avLst/>
          </a:prstGeom>
          <a:solidFill>
            <a:srgbClr val="FBF8E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885177" y="6153590"/>
            <a:ext cx="105698" cy="239232"/>
          </a:xfrm>
          <a:prstGeom prst="rect">
            <a:avLst/>
          </a:prstGeom>
          <a:solidFill>
            <a:srgbClr val="C9C3EE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990875" y="6153590"/>
            <a:ext cx="105698" cy="239232"/>
          </a:xfrm>
          <a:prstGeom prst="rect">
            <a:avLst/>
          </a:prstGeom>
          <a:solidFill>
            <a:srgbClr val="F3C6DC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673782" y="6180172"/>
            <a:ext cx="317093" cy="199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61" name="Shape 159"/>
          <p:cNvSpPr/>
          <p:nvPr/>
        </p:nvSpPr>
        <p:spPr>
          <a:xfrm>
            <a:off x="3347604" y="6153590"/>
            <a:ext cx="105698" cy="239232"/>
          </a:xfrm>
          <a:prstGeom prst="rect">
            <a:avLst/>
          </a:prstGeom>
          <a:solidFill>
            <a:srgbClr val="F6C3D9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453302" y="6153590"/>
            <a:ext cx="105698" cy="239232"/>
          </a:xfrm>
          <a:prstGeom prst="rect">
            <a:avLst/>
          </a:prstGeom>
          <a:solidFill>
            <a:srgbClr val="EC9DC6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3559000" y="6153590"/>
            <a:ext cx="105698" cy="239232"/>
          </a:xfrm>
          <a:prstGeom prst="rect">
            <a:avLst/>
          </a:prstGeom>
          <a:solidFill>
            <a:srgbClr val="F9DCE9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664697" y="6153590"/>
            <a:ext cx="105698" cy="239232"/>
          </a:xfrm>
          <a:prstGeom prst="rect">
            <a:avLst/>
          </a:prstGeom>
          <a:solidFill>
            <a:srgbClr val="D55BA4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770395" y="6153590"/>
            <a:ext cx="105698" cy="239232"/>
          </a:xfrm>
          <a:prstGeom prst="rect">
            <a:avLst/>
          </a:prstGeom>
          <a:solidFill>
            <a:srgbClr val="EA9CC5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3453302" y="6180172"/>
            <a:ext cx="317093" cy="199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67" name="Shape 165"/>
          <p:cNvSpPr/>
          <p:nvPr/>
        </p:nvSpPr>
        <p:spPr>
          <a:xfrm>
            <a:off x="4437612" y="6153590"/>
            <a:ext cx="105698" cy="239232"/>
          </a:xfrm>
          <a:prstGeom prst="rect">
            <a:avLst/>
          </a:prstGeom>
          <a:solidFill>
            <a:srgbClr val="F5F0BD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543309" y="6153590"/>
            <a:ext cx="105698" cy="239232"/>
          </a:xfrm>
          <a:prstGeom prst="rect">
            <a:avLst/>
          </a:prstGeom>
          <a:solidFill>
            <a:srgbClr val="F2EDB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4649007" y="6153590"/>
            <a:ext cx="105698" cy="239232"/>
          </a:xfrm>
          <a:prstGeom prst="rect">
            <a:avLst/>
          </a:prstGeom>
          <a:solidFill>
            <a:srgbClr val="FBF8E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754705" y="6153590"/>
            <a:ext cx="105698" cy="239232"/>
          </a:xfrm>
          <a:prstGeom prst="rect">
            <a:avLst/>
          </a:prstGeom>
          <a:solidFill>
            <a:srgbClr val="CCC6F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860402" y="6153590"/>
            <a:ext cx="105698" cy="239232"/>
          </a:xfrm>
          <a:prstGeom prst="rect">
            <a:avLst/>
          </a:prstGeom>
          <a:solidFill>
            <a:srgbClr val="F2C3DA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4543309" y="6180172"/>
            <a:ext cx="317093" cy="199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73" name="Shape 171"/>
          <p:cNvSpPr/>
          <p:nvPr/>
        </p:nvSpPr>
        <p:spPr>
          <a:xfrm>
            <a:off x="5395497" y="6153590"/>
            <a:ext cx="105698" cy="239232"/>
          </a:xfrm>
          <a:prstGeom prst="rect">
            <a:avLst/>
          </a:prstGeom>
          <a:solidFill>
            <a:srgbClr val="F5F0BD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5501195" y="6153590"/>
            <a:ext cx="105698" cy="239232"/>
          </a:xfrm>
          <a:prstGeom prst="rect">
            <a:avLst/>
          </a:prstGeom>
          <a:solidFill>
            <a:srgbClr val="F2EDB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5606892" y="6153590"/>
            <a:ext cx="105698" cy="239232"/>
          </a:xfrm>
          <a:prstGeom prst="rect">
            <a:avLst/>
          </a:prstGeom>
          <a:solidFill>
            <a:srgbClr val="FBF8E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712590" y="6153590"/>
            <a:ext cx="105698" cy="239232"/>
          </a:xfrm>
          <a:prstGeom prst="rect">
            <a:avLst/>
          </a:prstGeom>
          <a:solidFill>
            <a:srgbClr val="F0BFD8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818288" y="6153590"/>
            <a:ext cx="105698" cy="239232"/>
          </a:xfrm>
          <a:prstGeom prst="rect">
            <a:avLst/>
          </a:prstGeom>
          <a:solidFill>
            <a:srgbClr val="E3B4E0"/>
          </a:solidFill>
          <a:ln w="6350">
            <a:solidFill>
              <a:srgbClr val="B9B4A8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5501195" y="6180172"/>
            <a:ext cx="317093" cy="199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79" name="Shape 177"/>
          <p:cNvSpPr/>
          <p:nvPr/>
        </p:nvSpPr>
        <p:spPr>
          <a:xfrm>
            <a:off x="3532575" y="6113718"/>
            <a:ext cx="541701" cy="345558"/>
          </a:xfrm>
          <a:prstGeom prst="roundRect">
            <a:avLst>
              <a:gd name="adj" fmla="val 13231"/>
            </a:avLst>
          </a:prstGeom>
          <a:ln w="19050">
            <a:solidFill>
              <a:srgbClr val="8B1A8B"/>
            </a:solidFill>
            <a:prstDash val="sysDot"/>
          </a:ln>
        </p:spPr>
      </p:sp>
      <p:sp>
        <p:nvSpPr>
          <p:cNvPr id="180" name="Shape 178"/>
          <p:cNvSpPr/>
          <p:nvPr/>
        </p:nvSpPr>
        <p:spPr>
          <a:xfrm flipV="1">
            <a:off x="1775351" y="5648544"/>
            <a:ext cx="739884" cy="345558"/>
          </a:xfrm>
          <a:prstGeom prst="line">
            <a:avLst/>
          </a:prstGeom>
          <a:noFill/>
          <a:ln w="12700">
            <a:solidFill>
              <a:srgbClr val="7AA87A"/>
            </a:solidFill>
            <a:prstDash val="sysDot"/>
          </a:ln>
        </p:spPr>
      </p:sp>
      <p:sp>
        <p:nvSpPr>
          <p:cNvPr id="181" name="Shape 179"/>
          <p:cNvSpPr/>
          <p:nvPr/>
        </p:nvSpPr>
        <p:spPr>
          <a:xfrm>
            <a:off x="3625061" y="5568800"/>
            <a:ext cx="488852" cy="305686"/>
          </a:xfrm>
          <a:prstGeom prst="rect">
            <a:avLst/>
          </a:prstGeom>
          <a:solidFill>
            <a:srgbClr val="FFFDF0"/>
          </a:solidFill>
          <a:ln w="15875">
            <a:solidFill>
              <a:srgbClr val="8B000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3625061" y="5568800"/>
            <a:ext cx="488852" cy="305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900" b="1" baseline="-4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00" b="1" baseline="3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900" dirty="0"/>
          </a:p>
        </p:txBody>
      </p:sp>
      <p:sp>
        <p:nvSpPr>
          <p:cNvPr id="183" name="Text 181"/>
          <p:cNvSpPr/>
          <p:nvPr/>
        </p:nvSpPr>
        <p:spPr>
          <a:xfrm>
            <a:off x="3413665" y="5289695"/>
            <a:ext cx="211395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4" name="Shape 182"/>
          <p:cNvSpPr/>
          <p:nvPr/>
        </p:nvSpPr>
        <p:spPr>
          <a:xfrm>
            <a:off x="3677910" y="5356149"/>
            <a:ext cx="145334" cy="132907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3823244" y="5356149"/>
            <a:ext cx="145334" cy="132907"/>
          </a:xfrm>
          <a:prstGeom prst="rect">
            <a:avLst/>
          </a:prstGeom>
          <a:solidFill>
            <a:srgbClr val="F3C6DC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3823244" y="5183370"/>
            <a:ext cx="0" cy="372139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7" name="Shape 185"/>
          <p:cNvSpPr/>
          <p:nvPr/>
        </p:nvSpPr>
        <p:spPr>
          <a:xfrm flipV="1">
            <a:off x="3862881" y="5914358"/>
            <a:ext cx="0" cy="332267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8" name="Shape 186"/>
          <p:cNvSpPr/>
          <p:nvPr/>
        </p:nvSpPr>
        <p:spPr>
          <a:xfrm>
            <a:off x="6967750" y="1555011"/>
            <a:ext cx="924855" cy="332267"/>
          </a:xfrm>
          <a:prstGeom prst="rect">
            <a:avLst/>
          </a:prstGeom>
          <a:solidFill>
            <a:srgbClr val="F2E8DC"/>
          </a:solidFill>
          <a:ln w="12700">
            <a:solidFill>
              <a:srgbClr val="33A02C"/>
            </a:solidFill>
            <a:prstDash val="sysDot"/>
          </a:ln>
        </p:spPr>
      </p:sp>
      <p:sp>
        <p:nvSpPr>
          <p:cNvPr id="189" name="Shape 187"/>
          <p:cNvSpPr/>
          <p:nvPr/>
        </p:nvSpPr>
        <p:spPr>
          <a:xfrm>
            <a:off x="7020599" y="1621464"/>
            <a:ext cx="174401" cy="199360"/>
          </a:xfrm>
          <a:prstGeom prst="rect">
            <a:avLst/>
          </a:prstGeom>
          <a:solidFill>
            <a:srgbClr val="5FAF5F"/>
          </a:solidFill>
          <a:ln w="6350">
            <a:solidFill>
              <a:srgbClr val="8FA89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195000" y="1621464"/>
            <a:ext cx="174401" cy="199360"/>
          </a:xfrm>
          <a:prstGeom prst="rect">
            <a:avLst/>
          </a:prstGeom>
          <a:solidFill>
            <a:srgbClr val="A5D3A5"/>
          </a:solidFill>
          <a:ln w="6350">
            <a:solidFill>
              <a:srgbClr val="8FA89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369401" y="1621464"/>
            <a:ext cx="174401" cy="199360"/>
          </a:xfrm>
          <a:prstGeom prst="rect">
            <a:avLst/>
          </a:prstGeom>
          <a:solidFill>
            <a:srgbClr val="DFEDDF"/>
          </a:solidFill>
          <a:ln w="6350">
            <a:solidFill>
              <a:srgbClr val="8FA89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543803" y="1621464"/>
            <a:ext cx="174401" cy="199360"/>
          </a:xfrm>
          <a:prstGeom prst="rect">
            <a:avLst/>
          </a:prstGeom>
          <a:solidFill>
            <a:srgbClr val="9FB3CC"/>
          </a:solidFill>
          <a:ln w="6350">
            <a:solidFill>
              <a:srgbClr val="8FA89A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718204" y="1621464"/>
            <a:ext cx="174401" cy="199360"/>
          </a:xfrm>
          <a:prstGeom prst="rect">
            <a:avLst/>
          </a:prstGeom>
          <a:solidFill>
            <a:srgbClr val="A9C9E2"/>
          </a:solidFill>
          <a:ln w="6350">
            <a:solidFill>
              <a:srgbClr val="8FA89A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7271631" y="1608174"/>
            <a:ext cx="237820" cy="239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200" dirty="0"/>
          </a:p>
        </p:txBody>
      </p:sp>
      <p:sp>
        <p:nvSpPr>
          <p:cNvPr id="195" name="Shape 193"/>
          <p:cNvSpPr/>
          <p:nvPr/>
        </p:nvSpPr>
        <p:spPr>
          <a:xfrm rot="18900000">
            <a:off x="7020599" y="1940441"/>
            <a:ext cx="369942" cy="212651"/>
          </a:xfrm>
          <a:prstGeom prst="rightArrow">
            <a:avLst/>
          </a:prstGeom>
          <a:solidFill>
            <a:srgbClr val="3D9C3D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377329" y="1887278"/>
            <a:ext cx="118910" cy="119616"/>
          </a:xfrm>
          <a:prstGeom prst="triangle">
            <a:avLst/>
          </a:prstGeom>
          <a:solidFill>
            <a:srgbClr val="A50D1E"/>
          </a:solidFill>
          <a:ln/>
        </p:spPr>
      </p:sp>
      <p:sp>
        <p:nvSpPr>
          <p:cNvPr id="197" name="Shape 195"/>
          <p:cNvSpPr/>
          <p:nvPr/>
        </p:nvSpPr>
        <p:spPr>
          <a:xfrm>
            <a:off x="7469814" y="2020185"/>
            <a:ext cx="0" cy="478465"/>
          </a:xfrm>
          <a:prstGeom prst="line">
            <a:avLst/>
          </a:prstGeom>
          <a:noFill/>
          <a:ln w="9525">
            <a:solidFill>
              <a:srgbClr val="A9A5A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332736" y="5927648"/>
            <a:ext cx="2113954" cy="863895"/>
          </a:xfrm>
          <a:prstGeom prst="roundRect">
            <a:avLst>
              <a:gd name="adj" fmla="val 8468"/>
            </a:avLst>
          </a:prstGeom>
          <a:ln w="15875">
            <a:solidFill>
              <a:srgbClr val="4E7D52"/>
            </a:solidFill>
            <a:prstDash val="sysDot"/>
          </a:ln>
        </p:spPr>
      </p:sp>
      <p:sp>
        <p:nvSpPr>
          <p:cNvPr id="199" name="Shape 197"/>
          <p:cNvSpPr/>
          <p:nvPr/>
        </p:nvSpPr>
        <p:spPr>
          <a:xfrm>
            <a:off x="9623405" y="6087137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9623405" y="6206753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623405" y="6326369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9544131" y="6459276"/>
            <a:ext cx="343517" cy="15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1*d</a:t>
            </a:r>
            <a:endParaRPr lang="en-US" sz="850" dirty="0"/>
          </a:p>
        </p:txBody>
      </p:sp>
      <p:sp>
        <p:nvSpPr>
          <p:cNvPr id="203" name="Shape 201"/>
          <p:cNvSpPr/>
          <p:nvPr/>
        </p:nvSpPr>
        <p:spPr>
          <a:xfrm>
            <a:off x="9834800" y="6220044"/>
            <a:ext cx="237820" cy="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04" name="Shape 202"/>
          <p:cNvSpPr/>
          <p:nvPr/>
        </p:nvSpPr>
        <p:spPr>
          <a:xfrm>
            <a:off x="10099044" y="6060555"/>
            <a:ext cx="343517" cy="345558"/>
          </a:xfrm>
          <a:prstGeom prst="rect">
            <a:avLst/>
          </a:prstGeom>
          <a:solidFill>
            <a:srgbClr val="FFFBD1"/>
          </a:solidFill>
          <a:ln w="19050">
            <a:solidFill>
              <a:srgbClr val="C87A2A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10099044" y="6060555"/>
            <a:ext cx="343517" cy="345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300" dirty="0"/>
          </a:p>
        </p:txBody>
      </p:sp>
      <p:sp>
        <p:nvSpPr>
          <p:cNvPr id="206" name="Text 204"/>
          <p:cNvSpPr/>
          <p:nvPr/>
        </p:nvSpPr>
        <p:spPr>
          <a:xfrm>
            <a:off x="10046195" y="6432695"/>
            <a:ext cx="449215" cy="1461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d*d</a:t>
            </a:r>
            <a:endParaRPr lang="en-US" sz="850" dirty="0"/>
          </a:p>
        </p:txBody>
      </p:sp>
      <p:sp>
        <p:nvSpPr>
          <p:cNvPr id="207" name="Text 205"/>
          <p:cNvSpPr/>
          <p:nvPr/>
        </p:nvSpPr>
        <p:spPr>
          <a:xfrm>
            <a:off x="10495410" y="6140299"/>
            <a:ext cx="158547" cy="212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208" name="Shape 206"/>
          <p:cNvSpPr/>
          <p:nvPr/>
        </p:nvSpPr>
        <p:spPr>
          <a:xfrm>
            <a:off x="10838928" y="6087137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838928" y="6206753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838928" y="6326369"/>
            <a:ext cx="171759" cy="119616"/>
          </a:xfrm>
          <a:prstGeom prst="rect">
            <a:avLst/>
          </a:prstGeom>
          <a:solidFill>
            <a:srgbClr val="FFF3C4"/>
          </a:solidFill>
          <a:ln w="6350">
            <a:solidFill>
              <a:srgbClr val="C9C4B8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10759655" y="6459276"/>
            <a:ext cx="343517" cy="15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1*d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9623405" y="6605474"/>
            <a:ext cx="1717587" cy="15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950" dirty="0"/>
          </a:p>
        </p:txBody>
      </p:sp>
      <p:sp>
        <p:nvSpPr>
          <p:cNvPr id="213" name="Shape 211"/>
          <p:cNvSpPr/>
          <p:nvPr/>
        </p:nvSpPr>
        <p:spPr>
          <a:xfrm flipV="1">
            <a:off x="9702678" y="5263114"/>
            <a:ext cx="462427" cy="478465"/>
          </a:xfrm>
          <a:prstGeom prst="line">
            <a:avLst/>
          </a:prstGeom>
          <a:noFill/>
          <a:ln w="12700">
            <a:solidFill>
              <a:srgbClr val="A9A5A0"/>
            </a:solidFill>
            <a:prstDash val="sysDot"/>
          </a:ln>
        </p:spPr>
      </p:sp>
      <p:sp>
        <p:nvSpPr>
          <p:cNvPr id="214" name="Shape 212"/>
          <p:cNvSpPr/>
          <p:nvPr/>
        </p:nvSpPr>
        <p:spPr>
          <a:xfrm>
            <a:off x="10085832" y="5090335"/>
            <a:ext cx="158547" cy="132907"/>
          </a:xfrm>
          <a:prstGeom prst="triangle">
            <a:avLst/>
          </a:prstGeom>
          <a:solidFill>
            <a:srgbClr val="4E7D5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2026-10-12T00:56:44Z</dcterms:created>
  <dcterms:modified xsi:type="dcterms:W3CDTF">2026-10-12T00:56:44Z</dcterms:modified>
</cp:coreProperties>
</file>