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1.png"/><Relationship Id="rId4" Type="http://schemas.openxmlformats.org/officeDocument/2006/relationships/image" Target="../media/image-1-1.png"/><Relationship Id="rId5" Type="http://schemas.openxmlformats.org/officeDocument/2006/relationships/image" Target="../media/image-1-1.png"/><Relationship Id="rId6" Type="http://schemas.openxmlformats.org/officeDocument/2006/relationships/image" Target="../media/image-1-1.png"/><Relationship Id="rId7" Type="http://schemas.openxmlformats.org/officeDocument/2006/relationships/image" Target="../media/image-1-1.png"/><Relationship Id="rId8" Type="http://schemas.openxmlformats.org/officeDocument/2006/relationships/image" Target="../media/image-1-1.png"/><Relationship Id="rId9" Type="http://schemas.openxmlformats.org/officeDocument/2006/relationships/image" Target="../media/image-1-9.png"/><Relationship Id="rId10" Type="http://schemas.openxmlformats.org/officeDocument/2006/relationships/image" Target="../media/image-1-9.png"/><Relationship Id="rId11" Type="http://schemas.openxmlformats.org/officeDocument/2006/relationships/image" Target="../media/image-1-9.png"/><Relationship Id="rId12" Type="http://schemas.openxmlformats.org/officeDocument/2006/relationships/image" Target="../media/image-1-9.png"/><Relationship Id="rId13" Type="http://schemas.openxmlformats.org/officeDocument/2006/relationships/image" Target="../media/image-1-9.png"/><Relationship Id="rId14" Type="http://schemas.openxmlformats.org/officeDocument/2006/relationships/image" Target="../media/image-1-9.png"/><Relationship Id="rId15" Type="http://schemas.openxmlformats.org/officeDocument/2006/relationships/image" Target="../media/image-1-9.png"/><Relationship Id="rId16" Type="http://schemas.openxmlformats.org/officeDocument/2006/relationships/image" Target="../media/image-1-9.png"/><Relationship Id="rId17" Type="http://schemas.openxmlformats.org/officeDocument/2006/relationships/image" Target="../media/image-1-9.png"/><Relationship Id="rId18" Type="http://schemas.openxmlformats.org/officeDocument/2006/relationships/image" Target="../media/image-1-9.png"/><Relationship Id="rId19" Type="http://schemas.openxmlformats.org/officeDocument/2006/relationships/image" Target="../media/image-1-9.png"/><Relationship Id="rId20" Type="http://schemas.openxmlformats.org/officeDocument/2006/relationships/image" Target="../media/image-1-9.png"/><Relationship Id="rId21" Type="http://schemas.openxmlformats.org/officeDocument/2006/relationships/image" Target="../media/image-1-9.png"/><Relationship Id="rId22" Type="http://schemas.openxmlformats.org/officeDocument/2006/relationships/image" Target="../media/image-1-9.png"/><Relationship Id="rId23" Type="http://schemas.openxmlformats.org/officeDocument/2006/relationships/image" Target="../media/image-1-9.png"/><Relationship Id="rId24" Type="http://schemas.openxmlformats.org/officeDocument/2006/relationships/image" Target="../media/image-1-9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07540" y="845491"/>
            <a:ext cx="914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8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Connections and Normalization</a:t>
            </a:r>
            <a:endParaRPr lang="en-US" sz="2830" dirty="0"/>
          </a:p>
        </p:txBody>
      </p:sp>
      <p:sp>
        <p:nvSpPr>
          <p:cNvPr id="6" name="Shape 4"/>
          <p:cNvSpPr/>
          <p:nvPr/>
        </p:nvSpPr>
        <p:spPr>
          <a:xfrm>
            <a:off x="1009650" y="1461770"/>
            <a:ext cx="10133330" cy="167386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6810" y="1511243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Residual Connection: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137410" y="1776673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Embedding + Positional Information   [First Transformer Block]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2151380" y="2016703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of Previous Transformer Block      [Stacked Transformer Blocks]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46810" y="2547563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“LAYER” Normalization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2151380" y="2800293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Encoded Vectors of Input Sequence   [With Same Input Vectors Dimension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12140" y="3308350"/>
            <a:ext cx="10939780" cy="348361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7560" y="3774440"/>
            <a:ext cx="10675620" cy="1023620"/>
          </a:xfrm>
          <a:prstGeom prst="roundRect">
            <a:avLst>
              <a:gd name="adj" fmla="val 7146"/>
            </a:avLst>
          </a:prstGeom>
          <a:solidFill>
            <a:srgbClr val="E2EFDA"/>
          </a:solidFill>
          <a:ln w="15875">
            <a:solidFill>
              <a:srgbClr val="00B050"/>
            </a:solidFill>
            <a:prstDash val="dashDot"/>
          </a:ln>
        </p:spPr>
      </p:sp>
      <p:sp>
        <p:nvSpPr>
          <p:cNvPr id="14" name="Shape 12"/>
          <p:cNvSpPr/>
          <p:nvPr/>
        </p:nvSpPr>
        <p:spPr>
          <a:xfrm>
            <a:off x="2063750" y="3934460"/>
            <a:ext cx="9118600" cy="318770"/>
          </a:xfrm>
          <a:prstGeom prst="rect">
            <a:avLst/>
          </a:prstGeom>
          <a:solidFill>
            <a:srgbClr val="D9D9D9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63750" y="3934460"/>
            <a:ext cx="9118600" cy="31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Normalization</a:t>
            </a:r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(NOT Batch Normalization)</a:t>
            </a:r>
            <a:endParaRPr lang="en-US" sz="1600" dirty="0"/>
          </a:p>
        </p:txBody>
      </p:sp>
      <p:pic>
        <p:nvPicPr>
          <p:cNvPr id="16" name="Image 0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4830" y="4457700"/>
            <a:ext cx="685800" cy="1892300"/>
          </a:xfrm>
          <a:prstGeom prst="rect">
            <a:avLst/>
          </a:prstGeom>
        </p:spPr>
      </p:pic>
      <p:pic>
        <p:nvPicPr>
          <p:cNvPr id="17" name="Image 1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410" y="4457700"/>
            <a:ext cx="685800" cy="1892300"/>
          </a:xfrm>
          <a:prstGeom prst="rect">
            <a:avLst/>
          </a:prstGeom>
        </p:spPr>
      </p:pic>
      <p:pic>
        <p:nvPicPr>
          <p:cNvPr id="18" name="Image 2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610" y="4457700"/>
            <a:ext cx="685800" cy="1892300"/>
          </a:xfrm>
          <a:prstGeom prst="rect">
            <a:avLst/>
          </a:prstGeom>
        </p:spPr>
      </p:pic>
      <p:pic>
        <p:nvPicPr>
          <p:cNvPr id="19" name="Image 3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4457700"/>
            <a:ext cx="685800" cy="1892300"/>
          </a:xfrm>
          <a:prstGeom prst="rect">
            <a:avLst/>
          </a:prstGeom>
        </p:spPr>
      </p:pic>
      <p:pic>
        <p:nvPicPr>
          <p:cNvPr id="20" name="Image 4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060" y="4457700"/>
            <a:ext cx="685800" cy="1892300"/>
          </a:xfrm>
          <a:prstGeom prst="rect">
            <a:avLst/>
          </a:prstGeom>
        </p:spPr>
      </p:pic>
      <p:pic>
        <p:nvPicPr>
          <p:cNvPr id="21" name="Image 5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0670" y="4457700"/>
            <a:ext cx="685800" cy="1892300"/>
          </a:xfrm>
          <a:prstGeom prst="rect">
            <a:avLst/>
          </a:prstGeom>
        </p:spPr>
      </p:pic>
      <p:pic>
        <p:nvPicPr>
          <p:cNvPr id="22" name="Image 6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1460" y="4457700"/>
            <a:ext cx="685800" cy="1892300"/>
          </a:xfrm>
          <a:prstGeom prst="rect">
            <a:avLst/>
          </a:prstGeom>
        </p:spPr>
      </p:pic>
      <p:pic>
        <p:nvPicPr>
          <p:cNvPr id="23" name="Image 7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9360" y="4457700"/>
            <a:ext cx="685800" cy="189230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1946910" y="5328920"/>
            <a:ext cx="9486900" cy="651510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25" name="Text 15"/>
          <p:cNvSpPr/>
          <p:nvPr/>
        </p:nvSpPr>
        <p:spPr>
          <a:xfrm>
            <a:off x="1946910" y="5328920"/>
            <a:ext cx="948690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Block</a:t>
            </a:r>
            <a:endParaRPr lang="en-US" sz="1800" dirty="0"/>
          </a:p>
        </p:txBody>
      </p:sp>
      <p:sp>
        <p:nvSpPr>
          <p:cNvPr id="26" name="Shape 16"/>
          <p:cNvSpPr/>
          <p:nvPr/>
        </p:nvSpPr>
        <p:spPr>
          <a:xfrm>
            <a:off x="215773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7" name="Shape 17"/>
          <p:cNvSpPr/>
          <p:nvPr/>
        </p:nvSpPr>
        <p:spPr>
          <a:xfrm>
            <a:off x="231648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8" name="Shape 18"/>
          <p:cNvSpPr/>
          <p:nvPr/>
        </p:nvSpPr>
        <p:spPr>
          <a:xfrm>
            <a:off x="247523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263398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231013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31" name="Shape 21"/>
          <p:cNvSpPr/>
          <p:nvPr/>
        </p:nvSpPr>
        <p:spPr>
          <a:xfrm>
            <a:off x="311531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327406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343281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359156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326771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Shape 26"/>
          <p:cNvSpPr/>
          <p:nvPr/>
        </p:nvSpPr>
        <p:spPr>
          <a:xfrm>
            <a:off x="408051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423926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439801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455676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423291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Shape 31"/>
          <p:cNvSpPr/>
          <p:nvPr/>
        </p:nvSpPr>
        <p:spPr>
          <a:xfrm>
            <a:off x="505206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521081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536956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552831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520446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6" name="Shape 36"/>
          <p:cNvSpPr/>
          <p:nvPr/>
        </p:nvSpPr>
        <p:spPr>
          <a:xfrm>
            <a:off x="602996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618871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634746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650621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618236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51" name="Shape 41"/>
          <p:cNvSpPr/>
          <p:nvPr/>
        </p:nvSpPr>
        <p:spPr>
          <a:xfrm>
            <a:off x="697357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>
            <a:off x="713232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" name="Shape 43"/>
          <p:cNvSpPr/>
          <p:nvPr/>
        </p:nvSpPr>
        <p:spPr>
          <a:xfrm>
            <a:off x="729107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744982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5" name="Text 45"/>
          <p:cNvSpPr/>
          <p:nvPr/>
        </p:nvSpPr>
        <p:spPr>
          <a:xfrm>
            <a:off x="712597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56" name="Shape 46"/>
          <p:cNvSpPr/>
          <p:nvPr/>
        </p:nvSpPr>
        <p:spPr>
          <a:xfrm>
            <a:off x="948436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7" name="Shape 47"/>
          <p:cNvSpPr/>
          <p:nvPr/>
        </p:nvSpPr>
        <p:spPr>
          <a:xfrm>
            <a:off x="964311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8" name="Shape 48"/>
          <p:cNvSpPr/>
          <p:nvPr/>
        </p:nvSpPr>
        <p:spPr>
          <a:xfrm>
            <a:off x="980186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9" name="Shape 49"/>
          <p:cNvSpPr/>
          <p:nvPr/>
        </p:nvSpPr>
        <p:spPr>
          <a:xfrm>
            <a:off x="996061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" name="Text 50"/>
          <p:cNvSpPr/>
          <p:nvPr/>
        </p:nvSpPr>
        <p:spPr>
          <a:xfrm>
            <a:off x="963676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61" name="Shape 51"/>
          <p:cNvSpPr/>
          <p:nvPr/>
        </p:nvSpPr>
        <p:spPr>
          <a:xfrm>
            <a:off x="1046226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" name="Shape 52"/>
          <p:cNvSpPr/>
          <p:nvPr/>
        </p:nvSpPr>
        <p:spPr>
          <a:xfrm>
            <a:off x="1062101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1077976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4" name="Shape 54"/>
          <p:cNvSpPr/>
          <p:nvPr/>
        </p:nvSpPr>
        <p:spPr>
          <a:xfrm>
            <a:off x="1093851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5" name="Text 55"/>
          <p:cNvSpPr/>
          <p:nvPr/>
        </p:nvSpPr>
        <p:spPr>
          <a:xfrm>
            <a:off x="1061466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66" name="Shape 56"/>
          <p:cNvSpPr/>
          <p:nvPr/>
        </p:nvSpPr>
        <p:spPr>
          <a:xfrm>
            <a:off x="8009890" y="351917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7" name="Shape 57"/>
          <p:cNvSpPr/>
          <p:nvPr/>
        </p:nvSpPr>
        <p:spPr>
          <a:xfrm>
            <a:off x="8256270" y="351917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8" name="Shape 58"/>
          <p:cNvSpPr/>
          <p:nvPr/>
        </p:nvSpPr>
        <p:spPr>
          <a:xfrm>
            <a:off x="8492490" y="351917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9" name="Shape 59"/>
          <p:cNvSpPr/>
          <p:nvPr/>
        </p:nvSpPr>
        <p:spPr>
          <a:xfrm>
            <a:off x="8729980" y="351917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70" name="Shape 60"/>
          <p:cNvSpPr/>
          <p:nvPr/>
        </p:nvSpPr>
        <p:spPr>
          <a:xfrm>
            <a:off x="8936990" y="351917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71" name="Shape 61"/>
          <p:cNvSpPr/>
          <p:nvPr/>
        </p:nvSpPr>
        <p:spPr>
          <a:xfrm>
            <a:off x="215773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2" name="Shape 62"/>
          <p:cNvSpPr/>
          <p:nvPr/>
        </p:nvSpPr>
        <p:spPr>
          <a:xfrm>
            <a:off x="231648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3" name="Shape 63"/>
          <p:cNvSpPr/>
          <p:nvPr/>
        </p:nvSpPr>
        <p:spPr>
          <a:xfrm>
            <a:off x="247523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4" name="Shape 64"/>
          <p:cNvSpPr/>
          <p:nvPr/>
        </p:nvSpPr>
        <p:spPr>
          <a:xfrm>
            <a:off x="263398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5" name="Text 65"/>
          <p:cNvSpPr/>
          <p:nvPr/>
        </p:nvSpPr>
        <p:spPr>
          <a:xfrm>
            <a:off x="231013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6" name="Shape 66"/>
          <p:cNvSpPr/>
          <p:nvPr/>
        </p:nvSpPr>
        <p:spPr>
          <a:xfrm>
            <a:off x="311531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7" name="Shape 67"/>
          <p:cNvSpPr/>
          <p:nvPr/>
        </p:nvSpPr>
        <p:spPr>
          <a:xfrm>
            <a:off x="327406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8" name="Shape 68"/>
          <p:cNvSpPr/>
          <p:nvPr/>
        </p:nvSpPr>
        <p:spPr>
          <a:xfrm>
            <a:off x="343281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9" name="Shape 69"/>
          <p:cNvSpPr/>
          <p:nvPr/>
        </p:nvSpPr>
        <p:spPr>
          <a:xfrm>
            <a:off x="359156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0" name="Text 70"/>
          <p:cNvSpPr/>
          <p:nvPr/>
        </p:nvSpPr>
        <p:spPr>
          <a:xfrm>
            <a:off x="326771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1" name="Shape 71"/>
          <p:cNvSpPr/>
          <p:nvPr/>
        </p:nvSpPr>
        <p:spPr>
          <a:xfrm>
            <a:off x="408051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2" name="Shape 72"/>
          <p:cNvSpPr/>
          <p:nvPr/>
        </p:nvSpPr>
        <p:spPr>
          <a:xfrm>
            <a:off x="423926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3" name="Shape 73"/>
          <p:cNvSpPr/>
          <p:nvPr/>
        </p:nvSpPr>
        <p:spPr>
          <a:xfrm>
            <a:off x="439801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4" name="Shape 74"/>
          <p:cNvSpPr/>
          <p:nvPr/>
        </p:nvSpPr>
        <p:spPr>
          <a:xfrm>
            <a:off x="455676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5" name="Text 75"/>
          <p:cNvSpPr/>
          <p:nvPr/>
        </p:nvSpPr>
        <p:spPr>
          <a:xfrm>
            <a:off x="423291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6" name="Shape 76"/>
          <p:cNvSpPr/>
          <p:nvPr/>
        </p:nvSpPr>
        <p:spPr>
          <a:xfrm>
            <a:off x="505206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7" name="Shape 77"/>
          <p:cNvSpPr/>
          <p:nvPr/>
        </p:nvSpPr>
        <p:spPr>
          <a:xfrm>
            <a:off x="521081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8" name="Shape 78"/>
          <p:cNvSpPr/>
          <p:nvPr/>
        </p:nvSpPr>
        <p:spPr>
          <a:xfrm>
            <a:off x="536956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9" name="Shape 79"/>
          <p:cNvSpPr/>
          <p:nvPr/>
        </p:nvSpPr>
        <p:spPr>
          <a:xfrm>
            <a:off x="552831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0" name="Text 80"/>
          <p:cNvSpPr/>
          <p:nvPr/>
        </p:nvSpPr>
        <p:spPr>
          <a:xfrm>
            <a:off x="520446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91" name="Shape 81"/>
          <p:cNvSpPr/>
          <p:nvPr/>
        </p:nvSpPr>
        <p:spPr>
          <a:xfrm>
            <a:off x="602996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2" name="Shape 82"/>
          <p:cNvSpPr/>
          <p:nvPr/>
        </p:nvSpPr>
        <p:spPr>
          <a:xfrm>
            <a:off x="618871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3" name="Shape 83"/>
          <p:cNvSpPr/>
          <p:nvPr/>
        </p:nvSpPr>
        <p:spPr>
          <a:xfrm>
            <a:off x="634746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4" name="Shape 84"/>
          <p:cNvSpPr/>
          <p:nvPr/>
        </p:nvSpPr>
        <p:spPr>
          <a:xfrm>
            <a:off x="650621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5" name="Text 85"/>
          <p:cNvSpPr/>
          <p:nvPr/>
        </p:nvSpPr>
        <p:spPr>
          <a:xfrm>
            <a:off x="618236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96" name="Shape 86"/>
          <p:cNvSpPr/>
          <p:nvPr/>
        </p:nvSpPr>
        <p:spPr>
          <a:xfrm>
            <a:off x="697357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7" name="Shape 87"/>
          <p:cNvSpPr/>
          <p:nvPr/>
        </p:nvSpPr>
        <p:spPr>
          <a:xfrm>
            <a:off x="713232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8" name="Shape 88"/>
          <p:cNvSpPr/>
          <p:nvPr/>
        </p:nvSpPr>
        <p:spPr>
          <a:xfrm>
            <a:off x="729107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9" name="Shape 89"/>
          <p:cNvSpPr/>
          <p:nvPr/>
        </p:nvSpPr>
        <p:spPr>
          <a:xfrm>
            <a:off x="744982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0" name="Text 90"/>
          <p:cNvSpPr/>
          <p:nvPr/>
        </p:nvSpPr>
        <p:spPr>
          <a:xfrm>
            <a:off x="712597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101" name="Shape 91"/>
          <p:cNvSpPr/>
          <p:nvPr/>
        </p:nvSpPr>
        <p:spPr>
          <a:xfrm>
            <a:off x="948436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2" name="Shape 92"/>
          <p:cNvSpPr/>
          <p:nvPr/>
        </p:nvSpPr>
        <p:spPr>
          <a:xfrm>
            <a:off x="964311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3" name="Shape 93"/>
          <p:cNvSpPr/>
          <p:nvPr/>
        </p:nvSpPr>
        <p:spPr>
          <a:xfrm>
            <a:off x="980186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4" name="Shape 94"/>
          <p:cNvSpPr/>
          <p:nvPr/>
        </p:nvSpPr>
        <p:spPr>
          <a:xfrm>
            <a:off x="996061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5" name="Text 95"/>
          <p:cNvSpPr/>
          <p:nvPr/>
        </p:nvSpPr>
        <p:spPr>
          <a:xfrm>
            <a:off x="963676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106" name="Shape 96"/>
          <p:cNvSpPr/>
          <p:nvPr/>
        </p:nvSpPr>
        <p:spPr>
          <a:xfrm>
            <a:off x="1046226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7" name="Shape 97"/>
          <p:cNvSpPr/>
          <p:nvPr/>
        </p:nvSpPr>
        <p:spPr>
          <a:xfrm>
            <a:off x="1062101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8" name="Shape 98"/>
          <p:cNvSpPr/>
          <p:nvPr/>
        </p:nvSpPr>
        <p:spPr>
          <a:xfrm>
            <a:off x="1077976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9" name="Shape 99"/>
          <p:cNvSpPr/>
          <p:nvPr/>
        </p:nvSpPr>
        <p:spPr>
          <a:xfrm>
            <a:off x="1093851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10" name="Text 100"/>
          <p:cNvSpPr/>
          <p:nvPr/>
        </p:nvSpPr>
        <p:spPr>
          <a:xfrm>
            <a:off x="1061466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111" name="Shape 101"/>
          <p:cNvSpPr/>
          <p:nvPr/>
        </p:nvSpPr>
        <p:spPr>
          <a:xfrm>
            <a:off x="8009890" y="492125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12" name="Shape 102"/>
          <p:cNvSpPr/>
          <p:nvPr/>
        </p:nvSpPr>
        <p:spPr>
          <a:xfrm>
            <a:off x="8256270" y="492125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13" name="Shape 103"/>
          <p:cNvSpPr/>
          <p:nvPr/>
        </p:nvSpPr>
        <p:spPr>
          <a:xfrm>
            <a:off x="8492490" y="492125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14" name="Shape 104"/>
          <p:cNvSpPr/>
          <p:nvPr/>
        </p:nvSpPr>
        <p:spPr>
          <a:xfrm>
            <a:off x="8729980" y="492125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15" name="Shape 105"/>
          <p:cNvSpPr/>
          <p:nvPr/>
        </p:nvSpPr>
        <p:spPr>
          <a:xfrm>
            <a:off x="8936990" y="492125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16" name="Shape 106"/>
          <p:cNvSpPr/>
          <p:nvPr/>
        </p:nvSpPr>
        <p:spPr>
          <a:xfrm>
            <a:off x="215773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17" name="Shape 107"/>
          <p:cNvSpPr/>
          <p:nvPr/>
        </p:nvSpPr>
        <p:spPr>
          <a:xfrm>
            <a:off x="231648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18" name="Shape 108"/>
          <p:cNvSpPr/>
          <p:nvPr/>
        </p:nvSpPr>
        <p:spPr>
          <a:xfrm>
            <a:off x="247523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19" name="Shape 109"/>
          <p:cNvSpPr/>
          <p:nvPr/>
        </p:nvSpPr>
        <p:spPr>
          <a:xfrm>
            <a:off x="263398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0" name="Text 110"/>
          <p:cNvSpPr/>
          <p:nvPr/>
        </p:nvSpPr>
        <p:spPr>
          <a:xfrm>
            <a:off x="231013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1" name="Shape 111"/>
          <p:cNvSpPr/>
          <p:nvPr/>
        </p:nvSpPr>
        <p:spPr>
          <a:xfrm>
            <a:off x="311531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2" name="Shape 112"/>
          <p:cNvSpPr/>
          <p:nvPr/>
        </p:nvSpPr>
        <p:spPr>
          <a:xfrm>
            <a:off x="327406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3" name="Shape 113"/>
          <p:cNvSpPr/>
          <p:nvPr/>
        </p:nvSpPr>
        <p:spPr>
          <a:xfrm>
            <a:off x="343281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4" name="Shape 114"/>
          <p:cNvSpPr/>
          <p:nvPr/>
        </p:nvSpPr>
        <p:spPr>
          <a:xfrm>
            <a:off x="359156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5" name="Text 115"/>
          <p:cNvSpPr/>
          <p:nvPr/>
        </p:nvSpPr>
        <p:spPr>
          <a:xfrm>
            <a:off x="326771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6" name="Shape 116"/>
          <p:cNvSpPr/>
          <p:nvPr/>
        </p:nvSpPr>
        <p:spPr>
          <a:xfrm>
            <a:off x="408051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7" name="Shape 117"/>
          <p:cNvSpPr/>
          <p:nvPr/>
        </p:nvSpPr>
        <p:spPr>
          <a:xfrm>
            <a:off x="423926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8" name="Shape 118"/>
          <p:cNvSpPr/>
          <p:nvPr/>
        </p:nvSpPr>
        <p:spPr>
          <a:xfrm>
            <a:off x="439801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9" name="Shape 119"/>
          <p:cNvSpPr/>
          <p:nvPr/>
        </p:nvSpPr>
        <p:spPr>
          <a:xfrm>
            <a:off x="455676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0" name="Text 120"/>
          <p:cNvSpPr/>
          <p:nvPr/>
        </p:nvSpPr>
        <p:spPr>
          <a:xfrm>
            <a:off x="423291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1" name="Shape 121"/>
          <p:cNvSpPr/>
          <p:nvPr/>
        </p:nvSpPr>
        <p:spPr>
          <a:xfrm>
            <a:off x="505206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2" name="Shape 122"/>
          <p:cNvSpPr/>
          <p:nvPr/>
        </p:nvSpPr>
        <p:spPr>
          <a:xfrm>
            <a:off x="521081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3" name="Shape 123"/>
          <p:cNvSpPr/>
          <p:nvPr/>
        </p:nvSpPr>
        <p:spPr>
          <a:xfrm>
            <a:off x="536956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4" name="Shape 124"/>
          <p:cNvSpPr/>
          <p:nvPr/>
        </p:nvSpPr>
        <p:spPr>
          <a:xfrm>
            <a:off x="552831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5" name="Text 125"/>
          <p:cNvSpPr/>
          <p:nvPr/>
        </p:nvSpPr>
        <p:spPr>
          <a:xfrm>
            <a:off x="520446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36" name="Shape 126"/>
          <p:cNvSpPr/>
          <p:nvPr/>
        </p:nvSpPr>
        <p:spPr>
          <a:xfrm>
            <a:off x="602996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7" name="Shape 127"/>
          <p:cNvSpPr/>
          <p:nvPr/>
        </p:nvSpPr>
        <p:spPr>
          <a:xfrm>
            <a:off x="618871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8" name="Shape 128"/>
          <p:cNvSpPr/>
          <p:nvPr/>
        </p:nvSpPr>
        <p:spPr>
          <a:xfrm>
            <a:off x="634746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9" name="Shape 129"/>
          <p:cNvSpPr/>
          <p:nvPr/>
        </p:nvSpPr>
        <p:spPr>
          <a:xfrm>
            <a:off x="650621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0" name="Text 130"/>
          <p:cNvSpPr/>
          <p:nvPr/>
        </p:nvSpPr>
        <p:spPr>
          <a:xfrm>
            <a:off x="618236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41" name="Shape 131"/>
          <p:cNvSpPr/>
          <p:nvPr/>
        </p:nvSpPr>
        <p:spPr>
          <a:xfrm>
            <a:off x="697357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2" name="Shape 132"/>
          <p:cNvSpPr/>
          <p:nvPr/>
        </p:nvSpPr>
        <p:spPr>
          <a:xfrm>
            <a:off x="713232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3" name="Shape 133"/>
          <p:cNvSpPr/>
          <p:nvPr/>
        </p:nvSpPr>
        <p:spPr>
          <a:xfrm>
            <a:off x="729107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4" name="Shape 134"/>
          <p:cNvSpPr/>
          <p:nvPr/>
        </p:nvSpPr>
        <p:spPr>
          <a:xfrm>
            <a:off x="744982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5" name="Text 135"/>
          <p:cNvSpPr/>
          <p:nvPr/>
        </p:nvSpPr>
        <p:spPr>
          <a:xfrm>
            <a:off x="712597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146" name="Shape 136"/>
          <p:cNvSpPr/>
          <p:nvPr/>
        </p:nvSpPr>
        <p:spPr>
          <a:xfrm>
            <a:off x="948436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7" name="Shape 137"/>
          <p:cNvSpPr/>
          <p:nvPr/>
        </p:nvSpPr>
        <p:spPr>
          <a:xfrm>
            <a:off x="964311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8" name="Shape 138"/>
          <p:cNvSpPr/>
          <p:nvPr/>
        </p:nvSpPr>
        <p:spPr>
          <a:xfrm>
            <a:off x="980186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9" name="Shape 139"/>
          <p:cNvSpPr/>
          <p:nvPr/>
        </p:nvSpPr>
        <p:spPr>
          <a:xfrm>
            <a:off x="996061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50" name="Text 140"/>
          <p:cNvSpPr/>
          <p:nvPr/>
        </p:nvSpPr>
        <p:spPr>
          <a:xfrm>
            <a:off x="963676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151" name="Shape 141"/>
          <p:cNvSpPr/>
          <p:nvPr/>
        </p:nvSpPr>
        <p:spPr>
          <a:xfrm>
            <a:off x="1046226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52" name="Shape 142"/>
          <p:cNvSpPr/>
          <p:nvPr/>
        </p:nvSpPr>
        <p:spPr>
          <a:xfrm>
            <a:off x="1062101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53" name="Shape 143"/>
          <p:cNvSpPr/>
          <p:nvPr/>
        </p:nvSpPr>
        <p:spPr>
          <a:xfrm>
            <a:off x="1077976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54" name="Shape 144"/>
          <p:cNvSpPr/>
          <p:nvPr/>
        </p:nvSpPr>
        <p:spPr>
          <a:xfrm>
            <a:off x="1093851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55" name="Text 145"/>
          <p:cNvSpPr/>
          <p:nvPr/>
        </p:nvSpPr>
        <p:spPr>
          <a:xfrm>
            <a:off x="1061466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156" name="Shape 146"/>
          <p:cNvSpPr/>
          <p:nvPr/>
        </p:nvSpPr>
        <p:spPr>
          <a:xfrm>
            <a:off x="8009890" y="628269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57" name="Shape 147"/>
          <p:cNvSpPr/>
          <p:nvPr/>
        </p:nvSpPr>
        <p:spPr>
          <a:xfrm>
            <a:off x="8256270" y="628269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58" name="Shape 148"/>
          <p:cNvSpPr/>
          <p:nvPr/>
        </p:nvSpPr>
        <p:spPr>
          <a:xfrm>
            <a:off x="8492490" y="628269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59" name="Shape 149"/>
          <p:cNvSpPr/>
          <p:nvPr/>
        </p:nvSpPr>
        <p:spPr>
          <a:xfrm>
            <a:off x="8729980" y="628269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60" name="Shape 150"/>
          <p:cNvSpPr/>
          <p:nvPr/>
        </p:nvSpPr>
        <p:spPr>
          <a:xfrm>
            <a:off x="8936990" y="628269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61" name="Shape 151"/>
          <p:cNvSpPr/>
          <p:nvPr/>
        </p:nvSpPr>
        <p:spPr>
          <a:xfrm>
            <a:off x="237617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62" name="Text 152"/>
          <p:cNvSpPr/>
          <p:nvPr/>
        </p:nvSpPr>
        <p:spPr>
          <a:xfrm>
            <a:off x="237617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63" name="Shape 153"/>
          <p:cNvSpPr/>
          <p:nvPr/>
        </p:nvSpPr>
        <p:spPr>
          <a:xfrm>
            <a:off x="333375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64" name="Text 154"/>
          <p:cNvSpPr/>
          <p:nvPr/>
        </p:nvSpPr>
        <p:spPr>
          <a:xfrm>
            <a:off x="333375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65" name="Shape 155"/>
          <p:cNvSpPr/>
          <p:nvPr/>
        </p:nvSpPr>
        <p:spPr>
          <a:xfrm>
            <a:off x="429895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66" name="Text 156"/>
          <p:cNvSpPr/>
          <p:nvPr/>
        </p:nvSpPr>
        <p:spPr>
          <a:xfrm>
            <a:off x="429895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67" name="Shape 157"/>
          <p:cNvSpPr/>
          <p:nvPr/>
        </p:nvSpPr>
        <p:spPr>
          <a:xfrm>
            <a:off x="527050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68" name="Text 158"/>
          <p:cNvSpPr/>
          <p:nvPr/>
        </p:nvSpPr>
        <p:spPr>
          <a:xfrm>
            <a:off x="527050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69" name="Shape 159"/>
          <p:cNvSpPr/>
          <p:nvPr/>
        </p:nvSpPr>
        <p:spPr>
          <a:xfrm>
            <a:off x="624840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70" name="Text 160"/>
          <p:cNvSpPr/>
          <p:nvPr/>
        </p:nvSpPr>
        <p:spPr>
          <a:xfrm>
            <a:off x="624840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71" name="Shape 161"/>
          <p:cNvSpPr/>
          <p:nvPr/>
        </p:nvSpPr>
        <p:spPr>
          <a:xfrm>
            <a:off x="719201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72" name="Text 162"/>
          <p:cNvSpPr/>
          <p:nvPr/>
        </p:nvSpPr>
        <p:spPr>
          <a:xfrm>
            <a:off x="719201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73" name="Shape 163"/>
          <p:cNvSpPr/>
          <p:nvPr/>
        </p:nvSpPr>
        <p:spPr>
          <a:xfrm>
            <a:off x="970280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74" name="Text 164"/>
          <p:cNvSpPr/>
          <p:nvPr/>
        </p:nvSpPr>
        <p:spPr>
          <a:xfrm>
            <a:off x="970280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75" name="Shape 165"/>
          <p:cNvSpPr/>
          <p:nvPr/>
        </p:nvSpPr>
        <p:spPr>
          <a:xfrm>
            <a:off x="1068070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76" name="Text 166"/>
          <p:cNvSpPr/>
          <p:nvPr/>
        </p:nvSpPr>
        <p:spPr>
          <a:xfrm>
            <a:off x="1068070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77" name="Shape 167"/>
          <p:cNvSpPr/>
          <p:nvPr/>
        </p:nvSpPr>
        <p:spPr>
          <a:xfrm>
            <a:off x="247523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78" name="Shape 168"/>
          <p:cNvSpPr/>
          <p:nvPr/>
        </p:nvSpPr>
        <p:spPr>
          <a:xfrm>
            <a:off x="247523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79" name="Shape 169"/>
          <p:cNvSpPr/>
          <p:nvPr/>
        </p:nvSpPr>
        <p:spPr>
          <a:xfrm>
            <a:off x="247523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80" name="Shape 170"/>
          <p:cNvSpPr/>
          <p:nvPr/>
        </p:nvSpPr>
        <p:spPr>
          <a:xfrm>
            <a:off x="343281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81" name="Shape 171"/>
          <p:cNvSpPr/>
          <p:nvPr/>
        </p:nvSpPr>
        <p:spPr>
          <a:xfrm>
            <a:off x="343281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82" name="Shape 172"/>
          <p:cNvSpPr/>
          <p:nvPr/>
        </p:nvSpPr>
        <p:spPr>
          <a:xfrm>
            <a:off x="343281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83" name="Shape 173"/>
          <p:cNvSpPr/>
          <p:nvPr/>
        </p:nvSpPr>
        <p:spPr>
          <a:xfrm>
            <a:off x="439801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84" name="Shape 174"/>
          <p:cNvSpPr/>
          <p:nvPr/>
        </p:nvSpPr>
        <p:spPr>
          <a:xfrm>
            <a:off x="439801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85" name="Shape 175"/>
          <p:cNvSpPr/>
          <p:nvPr/>
        </p:nvSpPr>
        <p:spPr>
          <a:xfrm>
            <a:off x="439801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86" name="Shape 176"/>
          <p:cNvSpPr/>
          <p:nvPr/>
        </p:nvSpPr>
        <p:spPr>
          <a:xfrm>
            <a:off x="536956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87" name="Shape 177"/>
          <p:cNvSpPr/>
          <p:nvPr/>
        </p:nvSpPr>
        <p:spPr>
          <a:xfrm>
            <a:off x="536956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88" name="Shape 178"/>
          <p:cNvSpPr/>
          <p:nvPr/>
        </p:nvSpPr>
        <p:spPr>
          <a:xfrm>
            <a:off x="536956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89" name="Shape 179"/>
          <p:cNvSpPr/>
          <p:nvPr/>
        </p:nvSpPr>
        <p:spPr>
          <a:xfrm>
            <a:off x="634746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90" name="Shape 180"/>
          <p:cNvSpPr/>
          <p:nvPr/>
        </p:nvSpPr>
        <p:spPr>
          <a:xfrm>
            <a:off x="634746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91" name="Shape 181"/>
          <p:cNvSpPr/>
          <p:nvPr/>
        </p:nvSpPr>
        <p:spPr>
          <a:xfrm>
            <a:off x="634746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92" name="Shape 182"/>
          <p:cNvSpPr/>
          <p:nvPr/>
        </p:nvSpPr>
        <p:spPr>
          <a:xfrm>
            <a:off x="729107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93" name="Shape 183"/>
          <p:cNvSpPr/>
          <p:nvPr/>
        </p:nvSpPr>
        <p:spPr>
          <a:xfrm>
            <a:off x="729107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94" name="Shape 184"/>
          <p:cNvSpPr/>
          <p:nvPr/>
        </p:nvSpPr>
        <p:spPr>
          <a:xfrm>
            <a:off x="729107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95" name="Shape 185"/>
          <p:cNvSpPr/>
          <p:nvPr/>
        </p:nvSpPr>
        <p:spPr>
          <a:xfrm>
            <a:off x="980186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96" name="Shape 186"/>
          <p:cNvSpPr/>
          <p:nvPr/>
        </p:nvSpPr>
        <p:spPr>
          <a:xfrm>
            <a:off x="980186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97" name="Shape 187"/>
          <p:cNvSpPr/>
          <p:nvPr/>
        </p:nvSpPr>
        <p:spPr>
          <a:xfrm>
            <a:off x="980186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98" name="Shape 188"/>
          <p:cNvSpPr/>
          <p:nvPr/>
        </p:nvSpPr>
        <p:spPr>
          <a:xfrm>
            <a:off x="1077976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99" name="Shape 189"/>
          <p:cNvSpPr/>
          <p:nvPr/>
        </p:nvSpPr>
        <p:spPr>
          <a:xfrm>
            <a:off x="1077976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200" name="Shape 190"/>
          <p:cNvSpPr/>
          <p:nvPr/>
        </p:nvSpPr>
        <p:spPr>
          <a:xfrm>
            <a:off x="1077976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pic>
        <p:nvPicPr>
          <p:cNvPr id="201" name="Image 8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8555" y="5076190"/>
            <a:ext cx="133350" cy="254000"/>
          </a:xfrm>
          <a:prstGeom prst="rect">
            <a:avLst/>
          </a:prstGeom>
        </p:spPr>
      </p:pic>
      <p:pic>
        <p:nvPicPr>
          <p:cNvPr id="202" name="Image 9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08555" y="5980430"/>
            <a:ext cx="133350" cy="254000"/>
          </a:xfrm>
          <a:prstGeom prst="rect">
            <a:avLst/>
          </a:prstGeom>
        </p:spPr>
      </p:pic>
      <p:pic>
        <p:nvPicPr>
          <p:cNvPr id="203" name="Image 10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66135" y="5076190"/>
            <a:ext cx="133350" cy="254000"/>
          </a:xfrm>
          <a:prstGeom prst="rect">
            <a:avLst/>
          </a:prstGeom>
        </p:spPr>
      </p:pic>
      <p:pic>
        <p:nvPicPr>
          <p:cNvPr id="204" name="Image 11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6135" y="5980430"/>
            <a:ext cx="133350" cy="254000"/>
          </a:xfrm>
          <a:prstGeom prst="rect">
            <a:avLst/>
          </a:prstGeom>
        </p:spPr>
      </p:pic>
      <p:pic>
        <p:nvPicPr>
          <p:cNvPr id="205" name="Image 12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31335" y="5076190"/>
            <a:ext cx="133350" cy="254000"/>
          </a:xfrm>
          <a:prstGeom prst="rect">
            <a:avLst/>
          </a:prstGeom>
        </p:spPr>
      </p:pic>
      <p:pic>
        <p:nvPicPr>
          <p:cNvPr id="206" name="Image 13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31335" y="5980430"/>
            <a:ext cx="133350" cy="254000"/>
          </a:xfrm>
          <a:prstGeom prst="rect">
            <a:avLst/>
          </a:prstGeom>
        </p:spPr>
      </p:pic>
      <p:pic>
        <p:nvPicPr>
          <p:cNvPr id="207" name="Image 14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02885" y="5076190"/>
            <a:ext cx="133350" cy="254000"/>
          </a:xfrm>
          <a:prstGeom prst="rect">
            <a:avLst/>
          </a:prstGeom>
        </p:spPr>
      </p:pic>
      <p:pic>
        <p:nvPicPr>
          <p:cNvPr id="208" name="Image 15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02885" y="5980430"/>
            <a:ext cx="133350" cy="254000"/>
          </a:xfrm>
          <a:prstGeom prst="rect">
            <a:avLst/>
          </a:prstGeom>
        </p:spPr>
      </p:pic>
      <p:pic>
        <p:nvPicPr>
          <p:cNvPr id="209" name="Image 16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0785" y="5076190"/>
            <a:ext cx="133350" cy="254000"/>
          </a:xfrm>
          <a:prstGeom prst="rect">
            <a:avLst/>
          </a:prstGeom>
        </p:spPr>
      </p:pic>
      <p:pic>
        <p:nvPicPr>
          <p:cNvPr id="210" name="Image 17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80785" y="5980430"/>
            <a:ext cx="133350" cy="254000"/>
          </a:xfrm>
          <a:prstGeom prst="rect">
            <a:avLst/>
          </a:prstGeom>
        </p:spPr>
      </p:pic>
      <p:pic>
        <p:nvPicPr>
          <p:cNvPr id="211" name="Image 18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24395" y="5076190"/>
            <a:ext cx="133350" cy="254000"/>
          </a:xfrm>
          <a:prstGeom prst="rect">
            <a:avLst/>
          </a:prstGeom>
        </p:spPr>
      </p:pic>
      <p:pic>
        <p:nvPicPr>
          <p:cNvPr id="212" name="Image 19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24395" y="5980430"/>
            <a:ext cx="133350" cy="254000"/>
          </a:xfrm>
          <a:prstGeom prst="rect">
            <a:avLst/>
          </a:prstGeom>
        </p:spPr>
      </p:pic>
      <p:pic>
        <p:nvPicPr>
          <p:cNvPr id="213" name="Image 20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35185" y="5076190"/>
            <a:ext cx="133350" cy="254000"/>
          </a:xfrm>
          <a:prstGeom prst="rect">
            <a:avLst/>
          </a:prstGeom>
        </p:spPr>
      </p:pic>
      <p:pic>
        <p:nvPicPr>
          <p:cNvPr id="214" name="Image 21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35185" y="5980430"/>
            <a:ext cx="133350" cy="254000"/>
          </a:xfrm>
          <a:prstGeom prst="rect">
            <a:avLst/>
          </a:prstGeom>
        </p:spPr>
      </p:pic>
      <p:pic>
        <p:nvPicPr>
          <p:cNvPr id="215" name="Image 22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713085" y="5076190"/>
            <a:ext cx="133350" cy="254000"/>
          </a:xfrm>
          <a:prstGeom prst="rect">
            <a:avLst/>
          </a:prstGeom>
        </p:spPr>
      </p:pic>
      <p:pic>
        <p:nvPicPr>
          <p:cNvPr id="216" name="Image 23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713085" y="5980430"/>
            <a:ext cx="133350" cy="254000"/>
          </a:xfrm>
          <a:prstGeom prst="rect">
            <a:avLst/>
          </a:prstGeom>
        </p:spPr>
      </p:pic>
      <p:sp>
        <p:nvSpPr>
          <p:cNvPr id="217" name="Text 191"/>
          <p:cNvSpPr/>
          <p:nvPr/>
        </p:nvSpPr>
        <p:spPr>
          <a:xfrm>
            <a:off x="508000" y="486313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of Self</a:t>
            </a:r>
            <a:endParaRPr lang="en-US" sz="1200" dirty="0"/>
          </a:p>
        </p:txBody>
      </p:sp>
      <p:sp>
        <p:nvSpPr>
          <p:cNvPr id="218" name="Text 192"/>
          <p:cNvSpPr/>
          <p:nvPr/>
        </p:nvSpPr>
        <p:spPr>
          <a:xfrm>
            <a:off x="508000" y="507522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219" name="Text 193"/>
          <p:cNvSpPr/>
          <p:nvPr/>
        </p:nvSpPr>
        <p:spPr>
          <a:xfrm>
            <a:off x="508000" y="550067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36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</a:t>
            </a:r>
            <a:endParaRPr lang="en-US" sz="1200" dirty="0"/>
          </a:p>
        </p:txBody>
      </p:sp>
      <p:sp>
        <p:nvSpPr>
          <p:cNvPr id="220" name="Text 194"/>
          <p:cNvSpPr/>
          <p:nvPr/>
        </p:nvSpPr>
        <p:spPr>
          <a:xfrm>
            <a:off x="508000" y="570006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36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</a:t>
            </a:r>
            <a:endParaRPr lang="en-US" sz="1200" dirty="0"/>
          </a:p>
        </p:txBody>
      </p:sp>
      <p:sp>
        <p:nvSpPr>
          <p:cNvPr id="221" name="Text 195"/>
          <p:cNvSpPr/>
          <p:nvPr/>
        </p:nvSpPr>
        <p:spPr>
          <a:xfrm>
            <a:off x="508000" y="600613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to Self</a:t>
            </a:r>
            <a:endParaRPr lang="en-US" sz="1200" dirty="0"/>
          </a:p>
        </p:txBody>
      </p:sp>
      <p:sp>
        <p:nvSpPr>
          <p:cNvPr id="222" name="Text 196"/>
          <p:cNvSpPr/>
          <p:nvPr/>
        </p:nvSpPr>
        <p:spPr>
          <a:xfrm>
            <a:off x="508000" y="620552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223" name="Shape 197"/>
          <p:cNvSpPr/>
          <p:nvPr/>
        </p:nvSpPr>
        <p:spPr>
          <a:xfrm>
            <a:off x="3347720" y="6565900"/>
            <a:ext cx="3738880" cy="17272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224" name="Text 198"/>
          <p:cNvSpPr/>
          <p:nvPr/>
        </p:nvSpPr>
        <p:spPr>
          <a:xfrm>
            <a:off x="1400175" y="6544031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Embedding + Positional Information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2026-10-12T00:32:33Z</dcterms:created>
  <dcterms:modified xsi:type="dcterms:W3CDTF">2026-10-12T00:32:33Z</dcterms:modified>
</cp:coreProperties>
</file>