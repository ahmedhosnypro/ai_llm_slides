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8450" y="714364"/>
            <a:ext cx="10922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 of Input Sequence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52826" y="1222744"/>
            <a:ext cx="1268374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402" y="2046766"/>
            <a:ext cx="1228737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50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word2vec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2826" y="2963824"/>
            <a:ext cx="1070190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14" y="3973917"/>
            <a:ext cx="1083402" cy="38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070743" y="1468740"/>
            <a:ext cx="119380" cy="11938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8563" y="1468740"/>
            <a:ext cx="119380" cy="11938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52989" y="1468740"/>
            <a:ext cx="119380" cy="11938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0809" y="1468740"/>
            <a:ext cx="119380" cy="11938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8993" y="1468740"/>
            <a:ext cx="119380" cy="11938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688" y="2053412"/>
            <a:ext cx="9499590" cy="505046"/>
          </a:xfrm>
          <a:prstGeom prst="rect">
            <a:avLst/>
          </a:prstGeom>
          <a:solidFill>
            <a:srgbClr val="E7FEE9"/>
          </a:solidFill>
          <a:ln w="12700">
            <a:solidFill>
              <a:srgbClr val="00A55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814990" y="2099929"/>
            <a:ext cx="819158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14990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51516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8042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4569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61095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97621" y="2179673"/>
            <a:ext cx="136526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7621" y="2179673"/>
            <a:ext cx="136526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79482" y="2099929"/>
            <a:ext cx="819158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9482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16008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52535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89061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25587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62114" y="2179673"/>
            <a:ext cx="136526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62114" y="2179673"/>
            <a:ext cx="136526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43975" y="2099929"/>
            <a:ext cx="819158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3975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80501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17027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53554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0080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26606" y="2179673"/>
            <a:ext cx="136526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26606" y="2179673"/>
            <a:ext cx="136526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8467" y="2099929"/>
            <a:ext cx="819158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8467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4993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81520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18046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54572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91099" y="2179673"/>
            <a:ext cx="136526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1099" y="2179673"/>
            <a:ext cx="136526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72959" y="2099929"/>
            <a:ext cx="819158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72959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09486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46012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82538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9065" y="2179673"/>
            <a:ext cx="136526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5591" y="2179673"/>
            <a:ext cx="136526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55591" y="2179673"/>
            <a:ext cx="136526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650664" y="2099929"/>
            <a:ext cx="805946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50664" y="2179673"/>
            <a:ext cx="134324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84988" y="2179673"/>
            <a:ext cx="134324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19313" y="2179673"/>
            <a:ext cx="134324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53637" y="2179673"/>
            <a:ext cx="134324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87961" y="2179673"/>
            <a:ext cx="134324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22285" y="2179673"/>
            <a:ext cx="134324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22285" y="2179673"/>
            <a:ext cx="134324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134562" y="2099929"/>
            <a:ext cx="832370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34562" y="2179673"/>
            <a:ext cx="138728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73291" y="2179673"/>
            <a:ext cx="138728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12019" y="2179673"/>
            <a:ext cx="138728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50747" y="2179673"/>
            <a:ext cx="138728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89476" y="2179673"/>
            <a:ext cx="138728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28204" y="2179673"/>
            <a:ext cx="138728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28204" y="2179673"/>
            <a:ext cx="138728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0125479" y="2099929"/>
            <a:ext cx="858795" cy="465174"/>
          </a:xfrm>
          <a:prstGeom prst="rect">
            <a:avLst/>
          </a:prstGeom>
          <a:ln w="952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25479" y="2179673"/>
            <a:ext cx="143132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68612" y="2179673"/>
            <a:ext cx="143132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411744" y="2179673"/>
            <a:ext cx="143132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54876" y="2179673"/>
            <a:ext cx="143132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98009" y="2179673"/>
            <a:ext cx="143132" cy="239232"/>
          </a:xfrm>
          <a:prstGeom prst="rect">
            <a:avLst/>
          </a:prstGeom>
          <a:solidFill>
            <a:srgbClr val="F5E6A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841141" y="2179673"/>
            <a:ext cx="14313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841141" y="2179673"/>
            <a:ext cx="143132" cy="23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5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070743" y="2252890"/>
            <a:ext cx="119380" cy="11938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08563" y="2252890"/>
            <a:ext cx="119380" cy="11938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52989" y="2252890"/>
            <a:ext cx="119380" cy="11938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90809" y="2252890"/>
            <a:ext cx="119380" cy="11938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88993" y="2252890"/>
            <a:ext cx="119380" cy="11938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20688" y="2884080"/>
            <a:ext cx="9499590" cy="518337"/>
          </a:xfrm>
          <a:prstGeom prst="rect">
            <a:avLst/>
          </a:prstGeom>
          <a:solidFill>
            <a:srgbClr val="C9C7F6"/>
          </a:solidFill>
          <a:ln w="12700">
            <a:solidFill>
              <a:srgbClr val="3333CC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350" dirty="0"/>
          </a:p>
        </p:txBody>
      </p:sp>
      <p:sp>
        <p:nvSpPr>
          <p:cNvPr id="104" name="Shape 102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350" dirty="0"/>
          </a:p>
        </p:txBody>
      </p:sp>
      <p:sp>
        <p:nvSpPr>
          <p:cNvPr id="106" name="Shape 104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350" dirty="0"/>
          </a:p>
        </p:txBody>
      </p:sp>
      <p:sp>
        <p:nvSpPr>
          <p:cNvPr id="108" name="Shape 106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350" dirty="0"/>
          </a:p>
        </p:txBody>
      </p:sp>
      <p:sp>
        <p:nvSpPr>
          <p:cNvPr id="110" name="Shape 108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350" dirty="0"/>
          </a:p>
        </p:txBody>
      </p:sp>
      <p:sp>
        <p:nvSpPr>
          <p:cNvPr id="114" name="Shape 112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16" name="Shape 114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118" name="Shape 116"/>
          <p:cNvSpPr/>
          <p:nvPr/>
        </p:nvSpPr>
        <p:spPr>
          <a:xfrm>
            <a:off x="8070743" y="3043686"/>
            <a:ext cx="119380" cy="11938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308563" y="3043686"/>
            <a:ext cx="119380" cy="11938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52989" y="3043686"/>
            <a:ext cx="119380" cy="11938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790809" y="3043686"/>
            <a:ext cx="119380" cy="11938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88993" y="3043686"/>
            <a:ext cx="119380" cy="11938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1080000">
            <a:off x="3339363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1080000">
            <a:off x="3380638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1080000">
            <a:off x="4310462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1080000">
            <a:off x="4351737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1080000">
            <a:off x="5288167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-1080000">
            <a:off x="5329442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">
            <a:off x="6259265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-1080000">
            <a:off x="6300540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">
            <a:off x="7230364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1080000">
            <a:off x="7271639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80000">
            <a:off x="10738209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1080000">
            <a:off x="10779484" y="3302220"/>
            <a:ext cx="41275" cy="12065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617968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36" name="Text 134"/>
          <p:cNvSpPr/>
          <p:nvPr/>
        </p:nvSpPr>
        <p:spPr>
          <a:xfrm>
            <a:off x="3622097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37" name="Text 135"/>
          <p:cNvSpPr/>
          <p:nvPr/>
        </p:nvSpPr>
        <p:spPr>
          <a:xfrm>
            <a:off x="4613014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38" name="Text 136"/>
          <p:cNvSpPr/>
          <p:nvPr/>
        </p:nvSpPr>
        <p:spPr>
          <a:xfrm>
            <a:off x="561714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39" name="Text 137"/>
          <p:cNvSpPr/>
          <p:nvPr/>
        </p:nvSpPr>
        <p:spPr>
          <a:xfrm>
            <a:off x="656842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40" name="Text 138"/>
          <p:cNvSpPr/>
          <p:nvPr/>
        </p:nvSpPr>
        <p:spPr>
          <a:xfrm>
            <a:off x="10069662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41" name="Shape 139"/>
          <p:cNvSpPr/>
          <p:nvPr/>
        </p:nvSpPr>
        <p:spPr>
          <a:xfrm>
            <a:off x="1933900" y="3907463"/>
            <a:ext cx="9473165" cy="49175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791633" y="3985165"/>
            <a:ext cx="96520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</a:t>
            </a:r>
            <a:pPr algn="ctr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Encoding and Position Information (for Each Word)</a:t>
            </a:r>
            <a:endParaRPr lang="en-US" sz="2020" dirty="0"/>
          </a:p>
        </p:txBody>
      </p:sp>
      <p:sp>
        <p:nvSpPr>
          <p:cNvPr id="143" name="Shape 141"/>
          <p:cNvSpPr/>
          <p:nvPr/>
        </p:nvSpPr>
        <p:spPr>
          <a:xfrm>
            <a:off x="7820090" y="3508743"/>
            <a:ext cx="105410" cy="3721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213979" y="2604976"/>
            <a:ext cx="105410" cy="1302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64928" y="4399219"/>
            <a:ext cx="105410" cy="38543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564928" y="5568800"/>
            <a:ext cx="105410" cy="35884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94263" y="4758068"/>
            <a:ext cx="9526014" cy="5316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0</a:t>
            </a:r>
            <a:endParaRPr lang="en-US" sz="1350" dirty="0"/>
          </a:p>
        </p:txBody>
      </p:sp>
      <p:sp>
        <p:nvSpPr>
          <p:cNvPr id="150" name="Shape 148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1</a:t>
            </a:r>
            <a:endParaRPr lang="en-US" sz="1350" dirty="0"/>
          </a:p>
        </p:txBody>
      </p:sp>
      <p:sp>
        <p:nvSpPr>
          <p:cNvPr id="152" name="Shape 150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2</a:t>
            </a:r>
            <a:endParaRPr lang="en-US" sz="1350" dirty="0"/>
          </a:p>
        </p:txBody>
      </p:sp>
      <p:sp>
        <p:nvSpPr>
          <p:cNvPr id="154" name="Shape 152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3</a:t>
            </a:r>
            <a:endParaRPr lang="en-US" sz="1350" dirty="0"/>
          </a:p>
        </p:txBody>
      </p:sp>
      <p:sp>
        <p:nvSpPr>
          <p:cNvPr id="156" name="Shape 154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4</a:t>
            </a:r>
            <a:endParaRPr lang="en-US" sz="1350" dirty="0"/>
          </a:p>
        </p:txBody>
      </p:sp>
      <p:sp>
        <p:nvSpPr>
          <p:cNvPr id="158" name="Shape 156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5</a:t>
            </a:r>
            <a:endParaRPr lang="en-US" sz="1350" dirty="0"/>
          </a:p>
        </p:txBody>
      </p:sp>
      <p:sp>
        <p:nvSpPr>
          <p:cNvPr id="160" name="Shape 158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62" name="Shape 160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pic>
        <p:nvPicPr>
          <p:cNvPr id="164" name="Image 0" descr="/home/ahmed/Projects/ai_llm_slides/videos/deep-learning/002_transformers_part2/recreated_pptx/build/assets/brace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34" y="5316277"/>
            <a:ext cx="9076798" cy="279105"/>
          </a:xfrm>
          <a:prstGeom prst="rect">
            <a:avLst/>
          </a:prstGeom>
        </p:spPr>
      </p:pic>
      <p:sp>
        <p:nvSpPr>
          <p:cNvPr id="165" name="Text 162"/>
          <p:cNvSpPr/>
          <p:nvPr/>
        </p:nvSpPr>
        <p:spPr>
          <a:xfrm>
            <a:off x="2801027" y="6026373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first Self Attention Layer in Transformer</a:t>
            </a:r>
            <a:endParaRPr lang="en-US" sz="1400" dirty="0"/>
          </a:p>
        </p:txBody>
      </p:sp>
      <p:sp>
        <p:nvSpPr>
          <p:cNvPr id="166" name="Shape 163"/>
          <p:cNvSpPr/>
          <p:nvPr/>
        </p:nvSpPr>
        <p:spPr>
          <a:xfrm>
            <a:off x="625890" y="5515637"/>
            <a:ext cx="1770438" cy="1302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676690" y="5680737"/>
            <a:ext cx="16688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</a:t>
            </a:r>
            <a:endParaRPr lang="en-US" sz="1150" dirty="0"/>
          </a:p>
        </p:txBody>
      </p:sp>
      <p:sp>
        <p:nvSpPr>
          <p:cNvPr id="168" name="Shape 165"/>
          <p:cNvSpPr/>
          <p:nvPr/>
        </p:nvSpPr>
        <p:spPr>
          <a:xfrm>
            <a:off x="829090" y="5960137"/>
            <a:ext cx="355600" cy="355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854490" y="5985537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</a:t>
            </a:r>
            <a:endParaRPr lang="en-US" sz="2400" dirty="0"/>
          </a:p>
        </p:txBody>
      </p:sp>
      <p:sp>
        <p:nvSpPr>
          <p:cNvPr id="170" name="Shape 167"/>
          <p:cNvSpPr/>
          <p:nvPr/>
        </p:nvSpPr>
        <p:spPr>
          <a:xfrm>
            <a:off x="1540290" y="5972837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184690" y="6137937"/>
            <a:ext cx="355600" cy="-889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803690" y="6379237"/>
            <a:ext cx="1168400" cy="330200"/>
          </a:xfrm>
          <a:prstGeom prst="rect">
            <a:avLst/>
          </a:prstGeom>
          <a:solidFill>
            <a:srgbClr val="F4B8D0"/>
          </a:solidFill>
          <a:ln w="9525">
            <a:solidFill>
              <a:srgbClr val="C88AA6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803690" y="6379237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Embedding</a:t>
            </a:r>
            <a:endParaRPr lang="en-US" sz="900" dirty="0"/>
          </a:p>
        </p:txBody>
      </p:sp>
      <p:sp>
        <p:nvSpPr>
          <p:cNvPr id="174" name="Shape 171"/>
          <p:cNvSpPr/>
          <p:nvPr/>
        </p:nvSpPr>
        <p:spPr>
          <a:xfrm rot="1080000">
            <a:off x="2035590" y="6480837"/>
            <a:ext cx="38100" cy="1270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 rot="-1080000">
            <a:off x="2073690" y="6480837"/>
            <a:ext cx="38100" cy="1270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1616490" y="6125237"/>
            <a:ext cx="0" cy="254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803690" y="6734837"/>
            <a:ext cx="63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950" dirty="0"/>
          </a:p>
        </p:txBody>
      </p:sp>
      <p:sp>
        <p:nvSpPr>
          <p:cNvPr id="178" name="Shape 175"/>
          <p:cNvSpPr/>
          <p:nvPr/>
        </p:nvSpPr>
        <p:spPr>
          <a:xfrm>
            <a:off x="1184690" y="6722137"/>
            <a:ext cx="0" cy="-3048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9" name="Text 176"/>
          <p:cNvSpPr/>
          <p:nvPr/>
        </p:nvSpPr>
        <p:spPr>
          <a:xfrm>
            <a:off x="2343479" y="6207934"/>
            <a:ext cx="1024407" cy="474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55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</a:t>
            </a:r>
            <a:endParaRPr lang="en-US" sz="15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55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2026-10-11T22:00:11Z</dcterms:created>
  <dcterms:modified xsi:type="dcterms:W3CDTF">2026-10-11T22:00:11Z</dcterms:modified>
</cp:coreProperties>
</file>