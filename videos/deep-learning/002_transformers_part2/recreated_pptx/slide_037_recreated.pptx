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7" name="Shape 5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8" name="Text 6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" name="Shape 9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77" name="Text 75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94" name="Text 92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08" name="Shape 106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09" name="Shape 107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10" name="Shape 108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11" name="Shape 109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12" name="Text 110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13" name="Shape 111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2" name="Text 140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43" name="Shape 141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2" name="Shape 150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5" name="Shape 153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56" name="Shape 154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57" name="Shape 155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Shape 163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67" name="Shape 165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1" name="Shape 169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2" name="Shape 170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3" name="Shape 171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6" name="Shape 184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7" name="Shape 185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 flipV="1">
            <a:off x="6057900" y="4838700"/>
            <a:ext cx="38100" cy="101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6096000" y="4749800"/>
            <a:ext cx="38100" cy="88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6134100" y="4673600"/>
            <a:ext cx="3810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203950" y="448945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153150" y="4540250"/>
            <a:ext cx="241300" cy="2413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153150" y="45402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>
            <a:off x="6413500" y="3111500"/>
            <a:ext cx="901700" cy="698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5" name="Shape 193"/>
          <p:cNvSpPr/>
          <p:nvPr/>
        </p:nvSpPr>
        <p:spPr>
          <a:xfrm>
            <a:off x="7315200" y="3810000"/>
            <a:ext cx="914400" cy="863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6" name="Shape 194"/>
          <p:cNvSpPr/>
          <p:nvPr/>
        </p:nvSpPr>
        <p:spPr>
          <a:xfrm>
            <a:off x="2425700" y="3454400"/>
            <a:ext cx="1003300" cy="927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7" name="Shape 195"/>
          <p:cNvSpPr/>
          <p:nvPr/>
        </p:nvSpPr>
        <p:spPr>
          <a:xfrm>
            <a:off x="3429000" y="4381500"/>
            <a:ext cx="304800" cy="139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8" name="Shape 196"/>
          <p:cNvSpPr/>
          <p:nvPr/>
        </p:nvSpPr>
        <p:spPr>
          <a:xfrm flipV="1">
            <a:off x="2451100" y="5499100"/>
            <a:ext cx="571500" cy="685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9" name="Shape 197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05" name="Text 203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474200" y="2578100"/>
            <a:ext cx="1181100" cy="2159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474200" y="2806700"/>
            <a:ext cx="1181100" cy="5588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474200" y="3365500"/>
            <a:ext cx="1181100" cy="1524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solidFill>
            <a:srgbClr val="6E7E62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50" dirty="0"/>
          </a:p>
        </p:txBody>
      </p:sp>
      <p:sp>
        <p:nvSpPr>
          <p:cNvPr id="217" name="Shape 215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>
            <a:off x="9474200" y="4140200"/>
            <a:ext cx="88900" cy="279400"/>
          </a:xfrm>
          <a:prstGeom prst="rect">
            <a:avLst/>
          </a:prstGeom>
          <a:solidFill>
            <a:srgbClr val="C8F8E0"/>
          </a:solidFill>
          <a:ln w="3175">
            <a:solidFill>
              <a:srgbClr val="C8F8E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375900" y="4140200"/>
            <a:ext cx="190500" cy="279400"/>
          </a:xfrm>
          <a:prstGeom prst="rect">
            <a:avLst/>
          </a:prstGeom>
          <a:solidFill>
            <a:srgbClr val="B5BB97"/>
          </a:solidFill>
          <a:ln w="3175">
            <a:solidFill>
              <a:srgbClr val="B5BB97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solidFill>
            <a:srgbClr val="6E87E0"/>
          </a:solidFill>
          <a:ln w="12700">
            <a:solidFill>
              <a:srgbClr val="3A5697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6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23" name="Shape 221"/>
          <p:cNvSpPr/>
          <p:nvPr/>
        </p:nvSpPr>
        <p:spPr>
          <a:xfrm>
            <a:off x="9499600" y="351790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499600" y="393065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420350" y="3517900"/>
            <a:ext cx="0" cy="419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9965690" y="2458720"/>
            <a:ext cx="0" cy="16256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965690" y="3181350"/>
            <a:ext cx="0" cy="16510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591800" y="2667000"/>
            <a:ext cx="0" cy="2463800"/>
          </a:xfrm>
          <a:prstGeom prst="line">
            <a:avLst/>
          </a:prstGeom>
          <a:noFill/>
          <a:ln w="50800">
            <a:solidFill>
              <a:srgbClr val="8CC62E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414000" y="2692400"/>
            <a:ext cx="1778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020300" y="3276600"/>
            <a:ext cx="5842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401300" y="34544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007600" y="4064000"/>
            <a:ext cx="5969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401300" y="42926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045700" y="5105400"/>
            <a:ext cx="5588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766300" y="39465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766300" y="40100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007350" y="3422650"/>
            <a:ext cx="1206500" cy="1073150"/>
          </a:xfrm>
          <a:prstGeom prst="rect">
            <a:avLst/>
          </a:prstGeom>
          <a:solidFill>
            <a:srgbClr val="C8965A"/>
          </a:solidFill>
          <a:ln w="3175">
            <a:solidFill>
              <a:srgbClr val="C8965A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293100" y="3517900"/>
            <a:ext cx="876300" cy="184150"/>
          </a:xfrm>
          <a:prstGeom prst="rect">
            <a:avLst/>
          </a:prstGeom>
          <a:solidFill>
            <a:srgbClr val="857F73"/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8293100" y="3517900"/>
            <a:ext cx="8763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A3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8305800" y="3708400"/>
            <a:ext cx="749300" cy="336550"/>
          </a:xfrm>
          <a:prstGeom prst="rect">
            <a:avLst/>
          </a:prstGeom>
          <a:solidFill>
            <a:srgbClr val="997343"/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8305800" y="3708400"/>
            <a:ext cx="7493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E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E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8293100" y="4343400"/>
            <a:ext cx="876300" cy="146050"/>
          </a:xfrm>
          <a:prstGeom prst="rect">
            <a:avLst/>
          </a:prstGeom>
          <a:solidFill>
            <a:srgbClr val="857F73"/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8293100" y="4343400"/>
            <a:ext cx="8763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3A3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00" dirty="0"/>
          </a:p>
        </p:txBody>
      </p:sp>
      <p:sp>
        <p:nvSpPr>
          <p:cNvPr id="244" name="Shape 242"/>
          <p:cNvSpPr/>
          <p:nvPr/>
        </p:nvSpPr>
        <p:spPr>
          <a:xfrm>
            <a:off x="8058150" y="3568700"/>
            <a:ext cx="0" cy="939800"/>
          </a:xfrm>
          <a:prstGeom prst="line">
            <a:avLst/>
          </a:prstGeom>
          <a:noFill/>
          <a:ln w="31750">
            <a:solidFill>
              <a:srgbClr val="C3B744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001000" y="4521200"/>
            <a:ext cx="0" cy="622300"/>
          </a:xfrm>
          <a:prstGeom prst="line">
            <a:avLst/>
          </a:prstGeom>
          <a:noFill/>
          <a:ln w="44450">
            <a:solidFill>
              <a:srgbClr val="81C124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975600" y="5124450"/>
            <a:ext cx="762000" cy="0"/>
          </a:xfrm>
          <a:prstGeom prst="line">
            <a:avLst/>
          </a:prstGeom>
          <a:noFill/>
          <a:ln w="50800">
            <a:solidFill>
              <a:srgbClr val="81C124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886700" y="3175000"/>
            <a:ext cx="1524000" cy="1701800"/>
          </a:xfrm>
          <a:prstGeom prst="roundRect">
            <a:avLst>
              <a:gd name="adj" fmla="val 4800"/>
            </a:avLst>
          </a:prstGeom>
          <a:ln w="15875">
            <a:solidFill>
              <a:srgbClr val="B01515"/>
            </a:solidFill>
            <a:prstDash val="dash"/>
          </a:ln>
        </p:spPr>
      </p:sp>
      <p:sp>
        <p:nvSpPr>
          <p:cNvPr id="248" name="Shape 246"/>
          <p:cNvSpPr/>
          <p:nvPr/>
        </p:nvSpPr>
        <p:spPr>
          <a:xfrm flipV="1">
            <a:off x="2451100" y="4889500"/>
            <a:ext cx="1104900" cy="1295400"/>
          </a:xfrm>
          <a:prstGeom prst="line">
            <a:avLst/>
          </a:prstGeom>
          <a:noFill/>
          <a:ln w="12700">
            <a:solidFill>
              <a:srgbClr val="B01515"/>
            </a:solidFill>
            <a:prstDash val="dash"/>
          </a:ln>
        </p:spPr>
      </p:sp>
      <p:sp>
        <p:nvSpPr>
          <p:cNvPr id="249" name="Shape 247"/>
          <p:cNvSpPr/>
          <p:nvPr/>
        </p:nvSpPr>
        <p:spPr>
          <a:xfrm flipV="1">
            <a:off x="6502400" y="4724400"/>
            <a:ext cx="1625600" cy="1524000"/>
          </a:xfrm>
          <a:prstGeom prst="line">
            <a:avLst/>
          </a:prstGeom>
          <a:noFill/>
          <a:ln w="12700">
            <a:solidFill>
              <a:srgbClr val="B01515"/>
            </a:solidFill>
            <a:prstDash val="dash"/>
          </a:ln>
        </p:spPr>
      </p:sp>
      <p:sp>
        <p:nvSpPr>
          <p:cNvPr id="250" name="Shape 248"/>
          <p:cNvSpPr/>
          <p:nvPr/>
        </p:nvSpPr>
        <p:spPr>
          <a:xfrm>
            <a:off x="7566660" y="2200910"/>
            <a:ext cx="906780" cy="90678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flipV="1" rot="20400000">
            <a:off x="8088630" y="2934335"/>
            <a:ext cx="371475" cy="4572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20520000">
            <a:off x="7887970" y="3065780"/>
            <a:ext cx="279400" cy="1524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rot="20520000">
            <a:off x="7976870" y="3110230"/>
            <a:ext cx="2032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 rot="20520000">
            <a:off x="7640320" y="2316480"/>
            <a:ext cx="76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250" dirty="0"/>
          </a:p>
        </p:txBody>
      </p:sp>
      <p:sp>
        <p:nvSpPr>
          <p:cNvPr id="255" name="Shape 253"/>
          <p:cNvSpPr/>
          <p:nvPr/>
        </p:nvSpPr>
        <p:spPr>
          <a:xfrm>
            <a:off x="8534400" y="4210050"/>
            <a:ext cx="298450" cy="298450"/>
          </a:xfrm>
          <a:prstGeom prst="ellipse">
            <a:avLst/>
          </a:prstGeom>
          <a:solidFill>
            <a:srgbClr val="DC1A20"/>
          </a:solidFill>
          <a:ln w="6350">
            <a:solidFill>
              <a:srgbClr val="DC1A2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242300" y="527685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274050" y="53086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2E2E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8299450" y="5461000"/>
            <a:ext cx="127000" cy="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8426450" y="5461000"/>
            <a:ext cx="0" cy="12700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flipV="1">
            <a:off x="8648700" y="541655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715375" y="549910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flipV="1">
            <a:off x="8782050" y="541655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848725" y="549910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265" name="Shape 263"/>
          <p:cNvSpPr/>
          <p:nvPr/>
        </p:nvSpPr>
        <p:spPr>
          <a:xfrm>
            <a:off x="10101580" y="5292090"/>
            <a:ext cx="368300" cy="368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2E2E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126980" y="5476240"/>
            <a:ext cx="158750" cy="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285730" y="5476240"/>
            <a:ext cx="0" cy="15875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269" name="Text 267"/>
          <p:cNvSpPr/>
          <p:nvPr/>
        </p:nvSpPr>
        <p:spPr>
          <a:xfrm>
            <a:off x="1219200" y="635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Blocks (stacked over Multi-Head)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2026-10-12T05:40:19Z</dcterms:created>
  <dcterms:modified xsi:type="dcterms:W3CDTF">2026-10-12T05:40:19Z</dcterms:modified>
</cp:coreProperties>
</file>