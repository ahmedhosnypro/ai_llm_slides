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9.png"/><Relationship Id="rId13" Type="http://schemas.openxmlformats.org/officeDocument/2006/relationships/image" Target="../media/image-1-9.png"/><Relationship Id="rId14" Type="http://schemas.openxmlformats.org/officeDocument/2006/relationships/image" Target="../media/image-1-9.png"/><Relationship Id="rId15" Type="http://schemas.openxmlformats.org/officeDocument/2006/relationships/image" Target="../media/image-1-9.png"/><Relationship Id="rId16" Type="http://schemas.openxmlformats.org/officeDocument/2006/relationships/image" Target="../media/image-1-9.png"/><Relationship Id="rId17" Type="http://schemas.openxmlformats.org/officeDocument/2006/relationships/image" Target="../media/image-1-9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9.png"/><Relationship Id="rId21" Type="http://schemas.openxmlformats.org/officeDocument/2006/relationships/image" Target="../media/image-1-9.png"/><Relationship Id="rId22" Type="http://schemas.openxmlformats.org/officeDocument/2006/relationships/image" Target="../media/image-1-9.png"/><Relationship Id="rId23" Type="http://schemas.openxmlformats.org/officeDocument/2006/relationships/image" Target="../media/image-1-9.png"/><Relationship Id="rId24" Type="http://schemas.openxmlformats.org/officeDocument/2006/relationships/image" Target="../media/image-1-9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81480" y="619431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28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Neural Network</a:t>
            </a:r>
            <a:endParaRPr lang="en-US" sz="2830" dirty="0"/>
          </a:p>
        </p:txBody>
      </p:sp>
      <p:sp>
        <p:nvSpPr>
          <p:cNvPr id="6" name="Shape 4"/>
          <p:cNvSpPr/>
          <p:nvPr/>
        </p:nvSpPr>
        <p:spPr>
          <a:xfrm>
            <a:off x="942340" y="1062990"/>
            <a:ext cx="10427970" cy="984250"/>
          </a:xfrm>
          <a:prstGeom prst="rect">
            <a:avLst/>
          </a:prstGeom>
          <a:solidFill>
            <a:srgbClr val="FFFFCC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950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 for each Vector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82260" y="11072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(After applying Normalization)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6845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Hidden Layer with RELU Activation,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79210" y="138666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at least double Input dimension]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8115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Activation Output Layer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9210" y="1664792"/>
            <a:ext cx="812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[Size: same Input Vector dimension]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4840" y="2113280"/>
            <a:ext cx="10914380" cy="466725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17700" y="265811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2060" y="268264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958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936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990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1" name="Shape 49"/>
          <p:cNvSpPr/>
          <p:nvPr/>
        </p:nvSpPr>
        <p:spPr>
          <a:xfrm>
            <a:off x="25044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2" name="Shape 50"/>
          <p:cNvSpPr/>
          <p:nvPr/>
        </p:nvSpPr>
        <p:spPr>
          <a:xfrm>
            <a:off x="26098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3" name="Shape 51"/>
          <p:cNvSpPr/>
          <p:nvPr/>
        </p:nvSpPr>
        <p:spPr>
          <a:xfrm>
            <a:off x="2060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4" name="Shape 52"/>
          <p:cNvSpPr/>
          <p:nvPr/>
        </p:nvSpPr>
        <p:spPr>
          <a:xfrm>
            <a:off x="2165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5" name="Shape 53"/>
          <p:cNvSpPr/>
          <p:nvPr/>
        </p:nvSpPr>
        <p:spPr>
          <a:xfrm>
            <a:off x="227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6" name="Shape 54"/>
          <p:cNvSpPr/>
          <p:nvPr/>
        </p:nvSpPr>
        <p:spPr>
          <a:xfrm>
            <a:off x="23780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7" name="Shape 55"/>
          <p:cNvSpPr/>
          <p:nvPr/>
        </p:nvSpPr>
        <p:spPr>
          <a:xfrm>
            <a:off x="24834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8" name="Shape 56"/>
          <p:cNvSpPr/>
          <p:nvPr/>
        </p:nvSpPr>
        <p:spPr>
          <a:xfrm>
            <a:off x="25888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9" name="Shape 57"/>
          <p:cNvSpPr/>
          <p:nvPr/>
        </p:nvSpPr>
        <p:spPr>
          <a:xfrm>
            <a:off x="269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0" name="Shape 58"/>
          <p:cNvSpPr/>
          <p:nvPr/>
        </p:nvSpPr>
        <p:spPr>
          <a:xfrm>
            <a:off x="28009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61" name="Text 59"/>
          <p:cNvSpPr/>
          <p:nvPr/>
        </p:nvSpPr>
        <p:spPr>
          <a:xfrm>
            <a:off x="25380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0346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3324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6" name="Shape 94"/>
          <p:cNvSpPr/>
          <p:nvPr/>
        </p:nvSpPr>
        <p:spPr>
          <a:xfrm>
            <a:off x="34378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7" name="Shape 95"/>
          <p:cNvSpPr/>
          <p:nvPr/>
        </p:nvSpPr>
        <p:spPr>
          <a:xfrm>
            <a:off x="3543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8" name="Shape 96"/>
          <p:cNvSpPr/>
          <p:nvPr/>
        </p:nvSpPr>
        <p:spPr>
          <a:xfrm>
            <a:off x="3648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99" name="Shape 97"/>
          <p:cNvSpPr/>
          <p:nvPr/>
        </p:nvSpPr>
        <p:spPr>
          <a:xfrm>
            <a:off x="3099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0" name="Shape 98"/>
          <p:cNvSpPr/>
          <p:nvPr/>
        </p:nvSpPr>
        <p:spPr>
          <a:xfrm>
            <a:off x="3204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1" name="Shape 99"/>
          <p:cNvSpPr/>
          <p:nvPr/>
        </p:nvSpPr>
        <p:spPr>
          <a:xfrm>
            <a:off x="33115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16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522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4" name="Shape 102"/>
          <p:cNvSpPr/>
          <p:nvPr/>
        </p:nvSpPr>
        <p:spPr>
          <a:xfrm>
            <a:off x="3627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734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839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07" name="Text 105"/>
          <p:cNvSpPr/>
          <p:nvPr/>
        </p:nvSpPr>
        <p:spPr>
          <a:xfrm>
            <a:off x="35769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406717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649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44704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5758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46812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4131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6" name="Shape 144"/>
          <p:cNvSpPr/>
          <p:nvPr/>
        </p:nvSpPr>
        <p:spPr>
          <a:xfrm>
            <a:off x="4237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7" name="Shape 145"/>
          <p:cNvSpPr/>
          <p:nvPr/>
        </p:nvSpPr>
        <p:spPr>
          <a:xfrm>
            <a:off x="43440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8" name="Shape 146"/>
          <p:cNvSpPr/>
          <p:nvPr/>
        </p:nvSpPr>
        <p:spPr>
          <a:xfrm>
            <a:off x="44494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49" name="Shape 147"/>
          <p:cNvSpPr/>
          <p:nvPr/>
        </p:nvSpPr>
        <p:spPr>
          <a:xfrm>
            <a:off x="45548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0" name="Shape 148"/>
          <p:cNvSpPr/>
          <p:nvPr/>
        </p:nvSpPr>
        <p:spPr>
          <a:xfrm>
            <a:off x="46602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7669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2" name="Shape 150"/>
          <p:cNvSpPr/>
          <p:nvPr/>
        </p:nvSpPr>
        <p:spPr>
          <a:xfrm>
            <a:off x="48723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53" name="Text 151"/>
          <p:cNvSpPr/>
          <p:nvPr/>
        </p:nvSpPr>
        <p:spPr>
          <a:xfrm>
            <a:off x="460946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512254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542036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8" name="Shape 186"/>
          <p:cNvSpPr/>
          <p:nvPr/>
        </p:nvSpPr>
        <p:spPr>
          <a:xfrm>
            <a:off x="552577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9" name="Shape 187"/>
          <p:cNvSpPr/>
          <p:nvPr/>
        </p:nvSpPr>
        <p:spPr>
          <a:xfrm>
            <a:off x="56311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0" name="Shape 188"/>
          <p:cNvSpPr/>
          <p:nvPr/>
        </p:nvSpPr>
        <p:spPr>
          <a:xfrm>
            <a:off x="57365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91" name="Shape 189"/>
          <p:cNvSpPr/>
          <p:nvPr/>
        </p:nvSpPr>
        <p:spPr>
          <a:xfrm>
            <a:off x="5187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90"/>
          <p:cNvSpPr/>
          <p:nvPr/>
        </p:nvSpPr>
        <p:spPr>
          <a:xfrm>
            <a:off x="5292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91"/>
          <p:cNvSpPr/>
          <p:nvPr/>
        </p:nvSpPr>
        <p:spPr>
          <a:xfrm>
            <a:off x="539940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Shape 192"/>
          <p:cNvSpPr/>
          <p:nvPr/>
        </p:nvSpPr>
        <p:spPr>
          <a:xfrm>
            <a:off x="55048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5" name="Shape 193"/>
          <p:cNvSpPr/>
          <p:nvPr/>
        </p:nvSpPr>
        <p:spPr>
          <a:xfrm>
            <a:off x="56102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6" name="Shape 194"/>
          <p:cNvSpPr/>
          <p:nvPr/>
        </p:nvSpPr>
        <p:spPr>
          <a:xfrm>
            <a:off x="57156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7" name="Shape 195"/>
          <p:cNvSpPr/>
          <p:nvPr/>
        </p:nvSpPr>
        <p:spPr>
          <a:xfrm>
            <a:off x="582231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8" name="Shape 196"/>
          <p:cNvSpPr/>
          <p:nvPr/>
        </p:nvSpPr>
        <p:spPr>
          <a:xfrm>
            <a:off x="59277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9" name="Text 197"/>
          <p:cNvSpPr/>
          <p:nvPr/>
        </p:nvSpPr>
        <p:spPr>
          <a:xfrm>
            <a:off x="566483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00" name="Shape 198"/>
          <p:cNvSpPr/>
          <p:nvPr/>
        </p:nvSpPr>
        <p:spPr>
          <a:xfrm>
            <a:off x="614616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644398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4" name="Shape 232"/>
          <p:cNvSpPr/>
          <p:nvPr/>
        </p:nvSpPr>
        <p:spPr>
          <a:xfrm>
            <a:off x="654939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5" name="Shape 233"/>
          <p:cNvSpPr/>
          <p:nvPr/>
        </p:nvSpPr>
        <p:spPr>
          <a:xfrm>
            <a:off x="66548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6" name="Shape 234"/>
          <p:cNvSpPr/>
          <p:nvPr/>
        </p:nvSpPr>
        <p:spPr>
          <a:xfrm>
            <a:off x="67602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210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36"/>
          <p:cNvSpPr/>
          <p:nvPr/>
        </p:nvSpPr>
        <p:spPr>
          <a:xfrm>
            <a:off x="6316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37"/>
          <p:cNvSpPr/>
          <p:nvPr/>
        </p:nvSpPr>
        <p:spPr>
          <a:xfrm>
            <a:off x="642302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Shape 238"/>
          <p:cNvSpPr/>
          <p:nvPr/>
        </p:nvSpPr>
        <p:spPr>
          <a:xfrm>
            <a:off x="65284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1" name="Shape 239"/>
          <p:cNvSpPr/>
          <p:nvPr/>
        </p:nvSpPr>
        <p:spPr>
          <a:xfrm>
            <a:off x="66338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2" name="Shape 240"/>
          <p:cNvSpPr/>
          <p:nvPr/>
        </p:nvSpPr>
        <p:spPr>
          <a:xfrm>
            <a:off x="6739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3" name="Shape 241"/>
          <p:cNvSpPr/>
          <p:nvPr/>
        </p:nvSpPr>
        <p:spPr>
          <a:xfrm>
            <a:off x="684593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4" name="Shape 242"/>
          <p:cNvSpPr/>
          <p:nvPr/>
        </p:nvSpPr>
        <p:spPr>
          <a:xfrm>
            <a:off x="6951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5" name="Text 243"/>
          <p:cNvSpPr/>
          <p:nvPr/>
        </p:nvSpPr>
        <p:spPr>
          <a:xfrm>
            <a:off x="668845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6" name="Shape 244"/>
          <p:cNvSpPr/>
          <p:nvPr/>
        </p:nvSpPr>
        <p:spPr>
          <a:xfrm>
            <a:off x="718248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48030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0" name="Shape 278"/>
          <p:cNvSpPr/>
          <p:nvPr/>
        </p:nvSpPr>
        <p:spPr>
          <a:xfrm>
            <a:off x="758571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1" name="Shape 279"/>
          <p:cNvSpPr/>
          <p:nvPr/>
        </p:nvSpPr>
        <p:spPr>
          <a:xfrm>
            <a:off x="76911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2" name="Shape 280"/>
          <p:cNvSpPr/>
          <p:nvPr/>
        </p:nvSpPr>
        <p:spPr>
          <a:xfrm>
            <a:off x="77965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83" name="Shape 281"/>
          <p:cNvSpPr/>
          <p:nvPr/>
        </p:nvSpPr>
        <p:spPr>
          <a:xfrm>
            <a:off x="7247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82"/>
          <p:cNvSpPr/>
          <p:nvPr/>
        </p:nvSpPr>
        <p:spPr>
          <a:xfrm>
            <a:off x="7352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83"/>
          <p:cNvSpPr/>
          <p:nvPr/>
        </p:nvSpPr>
        <p:spPr>
          <a:xfrm>
            <a:off x="745934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Shape 284"/>
          <p:cNvSpPr/>
          <p:nvPr/>
        </p:nvSpPr>
        <p:spPr>
          <a:xfrm>
            <a:off x="75647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7" name="Shape 285"/>
          <p:cNvSpPr/>
          <p:nvPr/>
        </p:nvSpPr>
        <p:spPr>
          <a:xfrm>
            <a:off x="76701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8" name="Shape 286"/>
          <p:cNvSpPr/>
          <p:nvPr/>
        </p:nvSpPr>
        <p:spPr>
          <a:xfrm>
            <a:off x="77755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9" name="Shape 287"/>
          <p:cNvSpPr/>
          <p:nvPr/>
        </p:nvSpPr>
        <p:spPr>
          <a:xfrm>
            <a:off x="788225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0" name="Shape 288"/>
          <p:cNvSpPr/>
          <p:nvPr/>
        </p:nvSpPr>
        <p:spPr>
          <a:xfrm>
            <a:off x="79876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91" name="Text 289"/>
          <p:cNvSpPr/>
          <p:nvPr/>
        </p:nvSpPr>
        <p:spPr>
          <a:xfrm>
            <a:off x="772477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92" name="Shape 290"/>
          <p:cNvSpPr/>
          <p:nvPr/>
        </p:nvSpPr>
        <p:spPr>
          <a:xfrm>
            <a:off x="93110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6088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7142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7" name="Shape 325"/>
          <p:cNvSpPr/>
          <p:nvPr/>
        </p:nvSpPr>
        <p:spPr>
          <a:xfrm>
            <a:off x="98196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9250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9" name="Shape 327"/>
          <p:cNvSpPr/>
          <p:nvPr/>
        </p:nvSpPr>
        <p:spPr>
          <a:xfrm>
            <a:off x="9375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481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9"/>
          <p:cNvSpPr/>
          <p:nvPr/>
        </p:nvSpPr>
        <p:spPr>
          <a:xfrm>
            <a:off x="95878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Shape 330"/>
          <p:cNvSpPr/>
          <p:nvPr/>
        </p:nvSpPr>
        <p:spPr>
          <a:xfrm>
            <a:off x="96932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3" name="Shape 331"/>
          <p:cNvSpPr/>
          <p:nvPr/>
        </p:nvSpPr>
        <p:spPr>
          <a:xfrm>
            <a:off x="97986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4" name="Shape 332"/>
          <p:cNvSpPr/>
          <p:nvPr/>
        </p:nvSpPr>
        <p:spPr>
          <a:xfrm>
            <a:off x="99040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5" name="Shape 333"/>
          <p:cNvSpPr/>
          <p:nvPr/>
        </p:nvSpPr>
        <p:spPr>
          <a:xfrm>
            <a:off x="100107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6" name="Shape 334"/>
          <p:cNvSpPr/>
          <p:nvPr/>
        </p:nvSpPr>
        <p:spPr>
          <a:xfrm>
            <a:off x="101161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7" name="Text 335"/>
          <p:cNvSpPr/>
          <p:nvPr/>
        </p:nvSpPr>
        <p:spPr>
          <a:xfrm>
            <a:off x="98532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8" name="Shape 336"/>
          <p:cNvSpPr/>
          <p:nvPr/>
        </p:nvSpPr>
        <p:spPr>
          <a:xfrm>
            <a:off x="10339705" y="297688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063752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2" name="Shape 370"/>
          <p:cNvSpPr/>
          <p:nvPr/>
        </p:nvSpPr>
        <p:spPr>
          <a:xfrm>
            <a:off x="1074293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3" name="Shape 371"/>
          <p:cNvSpPr/>
          <p:nvPr/>
        </p:nvSpPr>
        <p:spPr>
          <a:xfrm>
            <a:off x="1084834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4" name="Shape 372"/>
          <p:cNvSpPr/>
          <p:nvPr/>
        </p:nvSpPr>
        <p:spPr>
          <a:xfrm>
            <a:off x="10953750" y="304419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5" name="Shape 373"/>
          <p:cNvSpPr/>
          <p:nvPr/>
        </p:nvSpPr>
        <p:spPr>
          <a:xfrm>
            <a:off x="10404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74"/>
          <p:cNvSpPr/>
          <p:nvPr/>
        </p:nvSpPr>
        <p:spPr>
          <a:xfrm>
            <a:off x="10509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75"/>
          <p:cNvSpPr/>
          <p:nvPr/>
        </p:nvSpPr>
        <p:spPr>
          <a:xfrm>
            <a:off x="1061656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Shape 376"/>
          <p:cNvSpPr/>
          <p:nvPr/>
        </p:nvSpPr>
        <p:spPr>
          <a:xfrm>
            <a:off x="107219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9" name="Shape 377"/>
          <p:cNvSpPr/>
          <p:nvPr/>
        </p:nvSpPr>
        <p:spPr>
          <a:xfrm>
            <a:off x="108273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0" name="Shape 378"/>
          <p:cNvSpPr/>
          <p:nvPr/>
        </p:nvSpPr>
        <p:spPr>
          <a:xfrm>
            <a:off x="1093279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1" name="Shape 379"/>
          <p:cNvSpPr/>
          <p:nvPr/>
        </p:nvSpPr>
        <p:spPr>
          <a:xfrm>
            <a:off x="1103947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2" name="Shape 380"/>
          <p:cNvSpPr/>
          <p:nvPr/>
        </p:nvSpPr>
        <p:spPr>
          <a:xfrm>
            <a:off x="11144885" y="319976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83" name="Text 381"/>
          <p:cNvSpPr/>
          <p:nvPr/>
        </p:nvSpPr>
        <p:spPr>
          <a:xfrm>
            <a:off x="10881995" y="3005950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84" name="Shape 382"/>
          <p:cNvSpPr/>
          <p:nvPr/>
        </p:nvSpPr>
        <p:spPr>
          <a:xfrm>
            <a:off x="215773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231648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47523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63398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8" name="Text 386"/>
          <p:cNvSpPr/>
          <p:nvPr/>
        </p:nvSpPr>
        <p:spPr>
          <a:xfrm>
            <a:off x="231013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89" name="Shape 387"/>
          <p:cNvSpPr/>
          <p:nvPr/>
        </p:nvSpPr>
        <p:spPr>
          <a:xfrm>
            <a:off x="31153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2740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4328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5915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32677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4" name="Shape 392"/>
          <p:cNvSpPr/>
          <p:nvPr/>
        </p:nvSpPr>
        <p:spPr>
          <a:xfrm>
            <a:off x="408051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423926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39801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455676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423291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99" name="Shape 397"/>
          <p:cNvSpPr/>
          <p:nvPr/>
        </p:nvSpPr>
        <p:spPr>
          <a:xfrm>
            <a:off x="50520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52108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53695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55283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3" name="Text 401"/>
          <p:cNvSpPr/>
          <p:nvPr/>
        </p:nvSpPr>
        <p:spPr>
          <a:xfrm>
            <a:off x="52044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04" name="Shape 402"/>
          <p:cNvSpPr/>
          <p:nvPr/>
        </p:nvSpPr>
        <p:spPr>
          <a:xfrm>
            <a:off x="60299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61887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63474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65062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8" name="Text 406"/>
          <p:cNvSpPr/>
          <p:nvPr/>
        </p:nvSpPr>
        <p:spPr>
          <a:xfrm>
            <a:off x="61823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09" name="Shape 407"/>
          <p:cNvSpPr/>
          <p:nvPr/>
        </p:nvSpPr>
        <p:spPr>
          <a:xfrm>
            <a:off x="697357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13232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729107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744982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3" name="Text 411"/>
          <p:cNvSpPr/>
          <p:nvPr/>
        </p:nvSpPr>
        <p:spPr>
          <a:xfrm>
            <a:off x="712597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14" name="Shape 412"/>
          <p:cNvSpPr/>
          <p:nvPr/>
        </p:nvSpPr>
        <p:spPr>
          <a:xfrm>
            <a:off x="94843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6431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8018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99606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96367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19" name="Shape 417"/>
          <p:cNvSpPr/>
          <p:nvPr/>
        </p:nvSpPr>
        <p:spPr>
          <a:xfrm>
            <a:off x="10462260" y="22225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10621010" y="22225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0779760" y="22225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10938510" y="22225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3" name="Text 421"/>
          <p:cNvSpPr/>
          <p:nvPr/>
        </p:nvSpPr>
        <p:spPr>
          <a:xfrm>
            <a:off x="10614660" y="22034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24" name="Shape 422"/>
          <p:cNvSpPr/>
          <p:nvPr/>
        </p:nvSpPr>
        <p:spPr>
          <a:xfrm>
            <a:off x="80098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5" name="Shape 423"/>
          <p:cNvSpPr/>
          <p:nvPr/>
        </p:nvSpPr>
        <p:spPr>
          <a:xfrm>
            <a:off x="825627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6" name="Shape 424"/>
          <p:cNvSpPr/>
          <p:nvPr/>
        </p:nvSpPr>
        <p:spPr>
          <a:xfrm>
            <a:off x="84924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7" name="Shape 425"/>
          <p:cNvSpPr/>
          <p:nvPr/>
        </p:nvSpPr>
        <p:spPr>
          <a:xfrm>
            <a:off x="872998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8" name="Shape 426"/>
          <p:cNvSpPr/>
          <p:nvPr/>
        </p:nvSpPr>
        <p:spPr>
          <a:xfrm>
            <a:off x="8936990" y="228409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29" name="Shape 427"/>
          <p:cNvSpPr/>
          <p:nvPr/>
        </p:nvSpPr>
        <p:spPr>
          <a:xfrm>
            <a:off x="247523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0" name="Shape 428"/>
          <p:cNvSpPr/>
          <p:nvPr/>
        </p:nvSpPr>
        <p:spPr>
          <a:xfrm>
            <a:off x="247523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1" name="Shape 429"/>
          <p:cNvSpPr/>
          <p:nvPr/>
        </p:nvSpPr>
        <p:spPr>
          <a:xfrm>
            <a:off x="34328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2" name="Shape 430"/>
          <p:cNvSpPr/>
          <p:nvPr/>
        </p:nvSpPr>
        <p:spPr>
          <a:xfrm>
            <a:off x="34328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3" name="Shape 431"/>
          <p:cNvSpPr/>
          <p:nvPr/>
        </p:nvSpPr>
        <p:spPr>
          <a:xfrm>
            <a:off x="439801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4" name="Shape 432"/>
          <p:cNvSpPr/>
          <p:nvPr/>
        </p:nvSpPr>
        <p:spPr>
          <a:xfrm>
            <a:off x="439801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5" name="Shape 433"/>
          <p:cNvSpPr/>
          <p:nvPr/>
        </p:nvSpPr>
        <p:spPr>
          <a:xfrm>
            <a:off x="53695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6" name="Shape 434"/>
          <p:cNvSpPr/>
          <p:nvPr/>
        </p:nvSpPr>
        <p:spPr>
          <a:xfrm>
            <a:off x="53695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7" name="Shape 435"/>
          <p:cNvSpPr/>
          <p:nvPr/>
        </p:nvSpPr>
        <p:spPr>
          <a:xfrm>
            <a:off x="63474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8" name="Shape 436"/>
          <p:cNvSpPr/>
          <p:nvPr/>
        </p:nvSpPr>
        <p:spPr>
          <a:xfrm>
            <a:off x="63474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39" name="Shape 437"/>
          <p:cNvSpPr/>
          <p:nvPr/>
        </p:nvSpPr>
        <p:spPr>
          <a:xfrm>
            <a:off x="729107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0" name="Shape 438"/>
          <p:cNvSpPr/>
          <p:nvPr/>
        </p:nvSpPr>
        <p:spPr>
          <a:xfrm>
            <a:off x="729107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1" name="Shape 439"/>
          <p:cNvSpPr/>
          <p:nvPr/>
        </p:nvSpPr>
        <p:spPr>
          <a:xfrm>
            <a:off x="98018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2" name="Shape 440"/>
          <p:cNvSpPr/>
          <p:nvPr/>
        </p:nvSpPr>
        <p:spPr>
          <a:xfrm>
            <a:off x="98018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3" name="Shape 441"/>
          <p:cNvSpPr/>
          <p:nvPr/>
        </p:nvSpPr>
        <p:spPr>
          <a:xfrm>
            <a:off x="10779760" y="2432050"/>
            <a:ext cx="0" cy="22606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4" name="Shape 442"/>
          <p:cNvSpPr/>
          <p:nvPr/>
        </p:nvSpPr>
        <p:spPr>
          <a:xfrm>
            <a:off x="10779760" y="3429000"/>
            <a:ext cx="0" cy="20320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445" name="Shape 443"/>
          <p:cNvSpPr/>
          <p:nvPr/>
        </p:nvSpPr>
        <p:spPr>
          <a:xfrm>
            <a:off x="215773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231648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47523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63398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9" name="Text 447"/>
          <p:cNvSpPr/>
          <p:nvPr/>
        </p:nvSpPr>
        <p:spPr>
          <a:xfrm>
            <a:off x="231013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50" name="Shape 448"/>
          <p:cNvSpPr/>
          <p:nvPr/>
        </p:nvSpPr>
        <p:spPr>
          <a:xfrm>
            <a:off x="31153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32740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34328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35915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32677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455" name="Shape 453"/>
          <p:cNvSpPr/>
          <p:nvPr/>
        </p:nvSpPr>
        <p:spPr>
          <a:xfrm>
            <a:off x="408051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423926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439801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455676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9" name="Text 457"/>
          <p:cNvSpPr/>
          <p:nvPr/>
        </p:nvSpPr>
        <p:spPr>
          <a:xfrm>
            <a:off x="423291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60" name="Shape 458"/>
          <p:cNvSpPr/>
          <p:nvPr/>
        </p:nvSpPr>
        <p:spPr>
          <a:xfrm>
            <a:off x="50520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52108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53695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55283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52044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465" name="Shape 463"/>
          <p:cNvSpPr/>
          <p:nvPr/>
        </p:nvSpPr>
        <p:spPr>
          <a:xfrm>
            <a:off x="60299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61887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63474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65062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69" name="Text 467"/>
          <p:cNvSpPr/>
          <p:nvPr/>
        </p:nvSpPr>
        <p:spPr>
          <a:xfrm>
            <a:off x="61823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0" name="Shape 468"/>
          <p:cNvSpPr/>
          <p:nvPr/>
        </p:nvSpPr>
        <p:spPr>
          <a:xfrm>
            <a:off x="697357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713232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729107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744982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4" name="Text 472"/>
          <p:cNvSpPr/>
          <p:nvPr/>
        </p:nvSpPr>
        <p:spPr>
          <a:xfrm>
            <a:off x="712597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75" name="Shape 473"/>
          <p:cNvSpPr/>
          <p:nvPr/>
        </p:nvSpPr>
        <p:spPr>
          <a:xfrm>
            <a:off x="94843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6431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8018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9606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79" name="Text 477"/>
          <p:cNvSpPr/>
          <p:nvPr/>
        </p:nvSpPr>
        <p:spPr>
          <a:xfrm>
            <a:off x="96367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80" name="Shape 478"/>
          <p:cNvSpPr/>
          <p:nvPr/>
        </p:nvSpPr>
        <p:spPr>
          <a:xfrm>
            <a:off x="10462260" y="3632200"/>
            <a:ext cx="158750" cy="21209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10621010" y="3632200"/>
            <a:ext cx="158750" cy="21209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10779760" y="3632200"/>
            <a:ext cx="158750" cy="21209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10938510" y="3632200"/>
            <a:ext cx="158750" cy="21209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84" name="Text 482"/>
          <p:cNvSpPr/>
          <p:nvPr/>
        </p:nvSpPr>
        <p:spPr>
          <a:xfrm>
            <a:off x="10614660" y="3613150"/>
            <a:ext cx="330200" cy="2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485" name="Shape 483"/>
          <p:cNvSpPr/>
          <p:nvPr/>
        </p:nvSpPr>
        <p:spPr>
          <a:xfrm>
            <a:off x="80098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6" name="Shape 484"/>
          <p:cNvSpPr/>
          <p:nvPr/>
        </p:nvSpPr>
        <p:spPr>
          <a:xfrm>
            <a:off x="825627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7" name="Shape 485"/>
          <p:cNvSpPr/>
          <p:nvPr/>
        </p:nvSpPr>
        <p:spPr>
          <a:xfrm>
            <a:off x="84924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8" name="Shape 486"/>
          <p:cNvSpPr/>
          <p:nvPr/>
        </p:nvSpPr>
        <p:spPr>
          <a:xfrm>
            <a:off x="872998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9" name="Shape 487"/>
          <p:cNvSpPr/>
          <p:nvPr/>
        </p:nvSpPr>
        <p:spPr>
          <a:xfrm>
            <a:off x="8936990" y="368871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0" name="Shape 488"/>
          <p:cNvSpPr/>
          <p:nvPr/>
        </p:nvSpPr>
        <p:spPr>
          <a:xfrm>
            <a:off x="1628140" y="3948430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491" name="Shape 489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492" name="Text 490"/>
          <p:cNvSpPr/>
          <p:nvPr/>
        </p:nvSpPr>
        <p:spPr>
          <a:xfrm>
            <a:off x="2077720" y="4093210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493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4617720"/>
            <a:ext cx="685800" cy="1892300"/>
          </a:xfrm>
          <a:prstGeom prst="rect">
            <a:avLst/>
          </a:prstGeom>
        </p:spPr>
      </p:pic>
      <p:pic>
        <p:nvPicPr>
          <p:cNvPr id="494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4617720"/>
            <a:ext cx="685800" cy="1892300"/>
          </a:xfrm>
          <a:prstGeom prst="rect">
            <a:avLst/>
          </a:prstGeom>
        </p:spPr>
      </p:pic>
      <p:pic>
        <p:nvPicPr>
          <p:cNvPr id="495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4617720"/>
            <a:ext cx="685800" cy="1892300"/>
          </a:xfrm>
          <a:prstGeom prst="rect">
            <a:avLst/>
          </a:prstGeom>
        </p:spPr>
      </p:pic>
      <p:pic>
        <p:nvPicPr>
          <p:cNvPr id="496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617720"/>
            <a:ext cx="685800" cy="1892300"/>
          </a:xfrm>
          <a:prstGeom prst="rect">
            <a:avLst/>
          </a:prstGeom>
        </p:spPr>
      </p:pic>
      <p:pic>
        <p:nvPicPr>
          <p:cNvPr id="497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4617720"/>
            <a:ext cx="685800" cy="1892300"/>
          </a:xfrm>
          <a:prstGeom prst="rect">
            <a:avLst/>
          </a:prstGeom>
        </p:spPr>
      </p:pic>
      <p:pic>
        <p:nvPicPr>
          <p:cNvPr id="498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4617720"/>
            <a:ext cx="685800" cy="1892300"/>
          </a:xfrm>
          <a:prstGeom prst="rect">
            <a:avLst/>
          </a:prstGeom>
        </p:spPr>
      </p:pic>
      <p:pic>
        <p:nvPicPr>
          <p:cNvPr id="499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4617720"/>
            <a:ext cx="685800" cy="1892300"/>
          </a:xfrm>
          <a:prstGeom prst="rect">
            <a:avLst/>
          </a:prstGeom>
        </p:spPr>
      </p:pic>
      <p:pic>
        <p:nvPicPr>
          <p:cNvPr id="500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4617720"/>
            <a:ext cx="685800" cy="1892300"/>
          </a:xfrm>
          <a:prstGeom prst="rect">
            <a:avLst/>
          </a:prstGeom>
        </p:spPr>
      </p:pic>
      <p:sp>
        <p:nvSpPr>
          <p:cNvPr id="501" name="Shape 491"/>
          <p:cNvSpPr/>
          <p:nvPr/>
        </p:nvSpPr>
        <p:spPr>
          <a:xfrm>
            <a:off x="215773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231648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247523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263398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5" name="Text 495"/>
          <p:cNvSpPr/>
          <p:nvPr/>
        </p:nvSpPr>
        <p:spPr>
          <a:xfrm>
            <a:off x="231013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06" name="Shape 496"/>
          <p:cNvSpPr/>
          <p:nvPr/>
        </p:nvSpPr>
        <p:spPr>
          <a:xfrm>
            <a:off x="31153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7" name="Shape 497"/>
          <p:cNvSpPr/>
          <p:nvPr/>
        </p:nvSpPr>
        <p:spPr>
          <a:xfrm>
            <a:off x="32740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8" name="Shape 498"/>
          <p:cNvSpPr/>
          <p:nvPr/>
        </p:nvSpPr>
        <p:spPr>
          <a:xfrm>
            <a:off x="34328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09" name="Shape 499"/>
          <p:cNvSpPr/>
          <p:nvPr/>
        </p:nvSpPr>
        <p:spPr>
          <a:xfrm>
            <a:off x="35915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0" name="Text 500"/>
          <p:cNvSpPr/>
          <p:nvPr/>
        </p:nvSpPr>
        <p:spPr>
          <a:xfrm>
            <a:off x="32677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11" name="Shape 501"/>
          <p:cNvSpPr/>
          <p:nvPr/>
        </p:nvSpPr>
        <p:spPr>
          <a:xfrm>
            <a:off x="408051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2" name="Shape 502"/>
          <p:cNvSpPr/>
          <p:nvPr/>
        </p:nvSpPr>
        <p:spPr>
          <a:xfrm>
            <a:off x="423926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3" name="Shape 503"/>
          <p:cNvSpPr/>
          <p:nvPr/>
        </p:nvSpPr>
        <p:spPr>
          <a:xfrm>
            <a:off x="439801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4" name="Shape 504"/>
          <p:cNvSpPr/>
          <p:nvPr/>
        </p:nvSpPr>
        <p:spPr>
          <a:xfrm>
            <a:off x="455676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5" name="Text 505"/>
          <p:cNvSpPr/>
          <p:nvPr/>
        </p:nvSpPr>
        <p:spPr>
          <a:xfrm>
            <a:off x="423291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16" name="Shape 506"/>
          <p:cNvSpPr/>
          <p:nvPr/>
        </p:nvSpPr>
        <p:spPr>
          <a:xfrm>
            <a:off x="50520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7" name="Shape 507"/>
          <p:cNvSpPr/>
          <p:nvPr/>
        </p:nvSpPr>
        <p:spPr>
          <a:xfrm>
            <a:off x="52108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8" name="Shape 508"/>
          <p:cNvSpPr/>
          <p:nvPr/>
        </p:nvSpPr>
        <p:spPr>
          <a:xfrm>
            <a:off x="53695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19" name="Shape 509"/>
          <p:cNvSpPr/>
          <p:nvPr/>
        </p:nvSpPr>
        <p:spPr>
          <a:xfrm>
            <a:off x="55283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0" name="Text 510"/>
          <p:cNvSpPr/>
          <p:nvPr/>
        </p:nvSpPr>
        <p:spPr>
          <a:xfrm>
            <a:off x="52044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21" name="Shape 511"/>
          <p:cNvSpPr/>
          <p:nvPr/>
        </p:nvSpPr>
        <p:spPr>
          <a:xfrm>
            <a:off x="60299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2" name="Shape 512"/>
          <p:cNvSpPr/>
          <p:nvPr/>
        </p:nvSpPr>
        <p:spPr>
          <a:xfrm>
            <a:off x="61887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3" name="Shape 513"/>
          <p:cNvSpPr/>
          <p:nvPr/>
        </p:nvSpPr>
        <p:spPr>
          <a:xfrm>
            <a:off x="63474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4" name="Shape 514"/>
          <p:cNvSpPr/>
          <p:nvPr/>
        </p:nvSpPr>
        <p:spPr>
          <a:xfrm>
            <a:off x="65062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5" name="Text 515"/>
          <p:cNvSpPr/>
          <p:nvPr/>
        </p:nvSpPr>
        <p:spPr>
          <a:xfrm>
            <a:off x="61823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26" name="Shape 516"/>
          <p:cNvSpPr/>
          <p:nvPr/>
        </p:nvSpPr>
        <p:spPr>
          <a:xfrm>
            <a:off x="697357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7" name="Shape 517"/>
          <p:cNvSpPr/>
          <p:nvPr/>
        </p:nvSpPr>
        <p:spPr>
          <a:xfrm>
            <a:off x="713232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8" name="Shape 518"/>
          <p:cNvSpPr/>
          <p:nvPr/>
        </p:nvSpPr>
        <p:spPr>
          <a:xfrm>
            <a:off x="729107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29" name="Shape 519"/>
          <p:cNvSpPr/>
          <p:nvPr/>
        </p:nvSpPr>
        <p:spPr>
          <a:xfrm>
            <a:off x="744982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0" name="Text 520"/>
          <p:cNvSpPr/>
          <p:nvPr/>
        </p:nvSpPr>
        <p:spPr>
          <a:xfrm>
            <a:off x="712597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531" name="Shape 521"/>
          <p:cNvSpPr/>
          <p:nvPr/>
        </p:nvSpPr>
        <p:spPr>
          <a:xfrm>
            <a:off x="94843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2" name="Shape 522"/>
          <p:cNvSpPr/>
          <p:nvPr/>
        </p:nvSpPr>
        <p:spPr>
          <a:xfrm>
            <a:off x="96431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3" name="Shape 523"/>
          <p:cNvSpPr/>
          <p:nvPr/>
        </p:nvSpPr>
        <p:spPr>
          <a:xfrm>
            <a:off x="98018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24"/>
          <p:cNvSpPr/>
          <p:nvPr/>
        </p:nvSpPr>
        <p:spPr>
          <a:xfrm>
            <a:off x="99606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Text 525"/>
          <p:cNvSpPr/>
          <p:nvPr/>
        </p:nvSpPr>
        <p:spPr>
          <a:xfrm>
            <a:off x="96367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36" name="Shape 526"/>
          <p:cNvSpPr/>
          <p:nvPr/>
        </p:nvSpPr>
        <p:spPr>
          <a:xfrm>
            <a:off x="10462260" y="5013960"/>
            <a:ext cx="158750" cy="2286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Shape 527"/>
          <p:cNvSpPr/>
          <p:nvPr/>
        </p:nvSpPr>
        <p:spPr>
          <a:xfrm>
            <a:off x="10621010" y="5013960"/>
            <a:ext cx="158750" cy="2286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8" name="Shape 528"/>
          <p:cNvSpPr/>
          <p:nvPr/>
        </p:nvSpPr>
        <p:spPr>
          <a:xfrm>
            <a:off x="10779760" y="5013960"/>
            <a:ext cx="158750" cy="2286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29"/>
          <p:cNvSpPr/>
          <p:nvPr/>
        </p:nvSpPr>
        <p:spPr>
          <a:xfrm>
            <a:off x="10938510" y="5013960"/>
            <a:ext cx="158750" cy="2286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Text 530"/>
          <p:cNvSpPr/>
          <p:nvPr/>
        </p:nvSpPr>
        <p:spPr>
          <a:xfrm>
            <a:off x="10614660" y="499491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541" name="Shape 531"/>
          <p:cNvSpPr/>
          <p:nvPr/>
        </p:nvSpPr>
        <p:spPr>
          <a:xfrm>
            <a:off x="80098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2" name="Shape 532"/>
          <p:cNvSpPr/>
          <p:nvPr/>
        </p:nvSpPr>
        <p:spPr>
          <a:xfrm>
            <a:off x="825627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3" name="Shape 533"/>
          <p:cNvSpPr/>
          <p:nvPr/>
        </p:nvSpPr>
        <p:spPr>
          <a:xfrm>
            <a:off x="84924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4" name="Shape 534"/>
          <p:cNvSpPr/>
          <p:nvPr/>
        </p:nvSpPr>
        <p:spPr>
          <a:xfrm>
            <a:off x="872998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5" name="Shape 535"/>
          <p:cNvSpPr/>
          <p:nvPr/>
        </p:nvSpPr>
        <p:spPr>
          <a:xfrm>
            <a:off x="8936990" y="507873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46" name="Shape 536"/>
          <p:cNvSpPr/>
          <p:nvPr/>
        </p:nvSpPr>
        <p:spPr>
          <a:xfrm>
            <a:off x="237617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7" name="Text 537"/>
          <p:cNvSpPr/>
          <p:nvPr/>
        </p:nvSpPr>
        <p:spPr>
          <a:xfrm>
            <a:off x="237617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48" name="Shape 538"/>
          <p:cNvSpPr/>
          <p:nvPr/>
        </p:nvSpPr>
        <p:spPr>
          <a:xfrm>
            <a:off x="33337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49" name="Text 539"/>
          <p:cNvSpPr/>
          <p:nvPr/>
        </p:nvSpPr>
        <p:spPr>
          <a:xfrm>
            <a:off x="33337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0" name="Shape 540"/>
          <p:cNvSpPr/>
          <p:nvPr/>
        </p:nvSpPr>
        <p:spPr>
          <a:xfrm>
            <a:off x="429895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1" name="Text 541"/>
          <p:cNvSpPr/>
          <p:nvPr/>
        </p:nvSpPr>
        <p:spPr>
          <a:xfrm>
            <a:off x="429895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2" name="Shape 542"/>
          <p:cNvSpPr/>
          <p:nvPr/>
        </p:nvSpPr>
        <p:spPr>
          <a:xfrm>
            <a:off x="52705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3" name="Text 543"/>
          <p:cNvSpPr/>
          <p:nvPr/>
        </p:nvSpPr>
        <p:spPr>
          <a:xfrm>
            <a:off x="52705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4" name="Shape 544"/>
          <p:cNvSpPr/>
          <p:nvPr/>
        </p:nvSpPr>
        <p:spPr>
          <a:xfrm>
            <a:off x="62484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5" name="Text 545"/>
          <p:cNvSpPr/>
          <p:nvPr/>
        </p:nvSpPr>
        <p:spPr>
          <a:xfrm>
            <a:off x="62484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6" name="Shape 546"/>
          <p:cNvSpPr/>
          <p:nvPr/>
        </p:nvSpPr>
        <p:spPr>
          <a:xfrm>
            <a:off x="719201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7" name="Text 547"/>
          <p:cNvSpPr/>
          <p:nvPr/>
        </p:nvSpPr>
        <p:spPr>
          <a:xfrm>
            <a:off x="719201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58" name="Shape 548"/>
          <p:cNvSpPr/>
          <p:nvPr/>
        </p:nvSpPr>
        <p:spPr>
          <a:xfrm>
            <a:off x="97028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59" name="Text 549"/>
          <p:cNvSpPr/>
          <p:nvPr/>
        </p:nvSpPr>
        <p:spPr>
          <a:xfrm>
            <a:off x="97028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0" name="Shape 550"/>
          <p:cNvSpPr/>
          <p:nvPr/>
        </p:nvSpPr>
        <p:spPr>
          <a:xfrm>
            <a:off x="10680700" y="459867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561" name="Text 551"/>
          <p:cNvSpPr/>
          <p:nvPr/>
        </p:nvSpPr>
        <p:spPr>
          <a:xfrm>
            <a:off x="10680700" y="459867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562" name="Shape 552"/>
          <p:cNvSpPr/>
          <p:nvPr/>
        </p:nvSpPr>
        <p:spPr>
          <a:xfrm>
            <a:off x="247523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3" name="Shape 553"/>
          <p:cNvSpPr/>
          <p:nvPr/>
        </p:nvSpPr>
        <p:spPr>
          <a:xfrm>
            <a:off x="247523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4" name="Shape 554"/>
          <p:cNvSpPr/>
          <p:nvPr/>
        </p:nvSpPr>
        <p:spPr>
          <a:xfrm>
            <a:off x="247523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5" name="Shape 555"/>
          <p:cNvSpPr/>
          <p:nvPr/>
        </p:nvSpPr>
        <p:spPr>
          <a:xfrm>
            <a:off x="34328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6" name="Shape 556"/>
          <p:cNvSpPr/>
          <p:nvPr/>
        </p:nvSpPr>
        <p:spPr>
          <a:xfrm>
            <a:off x="34328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67" name="Shape 557"/>
          <p:cNvSpPr/>
          <p:nvPr/>
        </p:nvSpPr>
        <p:spPr>
          <a:xfrm>
            <a:off x="34328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68" name="Shape 558"/>
          <p:cNvSpPr/>
          <p:nvPr/>
        </p:nvSpPr>
        <p:spPr>
          <a:xfrm>
            <a:off x="439801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69" name="Shape 559"/>
          <p:cNvSpPr/>
          <p:nvPr/>
        </p:nvSpPr>
        <p:spPr>
          <a:xfrm>
            <a:off x="439801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0" name="Shape 560"/>
          <p:cNvSpPr/>
          <p:nvPr/>
        </p:nvSpPr>
        <p:spPr>
          <a:xfrm>
            <a:off x="439801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1" name="Shape 561"/>
          <p:cNvSpPr/>
          <p:nvPr/>
        </p:nvSpPr>
        <p:spPr>
          <a:xfrm>
            <a:off x="53695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2" name="Shape 562"/>
          <p:cNvSpPr/>
          <p:nvPr/>
        </p:nvSpPr>
        <p:spPr>
          <a:xfrm>
            <a:off x="53695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3" name="Shape 563"/>
          <p:cNvSpPr/>
          <p:nvPr/>
        </p:nvSpPr>
        <p:spPr>
          <a:xfrm>
            <a:off x="53695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4" name="Shape 564"/>
          <p:cNvSpPr/>
          <p:nvPr/>
        </p:nvSpPr>
        <p:spPr>
          <a:xfrm>
            <a:off x="63474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5" name="Shape 565"/>
          <p:cNvSpPr/>
          <p:nvPr/>
        </p:nvSpPr>
        <p:spPr>
          <a:xfrm>
            <a:off x="63474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6" name="Shape 566"/>
          <p:cNvSpPr/>
          <p:nvPr/>
        </p:nvSpPr>
        <p:spPr>
          <a:xfrm>
            <a:off x="63474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77" name="Shape 567"/>
          <p:cNvSpPr/>
          <p:nvPr/>
        </p:nvSpPr>
        <p:spPr>
          <a:xfrm>
            <a:off x="729107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78" name="Shape 568"/>
          <p:cNvSpPr/>
          <p:nvPr/>
        </p:nvSpPr>
        <p:spPr>
          <a:xfrm>
            <a:off x="729107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79" name="Shape 569"/>
          <p:cNvSpPr/>
          <p:nvPr/>
        </p:nvSpPr>
        <p:spPr>
          <a:xfrm>
            <a:off x="729107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0" name="Shape 570"/>
          <p:cNvSpPr/>
          <p:nvPr/>
        </p:nvSpPr>
        <p:spPr>
          <a:xfrm>
            <a:off x="98018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1" name="Shape 571"/>
          <p:cNvSpPr/>
          <p:nvPr/>
        </p:nvSpPr>
        <p:spPr>
          <a:xfrm>
            <a:off x="98018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2" name="Shape 572"/>
          <p:cNvSpPr/>
          <p:nvPr/>
        </p:nvSpPr>
        <p:spPr>
          <a:xfrm>
            <a:off x="98018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3" name="Shape 573"/>
          <p:cNvSpPr/>
          <p:nvPr/>
        </p:nvSpPr>
        <p:spPr>
          <a:xfrm>
            <a:off x="10779760" y="4457700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584" name="Shape 574"/>
          <p:cNvSpPr/>
          <p:nvPr/>
        </p:nvSpPr>
        <p:spPr>
          <a:xfrm>
            <a:off x="10779760" y="4796790"/>
            <a:ext cx="0" cy="21717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585" name="Shape 575"/>
          <p:cNvSpPr/>
          <p:nvPr/>
        </p:nvSpPr>
        <p:spPr>
          <a:xfrm>
            <a:off x="10779760" y="3841750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586" name="Shape 576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587" name="Text 577"/>
          <p:cNvSpPr/>
          <p:nvPr/>
        </p:nvSpPr>
        <p:spPr>
          <a:xfrm>
            <a:off x="1944370" y="548894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588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5237480"/>
            <a:ext cx="133350" cy="254000"/>
          </a:xfrm>
          <a:prstGeom prst="rect">
            <a:avLst/>
          </a:prstGeom>
        </p:spPr>
      </p:pic>
      <p:pic>
        <p:nvPicPr>
          <p:cNvPr id="589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6134100"/>
            <a:ext cx="133350" cy="254000"/>
          </a:xfrm>
          <a:prstGeom prst="rect">
            <a:avLst/>
          </a:prstGeom>
        </p:spPr>
      </p:pic>
      <p:pic>
        <p:nvPicPr>
          <p:cNvPr id="590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5237480"/>
            <a:ext cx="133350" cy="254000"/>
          </a:xfrm>
          <a:prstGeom prst="rect">
            <a:avLst/>
          </a:prstGeom>
        </p:spPr>
      </p:pic>
      <p:pic>
        <p:nvPicPr>
          <p:cNvPr id="591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6134100"/>
            <a:ext cx="133350" cy="254000"/>
          </a:xfrm>
          <a:prstGeom prst="rect">
            <a:avLst/>
          </a:prstGeom>
        </p:spPr>
      </p:pic>
      <p:pic>
        <p:nvPicPr>
          <p:cNvPr id="592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5237480"/>
            <a:ext cx="133350" cy="254000"/>
          </a:xfrm>
          <a:prstGeom prst="rect">
            <a:avLst/>
          </a:prstGeom>
        </p:spPr>
      </p:pic>
      <p:pic>
        <p:nvPicPr>
          <p:cNvPr id="593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6134100"/>
            <a:ext cx="133350" cy="254000"/>
          </a:xfrm>
          <a:prstGeom prst="rect">
            <a:avLst/>
          </a:prstGeom>
        </p:spPr>
      </p:pic>
      <p:pic>
        <p:nvPicPr>
          <p:cNvPr id="594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5237480"/>
            <a:ext cx="133350" cy="254000"/>
          </a:xfrm>
          <a:prstGeom prst="rect">
            <a:avLst/>
          </a:prstGeom>
        </p:spPr>
      </p:pic>
      <p:pic>
        <p:nvPicPr>
          <p:cNvPr id="595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6134100"/>
            <a:ext cx="133350" cy="254000"/>
          </a:xfrm>
          <a:prstGeom prst="rect">
            <a:avLst/>
          </a:prstGeom>
        </p:spPr>
      </p:pic>
      <p:pic>
        <p:nvPicPr>
          <p:cNvPr id="596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5237480"/>
            <a:ext cx="133350" cy="254000"/>
          </a:xfrm>
          <a:prstGeom prst="rect">
            <a:avLst/>
          </a:prstGeom>
        </p:spPr>
      </p:pic>
      <p:pic>
        <p:nvPicPr>
          <p:cNvPr id="597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6134100"/>
            <a:ext cx="133350" cy="254000"/>
          </a:xfrm>
          <a:prstGeom prst="rect">
            <a:avLst/>
          </a:prstGeom>
        </p:spPr>
      </p:pic>
      <p:pic>
        <p:nvPicPr>
          <p:cNvPr id="598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5237480"/>
            <a:ext cx="133350" cy="254000"/>
          </a:xfrm>
          <a:prstGeom prst="rect">
            <a:avLst/>
          </a:prstGeom>
        </p:spPr>
      </p:pic>
      <p:pic>
        <p:nvPicPr>
          <p:cNvPr id="599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6134100"/>
            <a:ext cx="133350" cy="254000"/>
          </a:xfrm>
          <a:prstGeom prst="rect">
            <a:avLst/>
          </a:prstGeom>
        </p:spPr>
      </p:pic>
      <p:pic>
        <p:nvPicPr>
          <p:cNvPr id="600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5237480"/>
            <a:ext cx="133350" cy="254000"/>
          </a:xfrm>
          <a:prstGeom prst="rect">
            <a:avLst/>
          </a:prstGeom>
        </p:spPr>
      </p:pic>
      <p:pic>
        <p:nvPicPr>
          <p:cNvPr id="601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6134100"/>
            <a:ext cx="133350" cy="254000"/>
          </a:xfrm>
          <a:prstGeom prst="rect">
            <a:avLst/>
          </a:prstGeom>
        </p:spPr>
      </p:pic>
      <p:pic>
        <p:nvPicPr>
          <p:cNvPr id="602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5237480"/>
            <a:ext cx="133350" cy="254000"/>
          </a:xfrm>
          <a:prstGeom prst="rect">
            <a:avLst/>
          </a:prstGeom>
        </p:spPr>
      </p:pic>
      <p:pic>
        <p:nvPicPr>
          <p:cNvPr id="603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6134100"/>
            <a:ext cx="133350" cy="254000"/>
          </a:xfrm>
          <a:prstGeom prst="rect">
            <a:avLst/>
          </a:prstGeom>
        </p:spPr>
      </p:pic>
      <p:sp>
        <p:nvSpPr>
          <p:cNvPr id="604" name="Shape 578"/>
          <p:cNvSpPr/>
          <p:nvPr/>
        </p:nvSpPr>
        <p:spPr>
          <a:xfrm>
            <a:off x="215773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9"/>
          <p:cNvSpPr/>
          <p:nvPr/>
        </p:nvSpPr>
        <p:spPr>
          <a:xfrm>
            <a:off x="231648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80"/>
          <p:cNvSpPr/>
          <p:nvPr/>
        </p:nvSpPr>
        <p:spPr>
          <a:xfrm>
            <a:off x="247523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81"/>
          <p:cNvSpPr/>
          <p:nvPr/>
        </p:nvSpPr>
        <p:spPr>
          <a:xfrm>
            <a:off x="263398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82"/>
          <p:cNvSpPr/>
          <p:nvPr/>
        </p:nvSpPr>
        <p:spPr>
          <a:xfrm>
            <a:off x="231013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09" name="Shape 583"/>
          <p:cNvSpPr/>
          <p:nvPr/>
        </p:nvSpPr>
        <p:spPr>
          <a:xfrm>
            <a:off x="31153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84"/>
          <p:cNvSpPr/>
          <p:nvPr/>
        </p:nvSpPr>
        <p:spPr>
          <a:xfrm>
            <a:off x="32740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85"/>
          <p:cNvSpPr/>
          <p:nvPr/>
        </p:nvSpPr>
        <p:spPr>
          <a:xfrm>
            <a:off x="34328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86"/>
          <p:cNvSpPr/>
          <p:nvPr/>
        </p:nvSpPr>
        <p:spPr>
          <a:xfrm>
            <a:off x="35915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87"/>
          <p:cNvSpPr/>
          <p:nvPr/>
        </p:nvSpPr>
        <p:spPr>
          <a:xfrm>
            <a:off x="32677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14" name="Shape 588"/>
          <p:cNvSpPr/>
          <p:nvPr/>
        </p:nvSpPr>
        <p:spPr>
          <a:xfrm>
            <a:off x="408051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9"/>
          <p:cNvSpPr/>
          <p:nvPr/>
        </p:nvSpPr>
        <p:spPr>
          <a:xfrm>
            <a:off x="423926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90"/>
          <p:cNvSpPr/>
          <p:nvPr/>
        </p:nvSpPr>
        <p:spPr>
          <a:xfrm>
            <a:off x="439801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91"/>
          <p:cNvSpPr/>
          <p:nvPr/>
        </p:nvSpPr>
        <p:spPr>
          <a:xfrm>
            <a:off x="455676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92"/>
          <p:cNvSpPr/>
          <p:nvPr/>
        </p:nvSpPr>
        <p:spPr>
          <a:xfrm>
            <a:off x="423291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19" name="Shape 593"/>
          <p:cNvSpPr/>
          <p:nvPr/>
        </p:nvSpPr>
        <p:spPr>
          <a:xfrm>
            <a:off x="50520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94"/>
          <p:cNvSpPr/>
          <p:nvPr/>
        </p:nvSpPr>
        <p:spPr>
          <a:xfrm>
            <a:off x="52108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95"/>
          <p:cNvSpPr/>
          <p:nvPr/>
        </p:nvSpPr>
        <p:spPr>
          <a:xfrm>
            <a:off x="53695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96"/>
          <p:cNvSpPr/>
          <p:nvPr/>
        </p:nvSpPr>
        <p:spPr>
          <a:xfrm>
            <a:off x="55283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97"/>
          <p:cNvSpPr/>
          <p:nvPr/>
        </p:nvSpPr>
        <p:spPr>
          <a:xfrm>
            <a:off x="52044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24" name="Shape 598"/>
          <p:cNvSpPr/>
          <p:nvPr/>
        </p:nvSpPr>
        <p:spPr>
          <a:xfrm>
            <a:off x="60299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9"/>
          <p:cNvSpPr/>
          <p:nvPr/>
        </p:nvSpPr>
        <p:spPr>
          <a:xfrm>
            <a:off x="61887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600"/>
          <p:cNvSpPr/>
          <p:nvPr/>
        </p:nvSpPr>
        <p:spPr>
          <a:xfrm>
            <a:off x="63474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601"/>
          <p:cNvSpPr/>
          <p:nvPr/>
        </p:nvSpPr>
        <p:spPr>
          <a:xfrm>
            <a:off x="65062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602"/>
          <p:cNvSpPr/>
          <p:nvPr/>
        </p:nvSpPr>
        <p:spPr>
          <a:xfrm>
            <a:off x="61823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29" name="Shape 603"/>
          <p:cNvSpPr/>
          <p:nvPr/>
        </p:nvSpPr>
        <p:spPr>
          <a:xfrm>
            <a:off x="697357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0" name="Shape 604"/>
          <p:cNvSpPr/>
          <p:nvPr/>
        </p:nvSpPr>
        <p:spPr>
          <a:xfrm>
            <a:off x="713232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1" name="Shape 605"/>
          <p:cNvSpPr/>
          <p:nvPr/>
        </p:nvSpPr>
        <p:spPr>
          <a:xfrm>
            <a:off x="729107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2" name="Shape 606"/>
          <p:cNvSpPr/>
          <p:nvPr/>
        </p:nvSpPr>
        <p:spPr>
          <a:xfrm>
            <a:off x="744982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3" name="Text 607"/>
          <p:cNvSpPr/>
          <p:nvPr/>
        </p:nvSpPr>
        <p:spPr>
          <a:xfrm>
            <a:off x="712597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634" name="Shape 608"/>
          <p:cNvSpPr/>
          <p:nvPr/>
        </p:nvSpPr>
        <p:spPr>
          <a:xfrm>
            <a:off x="94843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5" name="Shape 609"/>
          <p:cNvSpPr/>
          <p:nvPr/>
        </p:nvSpPr>
        <p:spPr>
          <a:xfrm>
            <a:off x="96431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6" name="Shape 610"/>
          <p:cNvSpPr/>
          <p:nvPr/>
        </p:nvSpPr>
        <p:spPr>
          <a:xfrm>
            <a:off x="98018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7" name="Shape 611"/>
          <p:cNvSpPr/>
          <p:nvPr/>
        </p:nvSpPr>
        <p:spPr>
          <a:xfrm>
            <a:off x="99606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8" name="Text 612"/>
          <p:cNvSpPr/>
          <p:nvPr/>
        </p:nvSpPr>
        <p:spPr>
          <a:xfrm>
            <a:off x="96367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39" name="Shape 613"/>
          <p:cNvSpPr/>
          <p:nvPr/>
        </p:nvSpPr>
        <p:spPr>
          <a:xfrm>
            <a:off x="10462260" y="6383020"/>
            <a:ext cx="158750" cy="21844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0" name="Shape 614"/>
          <p:cNvSpPr/>
          <p:nvPr/>
        </p:nvSpPr>
        <p:spPr>
          <a:xfrm>
            <a:off x="10621010" y="6383020"/>
            <a:ext cx="158750" cy="21844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1" name="Shape 615"/>
          <p:cNvSpPr/>
          <p:nvPr/>
        </p:nvSpPr>
        <p:spPr>
          <a:xfrm>
            <a:off x="10779760" y="6383020"/>
            <a:ext cx="158750" cy="21844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2" name="Shape 616"/>
          <p:cNvSpPr/>
          <p:nvPr/>
        </p:nvSpPr>
        <p:spPr>
          <a:xfrm>
            <a:off x="10938510" y="6383020"/>
            <a:ext cx="158750" cy="21844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3" name="Text 617"/>
          <p:cNvSpPr/>
          <p:nvPr/>
        </p:nvSpPr>
        <p:spPr>
          <a:xfrm>
            <a:off x="10614660" y="6363970"/>
            <a:ext cx="3302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400" dirty="0"/>
          </a:p>
        </p:txBody>
      </p:sp>
      <p:sp>
        <p:nvSpPr>
          <p:cNvPr id="644" name="Shape 618"/>
          <p:cNvSpPr/>
          <p:nvPr/>
        </p:nvSpPr>
        <p:spPr>
          <a:xfrm>
            <a:off x="80098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5" name="Shape 619"/>
          <p:cNvSpPr/>
          <p:nvPr/>
        </p:nvSpPr>
        <p:spPr>
          <a:xfrm>
            <a:off x="825627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6" name="Shape 620"/>
          <p:cNvSpPr/>
          <p:nvPr/>
        </p:nvSpPr>
        <p:spPr>
          <a:xfrm>
            <a:off x="84924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7" name="Shape 621"/>
          <p:cNvSpPr/>
          <p:nvPr/>
        </p:nvSpPr>
        <p:spPr>
          <a:xfrm>
            <a:off x="872998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8" name="Shape 622"/>
          <p:cNvSpPr/>
          <p:nvPr/>
        </p:nvSpPr>
        <p:spPr>
          <a:xfrm>
            <a:off x="8936990" y="6442710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649" name="Text 623"/>
          <p:cNvSpPr/>
          <p:nvPr/>
        </p:nvSpPr>
        <p:spPr>
          <a:xfrm>
            <a:off x="431800" y="50218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650" name="Text 624"/>
          <p:cNvSpPr/>
          <p:nvPr/>
        </p:nvSpPr>
        <p:spPr>
          <a:xfrm>
            <a:off x="431800" y="52339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1" name="Text 625"/>
          <p:cNvSpPr/>
          <p:nvPr/>
        </p:nvSpPr>
        <p:spPr>
          <a:xfrm>
            <a:off x="431800" y="56467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652" name="Text 626"/>
          <p:cNvSpPr/>
          <p:nvPr/>
        </p:nvSpPr>
        <p:spPr>
          <a:xfrm>
            <a:off x="431800" y="586008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653" name="Text 627"/>
          <p:cNvSpPr/>
          <p:nvPr/>
        </p:nvSpPr>
        <p:spPr>
          <a:xfrm>
            <a:off x="431800" y="617885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654" name="Text 628"/>
          <p:cNvSpPr/>
          <p:nvPr/>
        </p:nvSpPr>
        <p:spPr>
          <a:xfrm>
            <a:off x="431800" y="637824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55" name="Shape 629"/>
          <p:cNvSpPr/>
          <p:nvPr/>
        </p:nvSpPr>
        <p:spPr>
          <a:xfrm>
            <a:off x="3383280" y="6605270"/>
            <a:ext cx="3702050" cy="17399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656" name="Text 630"/>
          <p:cNvSpPr/>
          <p:nvPr/>
        </p:nvSpPr>
        <p:spPr>
          <a:xfrm>
            <a:off x="1424940" y="6610071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2026-10-12T07:38:44Z</dcterms:created>
  <dcterms:modified xsi:type="dcterms:W3CDTF">2026-10-12T07:38:44Z</dcterms:modified>
</cp:coreProperties>
</file>