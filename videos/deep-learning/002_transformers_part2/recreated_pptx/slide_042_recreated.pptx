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83130" y="814624"/>
            <a:ext cx="81280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Data (Feature Vectors)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65500" y="1787591"/>
            <a:ext cx="10840642" cy="499063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592" y="2598319"/>
            <a:ext cx="2946329" cy="544916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65835" y="2571738"/>
            <a:ext cx="3382333" cy="544916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57748" y="2199600"/>
            <a:ext cx="3217180" cy="817374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757" y="2608908"/>
            <a:ext cx="3556000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 of </a:t>
            </a:r>
            <a:pPr algn="ctr" indent="0" marL="0">
              <a:buNone/>
            </a:pPr>
            <a:r>
              <a:rPr lang="en-US" sz="148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Input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459757" y="2834849"/>
            <a:ext cx="3556000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</a:t>
            </a:r>
            <a:pPr algn="ctr" indent="0" marL="0">
              <a:buNone/>
            </a:pPr>
            <a:r>
              <a:rPr lang="en-US" sz="14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(Using one filter)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3885365" y="2603350"/>
            <a:ext cx="4064000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Vectors of </a:t>
            </a:r>
            <a:pPr algn="ctr" indent="0" marL="0">
              <a:buNone/>
            </a:pPr>
            <a:r>
              <a:rPr lang="en-US" sz="145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Input Sample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885365" y="2821961"/>
            <a:ext cx="406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(Using 4 filters)  </a:t>
            </a:r>
            <a:pPr algn="ctr" indent="0" marL="0">
              <a:buNone/>
            </a:pPr>
            <a:r>
              <a:rPr lang="en-US" sz="153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[ 4 Channels]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8144652" y="2239267"/>
            <a:ext cx="3302000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Vectors of :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8144652" y="2455220"/>
            <a:ext cx="3556000" cy="31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 Input Samples  </a:t>
            </a:r>
            <a:pPr algn="l" indent="0" marL="0">
              <a:buNone/>
            </a:pPr>
            <a:r>
              <a:rPr lang="en-US" sz="154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[mini-Batch]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144652" y="2674515"/>
            <a:ext cx="3556000" cy="31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4 filters </a:t>
            </a:r>
            <a:pPr algn="l" indent="0" marL="0">
              <a:buNone/>
            </a:pPr>
            <a:r>
              <a:rPr lang="en-US" sz="154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[ 4 Channels]</a:t>
            </a:r>
            <a:endParaRPr lang="en-US" sz="1540" dirty="0"/>
          </a:p>
        </p:txBody>
      </p:sp>
      <p:sp>
        <p:nvSpPr>
          <p:cNvPr id="17" name="Shape 15"/>
          <p:cNvSpPr/>
          <p:nvPr/>
        </p:nvSpPr>
        <p:spPr>
          <a:xfrm>
            <a:off x="922703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8" name="Shape 16"/>
          <p:cNvSpPr/>
          <p:nvPr/>
        </p:nvSpPr>
        <p:spPr>
          <a:xfrm>
            <a:off x="963724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4745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5766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1" name="Shape 19"/>
          <p:cNvSpPr/>
          <p:nvPr/>
        </p:nvSpPr>
        <p:spPr>
          <a:xfrm>
            <a:off x="922703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2" name="Shape 20"/>
          <p:cNvSpPr/>
          <p:nvPr/>
        </p:nvSpPr>
        <p:spPr>
          <a:xfrm>
            <a:off x="963724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4745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5766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5" name="Shape 23"/>
          <p:cNvSpPr/>
          <p:nvPr/>
        </p:nvSpPr>
        <p:spPr>
          <a:xfrm>
            <a:off x="922703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6" name="Shape 24"/>
          <p:cNvSpPr/>
          <p:nvPr/>
        </p:nvSpPr>
        <p:spPr>
          <a:xfrm>
            <a:off x="963724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4745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5766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9" name="Shape 27"/>
          <p:cNvSpPr/>
          <p:nvPr/>
        </p:nvSpPr>
        <p:spPr>
          <a:xfrm>
            <a:off x="922703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0" name="Shape 28"/>
          <p:cNvSpPr/>
          <p:nvPr/>
        </p:nvSpPr>
        <p:spPr>
          <a:xfrm>
            <a:off x="963724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4745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5766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" name="Shape 31"/>
          <p:cNvSpPr/>
          <p:nvPr/>
        </p:nvSpPr>
        <p:spPr>
          <a:xfrm>
            <a:off x="922703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4" name="Shape 32"/>
          <p:cNvSpPr/>
          <p:nvPr/>
        </p:nvSpPr>
        <p:spPr>
          <a:xfrm>
            <a:off x="963724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4745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5766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7" name="Shape 35"/>
          <p:cNvSpPr/>
          <p:nvPr/>
        </p:nvSpPr>
        <p:spPr>
          <a:xfrm>
            <a:off x="962708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3729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4750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5771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1" name="Shape 39"/>
          <p:cNvSpPr/>
          <p:nvPr/>
        </p:nvSpPr>
        <p:spPr>
          <a:xfrm>
            <a:off x="962708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3729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4750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4" name="Shape 42"/>
          <p:cNvSpPr/>
          <p:nvPr/>
        </p:nvSpPr>
        <p:spPr>
          <a:xfrm>
            <a:off x="1085771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5" name="Shape 43"/>
          <p:cNvSpPr/>
          <p:nvPr/>
        </p:nvSpPr>
        <p:spPr>
          <a:xfrm>
            <a:off x="962708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6" name="Shape 44"/>
          <p:cNvSpPr/>
          <p:nvPr/>
        </p:nvSpPr>
        <p:spPr>
          <a:xfrm>
            <a:off x="1003729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4750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8" name="Shape 46"/>
          <p:cNvSpPr/>
          <p:nvPr/>
        </p:nvSpPr>
        <p:spPr>
          <a:xfrm>
            <a:off x="1085771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9" name="Shape 47"/>
          <p:cNvSpPr/>
          <p:nvPr/>
        </p:nvSpPr>
        <p:spPr>
          <a:xfrm>
            <a:off x="962708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0" name="Shape 48"/>
          <p:cNvSpPr/>
          <p:nvPr/>
        </p:nvSpPr>
        <p:spPr>
          <a:xfrm>
            <a:off x="1003729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1" name="Shape 49"/>
          <p:cNvSpPr/>
          <p:nvPr/>
        </p:nvSpPr>
        <p:spPr>
          <a:xfrm>
            <a:off x="1044750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2" name="Shape 50"/>
          <p:cNvSpPr/>
          <p:nvPr/>
        </p:nvSpPr>
        <p:spPr>
          <a:xfrm>
            <a:off x="1085771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3" name="Shape 51"/>
          <p:cNvSpPr/>
          <p:nvPr/>
        </p:nvSpPr>
        <p:spPr>
          <a:xfrm>
            <a:off x="962708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4" name="Shape 52"/>
          <p:cNvSpPr/>
          <p:nvPr/>
        </p:nvSpPr>
        <p:spPr>
          <a:xfrm>
            <a:off x="1003729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5" name="Shape 53"/>
          <p:cNvSpPr/>
          <p:nvPr/>
        </p:nvSpPr>
        <p:spPr>
          <a:xfrm>
            <a:off x="1044750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6" name="Shape 54"/>
          <p:cNvSpPr/>
          <p:nvPr/>
        </p:nvSpPr>
        <p:spPr>
          <a:xfrm>
            <a:off x="1085771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7" name="Shape 55"/>
          <p:cNvSpPr/>
          <p:nvPr/>
        </p:nvSpPr>
        <p:spPr>
          <a:xfrm>
            <a:off x="922703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3724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4745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5766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2703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3724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04745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5766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2703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3724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04745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5766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2703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3724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4745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45766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22703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3724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4745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45766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02884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8" name="Shape 76"/>
          <p:cNvSpPr/>
          <p:nvPr/>
        </p:nvSpPr>
        <p:spPr>
          <a:xfrm>
            <a:off x="943905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9" name="Shape 77"/>
          <p:cNvSpPr/>
          <p:nvPr/>
        </p:nvSpPr>
        <p:spPr>
          <a:xfrm>
            <a:off x="984926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0" name="Shape 78"/>
          <p:cNvSpPr/>
          <p:nvPr/>
        </p:nvSpPr>
        <p:spPr>
          <a:xfrm>
            <a:off x="1025947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1" name="Shape 79"/>
          <p:cNvSpPr/>
          <p:nvPr/>
        </p:nvSpPr>
        <p:spPr>
          <a:xfrm>
            <a:off x="902884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2" name="Shape 80"/>
          <p:cNvSpPr/>
          <p:nvPr/>
        </p:nvSpPr>
        <p:spPr>
          <a:xfrm>
            <a:off x="943905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3" name="Shape 81"/>
          <p:cNvSpPr/>
          <p:nvPr/>
        </p:nvSpPr>
        <p:spPr>
          <a:xfrm>
            <a:off x="984926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4" name="Shape 82"/>
          <p:cNvSpPr/>
          <p:nvPr/>
        </p:nvSpPr>
        <p:spPr>
          <a:xfrm>
            <a:off x="1025947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5" name="Shape 83"/>
          <p:cNvSpPr/>
          <p:nvPr/>
        </p:nvSpPr>
        <p:spPr>
          <a:xfrm>
            <a:off x="902884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6" name="Shape 84"/>
          <p:cNvSpPr/>
          <p:nvPr/>
        </p:nvSpPr>
        <p:spPr>
          <a:xfrm>
            <a:off x="943905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7" name="Shape 85"/>
          <p:cNvSpPr/>
          <p:nvPr/>
        </p:nvSpPr>
        <p:spPr>
          <a:xfrm>
            <a:off x="984926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8" name="Shape 86"/>
          <p:cNvSpPr/>
          <p:nvPr/>
        </p:nvSpPr>
        <p:spPr>
          <a:xfrm>
            <a:off x="1025947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9" name="Shape 87"/>
          <p:cNvSpPr/>
          <p:nvPr/>
        </p:nvSpPr>
        <p:spPr>
          <a:xfrm>
            <a:off x="902884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0" name="Shape 88"/>
          <p:cNvSpPr/>
          <p:nvPr/>
        </p:nvSpPr>
        <p:spPr>
          <a:xfrm>
            <a:off x="943905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1" name="Shape 89"/>
          <p:cNvSpPr/>
          <p:nvPr/>
        </p:nvSpPr>
        <p:spPr>
          <a:xfrm>
            <a:off x="984926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2" name="Shape 90"/>
          <p:cNvSpPr/>
          <p:nvPr/>
        </p:nvSpPr>
        <p:spPr>
          <a:xfrm>
            <a:off x="1025947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3" name="Shape 91"/>
          <p:cNvSpPr/>
          <p:nvPr/>
        </p:nvSpPr>
        <p:spPr>
          <a:xfrm>
            <a:off x="902884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4" name="Shape 92"/>
          <p:cNvSpPr/>
          <p:nvPr/>
        </p:nvSpPr>
        <p:spPr>
          <a:xfrm>
            <a:off x="943905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5" name="Shape 93"/>
          <p:cNvSpPr/>
          <p:nvPr/>
        </p:nvSpPr>
        <p:spPr>
          <a:xfrm>
            <a:off x="984926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6" name="Shape 94"/>
          <p:cNvSpPr/>
          <p:nvPr/>
        </p:nvSpPr>
        <p:spPr>
          <a:xfrm>
            <a:off x="1025947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7" name="Shape 95"/>
          <p:cNvSpPr/>
          <p:nvPr/>
        </p:nvSpPr>
        <p:spPr>
          <a:xfrm>
            <a:off x="942889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8" name="Shape 96"/>
          <p:cNvSpPr/>
          <p:nvPr/>
        </p:nvSpPr>
        <p:spPr>
          <a:xfrm>
            <a:off x="983910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931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65952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1" name="Shape 99"/>
          <p:cNvSpPr/>
          <p:nvPr/>
        </p:nvSpPr>
        <p:spPr>
          <a:xfrm>
            <a:off x="942889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83910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931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65952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42889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83910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24931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65952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42889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83910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24931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65952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42889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83910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24931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65952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02884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43905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84926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25947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02884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43905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84926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25947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02884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43905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84926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25947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02884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43905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84926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25947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02884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43905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84926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25947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75139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16160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57181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98202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75139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916160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57181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98202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875139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916160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957181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998202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875139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16160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57181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998202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875139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16160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957181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998202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15144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56165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997186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38207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15144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56165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97186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38207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915144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56165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97186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038207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15144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956165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997186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038207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915144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956165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997186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038207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75139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16160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57181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98202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75139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16160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57181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98202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75139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16160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57181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98202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75139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16160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57181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98202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75139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16160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57181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98202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53999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8" name="Shape 196"/>
          <p:cNvSpPr/>
          <p:nvPr/>
        </p:nvSpPr>
        <p:spPr>
          <a:xfrm>
            <a:off x="895020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9" name="Shape 197"/>
          <p:cNvSpPr/>
          <p:nvPr/>
        </p:nvSpPr>
        <p:spPr>
          <a:xfrm>
            <a:off x="936041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0" name="Shape 198"/>
          <p:cNvSpPr/>
          <p:nvPr/>
        </p:nvSpPr>
        <p:spPr>
          <a:xfrm>
            <a:off x="977062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1" name="Shape 199"/>
          <p:cNvSpPr/>
          <p:nvPr/>
        </p:nvSpPr>
        <p:spPr>
          <a:xfrm>
            <a:off x="853999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2" name="Shape 200"/>
          <p:cNvSpPr/>
          <p:nvPr/>
        </p:nvSpPr>
        <p:spPr>
          <a:xfrm>
            <a:off x="895020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936041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977062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5" name="Shape 203"/>
          <p:cNvSpPr/>
          <p:nvPr/>
        </p:nvSpPr>
        <p:spPr>
          <a:xfrm>
            <a:off x="853999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6" name="Shape 204"/>
          <p:cNvSpPr/>
          <p:nvPr/>
        </p:nvSpPr>
        <p:spPr>
          <a:xfrm>
            <a:off x="895020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7" name="Shape 205"/>
          <p:cNvSpPr/>
          <p:nvPr/>
        </p:nvSpPr>
        <p:spPr>
          <a:xfrm>
            <a:off x="936041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8" name="Shape 206"/>
          <p:cNvSpPr/>
          <p:nvPr/>
        </p:nvSpPr>
        <p:spPr>
          <a:xfrm>
            <a:off x="977062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9" name="Shape 207"/>
          <p:cNvSpPr/>
          <p:nvPr/>
        </p:nvSpPr>
        <p:spPr>
          <a:xfrm>
            <a:off x="853999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0" name="Shape 208"/>
          <p:cNvSpPr/>
          <p:nvPr/>
        </p:nvSpPr>
        <p:spPr>
          <a:xfrm>
            <a:off x="895020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1" name="Shape 209"/>
          <p:cNvSpPr/>
          <p:nvPr/>
        </p:nvSpPr>
        <p:spPr>
          <a:xfrm>
            <a:off x="936041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2" name="Shape 210"/>
          <p:cNvSpPr/>
          <p:nvPr/>
        </p:nvSpPr>
        <p:spPr>
          <a:xfrm>
            <a:off x="977062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3" name="Shape 211"/>
          <p:cNvSpPr/>
          <p:nvPr/>
        </p:nvSpPr>
        <p:spPr>
          <a:xfrm>
            <a:off x="853999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4" name="Shape 212"/>
          <p:cNvSpPr/>
          <p:nvPr/>
        </p:nvSpPr>
        <p:spPr>
          <a:xfrm>
            <a:off x="895020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5" name="Shape 213"/>
          <p:cNvSpPr/>
          <p:nvPr/>
        </p:nvSpPr>
        <p:spPr>
          <a:xfrm>
            <a:off x="936041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6" name="Shape 214"/>
          <p:cNvSpPr/>
          <p:nvPr/>
        </p:nvSpPr>
        <p:spPr>
          <a:xfrm>
            <a:off x="977062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7" name="Shape 215"/>
          <p:cNvSpPr/>
          <p:nvPr/>
        </p:nvSpPr>
        <p:spPr>
          <a:xfrm>
            <a:off x="894004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35025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9" name="Shape 217"/>
          <p:cNvSpPr/>
          <p:nvPr/>
        </p:nvSpPr>
        <p:spPr>
          <a:xfrm>
            <a:off x="976046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017067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1" name="Shape 219"/>
          <p:cNvSpPr/>
          <p:nvPr/>
        </p:nvSpPr>
        <p:spPr>
          <a:xfrm>
            <a:off x="894004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2" name="Shape 220"/>
          <p:cNvSpPr/>
          <p:nvPr/>
        </p:nvSpPr>
        <p:spPr>
          <a:xfrm>
            <a:off x="935025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3" name="Shape 221"/>
          <p:cNvSpPr/>
          <p:nvPr/>
        </p:nvSpPr>
        <p:spPr>
          <a:xfrm>
            <a:off x="976046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4" name="Shape 222"/>
          <p:cNvSpPr/>
          <p:nvPr/>
        </p:nvSpPr>
        <p:spPr>
          <a:xfrm>
            <a:off x="1017067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5" name="Shape 223"/>
          <p:cNvSpPr/>
          <p:nvPr/>
        </p:nvSpPr>
        <p:spPr>
          <a:xfrm>
            <a:off x="894004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6" name="Shape 224"/>
          <p:cNvSpPr/>
          <p:nvPr/>
        </p:nvSpPr>
        <p:spPr>
          <a:xfrm>
            <a:off x="935025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7" name="Shape 225"/>
          <p:cNvSpPr/>
          <p:nvPr/>
        </p:nvSpPr>
        <p:spPr>
          <a:xfrm>
            <a:off x="976046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8" name="Shape 226"/>
          <p:cNvSpPr/>
          <p:nvPr/>
        </p:nvSpPr>
        <p:spPr>
          <a:xfrm>
            <a:off x="1017067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9" name="Shape 227"/>
          <p:cNvSpPr/>
          <p:nvPr/>
        </p:nvSpPr>
        <p:spPr>
          <a:xfrm>
            <a:off x="894004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0" name="Shape 228"/>
          <p:cNvSpPr/>
          <p:nvPr/>
        </p:nvSpPr>
        <p:spPr>
          <a:xfrm>
            <a:off x="935025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1" name="Shape 229"/>
          <p:cNvSpPr/>
          <p:nvPr/>
        </p:nvSpPr>
        <p:spPr>
          <a:xfrm>
            <a:off x="976046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2" name="Shape 230"/>
          <p:cNvSpPr/>
          <p:nvPr/>
        </p:nvSpPr>
        <p:spPr>
          <a:xfrm>
            <a:off x="1017067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3" name="Shape 231"/>
          <p:cNvSpPr/>
          <p:nvPr/>
        </p:nvSpPr>
        <p:spPr>
          <a:xfrm>
            <a:off x="894004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4" name="Shape 232"/>
          <p:cNvSpPr/>
          <p:nvPr/>
        </p:nvSpPr>
        <p:spPr>
          <a:xfrm>
            <a:off x="935025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5" name="Shape 233"/>
          <p:cNvSpPr/>
          <p:nvPr/>
        </p:nvSpPr>
        <p:spPr>
          <a:xfrm>
            <a:off x="976046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6" name="Shape 234"/>
          <p:cNvSpPr/>
          <p:nvPr/>
        </p:nvSpPr>
        <p:spPr>
          <a:xfrm>
            <a:off x="1017067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7" name="Shape 235"/>
          <p:cNvSpPr/>
          <p:nvPr/>
        </p:nvSpPr>
        <p:spPr>
          <a:xfrm>
            <a:off x="853999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95020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36041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77062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53999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5020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36041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77062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53999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5020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36041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77062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53999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95020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36041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77062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53999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95020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36041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77062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38144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8" name="Shape 256"/>
          <p:cNvSpPr/>
          <p:nvPr/>
        </p:nvSpPr>
        <p:spPr>
          <a:xfrm>
            <a:off x="879165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9" name="Shape 257"/>
          <p:cNvSpPr/>
          <p:nvPr/>
        </p:nvSpPr>
        <p:spPr>
          <a:xfrm>
            <a:off x="920186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0" name="Shape 258"/>
          <p:cNvSpPr/>
          <p:nvPr/>
        </p:nvSpPr>
        <p:spPr>
          <a:xfrm>
            <a:off x="961207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1" name="Shape 259"/>
          <p:cNvSpPr/>
          <p:nvPr/>
        </p:nvSpPr>
        <p:spPr>
          <a:xfrm>
            <a:off x="838144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2" name="Shape 260"/>
          <p:cNvSpPr/>
          <p:nvPr/>
        </p:nvSpPr>
        <p:spPr>
          <a:xfrm>
            <a:off x="879165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3" name="Shape 261"/>
          <p:cNvSpPr/>
          <p:nvPr/>
        </p:nvSpPr>
        <p:spPr>
          <a:xfrm>
            <a:off x="920186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4" name="Shape 262"/>
          <p:cNvSpPr/>
          <p:nvPr/>
        </p:nvSpPr>
        <p:spPr>
          <a:xfrm>
            <a:off x="961207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5" name="Shape 263"/>
          <p:cNvSpPr/>
          <p:nvPr/>
        </p:nvSpPr>
        <p:spPr>
          <a:xfrm>
            <a:off x="838144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6" name="Shape 264"/>
          <p:cNvSpPr/>
          <p:nvPr/>
        </p:nvSpPr>
        <p:spPr>
          <a:xfrm>
            <a:off x="879165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7" name="Shape 265"/>
          <p:cNvSpPr/>
          <p:nvPr/>
        </p:nvSpPr>
        <p:spPr>
          <a:xfrm>
            <a:off x="920186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8" name="Shape 266"/>
          <p:cNvSpPr/>
          <p:nvPr/>
        </p:nvSpPr>
        <p:spPr>
          <a:xfrm>
            <a:off x="961207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9" name="Shape 267"/>
          <p:cNvSpPr/>
          <p:nvPr/>
        </p:nvSpPr>
        <p:spPr>
          <a:xfrm>
            <a:off x="838144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0" name="Shape 268"/>
          <p:cNvSpPr/>
          <p:nvPr/>
        </p:nvSpPr>
        <p:spPr>
          <a:xfrm>
            <a:off x="879165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1" name="Shape 269"/>
          <p:cNvSpPr/>
          <p:nvPr/>
        </p:nvSpPr>
        <p:spPr>
          <a:xfrm>
            <a:off x="920186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2" name="Shape 270"/>
          <p:cNvSpPr/>
          <p:nvPr/>
        </p:nvSpPr>
        <p:spPr>
          <a:xfrm>
            <a:off x="961207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3" name="Shape 271"/>
          <p:cNvSpPr/>
          <p:nvPr/>
        </p:nvSpPr>
        <p:spPr>
          <a:xfrm>
            <a:off x="838144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4" name="Shape 272"/>
          <p:cNvSpPr/>
          <p:nvPr/>
        </p:nvSpPr>
        <p:spPr>
          <a:xfrm>
            <a:off x="879165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5" name="Shape 273"/>
          <p:cNvSpPr/>
          <p:nvPr/>
        </p:nvSpPr>
        <p:spPr>
          <a:xfrm>
            <a:off x="920186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6" name="Shape 274"/>
          <p:cNvSpPr/>
          <p:nvPr/>
        </p:nvSpPr>
        <p:spPr>
          <a:xfrm>
            <a:off x="961207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7" name="Shape 275"/>
          <p:cNvSpPr/>
          <p:nvPr/>
        </p:nvSpPr>
        <p:spPr>
          <a:xfrm>
            <a:off x="878149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8" name="Shape 276"/>
          <p:cNvSpPr/>
          <p:nvPr/>
        </p:nvSpPr>
        <p:spPr>
          <a:xfrm>
            <a:off x="919170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9" name="Shape 277"/>
          <p:cNvSpPr/>
          <p:nvPr/>
        </p:nvSpPr>
        <p:spPr>
          <a:xfrm>
            <a:off x="960191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0" name="Shape 278"/>
          <p:cNvSpPr/>
          <p:nvPr/>
        </p:nvSpPr>
        <p:spPr>
          <a:xfrm>
            <a:off x="1001212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1" name="Shape 279"/>
          <p:cNvSpPr/>
          <p:nvPr/>
        </p:nvSpPr>
        <p:spPr>
          <a:xfrm>
            <a:off x="878149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2" name="Shape 280"/>
          <p:cNvSpPr/>
          <p:nvPr/>
        </p:nvSpPr>
        <p:spPr>
          <a:xfrm>
            <a:off x="919170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3" name="Shape 281"/>
          <p:cNvSpPr/>
          <p:nvPr/>
        </p:nvSpPr>
        <p:spPr>
          <a:xfrm>
            <a:off x="960191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4" name="Shape 282"/>
          <p:cNvSpPr/>
          <p:nvPr/>
        </p:nvSpPr>
        <p:spPr>
          <a:xfrm>
            <a:off x="1001212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5" name="Shape 283"/>
          <p:cNvSpPr/>
          <p:nvPr/>
        </p:nvSpPr>
        <p:spPr>
          <a:xfrm>
            <a:off x="878149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6" name="Shape 284"/>
          <p:cNvSpPr/>
          <p:nvPr/>
        </p:nvSpPr>
        <p:spPr>
          <a:xfrm>
            <a:off x="919170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7" name="Shape 285"/>
          <p:cNvSpPr/>
          <p:nvPr/>
        </p:nvSpPr>
        <p:spPr>
          <a:xfrm>
            <a:off x="960191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8" name="Shape 286"/>
          <p:cNvSpPr/>
          <p:nvPr/>
        </p:nvSpPr>
        <p:spPr>
          <a:xfrm>
            <a:off x="1001212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9" name="Shape 287"/>
          <p:cNvSpPr/>
          <p:nvPr/>
        </p:nvSpPr>
        <p:spPr>
          <a:xfrm>
            <a:off x="878149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0" name="Shape 288"/>
          <p:cNvSpPr/>
          <p:nvPr/>
        </p:nvSpPr>
        <p:spPr>
          <a:xfrm>
            <a:off x="919170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1" name="Shape 289"/>
          <p:cNvSpPr/>
          <p:nvPr/>
        </p:nvSpPr>
        <p:spPr>
          <a:xfrm>
            <a:off x="960191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2" name="Shape 290"/>
          <p:cNvSpPr/>
          <p:nvPr/>
        </p:nvSpPr>
        <p:spPr>
          <a:xfrm>
            <a:off x="1001212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3" name="Shape 291"/>
          <p:cNvSpPr/>
          <p:nvPr/>
        </p:nvSpPr>
        <p:spPr>
          <a:xfrm>
            <a:off x="878149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4" name="Shape 292"/>
          <p:cNvSpPr/>
          <p:nvPr/>
        </p:nvSpPr>
        <p:spPr>
          <a:xfrm>
            <a:off x="919170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5" name="Shape 293"/>
          <p:cNvSpPr/>
          <p:nvPr/>
        </p:nvSpPr>
        <p:spPr>
          <a:xfrm>
            <a:off x="960191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6" name="Shape 294"/>
          <p:cNvSpPr/>
          <p:nvPr/>
        </p:nvSpPr>
        <p:spPr>
          <a:xfrm>
            <a:off x="1001212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7" name="Shape 295"/>
          <p:cNvSpPr/>
          <p:nvPr/>
        </p:nvSpPr>
        <p:spPr>
          <a:xfrm>
            <a:off x="838144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879165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20186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61207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838144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879165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20186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61207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838144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879165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20186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61207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838144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879165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20186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61207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838144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879165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20186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61207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999937" y="349481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18" name="Shape 316"/>
          <p:cNvSpPr/>
          <p:nvPr/>
        </p:nvSpPr>
        <p:spPr>
          <a:xfrm>
            <a:off x="1999937" y="391264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19" name="Shape 317"/>
          <p:cNvSpPr/>
          <p:nvPr/>
        </p:nvSpPr>
        <p:spPr>
          <a:xfrm>
            <a:off x="1999937" y="433047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20" name="Shape 318"/>
          <p:cNvSpPr/>
          <p:nvPr/>
        </p:nvSpPr>
        <p:spPr>
          <a:xfrm>
            <a:off x="1999937" y="474830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21" name="Shape 319"/>
          <p:cNvSpPr/>
          <p:nvPr/>
        </p:nvSpPr>
        <p:spPr>
          <a:xfrm>
            <a:off x="1999937" y="516613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22" name="Shape 320"/>
          <p:cNvSpPr/>
          <p:nvPr/>
        </p:nvSpPr>
        <p:spPr>
          <a:xfrm>
            <a:off x="2397447" y="349481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3" name="Shape 321"/>
          <p:cNvSpPr/>
          <p:nvPr/>
        </p:nvSpPr>
        <p:spPr>
          <a:xfrm>
            <a:off x="2397447" y="391264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4" name="Shape 322"/>
          <p:cNvSpPr/>
          <p:nvPr/>
        </p:nvSpPr>
        <p:spPr>
          <a:xfrm>
            <a:off x="2397447" y="433047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5" name="Shape 323"/>
          <p:cNvSpPr/>
          <p:nvPr/>
        </p:nvSpPr>
        <p:spPr>
          <a:xfrm>
            <a:off x="2397447" y="474830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6" name="Shape 324"/>
          <p:cNvSpPr/>
          <p:nvPr/>
        </p:nvSpPr>
        <p:spPr>
          <a:xfrm>
            <a:off x="2397447" y="516613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7" name="Shape 325"/>
          <p:cNvSpPr/>
          <p:nvPr/>
        </p:nvSpPr>
        <p:spPr>
          <a:xfrm>
            <a:off x="1999937" y="368150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999937" y="409933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999937" y="451716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999937" y="493499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999937" y="535282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477450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3" name="Shape 331"/>
          <p:cNvSpPr/>
          <p:nvPr/>
        </p:nvSpPr>
        <p:spPr>
          <a:xfrm>
            <a:off x="517963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4" name="Shape 332"/>
          <p:cNvSpPr/>
          <p:nvPr/>
        </p:nvSpPr>
        <p:spPr>
          <a:xfrm>
            <a:off x="558476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5" name="Shape 333"/>
          <p:cNvSpPr/>
          <p:nvPr/>
        </p:nvSpPr>
        <p:spPr>
          <a:xfrm>
            <a:off x="598989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6" name="Shape 334"/>
          <p:cNvSpPr/>
          <p:nvPr/>
        </p:nvSpPr>
        <p:spPr>
          <a:xfrm>
            <a:off x="477450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7" name="Shape 335"/>
          <p:cNvSpPr/>
          <p:nvPr/>
        </p:nvSpPr>
        <p:spPr>
          <a:xfrm>
            <a:off x="517963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8" name="Shape 336"/>
          <p:cNvSpPr/>
          <p:nvPr/>
        </p:nvSpPr>
        <p:spPr>
          <a:xfrm>
            <a:off x="558476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9" name="Shape 337"/>
          <p:cNvSpPr/>
          <p:nvPr/>
        </p:nvSpPr>
        <p:spPr>
          <a:xfrm>
            <a:off x="598989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0" name="Shape 338"/>
          <p:cNvSpPr/>
          <p:nvPr/>
        </p:nvSpPr>
        <p:spPr>
          <a:xfrm>
            <a:off x="477450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1" name="Shape 339"/>
          <p:cNvSpPr/>
          <p:nvPr/>
        </p:nvSpPr>
        <p:spPr>
          <a:xfrm>
            <a:off x="517963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2" name="Shape 340"/>
          <p:cNvSpPr/>
          <p:nvPr/>
        </p:nvSpPr>
        <p:spPr>
          <a:xfrm>
            <a:off x="558476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3" name="Shape 341"/>
          <p:cNvSpPr/>
          <p:nvPr/>
        </p:nvSpPr>
        <p:spPr>
          <a:xfrm>
            <a:off x="598989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4" name="Shape 342"/>
          <p:cNvSpPr/>
          <p:nvPr/>
        </p:nvSpPr>
        <p:spPr>
          <a:xfrm>
            <a:off x="477450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5" name="Shape 343"/>
          <p:cNvSpPr/>
          <p:nvPr/>
        </p:nvSpPr>
        <p:spPr>
          <a:xfrm>
            <a:off x="517963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6" name="Shape 344"/>
          <p:cNvSpPr/>
          <p:nvPr/>
        </p:nvSpPr>
        <p:spPr>
          <a:xfrm>
            <a:off x="558476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7" name="Shape 345"/>
          <p:cNvSpPr/>
          <p:nvPr/>
        </p:nvSpPr>
        <p:spPr>
          <a:xfrm>
            <a:off x="598989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8" name="Shape 346"/>
          <p:cNvSpPr/>
          <p:nvPr/>
        </p:nvSpPr>
        <p:spPr>
          <a:xfrm>
            <a:off x="477450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9" name="Shape 347"/>
          <p:cNvSpPr/>
          <p:nvPr/>
        </p:nvSpPr>
        <p:spPr>
          <a:xfrm>
            <a:off x="517963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50" name="Shape 348"/>
          <p:cNvSpPr/>
          <p:nvPr/>
        </p:nvSpPr>
        <p:spPr>
          <a:xfrm>
            <a:off x="558476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51" name="Shape 349"/>
          <p:cNvSpPr/>
          <p:nvPr/>
        </p:nvSpPr>
        <p:spPr>
          <a:xfrm>
            <a:off x="598989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52" name="Shape 350"/>
          <p:cNvSpPr/>
          <p:nvPr/>
        </p:nvSpPr>
        <p:spPr>
          <a:xfrm>
            <a:off x="513137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3" name="Shape 351"/>
          <p:cNvSpPr/>
          <p:nvPr/>
        </p:nvSpPr>
        <p:spPr>
          <a:xfrm>
            <a:off x="553650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4" name="Shape 352"/>
          <p:cNvSpPr/>
          <p:nvPr/>
        </p:nvSpPr>
        <p:spPr>
          <a:xfrm>
            <a:off x="594163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5" name="Shape 353"/>
          <p:cNvSpPr/>
          <p:nvPr/>
        </p:nvSpPr>
        <p:spPr>
          <a:xfrm>
            <a:off x="634676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6" name="Shape 354"/>
          <p:cNvSpPr/>
          <p:nvPr/>
        </p:nvSpPr>
        <p:spPr>
          <a:xfrm>
            <a:off x="513137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7" name="Shape 355"/>
          <p:cNvSpPr/>
          <p:nvPr/>
        </p:nvSpPr>
        <p:spPr>
          <a:xfrm>
            <a:off x="553650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8" name="Shape 356"/>
          <p:cNvSpPr/>
          <p:nvPr/>
        </p:nvSpPr>
        <p:spPr>
          <a:xfrm>
            <a:off x="594163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9" name="Shape 357"/>
          <p:cNvSpPr/>
          <p:nvPr/>
        </p:nvSpPr>
        <p:spPr>
          <a:xfrm>
            <a:off x="634676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0" name="Shape 358"/>
          <p:cNvSpPr/>
          <p:nvPr/>
        </p:nvSpPr>
        <p:spPr>
          <a:xfrm>
            <a:off x="513137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1" name="Shape 359"/>
          <p:cNvSpPr/>
          <p:nvPr/>
        </p:nvSpPr>
        <p:spPr>
          <a:xfrm>
            <a:off x="553650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2" name="Shape 360"/>
          <p:cNvSpPr/>
          <p:nvPr/>
        </p:nvSpPr>
        <p:spPr>
          <a:xfrm>
            <a:off x="594163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3" name="Shape 361"/>
          <p:cNvSpPr/>
          <p:nvPr/>
        </p:nvSpPr>
        <p:spPr>
          <a:xfrm>
            <a:off x="634676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4" name="Shape 362"/>
          <p:cNvSpPr/>
          <p:nvPr/>
        </p:nvSpPr>
        <p:spPr>
          <a:xfrm>
            <a:off x="513137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5" name="Shape 363"/>
          <p:cNvSpPr/>
          <p:nvPr/>
        </p:nvSpPr>
        <p:spPr>
          <a:xfrm>
            <a:off x="553650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6" name="Shape 364"/>
          <p:cNvSpPr/>
          <p:nvPr/>
        </p:nvSpPr>
        <p:spPr>
          <a:xfrm>
            <a:off x="594163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7" name="Shape 365"/>
          <p:cNvSpPr/>
          <p:nvPr/>
        </p:nvSpPr>
        <p:spPr>
          <a:xfrm>
            <a:off x="634676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8" name="Shape 366"/>
          <p:cNvSpPr/>
          <p:nvPr/>
        </p:nvSpPr>
        <p:spPr>
          <a:xfrm>
            <a:off x="513137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9" name="Shape 367"/>
          <p:cNvSpPr/>
          <p:nvPr/>
        </p:nvSpPr>
        <p:spPr>
          <a:xfrm>
            <a:off x="553650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70" name="Shape 368"/>
          <p:cNvSpPr/>
          <p:nvPr/>
        </p:nvSpPr>
        <p:spPr>
          <a:xfrm>
            <a:off x="594163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71" name="Shape 369"/>
          <p:cNvSpPr/>
          <p:nvPr/>
        </p:nvSpPr>
        <p:spPr>
          <a:xfrm>
            <a:off x="634676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72" name="Shape 370"/>
          <p:cNvSpPr/>
          <p:nvPr/>
        </p:nvSpPr>
        <p:spPr>
          <a:xfrm>
            <a:off x="477450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517963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558476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598989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477450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517963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558476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598989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477450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517963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558476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598989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477450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517963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558476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598989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477450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517963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558476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598989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10363284" y="3947319"/>
            <a:ext cx="145335" cy="172778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393" name="Shape 391"/>
          <p:cNvSpPr/>
          <p:nvPr/>
        </p:nvSpPr>
        <p:spPr>
          <a:xfrm rot="5400000">
            <a:off x="7390373" y="5257524"/>
            <a:ext cx="1704692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94" name="Shape 392"/>
          <p:cNvSpPr/>
          <p:nvPr/>
        </p:nvSpPr>
        <p:spPr>
          <a:xfrm>
            <a:off x="8189379" y="4339393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5" name="Shape 393"/>
          <p:cNvSpPr/>
          <p:nvPr/>
        </p:nvSpPr>
        <p:spPr>
          <a:xfrm rot="10800000">
            <a:off x="8189379" y="608675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6" name="Shape 394"/>
          <p:cNvSpPr/>
          <p:nvPr/>
        </p:nvSpPr>
        <p:spPr>
          <a:xfrm>
            <a:off x="8482548" y="6457004"/>
            <a:ext cx="1422904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97" name="Shape 395"/>
          <p:cNvSpPr/>
          <p:nvPr/>
        </p:nvSpPr>
        <p:spPr>
          <a:xfrm rot="16200000">
            <a:off x="8407872" y="6412554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8" name="Shape 396"/>
          <p:cNvSpPr/>
          <p:nvPr/>
        </p:nvSpPr>
        <p:spPr>
          <a:xfrm rot="5400000">
            <a:off x="9873449" y="6412554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9" name="Shape 397"/>
          <p:cNvSpPr/>
          <p:nvPr/>
        </p:nvSpPr>
        <p:spPr>
          <a:xfrm rot="-2758997">
            <a:off x="10091027" y="5822376"/>
            <a:ext cx="1172094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00" name="Shape 398"/>
          <p:cNvSpPr/>
          <p:nvPr/>
        </p:nvSpPr>
        <p:spPr>
          <a:xfrm rot="13560000">
            <a:off x="10202978" y="6216014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401" name="Shape 399"/>
          <p:cNvSpPr/>
          <p:nvPr/>
        </p:nvSpPr>
        <p:spPr>
          <a:xfrm rot="2760000">
            <a:off x="11044490" y="533983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402" name="Text 400"/>
          <p:cNvSpPr/>
          <p:nvPr/>
        </p:nvSpPr>
        <p:spPr>
          <a:xfrm rot="16200000">
            <a:off x="7118460" y="5024303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</a:t>
            </a:r>
            <a:endParaRPr lang="en-US" sz="1360" dirty="0"/>
          </a:p>
        </p:txBody>
      </p:sp>
      <p:sp>
        <p:nvSpPr>
          <p:cNvPr id="403" name="Text 401"/>
          <p:cNvSpPr/>
          <p:nvPr/>
        </p:nvSpPr>
        <p:spPr>
          <a:xfrm>
            <a:off x="7918878" y="6221142"/>
            <a:ext cx="2286000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460" dirty="0"/>
          </a:p>
        </p:txBody>
      </p:sp>
      <p:sp>
        <p:nvSpPr>
          <p:cNvPr id="404" name="Text 402"/>
          <p:cNvSpPr/>
          <p:nvPr/>
        </p:nvSpPr>
        <p:spPr>
          <a:xfrm>
            <a:off x="7912272" y="6359365"/>
            <a:ext cx="2286000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 Filters)</a:t>
            </a:r>
            <a:endParaRPr lang="en-US" sz="1460" dirty="0"/>
          </a:p>
        </p:txBody>
      </p:sp>
      <p:sp>
        <p:nvSpPr>
          <p:cNvPr id="405" name="Text 403"/>
          <p:cNvSpPr/>
          <p:nvPr/>
        </p:nvSpPr>
        <p:spPr>
          <a:xfrm rot="18840000">
            <a:off x="9640514" y="5239758"/>
            <a:ext cx="215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550" dirty="0"/>
          </a:p>
          <a:p>
            <a:pPr algn="ctr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samples)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2026-10-12T01:27:01Z</dcterms:created>
  <dcterms:modified xsi:type="dcterms:W3CDTF">2026-10-12T01:27:01Z</dcterms:modified>
</cp:coreProperties>
</file>