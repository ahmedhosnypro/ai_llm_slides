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940560" y="4006850"/>
            <a:ext cx="8812530" cy="1717040"/>
          </a:xfrm>
          <a:prstGeom prst="rect">
            <a:avLst/>
          </a:prstGeom>
          <a:solidFill>
            <a:srgbClr val="E2FFE3"/>
          </a:solidFill>
          <a:ln w="19050">
            <a:solidFill>
              <a:srgbClr val="00A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2432050" y="4464050"/>
            <a:ext cx="26200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2953385" y="4464050"/>
            <a:ext cx="20986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3474720" y="4464050"/>
            <a:ext cx="157734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3996055" y="4464050"/>
            <a:ext cx="10560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4517390" y="4464050"/>
            <a:ext cx="5346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5038725" y="4464050"/>
            <a:ext cx="133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052060" y="4464050"/>
            <a:ext cx="5080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052060" y="4464050"/>
            <a:ext cx="10293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052060" y="4464050"/>
            <a:ext cx="15506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052060" y="4464050"/>
            <a:ext cx="20720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052060" y="4464050"/>
            <a:ext cx="259334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052060" y="4464050"/>
            <a:ext cx="31146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5052060" y="4464050"/>
            <a:ext cx="36360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052060" y="4464050"/>
            <a:ext cx="415734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052060" y="4464050"/>
            <a:ext cx="46786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052060" y="4464050"/>
            <a:ext cx="52000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2432050" y="4464050"/>
            <a:ext cx="32473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2953385" y="4464050"/>
            <a:ext cx="27260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3474720" y="4464050"/>
            <a:ext cx="22047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3996055" y="4464050"/>
            <a:ext cx="16833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4517390" y="4464050"/>
            <a:ext cx="11620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5038725" y="4464050"/>
            <a:ext cx="6407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5560060" y="4464050"/>
            <a:ext cx="1193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679440" y="4464050"/>
            <a:ext cx="4019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679440" y="4464050"/>
            <a:ext cx="9232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679440" y="4464050"/>
            <a:ext cx="14446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679440" y="4464050"/>
            <a:ext cx="19659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679440" y="4464050"/>
            <a:ext cx="24872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679440" y="4464050"/>
            <a:ext cx="30086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5679440" y="4464050"/>
            <a:ext cx="35299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679440" y="4464050"/>
            <a:ext cx="40513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679440" y="4464050"/>
            <a:ext cx="45726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2432050" y="4464050"/>
            <a:ext cx="38557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2953385" y="4464050"/>
            <a:ext cx="33343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3474720" y="4464050"/>
            <a:ext cx="28130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3996055" y="4464050"/>
            <a:ext cx="22917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4517390" y="4464050"/>
            <a:ext cx="177038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5038725" y="4464050"/>
            <a:ext cx="124904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5560060" y="4464050"/>
            <a:ext cx="72771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6081395" y="4464050"/>
            <a:ext cx="20637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287770" y="4464050"/>
            <a:ext cx="3149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287770" y="4464050"/>
            <a:ext cx="8362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287770" y="4464050"/>
            <a:ext cx="13576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287770" y="4464050"/>
            <a:ext cx="18789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287770" y="4464050"/>
            <a:ext cx="24003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287770" y="4464050"/>
            <a:ext cx="292163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6287770" y="4464050"/>
            <a:ext cx="344297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6287770" y="4464050"/>
            <a:ext cx="396430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2432050" y="4464050"/>
            <a:ext cx="448310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2953385" y="4464050"/>
            <a:ext cx="396176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3474720" y="4464050"/>
            <a:ext cx="344043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3996055" y="4464050"/>
            <a:ext cx="291909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4517390" y="4464050"/>
            <a:ext cx="239776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5038725" y="4464050"/>
            <a:ext cx="18764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5560060" y="4464050"/>
            <a:ext cx="13550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6081395" y="4464050"/>
            <a:ext cx="8337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6602730" y="4464050"/>
            <a:ext cx="3124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6915150" y="4464050"/>
            <a:ext cx="20891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915150" y="4464050"/>
            <a:ext cx="73025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915150" y="4464050"/>
            <a:ext cx="125158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6915150" y="4464050"/>
            <a:ext cx="177292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6915150" y="4464050"/>
            <a:ext cx="229425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6915150" y="4464050"/>
            <a:ext cx="2815590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6915150" y="4464050"/>
            <a:ext cx="3336925" cy="982980"/>
          </a:xfrm>
          <a:prstGeom prst="line">
            <a:avLst/>
          </a:prstGeom>
          <a:noFill/>
          <a:ln w="6350">
            <a:solidFill>
              <a:srgbClr val="3366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3520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5653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7787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9920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2054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187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6321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8454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588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92721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4855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6988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49122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1255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533890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55225" y="4267200"/>
            <a:ext cx="393700" cy="393700"/>
          </a:xfrm>
          <a:prstGeom prst="ellipse">
            <a:avLst/>
          </a:prstGeom>
          <a:solidFill>
            <a:srgbClr val="EE00EE"/>
          </a:solidFill>
          <a:ln w="6350">
            <a:solidFill>
              <a:srgbClr val="EE00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3616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6354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7187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99250" y="5231130"/>
            <a:ext cx="431800" cy="431800"/>
          </a:xfrm>
          <a:prstGeom prst="ellipse">
            <a:avLst/>
          </a:prstGeom>
          <a:solidFill>
            <a:srgbClr val="22C022"/>
          </a:solidFill>
          <a:ln w="6350">
            <a:solidFill>
              <a:srgbClr val="22C02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34210" y="2992120"/>
            <a:ext cx="8826500" cy="516890"/>
          </a:xfrm>
          <a:prstGeom prst="rect">
            <a:avLst/>
          </a:prstGeom>
          <a:solidFill>
            <a:srgbClr val="B00000"/>
          </a:solidFill>
          <a:ln/>
        </p:spPr>
      </p:sp>
      <p:sp>
        <p:nvSpPr>
          <p:cNvPr id="91" name="Text 89"/>
          <p:cNvSpPr/>
          <p:nvPr/>
        </p:nvSpPr>
        <p:spPr>
          <a:xfrm>
            <a:off x="1934210" y="2992120"/>
            <a:ext cx="8826500" cy="5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2400" dirty="0"/>
          </a:p>
        </p:txBody>
      </p:sp>
      <p:sp>
        <p:nvSpPr>
          <p:cNvPr id="92" name="Shape 90"/>
          <p:cNvSpPr/>
          <p:nvPr/>
        </p:nvSpPr>
        <p:spPr>
          <a:xfrm>
            <a:off x="243205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37680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5338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9814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7472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1947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99605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94081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1739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46214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3872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8348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56006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50481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8139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02615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60273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54748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12406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6882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4540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59015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16673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11149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68807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63282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20940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15416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30740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675495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252075" y="3615690"/>
            <a:ext cx="0" cy="391160"/>
          </a:xfrm>
          <a:prstGeom prst="line">
            <a:avLst/>
          </a:prstGeom>
          <a:noFill/>
          <a:ln w="6350">
            <a:solidFill>
              <a:srgbClr val="CC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196830" y="3509010"/>
            <a:ext cx="110490" cy="106680"/>
          </a:xfrm>
          <a:prstGeom prst="triangl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43205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5" name="Shape 123"/>
          <p:cNvSpPr/>
          <p:nvPr/>
        </p:nvSpPr>
        <p:spPr>
          <a:xfrm>
            <a:off x="295338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6" name="Shape 124"/>
          <p:cNvSpPr/>
          <p:nvPr/>
        </p:nvSpPr>
        <p:spPr>
          <a:xfrm>
            <a:off x="347472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7" name="Shape 125"/>
          <p:cNvSpPr/>
          <p:nvPr/>
        </p:nvSpPr>
        <p:spPr>
          <a:xfrm>
            <a:off x="399605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8" name="Shape 126"/>
          <p:cNvSpPr/>
          <p:nvPr/>
        </p:nvSpPr>
        <p:spPr>
          <a:xfrm>
            <a:off x="451739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29" name="Shape 127"/>
          <p:cNvSpPr/>
          <p:nvPr/>
        </p:nvSpPr>
        <p:spPr>
          <a:xfrm>
            <a:off x="503872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0" name="Shape 128"/>
          <p:cNvSpPr/>
          <p:nvPr/>
        </p:nvSpPr>
        <p:spPr>
          <a:xfrm>
            <a:off x="556006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1" name="Shape 129"/>
          <p:cNvSpPr/>
          <p:nvPr/>
        </p:nvSpPr>
        <p:spPr>
          <a:xfrm>
            <a:off x="608139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2" name="Shape 130"/>
          <p:cNvSpPr/>
          <p:nvPr/>
        </p:nvSpPr>
        <p:spPr>
          <a:xfrm>
            <a:off x="660273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3" name="Shape 131"/>
          <p:cNvSpPr/>
          <p:nvPr/>
        </p:nvSpPr>
        <p:spPr>
          <a:xfrm>
            <a:off x="712406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4" name="Shape 132"/>
          <p:cNvSpPr/>
          <p:nvPr/>
        </p:nvSpPr>
        <p:spPr>
          <a:xfrm>
            <a:off x="764540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5" name="Shape 133"/>
          <p:cNvSpPr/>
          <p:nvPr/>
        </p:nvSpPr>
        <p:spPr>
          <a:xfrm>
            <a:off x="816673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6" name="Shape 134"/>
          <p:cNvSpPr/>
          <p:nvPr/>
        </p:nvSpPr>
        <p:spPr>
          <a:xfrm>
            <a:off x="868807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7" name="Shape 135"/>
          <p:cNvSpPr/>
          <p:nvPr/>
        </p:nvSpPr>
        <p:spPr>
          <a:xfrm>
            <a:off x="920940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8" name="Shape 136"/>
          <p:cNvSpPr/>
          <p:nvPr/>
        </p:nvSpPr>
        <p:spPr>
          <a:xfrm>
            <a:off x="9730740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39" name="Shape 137"/>
          <p:cNvSpPr/>
          <p:nvPr/>
        </p:nvSpPr>
        <p:spPr>
          <a:xfrm>
            <a:off x="10252075" y="2419350"/>
            <a:ext cx="0" cy="572770"/>
          </a:xfrm>
          <a:prstGeom prst="line">
            <a:avLst/>
          </a:prstGeom>
          <a:noFill/>
          <a:ln w="6350">
            <a:solidFill>
              <a:srgbClr val="2222AA"/>
            </a:solidFill>
            <a:prstDash val="solid"/>
            <a:headEnd type="triangle"/>
          </a:ln>
        </p:spPr>
      </p:sp>
      <p:sp>
        <p:nvSpPr>
          <p:cNvPr id="140" name="Shape 138"/>
          <p:cNvSpPr/>
          <p:nvPr/>
        </p:nvSpPr>
        <p:spPr>
          <a:xfrm>
            <a:off x="505206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0126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67944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62864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8777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23697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915150" y="5734050"/>
            <a:ext cx="0" cy="401320"/>
          </a:xfrm>
          <a:prstGeom prst="line">
            <a:avLst/>
          </a:prstGeom>
          <a:noFill/>
          <a:ln w="6350">
            <a:solidFill>
              <a:srgbClr val="00AA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864350" y="5641340"/>
            <a:ext cx="101600" cy="92710"/>
          </a:xfrm>
          <a:prstGeom prst="triangle">
            <a:avLst/>
          </a:prstGeom>
          <a:solidFill>
            <a:srgbClr val="00AA00"/>
          </a:solidFill>
          <a:ln w="3175">
            <a:solidFill>
              <a:srgbClr val="00AA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934210" y="6135370"/>
            <a:ext cx="8826500" cy="502920"/>
          </a:xfrm>
          <a:prstGeom prst="rect">
            <a:avLst/>
          </a:prstGeom>
          <a:solidFill>
            <a:srgbClr val="1010B0"/>
          </a:solidFill>
          <a:ln/>
        </p:spPr>
      </p:sp>
      <p:sp>
        <p:nvSpPr>
          <p:cNvPr id="149" name="Text 147"/>
          <p:cNvSpPr/>
          <p:nvPr/>
        </p:nvSpPr>
        <p:spPr>
          <a:xfrm>
            <a:off x="1934210" y="6135370"/>
            <a:ext cx="8826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Decoder Block</a:t>
            </a:r>
            <a:endParaRPr lang="en-US" sz="2450" dirty="0"/>
          </a:p>
        </p:txBody>
      </p:sp>
      <p:sp>
        <p:nvSpPr>
          <p:cNvPr id="150" name="Shape 148"/>
          <p:cNvSpPr/>
          <p:nvPr/>
        </p:nvSpPr>
        <p:spPr>
          <a:xfrm>
            <a:off x="224028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76161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28295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80428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32562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484695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36829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88962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1096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93229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45363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797496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49630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01763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538970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60305" y="1938020"/>
            <a:ext cx="383540" cy="383540"/>
          </a:xfrm>
          <a:prstGeom prst="ellipse">
            <a:avLst/>
          </a:prstGeom>
          <a:solidFill>
            <a:srgbClr val="E5FEFA"/>
          </a:solidFill>
          <a:ln w="12700">
            <a:solidFill>
              <a:srgbClr val="2222AA"/>
            </a:solidFill>
            <a:prstDash val="solid"/>
          </a:ln>
        </p:spPr>
      </p:sp>
      <p:pic>
        <p:nvPicPr>
          <p:cNvPr id="166" name="Image 0" descr="/home/ahmed/Projects/ai_llm_slides/videos/deep-learning/002_transformers_part2/recreated_pptx/build/assets/slide056_b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6480" y="1606550"/>
            <a:ext cx="8092440" cy="211836"/>
          </a:xfrm>
          <a:prstGeom prst="rect">
            <a:avLst/>
          </a:prstGeom>
        </p:spPr>
      </p:pic>
      <p:sp>
        <p:nvSpPr>
          <p:cNvPr id="167" name="Text 164"/>
          <p:cNvSpPr/>
          <p:nvPr/>
        </p:nvSpPr>
        <p:spPr>
          <a:xfrm>
            <a:off x="3291840" y="77724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Final Output</a:t>
            </a:r>
            <a:endParaRPr lang="en-US" sz="3100" dirty="0"/>
          </a:p>
        </p:txBody>
      </p:sp>
      <p:sp>
        <p:nvSpPr>
          <p:cNvPr id="168" name="Text 165"/>
          <p:cNvSpPr/>
          <p:nvPr/>
        </p:nvSpPr>
        <p:spPr>
          <a:xfrm>
            <a:off x="4354830" y="126619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each word in Vocab</a:t>
            </a:r>
            <a:endParaRPr lang="en-US" sz="1550" dirty="0"/>
          </a:p>
        </p:txBody>
      </p:sp>
      <p:sp>
        <p:nvSpPr>
          <p:cNvPr id="169" name="Text 166"/>
          <p:cNvSpPr/>
          <p:nvPr/>
        </p:nvSpPr>
        <p:spPr>
          <a:xfrm>
            <a:off x="7948930" y="5233670"/>
            <a:ext cx="279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Projection</a:t>
            </a:r>
            <a:endParaRPr lang="en-US" sz="2000" dirty="0"/>
          </a:p>
        </p:txBody>
      </p:sp>
      <p:sp>
        <p:nvSpPr>
          <p:cNvPr id="170" name="Text 167"/>
          <p:cNvSpPr/>
          <p:nvPr/>
        </p:nvSpPr>
        <p:spPr>
          <a:xfrm>
            <a:off x="782320" y="184023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</a:t>
            </a:r>
            <a:endParaRPr lang="en-US" sz="1600" dirty="0"/>
          </a:p>
        </p:txBody>
      </p:sp>
      <p:sp>
        <p:nvSpPr>
          <p:cNvPr id="171" name="Text 168"/>
          <p:cNvSpPr/>
          <p:nvPr/>
        </p:nvSpPr>
        <p:spPr>
          <a:xfrm>
            <a:off x="782320" y="42799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 Size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2026-10-11T20:11:13Z</dcterms:created>
  <dcterms:modified xsi:type="dcterms:W3CDTF">2026-10-11T20:11:13Z</dcterms:modified>
</cp:coreProperties>
</file>