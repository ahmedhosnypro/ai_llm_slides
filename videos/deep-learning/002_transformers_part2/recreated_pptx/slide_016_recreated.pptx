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20855" y="655379"/>
            <a:ext cx="944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2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 FF NN  for Multiplication of Multiple Vectors by Multiple Matrices</a:t>
            </a:r>
            <a:endParaRPr lang="en-US" sz="2125" dirty="0"/>
          </a:p>
        </p:txBody>
      </p:sp>
      <p:sp>
        <p:nvSpPr>
          <p:cNvPr id="6" name="Text 4"/>
          <p:cNvSpPr/>
          <p:nvPr/>
        </p:nvSpPr>
        <p:spPr>
          <a:xfrm>
            <a:off x="333455" y="974577"/>
            <a:ext cx="736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9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Usage: Multiply Vectors of All Words by Multiple  (different) </a:t>
            </a:r>
            <a:endParaRPr lang="en-US" sz="1790" dirty="0"/>
          </a:p>
        </p:txBody>
      </p:sp>
      <p:sp>
        <p:nvSpPr>
          <p:cNvPr id="7" name="Text 5"/>
          <p:cNvSpPr/>
          <p:nvPr/>
        </p:nvSpPr>
        <p:spPr>
          <a:xfrm>
            <a:off x="7679026" y="983954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7919693" y="1153484"/>
            <a:ext cx="127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62376" y="974577"/>
            <a:ext cx="355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(Keys of Multiple Heads)</a:t>
            </a:r>
            <a:endParaRPr lang="en-US" sz="1790" dirty="0"/>
          </a:p>
        </p:txBody>
      </p:sp>
      <p:sp>
        <p:nvSpPr>
          <p:cNvPr id="10" name="Shape 8"/>
          <p:cNvSpPr/>
          <p:nvPr/>
        </p:nvSpPr>
        <p:spPr>
          <a:xfrm>
            <a:off x="718162" y="1475267"/>
            <a:ext cx="9620722" cy="2737882"/>
          </a:xfrm>
          <a:prstGeom prst="roundRect">
            <a:avLst>
              <a:gd name="adj" fmla="val 2004"/>
            </a:avLst>
          </a:prstGeom>
          <a:solidFill>
            <a:srgbClr val="F2F1EF"/>
          </a:solidFill>
          <a:ln w="12700">
            <a:solidFill>
              <a:srgbClr val="D0D5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52015" y="4279603"/>
            <a:ext cx="8353796" cy="2551813"/>
          </a:xfrm>
          <a:prstGeom prst="roundRect">
            <a:avLst>
              <a:gd name="adj" fmla="val 2150"/>
            </a:avLst>
          </a:prstGeom>
          <a:solidFill>
            <a:srgbClr val="F2F1EF"/>
          </a:solidFill>
          <a:ln w="12700">
            <a:solidFill>
              <a:srgbClr val="D0D5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72281" y="1754371"/>
            <a:ext cx="1926784" cy="2339162"/>
          </a:xfrm>
          <a:prstGeom prst="roundRect">
            <a:avLst>
              <a:gd name="adj" fmla="val 2847"/>
            </a:avLst>
          </a:prstGeom>
          <a:solidFill>
            <a:srgbClr val="D4FCE6"/>
          </a:solidFill>
          <a:ln/>
        </p:spPr>
      </p:sp>
      <p:sp>
        <p:nvSpPr>
          <p:cNvPr id="13" name="Shape 11"/>
          <p:cNvSpPr/>
          <p:nvPr/>
        </p:nvSpPr>
        <p:spPr>
          <a:xfrm>
            <a:off x="6049811" y="1741081"/>
            <a:ext cx="1939981" cy="2365743"/>
          </a:xfrm>
          <a:prstGeom prst="roundRect">
            <a:avLst>
              <a:gd name="adj" fmla="val 2828"/>
            </a:avLst>
          </a:prstGeom>
          <a:solidFill>
            <a:srgbClr val="F8E6D0"/>
          </a:solidFill>
          <a:ln/>
        </p:spPr>
      </p:sp>
      <p:sp>
        <p:nvSpPr>
          <p:cNvPr id="14" name="Shape 12"/>
          <p:cNvSpPr/>
          <p:nvPr/>
        </p:nvSpPr>
        <p:spPr>
          <a:xfrm>
            <a:off x="8174552" y="1741081"/>
            <a:ext cx="1926784" cy="2365743"/>
          </a:xfrm>
          <a:prstGeom prst="roundRect">
            <a:avLst>
              <a:gd name="adj" fmla="val 2847"/>
            </a:avLst>
          </a:prstGeom>
          <a:solidFill>
            <a:srgbClr val="D5D5FB"/>
          </a:solidFill>
          <a:ln/>
        </p:spPr>
      </p:sp>
      <p:sp>
        <p:nvSpPr>
          <p:cNvPr id="15" name="Shape 13"/>
          <p:cNvSpPr/>
          <p:nvPr/>
        </p:nvSpPr>
        <p:spPr>
          <a:xfrm>
            <a:off x="3951464" y="2013540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1464" y="2013540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26562" y="2013540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26562" y="2013540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14856" y="2013540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4856" y="2013540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63559" y="2013540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63559" y="2013540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951464" y="2511941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51464" y="2511941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26562" y="2511941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26562" y="2511941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14856" y="2511941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4856" y="2511941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63559" y="2511941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63559" y="2511941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951464" y="3063504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51464" y="3063504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26562" y="3063504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26562" y="3063504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14856" y="3063504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4856" y="3063504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363559" y="3063504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63559" y="3063504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951464" y="3575196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51464" y="3575196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426562" y="3575196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26562" y="3575196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14856" y="3575196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4856" y="3575196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63559" y="3575196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63559" y="3575196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42191" y="2013540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42191" y="2013540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17288" y="2013540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17288" y="2013540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118780" y="2013540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18780" y="2013540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554286" y="2013540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54286" y="2013540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142191" y="2511941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42191" y="2511941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617288" y="2511941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17288" y="2511941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118780" y="2511941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18780" y="2511941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554286" y="2511941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54286" y="2511941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142191" y="3063504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42191" y="3063504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617288" y="3063504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17288" y="3063504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118780" y="3063504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18780" y="3063504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554286" y="3063504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54286" y="3063504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142191" y="3575196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42191" y="3575196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617288" y="3575196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17288" y="3575196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118780" y="3575196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18780" y="3575196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554286" y="3575196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554286" y="3575196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8253735" y="2013540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253735" y="2013540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8728832" y="2013540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728832" y="2013540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9230324" y="2013540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230324" y="2013540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9665830" y="2013540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665830" y="2013540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8253735" y="2511941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53735" y="2511941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8728832" y="2511941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728832" y="2511941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9230324" y="2511941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230324" y="2511941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9665830" y="2511941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665830" y="2511941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8253735" y="3063504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253735" y="3063504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8728832" y="3063504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728832" y="3063504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9230324" y="3063504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230324" y="3063504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9665830" y="3063504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665830" y="3063504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8253735" y="3575196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253735" y="3575196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8728832" y="3575196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728832" y="3575196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9230324" y="3575196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230324" y="3575196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9665830" y="3575196"/>
            <a:ext cx="336550" cy="234950"/>
          </a:xfrm>
          <a:prstGeom prst="roundRect">
            <a:avLst>
              <a:gd name="adj" fmla="val 11676"/>
            </a:avLst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665830" y="3575196"/>
            <a:ext cx="3365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4404145" y="1532564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200" dirty="0"/>
          </a:p>
        </p:txBody>
      </p:sp>
      <p:sp>
        <p:nvSpPr>
          <p:cNvPr id="112" name="Text 110"/>
          <p:cNvSpPr/>
          <p:nvPr/>
        </p:nvSpPr>
        <p:spPr>
          <a:xfrm>
            <a:off x="4553923" y="1650704"/>
            <a:ext cx="101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4664110" y="1532564"/>
            <a:ext cx="889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</a:t>
            </a:r>
            <a:pPr algn="l" indent="0" marL="0">
              <a:buNone/>
            </a:pPr>
            <a:r>
              <a:rPr lang="en-US" sz="11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1</a:t>
            </a:r>
            <a:endParaRPr lang="en-US" sz="1150" dirty="0"/>
          </a:p>
        </p:txBody>
      </p:sp>
      <p:sp>
        <p:nvSpPr>
          <p:cNvPr id="114" name="Text 112"/>
          <p:cNvSpPr/>
          <p:nvPr/>
        </p:nvSpPr>
        <p:spPr>
          <a:xfrm>
            <a:off x="6515688" y="1532564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6665467" y="1650704"/>
            <a:ext cx="101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6775654" y="1532564"/>
            <a:ext cx="889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</a:t>
            </a:r>
            <a:pPr algn="l" indent="0" marL="0">
              <a:buNone/>
            </a:pPr>
            <a:r>
              <a:rPr lang="en-US" sz="11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2</a:t>
            </a:r>
            <a:endParaRPr lang="en-US" sz="1150" dirty="0"/>
          </a:p>
        </p:txBody>
      </p:sp>
      <p:sp>
        <p:nvSpPr>
          <p:cNvPr id="117" name="Text 115"/>
          <p:cNvSpPr/>
          <p:nvPr/>
        </p:nvSpPr>
        <p:spPr>
          <a:xfrm>
            <a:off x="8666824" y="1532564"/>
            <a:ext cx="203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200" dirty="0"/>
          </a:p>
        </p:txBody>
      </p:sp>
      <p:sp>
        <p:nvSpPr>
          <p:cNvPr id="118" name="Text 116"/>
          <p:cNvSpPr/>
          <p:nvPr/>
        </p:nvSpPr>
        <p:spPr>
          <a:xfrm>
            <a:off x="8816603" y="1650704"/>
            <a:ext cx="101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8926790" y="1532564"/>
            <a:ext cx="889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</a:t>
            </a:r>
            <a:pPr algn="l" indent="0" marL="0">
              <a:buNone/>
            </a:pPr>
            <a:r>
              <a:rPr lang="en-US" sz="11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3</a:t>
            </a:r>
            <a:endParaRPr lang="en-US" sz="1150" dirty="0"/>
          </a:p>
        </p:txBody>
      </p:sp>
      <p:sp>
        <p:nvSpPr>
          <p:cNvPr id="120" name="Shape 118"/>
          <p:cNvSpPr/>
          <p:nvPr/>
        </p:nvSpPr>
        <p:spPr>
          <a:xfrm>
            <a:off x="1839920" y="1767662"/>
            <a:ext cx="44450" cy="2418906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839920" y="1767662"/>
            <a:ext cx="190500" cy="5080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839920" y="4133405"/>
            <a:ext cx="190500" cy="5080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123" name="Shape 121"/>
          <p:cNvSpPr/>
          <p:nvPr/>
        </p:nvSpPr>
        <p:spPr>
          <a:xfrm>
            <a:off x="3687521" y="1767662"/>
            <a:ext cx="44450" cy="2418906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124" name="Shape 122"/>
          <p:cNvSpPr/>
          <p:nvPr/>
        </p:nvSpPr>
        <p:spPr>
          <a:xfrm>
            <a:off x="3562148" y="1767662"/>
            <a:ext cx="165100" cy="5080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125" name="Shape 123"/>
          <p:cNvSpPr/>
          <p:nvPr/>
        </p:nvSpPr>
        <p:spPr>
          <a:xfrm>
            <a:off x="3562148" y="4133405"/>
            <a:ext cx="165100" cy="5080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126" name="Shape 124"/>
          <p:cNvSpPr/>
          <p:nvPr/>
        </p:nvSpPr>
        <p:spPr>
          <a:xfrm>
            <a:off x="1919103" y="1787598"/>
            <a:ext cx="1742024" cy="431947"/>
          </a:xfrm>
          <a:prstGeom prst="roundRect">
            <a:avLst>
              <a:gd name="adj" fmla="val 29637"/>
            </a:avLst>
          </a:prstGeom>
          <a:solidFill>
            <a:srgbClr val="FFE3F9"/>
          </a:solidFill>
          <a:ln w="22225">
            <a:solidFill>
              <a:srgbClr val="C0000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107163" y="1854716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107163" y="185471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2463486" y="1854716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2463486" y="185471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2786816" y="1854716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786816" y="185471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3110146" y="1854716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110146" y="185471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35" name="Text 133"/>
          <p:cNvSpPr/>
          <p:nvPr/>
        </p:nvSpPr>
        <p:spPr>
          <a:xfrm>
            <a:off x="718162" y="1797788"/>
            <a:ext cx="11085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Vector</a:t>
            </a:r>
            <a:endParaRPr lang="en-US" sz="750" dirty="0"/>
          </a:p>
        </p:txBody>
      </p:sp>
      <p:sp>
        <p:nvSpPr>
          <p:cNvPr id="136" name="Text 134"/>
          <p:cNvSpPr/>
          <p:nvPr/>
        </p:nvSpPr>
        <p:spPr>
          <a:xfrm>
            <a:off x="823740" y="1957276"/>
            <a:ext cx="11085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Word </a:t>
            </a:r>
            <a:pPr algn="ctr" indent="0" marL="0">
              <a:buNone/>
            </a:pPr>
            <a:r>
              <a:rPr lang="en-US" sz="7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750" dirty="0"/>
          </a:p>
        </p:txBody>
      </p:sp>
      <p:sp>
        <p:nvSpPr>
          <p:cNvPr id="137" name="Text 135"/>
          <p:cNvSpPr/>
          <p:nvPr/>
        </p:nvSpPr>
        <p:spPr>
          <a:xfrm>
            <a:off x="1461677" y="1898944"/>
            <a:ext cx="22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50" dirty="0"/>
          </a:p>
        </p:txBody>
      </p:sp>
      <p:sp>
        <p:nvSpPr>
          <p:cNvPr id="138" name="Text 136"/>
          <p:cNvSpPr/>
          <p:nvPr/>
        </p:nvSpPr>
        <p:spPr>
          <a:xfrm>
            <a:off x="1637353" y="2026461"/>
            <a:ext cx="1016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1919103" y="2272708"/>
            <a:ext cx="1742024" cy="431947"/>
          </a:xfrm>
          <a:prstGeom prst="roundRect">
            <a:avLst>
              <a:gd name="adj" fmla="val 29637"/>
            </a:avLst>
          </a:prstGeom>
          <a:solidFill>
            <a:srgbClr val="FFE3F9"/>
          </a:solidFill>
          <a:ln w="22225">
            <a:solidFill>
              <a:srgbClr val="C0000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107163" y="2339826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2107163" y="233982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42" name="Shape 140"/>
          <p:cNvSpPr/>
          <p:nvPr/>
        </p:nvSpPr>
        <p:spPr>
          <a:xfrm>
            <a:off x="2463486" y="2339826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2463486" y="233982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4" name="Shape 142"/>
          <p:cNvSpPr/>
          <p:nvPr/>
        </p:nvSpPr>
        <p:spPr>
          <a:xfrm>
            <a:off x="2786816" y="2339826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2786816" y="233982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>
            <a:off x="3110146" y="2339826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3110146" y="233982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48" name="Text 146"/>
          <p:cNvSpPr/>
          <p:nvPr/>
        </p:nvSpPr>
        <p:spPr>
          <a:xfrm>
            <a:off x="718162" y="1797788"/>
            <a:ext cx="11085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Vector</a:t>
            </a:r>
            <a:endParaRPr lang="en-US" sz="750" dirty="0"/>
          </a:p>
        </p:txBody>
      </p:sp>
      <p:sp>
        <p:nvSpPr>
          <p:cNvPr id="149" name="Text 147"/>
          <p:cNvSpPr/>
          <p:nvPr/>
        </p:nvSpPr>
        <p:spPr>
          <a:xfrm>
            <a:off x="823740" y="1957276"/>
            <a:ext cx="11085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Word </a:t>
            </a:r>
            <a:pPr algn="ctr" indent="0" marL="0">
              <a:buNone/>
            </a:pPr>
            <a:r>
              <a:rPr lang="en-US" sz="7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1461677" y="1898944"/>
            <a:ext cx="22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50" dirty="0"/>
          </a:p>
        </p:txBody>
      </p:sp>
      <p:sp>
        <p:nvSpPr>
          <p:cNvPr id="151" name="Text 149"/>
          <p:cNvSpPr/>
          <p:nvPr/>
        </p:nvSpPr>
        <p:spPr>
          <a:xfrm>
            <a:off x="1637353" y="2026461"/>
            <a:ext cx="1016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52" name="Shape 150"/>
          <p:cNvSpPr/>
          <p:nvPr/>
        </p:nvSpPr>
        <p:spPr>
          <a:xfrm>
            <a:off x="1919103" y="2757818"/>
            <a:ext cx="1742024" cy="431947"/>
          </a:xfrm>
          <a:prstGeom prst="roundRect">
            <a:avLst>
              <a:gd name="adj" fmla="val 29637"/>
            </a:avLst>
          </a:prstGeom>
          <a:solidFill>
            <a:srgbClr val="FFE3F9"/>
          </a:solidFill>
          <a:ln w="22225">
            <a:solidFill>
              <a:srgbClr val="C0000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107163" y="2824936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107163" y="282493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55" name="Shape 153"/>
          <p:cNvSpPr/>
          <p:nvPr/>
        </p:nvSpPr>
        <p:spPr>
          <a:xfrm>
            <a:off x="2463486" y="2824936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2463486" y="282493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7" name="Shape 155"/>
          <p:cNvSpPr/>
          <p:nvPr/>
        </p:nvSpPr>
        <p:spPr>
          <a:xfrm>
            <a:off x="2786816" y="2824936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2786816" y="282493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9" name="Shape 157"/>
          <p:cNvSpPr/>
          <p:nvPr/>
        </p:nvSpPr>
        <p:spPr>
          <a:xfrm>
            <a:off x="3110146" y="2824936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3110146" y="282493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61" name="Text 159"/>
          <p:cNvSpPr/>
          <p:nvPr/>
        </p:nvSpPr>
        <p:spPr>
          <a:xfrm>
            <a:off x="718162" y="1797788"/>
            <a:ext cx="11085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Vector</a:t>
            </a:r>
            <a:endParaRPr lang="en-US" sz="750" dirty="0"/>
          </a:p>
        </p:txBody>
      </p:sp>
      <p:sp>
        <p:nvSpPr>
          <p:cNvPr id="162" name="Text 160"/>
          <p:cNvSpPr/>
          <p:nvPr/>
        </p:nvSpPr>
        <p:spPr>
          <a:xfrm>
            <a:off x="823740" y="1957276"/>
            <a:ext cx="11085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Word </a:t>
            </a:r>
            <a:pPr algn="ctr" indent="0" marL="0">
              <a:buNone/>
            </a:pPr>
            <a:r>
              <a:rPr lang="en-US" sz="7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750" dirty="0"/>
          </a:p>
        </p:txBody>
      </p:sp>
      <p:sp>
        <p:nvSpPr>
          <p:cNvPr id="163" name="Text 161"/>
          <p:cNvSpPr/>
          <p:nvPr/>
        </p:nvSpPr>
        <p:spPr>
          <a:xfrm>
            <a:off x="1461677" y="1898944"/>
            <a:ext cx="22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50" dirty="0"/>
          </a:p>
        </p:txBody>
      </p:sp>
      <p:sp>
        <p:nvSpPr>
          <p:cNvPr id="164" name="Text 162"/>
          <p:cNvSpPr/>
          <p:nvPr/>
        </p:nvSpPr>
        <p:spPr>
          <a:xfrm>
            <a:off x="1637353" y="2026461"/>
            <a:ext cx="1016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65" name="Shape 163"/>
          <p:cNvSpPr/>
          <p:nvPr/>
        </p:nvSpPr>
        <p:spPr>
          <a:xfrm>
            <a:off x="1919103" y="3242929"/>
            <a:ext cx="1742024" cy="431947"/>
          </a:xfrm>
          <a:prstGeom prst="roundRect">
            <a:avLst>
              <a:gd name="adj" fmla="val 29637"/>
            </a:avLst>
          </a:prstGeom>
          <a:solidFill>
            <a:srgbClr val="FFE3F9"/>
          </a:solidFill>
          <a:ln w="22225">
            <a:solidFill>
              <a:srgbClr val="C0000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2107163" y="3310047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2107163" y="3310047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68" name="Shape 166"/>
          <p:cNvSpPr/>
          <p:nvPr/>
        </p:nvSpPr>
        <p:spPr>
          <a:xfrm>
            <a:off x="2463486" y="3310047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2463486" y="3310047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70" name="Shape 168"/>
          <p:cNvSpPr/>
          <p:nvPr/>
        </p:nvSpPr>
        <p:spPr>
          <a:xfrm>
            <a:off x="2786816" y="3310047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786816" y="3310047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2" name="Shape 170"/>
          <p:cNvSpPr/>
          <p:nvPr/>
        </p:nvSpPr>
        <p:spPr>
          <a:xfrm>
            <a:off x="3110146" y="3310047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3110146" y="3310047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74" name="Text 172"/>
          <p:cNvSpPr/>
          <p:nvPr/>
        </p:nvSpPr>
        <p:spPr>
          <a:xfrm>
            <a:off x="718162" y="1797788"/>
            <a:ext cx="11085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Vector</a:t>
            </a:r>
            <a:endParaRPr lang="en-US" sz="750" dirty="0"/>
          </a:p>
        </p:txBody>
      </p:sp>
      <p:sp>
        <p:nvSpPr>
          <p:cNvPr id="175" name="Text 173"/>
          <p:cNvSpPr/>
          <p:nvPr/>
        </p:nvSpPr>
        <p:spPr>
          <a:xfrm>
            <a:off x="823740" y="1957276"/>
            <a:ext cx="11085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Word </a:t>
            </a:r>
            <a:pPr algn="ctr" indent="0" marL="0">
              <a:buNone/>
            </a:pPr>
            <a:r>
              <a:rPr lang="en-US" sz="7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750" dirty="0"/>
          </a:p>
        </p:txBody>
      </p:sp>
      <p:sp>
        <p:nvSpPr>
          <p:cNvPr id="176" name="Text 174"/>
          <p:cNvSpPr/>
          <p:nvPr/>
        </p:nvSpPr>
        <p:spPr>
          <a:xfrm>
            <a:off x="1461677" y="1898944"/>
            <a:ext cx="22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50" dirty="0"/>
          </a:p>
        </p:txBody>
      </p:sp>
      <p:sp>
        <p:nvSpPr>
          <p:cNvPr id="177" name="Text 175"/>
          <p:cNvSpPr/>
          <p:nvPr/>
        </p:nvSpPr>
        <p:spPr>
          <a:xfrm>
            <a:off x="1637353" y="2026461"/>
            <a:ext cx="1016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1919103" y="3728039"/>
            <a:ext cx="1742024" cy="431947"/>
          </a:xfrm>
          <a:prstGeom prst="roundRect">
            <a:avLst>
              <a:gd name="adj" fmla="val 29637"/>
            </a:avLst>
          </a:prstGeom>
          <a:solidFill>
            <a:srgbClr val="FFE3F9"/>
          </a:solidFill>
          <a:ln w="22225">
            <a:solidFill>
              <a:srgbClr val="C0000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107163" y="3795157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107163" y="3795157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81" name="Shape 179"/>
          <p:cNvSpPr/>
          <p:nvPr/>
        </p:nvSpPr>
        <p:spPr>
          <a:xfrm>
            <a:off x="2463486" y="3795157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2463486" y="3795157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83" name="Shape 181"/>
          <p:cNvSpPr/>
          <p:nvPr/>
        </p:nvSpPr>
        <p:spPr>
          <a:xfrm>
            <a:off x="2786816" y="3795157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786816" y="3795157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5" name="Shape 183"/>
          <p:cNvSpPr/>
          <p:nvPr/>
        </p:nvSpPr>
        <p:spPr>
          <a:xfrm>
            <a:off x="3110146" y="3795157"/>
            <a:ext cx="285750" cy="285750"/>
          </a:xfrm>
          <a:prstGeom prst="ellips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3110146" y="3795157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87" name="Text 185"/>
          <p:cNvSpPr/>
          <p:nvPr/>
        </p:nvSpPr>
        <p:spPr>
          <a:xfrm>
            <a:off x="718162" y="1797788"/>
            <a:ext cx="11085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Vector</a:t>
            </a:r>
            <a:endParaRPr lang="en-US" sz="750" dirty="0"/>
          </a:p>
        </p:txBody>
      </p:sp>
      <p:sp>
        <p:nvSpPr>
          <p:cNvPr id="188" name="Text 186"/>
          <p:cNvSpPr/>
          <p:nvPr/>
        </p:nvSpPr>
        <p:spPr>
          <a:xfrm>
            <a:off x="823740" y="1957276"/>
            <a:ext cx="11085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Word </a:t>
            </a:r>
            <a:pPr algn="ctr" indent="0" marL="0">
              <a:buNone/>
            </a:pPr>
            <a:r>
              <a:rPr lang="en-US" sz="7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750" dirty="0"/>
          </a:p>
        </p:txBody>
      </p:sp>
      <p:sp>
        <p:nvSpPr>
          <p:cNvPr id="189" name="Text 187"/>
          <p:cNvSpPr/>
          <p:nvPr/>
        </p:nvSpPr>
        <p:spPr>
          <a:xfrm>
            <a:off x="1461677" y="1898944"/>
            <a:ext cx="228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50" dirty="0"/>
          </a:p>
        </p:txBody>
      </p:sp>
      <p:sp>
        <p:nvSpPr>
          <p:cNvPr id="190" name="Text 188"/>
          <p:cNvSpPr/>
          <p:nvPr/>
        </p:nvSpPr>
        <p:spPr>
          <a:xfrm>
            <a:off x="1637353" y="2026461"/>
            <a:ext cx="1016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pic>
        <p:nvPicPr>
          <p:cNvPr id="191" name="Image 0" descr="/home/ahmed/Projects/ai_llm_slides/videos/deep-learning/002_transformers_part2/recreated_pptx/build/assets/s016_paren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3507" y="1674627"/>
            <a:ext cx="263943" cy="2458778"/>
          </a:xfrm>
          <a:prstGeom prst="rect">
            <a:avLst/>
          </a:prstGeom>
        </p:spPr>
      </p:pic>
      <p:pic>
        <p:nvPicPr>
          <p:cNvPr id="192" name="Image 1" descr="/home/ahmed/Projects/ai_llm_slides/videos/deep-learning/002_transformers_part2/recreated_pptx/build/assets/s016_paren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562" y="1674627"/>
            <a:ext cx="250746" cy="2458778"/>
          </a:xfrm>
          <a:prstGeom prst="rect">
            <a:avLst/>
          </a:prstGeom>
        </p:spPr>
      </p:pic>
      <p:sp>
        <p:nvSpPr>
          <p:cNvPr id="193" name="Text 189"/>
          <p:cNvSpPr/>
          <p:nvPr/>
        </p:nvSpPr>
        <p:spPr>
          <a:xfrm>
            <a:off x="3193487" y="5245393"/>
            <a:ext cx="38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600" dirty="0"/>
          </a:p>
        </p:txBody>
      </p:sp>
      <p:sp>
        <p:nvSpPr>
          <p:cNvPr id="194" name="Shape 190"/>
          <p:cNvSpPr/>
          <p:nvPr/>
        </p:nvSpPr>
        <p:spPr>
          <a:xfrm>
            <a:off x="3661127" y="4439091"/>
            <a:ext cx="38100" cy="1913860"/>
          </a:xfrm>
          <a:prstGeom prst="rect">
            <a:avLst/>
          </a:prstGeom>
          <a:solidFill>
            <a:srgbClr val="9C3444"/>
          </a:solidFill>
          <a:ln/>
        </p:spPr>
      </p:sp>
      <p:sp>
        <p:nvSpPr>
          <p:cNvPr id="195" name="Shape 191"/>
          <p:cNvSpPr/>
          <p:nvPr/>
        </p:nvSpPr>
        <p:spPr>
          <a:xfrm>
            <a:off x="3661127" y="4439091"/>
            <a:ext cx="139700" cy="63500"/>
          </a:xfrm>
          <a:prstGeom prst="rect">
            <a:avLst/>
          </a:prstGeom>
          <a:solidFill>
            <a:srgbClr val="9C3444"/>
          </a:solidFill>
          <a:ln/>
        </p:spPr>
      </p:sp>
      <p:sp>
        <p:nvSpPr>
          <p:cNvPr id="196" name="Shape 192"/>
          <p:cNvSpPr/>
          <p:nvPr/>
        </p:nvSpPr>
        <p:spPr>
          <a:xfrm>
            <a:off x="3661127" y="6286497"/>
            <a:ext cx="139700" cy="63500"/>
          </a:xfrm>
          <a:prstGeom prst="rect">
            <a:avLst/>
          </a:prstGeom>
          <a:solidFill>
            <a:srgbClr val="9C3444"/>
          </a:solidFill>
          <a:ln/>
        </p:spPr>
      </p:sp>
      <p:sp>
        <p:nvSpPr>
          <p:cNvPr id="197" name="Shape 193"/>
          <p:cNvSpPr/>
          <p:nvPr/>
        </p:nvSpPr>
        <p:spPr>
          <a:xfrm>
            <a:off x="10154125" y="4452382"/>
            <a:ext cx="38100" cy="1900569"/>
          </a:xfrm>
          <a:prstGeom prst="rect">
            <a:avLst/>
          </a:prstGeom>
          <a:solidFill>
            <a:srgbClr val="9C3444"/>
          </a:solidFill>
          <a:ln/>
        </p:spPr>
      </p:sp>
      <p:sp>
        <p:nvSpPr>
          <p:cNvPr id="198" name="Shape 194"/>
          <p:cNvSpPr/>
          <p:nvPr/>
        </p:nvSpPr>
        <p:spPr>
          <a:xfrm>
            <a:off x="10048547" y="4452382"/>
            <a:ext cx="139700" cy="63500"/>
          </a:xfrm>
          <a:prstGeom prst="rect">
            <a:avLst/>
          </a:prstGeom>
          <a:solidFill>
            <a:srgbClr val="9C3444"/>
          </a:solidFill>
          <a:ln/>
        </p:spPr>
      </p:sp>
      <p:sp>
        <p:nvSpPr>
          <p:cNvPr id="199" name="Shape 195"/>
          <p:cNvSpPr/>
          <p:nvPr/>
        </p:nvSpPr>
        <p:spPr>
          <a:xfrm>
            <a:off x="10048547" y="6286497"/>
            <a:ext cx="139700" cy="63500"/>
          </a:xfrm>
          <a:prstGeom prst="rect">
            <a:avLst/>
          </a:prstGeom>
          <a:solidFill>
            <a:srgbClr val="9C3444"/>
          </a:solidFill>
          <a:ln/>
        </p:spPr>
      </p:sp>
      <p:sp>
        <p:nvSpPr>
          <p:cNvPr id="200" name="Shape 196"/>
          <p:cNvSpPr/>
          <p:nvPr/>
        </p:nvSpPr>
        <p:spPr>
          <a:xfrm>
            <a:off x="3878880" y="4478963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4FCE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01" name="Text 197"/>
          <p:cNvSpPr/>
          <p:nvPr/>
        </p:nvSpPr>
        <p:spPr>
          <a:xfrm>
            <a:off x="3878880" y="4478963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02" name="Shape 198"/>
          <p:cNvSpPr/>
          <p:nvPr/>
        </p:nvSpPr>
        <p:spPr>
          <a:xfrm>
            <a:off x="4360576" y="4478963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4FCE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03" name="Text 199"/>
          <p:cNvSpPr/>
          <p:nvPr/>
        </p:nvSpPr>
        <p:spPr>
          <a:xfrm>
            <a:off x="4360576" y="4478963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04" name="Shape 200"/>
          <p:cNvSpPr/>
          <p:nvPr/>
        </p:nvSpPr>
        <p:spPr>
          <a:xfrm>
            <a:off x="4829075" y="4478963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4FCE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05" name="Text 201"/>
          <p:cNvSpPr/>
          <p:nvPr/>
        </p:nvSpPr>
        <p:spPr>
          <a:xfrm>
            <a:off x="4829075" y="4478963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6" name="Shape 202"/>
          <p:cNvSpPr/>
          <p:nvPr/>
        </p:nvSpPr>
        <p:spPr>
          <a:xfrm>
            <a:off x="5304172" y="4478963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4FCE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07" name="Text 203"/>
          <p:cNvSpPr/>
          <p:nvPr/>
        </p:nvSpPr>
        <p:spPr>
          <a:xfrm>
            <a:off x="5304172" y="4478963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8" name="Shape 204"/>
          <p:cNvSpPr/>
          <p:nvPr/>
        </p:nvSpPr>
        <p:spPr>
          <a:xfrm>
            <a:off x="3878880" y="4884329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4FCE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09" name="Text 205"/>
          <p:cNvSpPr/>
          <p:nvPr/>
        </p:nvSpPr>
        <p:spPr>
          <a:xfrm>
            <a:off x="3878880" y="4884329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0" name="Shape 206"/>
          <p:cNvSpPr/>
          <p:nvPr/>
        </p:nvSpPr>
        <p:spPr>
          <a:xfrm>
            <a:off x="4360576" y="4884329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4FCE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11" name="Text 207"/>
          <p:cNvSpPr/>
          <p:nvPr/>
        </p:nvSpPr>
        <p:spPr>
          <a:xfrm>
            <a:off x="4360576" y="4884329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12" name="Shape 208"/>
          <p:cNvSpPr/>
          <p:nvPr/>
        </p:nvSpPr>
        <p:spPr>
          <a:xfrm>
            <a:off x="4829075" y="4884329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4FCE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13" name="Text 209"/>
          <p:cNvSpPr/>
          <p:nvPr/>
        </p:nvSpPr>
        <p:spPr>
          <a:xfrm>
            <a:off x="4829075" y="4884329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4" name="Shape 210"/>
          <p:cNvSpPr/>
          <p:nvPr/>
        </p:nvSpPr>
        <p:spPr>
          <a:xfrm>
            <a:off x="5304172" y="4884329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4FCE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15" name="Text 211"/>
          <p:cNvSpPr/>
          <p:nvPr/>
        </p:nvSpPr>
        <p:spPr>
          <a:xfrm>
            <a:off x="5304172" y="4884329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6" name="Shape 212"/>
          <p:cNvSpPr/>
          <p:nvPr/>
        </p:nvSpPr>
        <p:spPr>
          <a:xfrm>
            <a:off x="3878880" y="5283050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4FCE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17" name="Text 213"/>
          <p:cNvSpPr/>
          <p:nvPr/>
        </p:nvSpPr>
        <p:spPr>
          <a:xfrm>
            <a:off x="3878880" y="5283050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8" name="Shape 214"/>
          <p:cNvSpPr/>
          <p:nvPr/>
        </p:nvSpPr>
        <p:spPr>
          <a:xfrm>
            <a:off x="4360576" y="5283050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4FCE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19" name="Text 215"/>
          <p:cNvSpPr/>
          <p:nvPr/>
        </p:nvSpPr>
        <p:spPr>
          <a:xfrm>
            <a:off x="4360576" y="5283050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20" name="Shape 216"/>
          <p:cNvSpPr/>
          <p:nvPr/>
        </p:nvSpPr>
        <p:spPr>
          <a:xfrm>
            <a:off x="4829075" y="5283050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4FCE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21" name="Text 217"/>
          <p:cNvSpPr/>
          <p:nvPr/>
        </p:nvSpPr>
        <p:spPr>
          <a:xfrm>
            <a:off x="4829075" y="5283050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2" name="Shape 218"/>
          <p:cNvSpPr/>
          <p:nvPr/>
        </p:nvSpPr>
        <p:spPr>
          <a:xfrm>
            <a:off x="5304172" y="5283050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4FCE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23" name="Text 219"/>
          <p:cNvSpPr/>
          <p:nvPr/>
        </p:nvSpPr>
        <p:spPr>
          <a:xfrm>
            <a:off x="5304172" y="5283050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24" name="Shape 220"/>
          <p:cNvSpPr/>
          <p:nvPr/>
        </p:nvSpPr>
        <p:spPr>
          <a:xfrm>
            <a:off x="3878880" y="5688416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4FCE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25" name="Text 221"/>
          <p:cNvSpPr/>
          <p:nvPr/>
        </p:nvSpPr>
        <p:spPr>
          <a:xfrm>
            <a:off x="3878880" y="5688416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26" name="Shape 222"/>
          <p:cNvSpPr/>
          <p:nvPr/>
        </p:nvSpPr>
        <p:spPr>
          <a:xfrm>
            <a:off x="4360576" y="5688416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4FCE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27" name="Text 223"/>
          <p:cNvSpPr/>
          <p:nvPr/>
        </p:nvSpPr>
        <p:spPr>
          <a:xfrm>
            <a:off x="4360576" y="5688416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28" name="Shape 224"/>
          <p:cNvSpPr/>
          <p:nvPr/>
        </p:nvSpPr>
        <p:spPr>
          <a:xfrm>
            <a:off x="4829075" y="5688416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4FCE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29" name="Text 225"/>
          <p:cNvSpPr/>
          <p:nvPr/>
        </p:nvSpPr>
        <p:spPr>
          <a:xfrm>
            <a:off x="4829075" y="5688416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0" name="Shape 226"/>
          <p:cNvSpPr/>
          <p:nvPr/>
        </p:nvSpPr>
        <p:spPr>
          <a:xfrm>
            <a:off x="5304172" y="5688416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4FCE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31" name="Text 227"/>
          <p:cNvSpPr/>
          <p:nvPr/>
        </p:nvSpPr>
        <p:spPr>
          <a:xfrm>
            <a:off x="5304172" y="5688416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2" name="Shape 228"/>
          <p:cNvSpPr/>
          <p:nvPr/>
        </p:nvSpPr>
        <p:spPr>
          <a:xfrm>
            <a:off x="3878880" y="6087137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4FCE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33" name="Text 229"/>
          <p:cNvSpPr/>
          <p:nvPr/>
        </p:nvSpPr>
        <p:spPr>
          <a:xfrm>
            <a:off x="3878880" y="6087137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34" name="Shape 230"/>
          <p:cNvSpPr/>
          <p:nvPr/>
        </p:nvSpPr>
        <p:spPr>
          <a:xfrm>
            <a:off x="4360576" y="6087137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4FCE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35" name="Text 231"/>
          <p:cNvSpPr/>
          <p:nvPr/>
        </p:nvSpPr>
        <p:spPr>
          <a:xfrm>
            <a:off x="4360576" y="6087137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36" name="Shape 232"/>
          <p:cNvSpPr/>
          <p:nvPr/>
        </p:nvSpPr>
        <p:spPr>
          <a:xfrm>
            <a:off x="4829075" y="6087137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4FCE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37" name="Text 233"/>
          <p:cNvSpPr/>
          <p:nvPr/>
        </p:nvSpPr>
        <p:spPr>
          <a:xfrm>
            <a:off x="4829075" y="6087137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8" name="Shape 234"/>
          <p:cNvSpPr/>
          <p:nvPr/>
        </p:nvSpPr>
        <p:spPr>
          <a:xfrm>
            <a:off x="5304172" y="6087137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4FCE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39" name="Text 235"/>
          <p:cNvSpPr/>
          <p:nvPr/>
        </p:nvSpPr>
        <p:spPr>
          <a:xfrm>
            <a:off x="5304172" y="6087137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0" name="Shape 236"/>
          <p:cNvSpPr/>
          <p:nvPr/>
        </p:nvSpPr>
        <p:spPr>
          <a:xfrm>
            <a:off x="6036614" y="4478963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8E6D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41" name="Text 237"/>
          <p:cNvSpPr/>
          <p:nvPr/>
        </p:nvSpPr>
        <p:spPr>
          <a:xfrm>
            <a:off x="6036614" y="4478963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42" name="Shape 238"/>
          <p:cNvSpPr/>
          <p:nvPr/>
        </p:nvSpPr>
        <p:spPr>
          <a:xfrm>
            <a:off x="6511711" y="4478963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8E6D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43" name="Text 239"/>
          <p:cNvSpPr/>
          <p:nvPr/>
        </p:nvSpPr>
        <p:spPr>
          <a:xfrm>
            <a:off x="6511711" y="4478963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4" name="Shape 240"/>
          <p:cNvSpPr/>
          <p:nvPr/>
        </p:nvSpPr>
        <p:spPr>
          <a:xfrm>
            <a:off x="6980210" y="4478963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8E6D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45" name="Text 241"/>
          <p:cNvSpPr/>
          <p:nvPr/>
        </p:nvSpPr>
        <p:spPr>
          <a:xfrm>
            <a:off x="6980210" y="4478963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46" name="Shape 242"/>
          <p:cNvSpPr/>
          <p:nvPr/>
        </p:nvSpPr>
        <p:spPr>
          <a:xfrm>
            <a:off x="7448709" y="4478963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8E6D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47" name="Text 243"/>
          <p:cNvSpPr/>
          <p:nvPr/>
        </p:nvSpPr>
        <p:spPr>
          <a:xfrm>
            <a:off x="7448709" y="4478963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8" name="Shape 244"/>
          <p:cNvSpPr/>
          <p:nvPr/>
        </p:nvSpPr>
        <p:spPr>
          <a:xfrm>
            <a:off x="6036614" y="4884329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8E6D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49" name="Text 245"/>
          <p:cNvSpPr/>
          <p:nvPr/>
        </p:nvSpPr>
        <p:spPr>
          <a:xfrm>
            <a:off x="6036614" y="4884329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50" name="Shape 246"/>
          <p:cNvSpPr/>
          <p:nvPr/>
        </p:nvSpPr>
        <p:spPr>
          <a:xfrm>
            <a:off x="6511711" y="4884329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8E6D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51" name="Text 247"/>
          <p:cNvSpPr/>
          <p:nvPr/>
        </p:nvSpPr>
        <p:spPr>
          <a:xfrm>
            <a:off x="6511711" y="4884329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52" name="Shape 248"/>
          <p:cNvSpPr/>
          <p:nvPr/>
        </p:nvSpPr>
        <p:spPr>
          <a:xfrm>
            <a:off x="6980210" y="4884329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8E6D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53" name="Text 249"/>
          <p:cNvSpPr/>
          <p:nvPr/>
        </p:nvSpPr>
        <p:spPr>
          <a:xfrm>
            <a:off x="6980210" y="4884329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54" name="Shape 250"/>
          <p:cNvSpPr/>
          <p:nvPr/>
        </p:nvSpPr>
        <p:spPr>
          <a:xfrm>
            <a:off x="7448709" y="4884329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8E6D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55" name="Text 251"/>
          <p:cNvSpPr/>
          <p:nvPr/>
        </p:nvSpPr>
        <p:spPr>
          <a:xfrm>
            <a:off x="7448709" y="4884329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6" name="Shape 252"/>
          <p:cNvSpPr/>
          <p:nvPr/>
        </p:nvSpPr>
        <p:spPr>
          <a:xfrm>
            <a:off x="6036614" y="5283050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8E6D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57" name="Text 253"/>
          <p:cNvSpPr/>
          <p:nvPr/>
        </p:nvSpPr>
        <p:spPr>
          <a:xfrm>
            <a:off x="6036614" y="5283050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58" name="Shape 254"/>
          <p:cNvSpPr/>
          <p:nvPr/>
        </p:nvSpPr>
        <p:spPr>
          <a:xfrm>
            <a:off x="6511711" y="5283050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8E6D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59" name="Text 255"/>
          <p:cNvSpPr/>
          <p:nvPr/>
        </p:nvSpPr>
        <p:spPr>
          <a:xfrm>
            <a:off x="6511711" y="5283050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60" name="Shape 256"/>
          <p:cNvSpPr/>
          <p:nvPr/>
        </p:nvSpPr>
        <p:spPr>
          <a:xfrm>
            <a:off x="6980210" y="5283050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8E6D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61" name="Text 257"/>
          <p:cNvSpPr/>
          <p:nvPr/>
        </p:nvSpPr>
        <p:spPr>
          <a:xfrm>
            <a:off x="6980210" y="5283050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2" name="Shape 258"/>
          <p:cNvSpPr/>
          <p:nvPr/>
        </p:nvSpPr>
        <p:spPr>
          <a:xfrm>
            <a:off x="7448709" y="5283050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8E6D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63" name="Text 259"/>
          <p:cNvSpPr/>
          <p:nvPr/>
        </p:nvSpPr>
        <p:spPr>
          <a:xfrm>
            <a:off x="7448709" y="5283050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64" name="Shape 260"/>
          <p:cNvSpPr/>
          <p:nvPr/>
        </p:nvSpPr>
        <p:spPr>
          <a:xfrm>
            <a:off x="6036614" y="5688416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8E6D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65" name="Text 261"/>
          <p:cNvSpPr/>
          <p:nvPr/>
        </p:nvSpPr>
        <p:spPr>
          <a:xfrm>
            <a:off x="6036614" y="5688416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66" name="Shape 262"/>
          <p:cNvSpPr/>
          <p:nvPr/>
        </p:nvSpPr>
        <p:spPr>
          <a:xfrm>
            <a:off x="6511711" y="5688416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8E6D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67" name="Text 263"/>
          <p:cNvSpPr/>
          <p:nvPr/>
        </p:nvSpPr>
        <p:spPr>
          <a:xfrm>
            <a:off x="6511711" y="5688416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68" name="Shape 264"/>
          <p:cNvSpPr/>
          <p:nvPr/>
        </p:nvSpPr>
        <p:spPr>
          <a:xfrm>
            <a:off x="6980210" y="5688416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8E6D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69" name="Text 265"/>
          <p:cNvSpPr/>
          <p:nvPr/>
        </p:nvSpPr>
        <p:spPr>
          <a:xfrm>
            <a:off x="6980210" y="5688416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0" name="Shape 266"/>
          <p:cNvSpPr/>
          <p:nvPr/>
        </p:nvSpPr>
        <p:spPr>
          <a:xfrm>
            <a:off x="7448709" y="5688416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8E6D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71" name="Text 267"/>
          <p:cNvSpPr/>
          <p:nvPr/>
        </p:nvSpPr>
        <p:spPr>
          <a:xfrm>
            <a:off x="7448709" y="5688416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72" name="Shape 268"/>
          <p:cNvSpPr/>
          <p:nvPr/>
        </p:nvSpPr>
        <p:spPr>
          <a:xfrm>
            <a:off x="6036614" y="6087137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8E6D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73" name="Text 269"/>
          <p:cNvSpPr/>
          <p:nvPr/>
        </p:nvSpPr>
        <p:spPr>
          <a:xfrm>
            <a:off x="6036614" y="6087137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74" name="Shape 270"/>
          <p:cNvSpPr/>
          <p:nvPr/>
        </p:nvSpPr>
        <p:spPr>
          <a:xfrm>
            <a:off x="6511711" y="6087137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8E6D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75" name="Text 271"/>
          <p:cNvSpPr/>
          <p:nvPr/>
        </p:nvSpPr>
        <p:spPr>
          <a:xfrm>
            <a:off x="6511711" y="6087137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76" name="Shape 272"/>
          <p:cNvSpPr/>
          <p:nvPr/>
        </p:nvSpPr>
        <p:spPr>
          <a:xfrm>
            <a:off x="6980210" y="6087137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8E6D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77" name="Text 273"/>
          <p:cNvSpPr/>
          <p:nvPr/>
        </p:nvSpPr>
        <p:spPr>
          <a:xfrm>
            <a:off x="6980210" y="6087137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8" name="Shape 274"/>
          <p:cNvSpPr/>
          <p:nvPr/>
        </p:nvSpPr>
        <p:spPr>
          <a:xfrm>
            <a:off x="7448709" y="6087137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F8E6D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79" name="Text 275"/>
          <p:cNvSpPr/>
          <p:nvPr/>
        </p:nvSpPr>
        <p:spPr>
          <a:xfrm>
            <a:off x="7448709" y="6087137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0" name="Shape 276"/>
          <p:cNvSpPr/>
          <p:nvPr/>
        </p:nvSpPr>
        <p:spPr>
          <a:xfrm>
            <a:off x="8167954" y="4478963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5D5FB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81" name="Text 277"/>
          <p:cNvSpPr/>
          <p:nvPr/>
        </p:nvSpPr>
        <p:spPr>
          <a:xfrm>
            <a:off x="8167954" y="4478963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82" name="Shape 278"/>
          <p:cNvSpPr/>
          <p:nvPr/>
        </p:nvSpPr>
        <p:spPr>
          <a:xfrm>
            <a:off x="8649650" y="4478963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5D5FB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83" name="Text 279"/>
          <p:cNvSpPr/>
          <p:nvPr/>
        </p:nvSpPr>
        <p:spPr>
          <a:xfrm>
            <a:off x="8649650" y="4478963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84" name="Shape 280"/>
          <p:cNvSpPr/>
          <p:nvPr/>
        </p:nvSpPr>
        <p:spPr>
          <a:xfrm>
            <a:off x="9124747" y="4478963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5D5FB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85" name="Text 281"/>
          <p:cNvSpPr/>
          <p:nvPr/>
        </p:nvSpPr>
        <p:spPr>
          <a:xfrm>
            <a:off x="9124747" y="4478963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86" name="Shape 282"/>
          <p:cNvSpPr/>
          <p:nvPr/>
        </p:nvSpPr>
        <p:spPr>
          <a:xfrm>
            <a:off x="9599844" y="4478963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5D5FB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87" name="Text 283"/>
          <p:cNvSpPr/>
          <p:nvPr/>
        </p:nvSpPr>
        <p:spPr>
          <a:xfrm>
            <a:off x="9599844" y="4478963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8" name="Shape 284"/>
          <p:cNvSpPr/>
          <p:nvPr/>
        </p:nvSpPr>
        <p:spPr>
          <a:xfrm>
            <a:off x="8167954" y="4884329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5D5FB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89" name="Text 285"/>
          <p:cNvSpPr/>
          <p:nvPr/>
        </p:nvSpPr>
        <p:spPr>
          <a:xfrm>
            <a:off x="8167954" y="4884329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90" name="Shape 286"/>
          <p:cNvSpPr/>
          <p:nvPr/>
        </p:nvSpPr>
        <p:spPr>
          <a:xfrm>
            <a:off x="8649650" y="4884329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5D5FB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91" name="Text 287"/>
          <p:cNvSpPr/>
          <p:nvPr/>
        </p:nvSpPr>
        <p:spPr>
          <a:xfrm>
            <a:off x="8649650" y="4884329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92" name="Shape 288"/>
          <p:cNvSpPr/>
          <p:nvPr/>
        </p:nvSpPr>
        <p:spPr>
          <a:xfrm>
            <a:off x="9124747" y="4884329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5D5FB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93" name="Text 289"/>
          <p:cNvSpPr/>
          <p:nvPr/>
        </p:nvSpPr>
        <p:spPr>
          <a:xfrm>
            <a:off x="9124747" y="4884329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94" name="Shape 290"/>
          <p:cNvSpPr/>
          <p:nvPr/>
        </p:nvSpPr>
        <p:spPr>
          <a:xfrm>
            <a:off x="9599844" y="4884329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5D5FB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95" name="Text 291"/>
          <p:cNvSpPr/>
          <p:nvPr/>
        </p:nvSpPr>
        <p:spPr>
          <a:xfrm>
            <a:off x="9599844" y="4884329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96" name="Shape 292"/>
          <p:cNvSpPr/>
          <p:nvPr/>
        </p:nvSpPr>
        <p:spPr>
          <a:xfrm>
            <a:off x="8167954" y="5283050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5D5FB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97" name="Text 293"/>
          <p:cNvSpPr/>
          <p:nvPr/>
        </p:nvSpPr>
        <p:spPr>
          <a:xfrm>
            <a:off x="8167954" y="5283050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98" name="Shape 294"/>
          <p:cNvSpPr/>
          <p:nvPr/>
        </p:nvSpPr>
        <p:spPr>
          <a:xfrm>
            <a:off x="8649650" y="5283050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5D5FB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99" name="Text 295"/>
          <p:cNvSpPr/>
          <p:nvPr/>
        </p:nvSpPr>
        <p:spPr>
          <a:xfrm>
            <a:off x="8649650" y="5283050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00" name="Shape 296"/>
          <p:cNvSpPr/>
          <p:nvPr/>
        </p:nvSpPr>
        <p:spPr>
          <a:xfrm>
            <a:off x="9124747" y="5283050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5D5FB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01" name="Text 297"/>
          <p:cNvSpPr/>
          <p:nvPr/>
        </p:nvSpPr>
        <p:spPr>
          <a:xfrm>
            <a:off x="9124747" y="5283050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02" name="Shape 298"/>
          <p:cNvSpPr/>
          <p:nvPr/>
        </p:nvSpPr>
        <p:spPr>
          <a:xfrm>
            <a:off x="9599844" y="5283050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5D5FB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03" name="Text 299"/>
          <p:cNvSpPr/>
          <p:nvPr/>
        </p:nvSpPr>
        <p:spPr>
          <a:xfrm>
            <a:off x="9599844" y="5283050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4" name="Shape 300"/>
          <p:cNvSpPr/>
          <p:nvPr/>
        </p:nvSpPr>
        <p:spPr>
          <a:xfrm>
            <a:off x="8167954" y="5688416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5D5FB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05" name="Text 301"/>
          <p:cNvSpPr/>
          <p:nvPr/>
        </p:nvSpPr>
        <p:spPr>
          <a:xfrm>
            <a:off x="8167954" y="5688416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06" name="Shape 302"/>
          <p:cNvSpPr/>
          <p:nvPr/>
        </p:nvSpPr>
        <p:spPr>
          <a:xfrm>
            <a:off x="8649650" y="5688416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5D5FB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07" name="Text 303"/>
          <p:cNvSpPr/>
          <p:nvPr/>
        </p:nvSpPr>
        <p:spPr>
          <a:xfrm>
            <a:off x="8649650" y="5688416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08" name="Shape 304"/>
          <p:cNvSpPr/>
          <p:nvPr/>
        </p:nvSpPr>
        <p:spPr>
          <a:xfrm>
            <a:off x="9124747" y="5688416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5D5FB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09" name="Text 305"/>
          <p:cNvSpPr/>
          <p:nvPr/>
        </p:nvSpPr>
        <p:spPr>
          <a:xfrm>
            <a:off x="9124747" y="5688416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10" name="Shape 306"/>
          <p:cNvSpPr/>
          <p:nvPr/>
        </p:nvSpPr>
        <p:spPr>
          <a:xfrm>
            <a:off x="9599844" y="5688416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5D5FB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11" name="Text 307"/>
          <p:cNvSpPr/>
          <p:nvPr/>
        </p:nvSpPr>
        <p:spPr>
          <a:xfrm>
            <a:off x="9599844" y="5688416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12" name="Shape 308"/>
          <p:cNvSpPr/>
          <p:nvPr/>
        </p:nvSpPr>
        <p:spPr>
          <a:xfrm>
            <a:off x="8167954" y="6087137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5D5FB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13" name="Text 309"/>
          <p:cNvSpPr/>
          <p:nvPr/>
        </p:nvSpPr>
        <p:spPr>
          <a:xfrm>
            <a:off x="8167954" y="6087137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14" name="Shape 310"/>
          <p:cNvSpPr/>
          <p:nvPr/>
        </p:nvSpPr>
        <p:spPr>
          <a:xfrm>
            <a:off x="8649650" y="6087137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5D5FB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15" name="Text 311"/>
          <p:cNvSpPr/>
          <p:nvPr/>
        </p:nvSpPr>
        <p:spPr>
          <a:xfrm>
            <a:off x="8649650" y="6087137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16" name="Shape 312"/>
          <p:cNvSpPr/>
          <p:nvPr/>
        </p:nvSpPr>
        <p:spPr>
          <a:xfrm>
            <a:off x="9124747" y="6087137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5D5FB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17" name="Text 313"/>
          <p:cNvSpPr/>
          <p:nvPr/>
        </p:nvSpPr>
        <p:spPr>
          <a:xfrm>
            <a:off x="9124747" y="6087137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18" name="Shape 314"/>
          <p:cNvSpPr/>
          <p:nvPr/>
        </p:nvSpPr>
        <p:spPr>
          <a:xfrm>
            <a:off x="9599844" y="6087137"/>
            <a:ext cx="304800" cy="247650"/>
          </a:xfrm>
          <a:prstGeom prst="roundRect">
            <a:avLst>
              <a:gd name="adj" fmla="val 14769"/>
            </a:avLst>
          </a:prstGeom>
          <a:solidFill>
            <a:srgbClr val="D5D5FB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19" name="Text 315"/>
          <p:cNvSpPr/>
          <p:nvPr/>
        </p:nvSpPr>
        <p:spPr>
          <a:xfrm>
            <a:off x="9599844" y="6087137"/>
            <a:ext cx="30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20" name="Text 316"/>
          <p:cNvSpPr/>
          <p:nvPr/>
        </p:nvSpPr>
        <p:spPr>
          <a:xfrm>
            <a:off x="3842723" y="6423243"/>
            <a:ext cx="152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</a:t>
            </a:r>
            <a:endParaRPr lang="en-US" sz="1100" dirty="0"/>
          </a:p>
        </p:txBody>
      </p:sp>
      <p:sp>
        <p:nvSpPr>
          <p:cNvPr id="321" name="Text 317"/>
          <p:cNvSpPr/>
          <p:nvPr/>
        </p:nvSpPr>
        <p:spPr>
          <a:xfrm>
            <a:off x="3842723" y="6576086"/>
            <a:ext cx="152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Projections at </a:t>
            </a:r>
            <a:pPr algn="ctr" indent="0" marL="0">
              <a:buNone/>
            </a:pPr>
            <a:r>
              <a:rPr lang="en-US" sz="104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1</a:t>
            </a:r>
            <a:endParaRPr lang="en-US" sz="1040" dirty="0"/>
          </a:p>
        </p:txBody>
      </p:sp>
      <p:sp>
        <p:nvSpPr>
          <p:cNvPr id="322" name="Text 318"/>
          <p:cNvSpPr/>
          <p:nvPr/>
        </p:nvSpPr>
        <p:spPr>
          <a:xfrm>
            <a:off x="6482153" y="6423243"/>
            <a:ext cx="152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</a:t>
            </a:r>
            <a:endParaRPr lang="en-US" sz="1100" dirty="0"/>
          </a:p>
        </p:txBody>
      </p:sp>
      <p:sp>
        <p:nvSpPr>
          <p:cNvPr id="323" name="Text 319"/>
          <p:cNvSpPr/>
          <p:nvPr/>
        </p:nvSpPr>
        <p:spPr>
          <a:xfrm>
            <a:off x="6482153" y="6576086"/>
            <a:ext cx="152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Projections at </a:t>
            </a:r>
            <a:pPr algn="ctr" indent="0" marL="0">
              <a:buNone/>
            </a:pPr>
            <a:r>
              <a:rPr lang="en-US" sz="104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2</a:t>
            </a:r>
            <a:endParaRPr lang="en-US" sz="1040" dirty="0"/>
          </a:p>
        </p:txBody>
      </p:sp>
      <p:sp>
        <p:nvSpPr>
          <p:cNvPr id="324" name="Text 320"/>
          <p:cNvSpPr/>
          <p:nvPr/>
        </p:nvSpPr>
        <p:spPr>
          <a:xfrm>
            <a:off x="8712471" y="6423243"/>
            <a:ext cx="152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</a:t>
            </a:r>
            <a:endParaRPr lang="en-US" sz="1100" dirty="0"/>
          </a:p>
        </p:txBody>
      </p:sp>
      <p:sp>
        <p:nvSpPr>
          <p:cNvPr id="325" name="Text 321"/>
          <p:cNvSpPr/>
          <p:nvPr/>
        </p:nvSpPr>
        <p:spPr>
          <a:xfrm>
            <a:off x="8712471" y="6576086"/>
            <a:ext cx="152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Projections at </a:t>
            </a:r>
            <a:pPr algn="ctr" indent="0" marL="0">
              <a:buNone/>
            </a:pPr>
            <a:r>
              <a:rPr lang="en-US" sz="104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3</a:t>
            </a:r>
            <a:endParaRPr lang="en-US" sz="1040" dirty="0"/>
          </a:p>
        </p:txBody>
      </p:sp>
      <p:sp>
        <p:nvSpPr>
          <p:cNvPr id="326" name="Text 322"/>
          <p:cNvSpPr/>
          <p:nvPr/>
        </p:nvSpPr>
        <p:spPr>
          <a:xfrm>
            <a:off x="10211297" y="4495798"/>
            <a:ext cx="1460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</a:t>
            </a:r>
            <a:endParaRPr lang="en-US" sz="1230" dirty="0"/>
          </a:p>
        </p:txBody>
      </p:sp>
      <p:sp>
        <p:nvSpPr>
          <p:cNvPr id="327" name="Text 323"/>
          <p:cNvSpPr/>
          <p:nvPr/>
        </p:nvSpPr>
        <p:spPr>
          <a:xfrm>
            <a:off x="10211297" y="4628409"/>
            <a:ext cx="1460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of Word #1</a:t>
            </a:r>
            <a:endParaRPr lang="en-US" sz="1100" dirty="0"/>
          </a:p>
        </p:txBody>
      </p:sp>
      <p:sp>
        <p:nvSpPr>
          <p:cNvPr id="328" name="Text 324"/>
          <p:cNvSpPr/>
          <p:nvPr/>
        </p:nvSpPr>
        <p:spPr>
          <a:xfrm>
            <a:off x="10211297" y="4893190"/>
            <a:ext cx="1460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</a:t>
            </a:r>
            <a:endParaRPr lang="en-US" sz="1230" dirty="0"/>
          </a:p>
        </p:txBody>
      </p:sp>
      <p:sp>
        <p:nvSpPr>
          <p:cNvPr id="329" name="Text 325"/>
          <p:cNvSpPr/>
          <p:nvPr/>
        </p:nvSpPr>
        <p:spPr>
          <a:xfrm>
            <a:off x="10211297" y="5025801"/>
            <a:ext cx="1460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of Word #2</a:t>
            </a:r>
            <a:endParaRPr lang="en-US" sz="1100" dirty="0"/>
          </a:p>
        </p:txBody>
      </p:sp>
      <p:sp>
        <p:nvSpPr>
          <p:cNvPr id="330" name="Text 326"/>
          <p:cNvSpPr/>
          <p:nvPr/>
        </p:nvSpPr>
        <p:spPr>
          <a:xfrm>
            <a:off x="10211297" y="5290581"/>
            <a:ext cx="1460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</a:t>
            </a:r>
            <a:endParaRPr lang="en-US" sz="1230" dirty="0"/>
          </a:p>
        </p:txBody>
      </p:sp>
      <p:sp>
        <p:nvSpPr>
          <p:cNvPr id="331" name="Text 327"/>
          <p:cNvSpPr/>
          <p:nvPr/>
        </p:nvSpPr>
        <p:spPr>
          <a:xfrm>
            <a:off x="10211297" y="5423193"/>
            <a:ext cx="1460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of Word #3</a:t>
            </a:r>
            <a:endParaRPr lang="en-US" sz="1100" dirty="0"/>
          </a:p>
        </p:txBody>
      </p:sp>
      <p:sp>
        <p:nvSpPr>
          <p:cNvPr id="332" name="Text 328"/>
          <p:cNvSpPr/>
          <p:nvPr/>
        </p:nvSpPr>
        <p:spPr>
          <a:xfrm>
            <a:off x="10211297" y="5687973"/>
            <a:ext cx="1460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</a:t>
            </a:r>
            <a:endParaRPr lang="en-US" sz="1230" dirty="0"/>
          </a:p>
        </p:txBody>
      </p:sp>
      <p:sp>
        <p:nvSpPr>
          <p:cNvPr id="333" name="Text 329"/>
          <p:cNvSpPr/>
          <p:nvPr/>
        </p:nvSpPr>
        <p:spPr>
          <a:xfrm>
            <a:off x="10211297" y="5820584"/>
            <a:ext cx="1460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of Word #4</a:t>
            </a:r>
            <a:endParaRPr lang="en-US" sz="1100" dirty="0"/>
          </a:p>
        </p:txBody>
      </p:sp>
      <p:sp>
        <p:nvSpPr>
          <p:cNvPr id="334" name="Text 330"/>
          <p:cNvSpPr/>
          <p:nvPr/>
        </p:nvSpPr>
        <p:spPr>
          <a:xfrm>
            <a:off x="10211297" y="6085365"/>
            <a:ext cx="1460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</a:t>
            </a:r>
            <a:endParaRPr lang="en-US" sz="1230" dirty="0"/>
          </a:p>
        </p:txBody>
      </p:sp>
      <p:sp>
        <p:nvSpPr>
          <p:cNvPr id="335" name="Text 331"/>
          <p:cNvSpPr/>
          <p:nvPr/>
        </p:nvSpPr>
        <p:spPr>
          <a:xfrm>
            <a:off x="10211297" y="6217976"/>
            <a:ext cx="1460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of Word #5</a:t>
            </a:r>
            <a:endParaRPr lang="en-US" sz="1100" dirty="0"/>
          </a:p>
        </p:txBody>
      </p:sp>
      <p:sp>
        <p:nvSpPr>
          <p:cNvPr id="336" name="Shape 332"/>
          <p:cNvSpPr/>
          <p:nvPr/>
        </p:nvSpPr>
        <p:spPr>
          <a:xfrm>
            <a:off x="612585" y="5542218"/>
            <a:ext cx="2560247" cy="1049965"/>
          </a:xfrm>
          <a:prstGeom prst="roundRect">
            <a:avLst>
              <a:gd name="adj" fmla="val 6096"/>
            </a:avLst>
          </a:prstGeom>
          <a:solidFill>
            <a:srgbClr val="FAFBEB"/>
          </a:solidFill>
          <a:ln w="28575">
            <a:solidFill>
              <a:srgbClr val="0000CC"/>
            </a:solidFill>
            <a:prstDash val="solid"/>
          </a:ln>
        </p:spPr>
      </p:sp>
      <p:sp>
        <p:nvSpPr>
          <p:cNvPr id="337" name="Shape 333"/>
          <p:cNvSpPr/>
          <p:nvPr/>
        </p:nvSpPr>
        <p:spPr>
          <a:xfrm>
            <a:off x="728060" y="5784773"/>
            <a:ext cx="57150" cy="5715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338" name="Text 334"/>
          <p:cNvSpPr/>
          <p:nvPr/>
        </p:nvSpPr>
        <p:spPr>
          <a:xfrm>
            <a:off x="929317" y="5725778"/>
            <a:ext cx="216433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  </a:t>
            </a:r>
            <a:pPr algn="l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Words</a:t>
            </a:r>
            <a:endParaRPr lang="en-US" sz="1100" dirty="0"/>
          </a:p>
        </p:txBody>
      </p:sp>
      <p:sp>
        <p:nvSpPr>
          <p:cNvPr id="339" name="Shape 335"/>
          <p:cNvSpPr/>
          <p:nvPr/>
        </p:nvSpPr>
        <p:spPr>
          <a:xfrm>
            <a:off x="728060" y="6077169"/>
            <a:ext cx="57150" cy="5715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340" name="Text 336"/>
          <p:cNvSpPr/>
          <p:nvPr/>
        </p:nvSpPr>
        <p:spPr>
          <a:xfrm>
            <a:off x="929317" y="6018173"/>
            <a:ext cx="216433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with  </a:t>
            </a:r>
            <a:pPr algn="l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Heads</a:t>
            </a:r>
            <a:endParaRPr lang="en-US" sz="1100" dirty="0"/>
          </a:p>
        </p:txBody>
      </p:sp>
      <p:sp>
        <p:nvSpPr>
          <p:cNvPr id="341" name="Shape 337"/>
          <p:cNvSpPr/>
          <p:nvPr/>
        </p:nvSpPr>
        <p:spPr>
          <a:xfrm>
            <a:off x="728060" y="6356273"/>
            <a:ext cx="57150" cy="5715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342" name="Text 338"/>
          <p:cNvSpPr/>
          <p:nvPr/>
        </p:nvSpPr>
        <p:spPr>
          <a:xfrm>
            <a:off x="929317" y="6297277"/>
            <a:ext cx="216433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 Dimension=4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ai_llm_slides</dc:creator>
  <cp:lastModifiedBy>ai_llm_slides</cp:lastModifiedBy>
  <cp:revision>1</cp:revision>
  <dcterms:created xsi:type="dcterms:W3CDTF">2026-10-13T00:30:02Z</dcterms:created>
  <dcterms:modified xsi:type="dcterms:W3CDTF">2026-10-13T00:30:02Z</dcterms:modified>
</cp:coreProperties>
</file>