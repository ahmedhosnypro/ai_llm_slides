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41830" y="66548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 Attention Mechanism  </a:t>
            </a:r>
            <a:pPr algn="ctr" indent="0" marL="0">
              <a:buNone/>
            </a:pPr>
            <a:r>
              <a:rPr lang="en-US" sz="197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Decoder)</a:t>
            </a:r>
            <a:endParaRPr lang="en-US" sz="1970" dirty="0"/>
          </a:p>
        </p:txBody>
      </p:sp>
      <p:sp>
        <p:nvSpPr>
          <p:cNvPr id="6" name="Text 4"/>
          <p:cNvSpPr/>
          <p:nvPr/>
        </p:nvSpPr>
        <p:spPr>
          <a:xfrm>
            <a:off x="1941830" y="976630"/>
            <a:ext cx="889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99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199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19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1990" dirty="0"/>
          </a:p>
        </p:txBody>
      </p:sp>
      <p:sp>
        <p:nvSpPr>
          <p:cNvPr id="7" name="Shape 5"/>
          <p:cNvSpPr/>
          <p:nvPr/>
        </p:nvSpPr>
        <p:spPr>
          <a:xfrm>
            <a:off x="863684" y="1382226"/>
            <a:ext cx="10503730" cy="5289673"/>
          </a:xfrm>
          <a:prstGeom prst="roundRect">
            <a:avLst>
              <a:gd name="adj" fmla="val 1921"/>
            </a:avLst>
          </a:prstGeom>
          <a:solidFill>
            <a:srgbClr val="F7E2CD"/>
          </a:solidFill>
          <a:ln/>
        </p:spPr>
      </p:sp>
      <p:sp>
        <p:nvSpPr>
          <p:cNvPr id="8" name="Shape 6"/>
          <p:cNvSpPr/>
          <p:nvPr/>
        </p:nvSpPr>
        <p:spPr>
          <a:xfrm>
            <a:off x="573015" y="2405605"/>
            <a:ext cx="396367" cy="345557"/>
          </a:xfrm>
          <a:prstGeom prst="leftArrow">
            <a:avLst/>
          </a:prstGeom>
          <a:solidFill>
            <a:srgbClr val="C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195655" y="2405605"/>
            <a:ext cx="396367" cy="345557"/>
          </a:xfrm>
          <a:prstGeom prst="rightArrow">
            <a:avLst/>
          </a:prstGeom>
          <a:solidFill>
            <a:srgbClr val="C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382" y="2339152"/>
            <a:ext cx="1387285" cy="51833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69382" y="2339152"/>
            <a:ext cx="66061" cy="6645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69382" y="2339152"/>
            <a:ext cx="132122" cy="13290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9382" y="2339152"/>
            <a:ext cx="198184" cy="19936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69382" y="2339152"/>
            <a:ext cx="264245" cy="26581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69382" y="2339152"/>
            <a:ext cx="330306" cy="33226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69382" y="2339152"/>
            <a:ext cx="396367" cy="39871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69382" y="2339152"/>
            <a:ext cx="462428" cy="46517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82594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4865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11471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8077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24683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31290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37896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445023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511084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57714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64320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70926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77532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184139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1907451" y="2405605"/>
            <a:ext cx="449216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973512" y="2472058"/>
            <a:ext cx="383155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2039573" y="2538511"/>
            <a:ext cx="317094" cy="31897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105634" y="2604965"/>
            <a:ext cx="251033" cy="25252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171696" y="2671418"/>
            <a:ext cx="184971" cy="18606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237757" y="2737871"/>
            <a:ext cx="11891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303818" y="2804324"/>
            <a:ext cx="52849" cy="5316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8655" y="2405605"/>
            <a:ext cx="1228738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Encoder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834794" y="2339152"/>
            <a:ext cx="1387285" cy="518335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834794" y="2339152"/>
            <a:ext cx="66061" cy="6645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834794" y="2339152"/>
            <a:ext cx="132122" cy="13290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834794" y="2339152"/>
            <a:ext cx="198184" cy="19936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834794" y="2339152"/>
            <a:ext cx="264245" cy="26581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834794" y="2339152"/>
            <a:ext cx="330306" cy="33226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834794" y="2339152"/>
            <a:ext cx="396367" cy="39871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834794" y="2339152"/>
            <a:ext cx="462428" cy="46517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84800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91406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98012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046190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11225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0178312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244373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0310435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376496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0442557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0508618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574679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10640741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706802" y="2339152"/>
            <a:ext cx="515277" cy="51833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10772863" y="2405605"/>
            <a:ext cx="449216" cy="45188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838924" y="2472058"/>
            <a:ext cx="383155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10904985" y="2538511"/>
            <a:ext cx="317094" cy="318975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10971046" y="2604965"/>
            <a:ext cx="251033" cy="252522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37108" y="2671418"/>
            <a:ext cx="184971" cy="186069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1103169" y="2737871"/>
            <a:ext cx="11891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1169230" y="2804324"/>
            <a:ext cx="52849" cy="5316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914067" y="2405605"/>
            <a:ext cx="1228738" cy="41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Encoder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114717" y="2884068"/>
            <a:ext cx="1017342" cy="2179664"/>
          </a:xfrm>
          <a:prstGeom prst="roundRect">
            <a:avLst>
              <a:gd name="adj" fmla="val 6242"/>
            </a:avLst>
          </a:prstGeom>
          <a:solidFill>
            <a:srgbClr val="FFFF00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1134535" y="307013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02330" y="307013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70126" y="307013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37921" y="307013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05717" y="307013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73512" y="307013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84659" y="303026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134535" y="3588472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302330" y="3588472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470126" y="3588472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37921" y="3588472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805717" y="3588472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73512" y="3588472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484659" y="3548600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134535" y="412009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02330" y="412009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470126" y="412009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37921" y="412009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05717" y="412009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973512" y="412009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84659" y="408022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1134535" y="4678304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02330" y="4678304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470126" y="4678304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637921" y="4678304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05717" y="4678304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73512" y="4678304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484659" y="4638432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2383091" y="3016974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402910" y="3016974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383091" y="3535309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02910" y="3535309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383091" y="4040353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402910" y="4040353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383091" y="4598560"/>
            <a:ext cx="396367" cy="279103"/>
          </a:xfrm>
          <a:prstGeom prst="rect">
            <a:avLst/>
          </a:prstGeom>
          <a:solidFill>
            <a:srgbClr val="CDE4C8"/>
          </a:solidFill>
          <a:ln w="12700">
            <a:solidFill>
              <a:srgbClr val="87C29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402910" y="4598560"/>
            <a:ext cx="369943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924793" y="2963812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38005" y="2977102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40400" y="2977102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42795" y="2977102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245190" y="2977102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347585" y="2957166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2924793" y="3482147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38005" y="3495437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40400" y="3495437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42795" y="3495437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245190" y="3495437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47585" y="3475501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924793" y="4013772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938005" y="4027063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040400" y="4027063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142795" y="4027063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245190" y="4027063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47585" y="4007127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2924793" y="4585269"/>
            <a:ext cx="422792" cy="199360"/>
          </a:xfrm>
          <a:prstGeom prst="rect">
            <a:avLst/>
          </a:prstGeom>
          <a:solidFill>
            <a:srgbClr val="FFF6D0"/>
          </a:solidFill>
          <a:ln w="6350">
            <a:solidFill>
              <a:srgbClr val="C4BB9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938005" y="4598560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040400" y="4598560"/>
            <a:ext cx="97771" cy="172778"/>
          </a:xfrm>
          <a:prstGeom prst="rect">
            <a:avLst/>
          </a:prstGeom>
          <a:solidFill>
            <a:srgbClr val="FFF6D0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142795" y="4598560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45190" y="4598560"/>
            <a:ext cx="97771" cy="172778"/>
          </a:xfrm>
          <a:prstGeom prst="rect">
            <a:avLst/>
          </a:prstGeom>
          <a:solidFill>
            <a:srgbClr val="E4E0F4"/>
          </a:solidFill>
          <a:ln w="6350">
            <a:solidFill>
              <a:srgbClr val="C0AC8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47585" y="4571979"/>
            <a:ext cx="224608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3572193" y="2472058"/>
            <a:ext cx="1585469" cy="2684708"/>
          </a:xfrm>
          <a:prstGeom prst="rect">
            <a:avLst/>
          </a:prstGeom>
          <a:solidFill>
            <a:srgbClr val="DBCBBB"/>
          </a:solidFill>
          <a:ln/>
        </p:spPr>
      </p:sp>
      <p:sp>
        <p:nvSpPr>
          <p:cNvPr id="132" name="Text 130"/>
          <p:cNvSpPr/>
          <p:nvPr/>
        </p:nvSpPr>
        <p:spPr>
          <a:xfrm>
            <a:off x="3664679" y="2538511"/>
            <a:ext cx="845583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133" name="Text 131"/>
          <p:cNvSpPr/>
          <p:nvPr/>
        </p:nvSpPr>
        <p:spPr>
          <a:xfrm>
            <a:off x="4721658" y="2525221"/>
            <a:ext cx="34351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4464019" y="3070137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4503656" y="3110009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265835" y="3588472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7" name="Shape 135"/>
          <p:cNvSpPr/>
          <p:nvPr/>
        </p:nvSpPr>
        <p:spPr>
          <a:xfrm>
            <a:off x="4305472" y="3628344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4028015" y="4113452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4067652" y="4153324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783589" y="4684949"/>
            <a:ext cx="171759" cy="172778"/>
          </a:xfrm>
          <a:prstGeom prst="ellipse">
            <a:avLst/>
          </a:prstGeom>
          <a:solidFill>
            <a:srgbClr val="D5E7FB"/>
          </a:solidFill>
          <a:ln/>
        </p:spPr>
      </p:sp>
      <p:sp>
        <p:nvSpPr>
          <p:cNvPr id="141" name="Shape 139"/>
          <p:cNvSpPr/>
          <p:nvPr/>
        </p:nvSpPr>
        <p:spPr>
          <a:xfrm>
            <a:off x="3823225" y="4724821"/>
            <a:ext cx="92486" cy="93034"/>
          </a:xfrm>
          <a:prstGeom prst="ellipse">
            <a:avLst/>
          </a:prstGeom>
          <a:solidFill>
            <a:srgbClr val="1B1F95"/>
          </a:solidFill>
          <a:ln/>
        </p:spPr>
      </p:sp>
      <p:sp>
        <p:nvSpPr>
          <p:cNvPr id="142" name="Shape 140"/>
          <p:cNvSpPr/>
          <p:nvPr/>
        </p:nvSpPr>
        <p:spPr>
          <a:xfrm>
            <a:off x="3572193" y="3156526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5400000">
            <a:off x="4364927" y="309671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3572193" y="3674861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5400000">
            <a:off x="4166744" y="361505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572193" y="4199841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5400000">
            <a:off x="3928923" y="414003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3572193" y="4771338"/>
            <a:ext cx="1559044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5400000">
            <a:off x="3684497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305472" y="378118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074258" y="4306166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52" name="Shape 150"/>
          <p:cNvSpPr/>
          <p:nvPr/>
        </p:nvSpPr>
        <p:spPr>
          <a:xfrm flipH="1">
            <a:off x="4391352" y="3229625"/>
            <a:ext cx="118910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H="1">
            <a:off x="4153531" y="3747959"/>
            <a:ext cx="171759" cy="385428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H="1">
            <a:off x="3915711" y="4266294"/>
            <a:ext cx="171759" cy="43859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823225" y="2073339"/>
            <a:ext cx="792734" cy="265813"/>
          </a:xfrm>
          <a:prstGeom prst="roundRect">
            <a:avLst>
              <a:gd name="adj" fmla="val 38222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823225" y="2073339"/>
            <a:ext cx="792734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5184086" y="2472058"/>
            <a:ext cx="462428" cy="2697999"/>
          </a:xfrm>
          <a:prstGeom prst="rect">
            <a:avLst/>
          </a:prstGeom>
          <a:solidFill>
            <a:srgbClr val="FDD7D6"/>
          </a:solidFill>
          <a:ln/>
        </p:spPr>
      </p:sp>
      <p:sp>
        <p:nvSpPr>
          <p:cNvPr id="158" name="Text 156"/>
          <p:cNvSpPr/>
          <p:nvPr/>
        </p:nvSpPr>
        <p:spPr>
          <a:xfrm rot="5400000">
            <a:off x="4145300" y="3662603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by √d</a:t>
            </a:r>
            <a:endParaRPr lang="en-US" sz="2000" dirty="0"/>
          </a:p>
        </p:txBody>
      </p:sp>
      <mc:AlternateContent>
        <mc:Choice xmlns:a14="http://schemas.microsoft.com/office/drawing/2010/main" Requires="a14">
          <p:sp>
            <p:nvSpPr>
              <p:cNvPr id="159" name="Equation OMML" descr="\dfrac{K\cdot q}{\sqrt{d}}"/>
              <p:cNvSpPr txBox="1"/>
              <p:nvPr/>
            </p:nvSpPr>
            <p:spPr>
              <a:xfrm>
                <a:off x="5647837" y="2468513"/>
                <a:ext cx="327660" cy="41910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 xml:space="preserve">K⋅q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 smtClean="0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9" name="Image 0" descr="/home/ahmed/Projects/ai_llm_slides/videos/deep-learning/002_transformers_part2/recreated_pptx/build/assets/eq_Kcdotq_over_sqrt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647837" y="2468513"/>
                <a:ext cx="327660" cy="419100"/>
              </a:xfrm>
              <a:prstGeom prst="rect">
                <a:avLst/>
              </a:prstGeom>
            </p:spPr>
          </p:pic>
        </mc:Fallback>
      </mc:AlternateContent>
      <p:sp>
        <p:nvSpPr>
          <p:cNvPr id="160" name="Shape 157"/>
          <p:cNvSpPr/>
          <p:nvPr/>
        </p:nvSpPr>
        <p:spPr>
          <a:xfrm>
            <a:off x="6188216" y="2511930"/>
            <a:ext cx="369943" cy="2618255"/>
          </a:xfrm>
          <a:prstGeom prst="rect">
            <a:avLst/>
          </a:prstGeom>
          <a:solidFill>
            <a:srgbClr val="F8DEFB"/>
          </a:solidFill>
          <a:ln w="9525">
            <a:solidFill>
              <a:srgbClr val="E3BEE8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 rot="16200000">
            <a:off x="5484187" y="3448772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850" dirty="0"/>
          </a:p>
        </p:txBody>
      </p:sp>
      <p:sp>
        <p:nvSpPr>
          <p:cNvPr id="162" name="Text 159"/>
          <p:cNvSpPr/>
          <p:nvPr/>
        </p:nvSpPr>
        <p:spPr>
          <a:xfrm>
            <a:off x="6267490" y="3754605"/>
            <a:ext cx="211396" cy="4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ς</a:t>
            </a:r>
            <a:endParaRPr lang="en-US" sz="3000" dirty="0"/>
          </a:p>
        </p:txBody>
      </p:sp>
      <p:sp>
        <p:nvSpPr>
          <p:cNvPr id="163" name="Shape 160"/>
          <p:cNvSpPr/>
          <p:nvPr/>
        </p:nvSpPr>
        <p:spPr>
          <a:xfrm>
            <a:off x="5818273" y="2073339"/>
            <a:ext cx="1056979" cy="265813"/>
          </a:xfrm>
          <a:prstGeom prst="roundRect">
            <a:avLst>
              <a:gd name="adj" fmla="val 43000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5818273" y="2073339"/>
            <a:ext cx="1056979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165" name="Shape 162"/>
          <p:cNvSpPr/>
          <p:nvPr/>
        </p:nvSpPr>
        <p:spPr>
          <a:xfrm>
            <a:off x="6928101" y="2511930"/>
            <a:ext cx="1691167" cy="265813"/>
          </a:xfrm>
          <a:prstGeom prst="rect">
            <a:avLst/>
          </a:prstGeom>
          <a:solidFill>
            <a:srgbClr val="EAFEFC"/>
          </a:solidFill>
          <a:ln/>
        </p:spPr>
      </p:sp>
      <p:sp>
        <p:nvSpPr>
          <p:cNvPr id="166" name="Text 163"/>
          <p:cNvSpPr/>
          <p:nvPr/>
        </p:nvSpPr>
        <p:spPr>
          <a:xfrm>
            <a:off x="6928101" y="2511930"/>
            <a:ext cx="1691167" cy="26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800" dirty="0"/>
          </a:p>
        </p:txBody>
      </p:sp>
      <p:sp>
        <p:nvSpPr>
          <p:cNvPr id="167" name="Shape 164"/>
          <p:cNvSpPr/>
          <p:nvPr/>
        </p:nvSpPr>
        <p:spPr>
          <a:xfrm>
            <a:off x="7945444" y="2073339"/>
            <a:ext cx="1162677" cy="279103"/>
          </a:xfrm>
          <a:prstGeom prst="roundRect">
            <a:avLst>
              <a:gd name="adj" fmla="val 40953"/>
            </a:avLst>
          </a:prstGeom>
          <a:solidFill>
            <a:srgbClr val="EDE9FF"/>
          </a:solidFill>
          <a:ln w="9525">
            <a:solidFill>
              <a:srgbClr val="C8C8E6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7945444" y="2073339"/>
            <a:ext cx="1162677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 rot="780000">
            <a:off x="7364105" y="1900561"/>
            <a:ext cx="290669" cy="279103"/>
          </a:xfrm>
          <a:prstGeom prst="upArrow">
            <a:avLst/>
          </a:prstGeom>
          <a:solidFill>
            <a:srgbClr val="00B050"/>
          </a:solidFill>
          <a:ln/>
        </p:spPr>
      </p:sp>
      <p:sp>
        <p:nvSpPr>
          <p:cNvPr id="170" name="Shape 167"/>
          <p:cNvSpPr/>
          <p:nvPr/>
        </p:nvSpPr>
        <p:spPr>
          <a:xfrm>
            <a:off x="7311256" y="1594876"/>
            <a:ext cx="911644" cy="292394"/>
          </a:xfrm>
          <a:prstGeom prst="rect">
            <a:avLst/>
          </a:prstGeom>
          <a:solidFill>
            <a:srgbClr val="A0D696"/>
          </a:solidFill>
          <a:ln/>
        </p:spPr>
      </p:sp>
      <p:sp>
        <p:nvSpPr>
          <p:cNvPr id="171" name="Shape 168"/>
          <p:cNvSpPr/>
          <p:nvPr/>
        </p:nvSpPr>
        <p:spPr>
          <a:xfrm>
            <a:off x="7390530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483016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575501" y="1634748"/>
            <a:ext cx="79273" cy="212650"/>
          </a:xfrm>
          <a:prstGeom prst="rect">
            <a:avLst/>
          </a:prstGeom>
          <a:solidFill>
            <a:srgbClr val="C2E4B8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7654775" y="1594876"/>
            <a:ext cx="237820" cy="292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175" name="Shape 172"/>
          <p:cNvSpPr/>
          <p:nvPr/>
        </p:nvSpPr>
        <p:spPr>
          <a:xfrm>
            <a:off x="7919019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998293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8077566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8156840" y="1634748"/>
            <a:ext cx="66061" cy="212650"/>
          </a:xfrm>
          <a:prstGeom prst="rect">
            <a:avLst/>
          </a:prstGeom>
          <a:solidFill>
            <a:srgbClr val="B9CFC0"/>
          </a:solidFill>
          <a:ln w="6350">
            <a:solidFill>
              <a:srgbClr val="89B27A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013981" y="3043556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7013981" y="3043556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1" name="Shape 178"/>
          <p:cNvSpPr/>
          <p:nvPr/>
        </p:nvSpPr>
        <p:spPr>
          <a:xfrm>
            <a:off x="7403742" y="3575181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7403742" y="3575181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3" name="Shape 180"/>
          <p:cNvSpPr/>
          <p:nvPr/>
        </p:nvSpPr>
        <p:spPr>
          <a:xfrm>
            <a:off x="7793503" y="4100161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7793503" y="4100161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5" name="Shape 182"/>
          <p:cNvSpPr/>
          <p:nvPr/>
        </p:nvSpPr>
        <p:spPr>
          <a:xfrm>
            <a:off x="8176658" y="4665013"/>
            <a:ext cx="211396" cy="212650"/>
          </a:xfrm>
          <a:prstGeom prst="ellipse">
            <a:avLst/>
          </a:prstGeom>
          <a:ln w="15875">
            <a:solidFill>
              <a:srgbClr val="C0000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8176658" y="4665013"/>
            <a:ext cx="211396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187" name="Text 184"/>
          <p:cNvSpPr/>
          <p:nvPr/>
        </p:nvSpPr>
        <p:spPr>
          <a:xfrm>
            <a:off x="8473933" y="2937231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88" name="Text 185"/>
          <p:cNvSpPr/>
          <p:nvPr/>
        </p:nvSpPr>
        <p:spPr>
          <a:xfrm>
            <a:off x="8473933" y="346885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89" name="Text 186"/>
          <p:cNvSpPr/>
          <p:nvPr/>
        </p:nvSpPr>
        <p:spPr>
          <a:xfrm>
            <a:off x="8473933" y="3993836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90" name="Text 187"/>
          <p:cNvSpPr/>
          <p:nvPr/>
        </p:nvSpPr>
        <p:spPr>
          <a:xfrm>
            <a:off x="8473933" y="4558688"/>
            <a:ext cx="211396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191" name="Shape 188"/>
          <p:cNvSpPr/>
          <p:nvPr/>
        </p:nvSpPr>
        <p:spPr>
          <a:xfrm>
            <a:off x="9359153" y="3016974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9378972" y="3016974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9359153" y="3548600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9378972" y="3548600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5" name="Shape 192"/>
          <p:cNvSpPr/>
          <p:nvPr/>
        </p:nvSpPr>
        <p:spPr>
          <a:xfrm>
            <a:off x="9359153" y="4066935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9378972" y="4066935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7" name="Shape 194"/>
          <p:cNvSpPr/>
          <p:nvPr/>
        </p:nvSpPr>
        <p:spPr>
          <a:xfrm>
            <a:off x="9359153" y="4625141"/>
            <a:ext cx="383155" cy="279103"/>
          </a:xfrm>
          <a:prstGeom prst="rect">
            <a:avLst/>
          </a:prstGeom>
          <a:solidFill>
            <a:srgbClr val="C1F4ED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9378972" y="4625141"/>
            <a:ext cx="356730" cy="279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800" b="1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10072614" y="2884068"/>
            <a:ext cx="1030555" cy="2179664"/>
          </a:xfrm>
          <a:prstGeom prst="roundRect">
            <a:avLst>
              <a:gd name="adj" fmla="val 6162"/>
            </a:avLst>
          </a:prstGeom>
          <a:solidFill>
            <a:srgbClr val="FFFF00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200" name="Shape 197"/>
          <p:cNvSpPr/>
          <p:nvPr/>
        </p:nvSpPr>
        <p:spPr>
          <a:xfrm>
            <a:off x="10092433" y="307013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0260228" y="307013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0428023" y="307013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0595819" y="307013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0763614" y="307013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0931410" y="307013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10442557" y="303026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7" name="Shape 204"/>
          <p:cNvSpPr/>
          <p:nvPr/>
        </p:nvSpPr>
        <p:spPr>
          <a:xfrm>
            <a:off x="10092433" y="3588472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10260228" y="3588472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10428023" y="3588472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10595819" y="3588472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10763614" y="3588472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10931410" y="3588472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10442557" y="3548600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10092433" y="4120097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10260228" y="4120097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10428023" y="4120097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10595819" y="4120097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0763614" y="4120097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0931410" y="4120097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10442557" y="4080225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1" name="Shape 218"/>
          <p:cNvSpPr/>
          <p:nvPr/>
        </p:nvSpPr>
        <p:spPr>
          <a:xfrm>
            <a:off x="10092433" y="4678304"/>
            <a:ext cx="154583" cy="186069"/>
          </a:xfrm>
          <a:prstGeom prst="rect">
            <a:avLst/>
          </a:prstGeom>
          <a:solidFill>
            <a:srgbClr val="FFF3B8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0260228" y="4678304"/>
            <a:ext cx="154583" cy="186069"/>
          </a:xfrm>
          <a:prstGeom prst="rect">
            <a:avLst/>
          </a:prstGeom>
          <a:solidFill>
            <a:srgbClr val="FDFFD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0428023" y="4678304"/>
            <a:ext cx="154583" cy="186069"/>
          </a:xfrm>
          <a:prstGeom prst="rect">
            <a:avLst/>
          </a:prstGeom>
          <a:solidFill>
            <a:srgbClr val="F6F4EC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0595819" y="4678304"/>
            <a:ext cx="154583" cy="186069"/>
          </a:xfrm>
          <a:prstGeom prst="rect">
            <a:avLst/>
          </a:prstGeom>
          <a:solidFill>
            <a:srgbClr val="EAE4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10763614" y="4678304"/>
            <a:ext cx="154583" cy="186069"/>
          </a:xfrm>
          <a:prstGeom prst="rect">
            <a:avLst/>
          </a:prstGeom>
          <a:solidFill>
            <a:srgbClr val="F2EEF4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0931410" y="4678304"/>
            <a:ext cx="154583" cy="186069"/>
          </a:xfrm>
          <a:prstGeom prst="rect">
            <a:avLst/>
          </a:prstGeom>
          <a:solidFill>
            <a:srgbClr val="EBDFF2"/>
          </a:solidFill>
          <a:ln w="6350">
            <a:solidFill>
              <a:srgbClr val="E0C8C8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10442557" y="4638432"/>
            <a:ext cx="264245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2158483" y="314988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 rot="5400000">
            <a:off x="2257575" y="309007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0" name="Shape 227"/>
          <p:cNvSpPr/>
          <p:nvPr/>
        </p:nvSpPr>
        <p:spPr>
          <a:xfrm>
            <a:off x="2158483" y="367486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 rot="5400000">
            <a:off x="2257575" y="361505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2" name="Shape 229"/>
          <p:cNvSpPr/>
          <p:nvPr/>
        </p:nvSpPr>
        <p:spPr>
          <a:xfrm>
            <a:off x="2158483" y="4199841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 rot="5400000">
            <a:off x="2257575" y="4140033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4" name="Shape 231"/>
          <p:cNvSpPr/>
          <p:nvPr/>
        </p:nvSpPr>
        <p:spPr>
          <a:xfrm>
            <a:off x="2158483" y="4764693"/>
            <a:ext cx="92486" cy="0"/>
          </a:xfrm>
          <a:prstGeom prst="line">
            <a:avLst/>
          </a:prstGeom>
          <a:noFill/>
          <a:ln w="9525">
            <a:solidFill>
              <a:srgbClr val="8B0000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 rot="5400000">
            <a:off x="2257575" y="4704885"/>
            <a:ext cx="79273" cy="119616"/>
          </a:xfrm>
          <a:prstGeom prst="triangle">
            <a:avLst/>
          </a:prstGeom>
          <a:solidFill>
            <a:srgbClr val="8B0000"/>
          </a:solidFill>
          <a:ln/>
        </p:spPr>
      </p:sp>
      <p:sp>
        <p:nvSpPr>
          <p:cNvPr id="236" name="Shape 233"/>
          <p:cNvSpPr/>
          <p:nvPr/>
        </p:nvSpPr>
        <p:spPr>
          <a:xfrm>
            <a:off x="2786065" y="3156526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2786065" y="3674861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2786065" y="4199841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2786065" y="4764693"/>
            <a:ext cx="165153" cy="0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 rot="16200000">
            <a:off x="9788551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1" name="Shape 238"/>
          <p:cNvSpPr/>
          <p:nvPr/>
        </p:nvSpPr>
        <p:spPr>
          <a:xfrm rot="16200000">
            <a:off x="9788551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2" name="Shape 239"/>
          <p:cNvSpPr/>
          <p:nvPr/>
        </p:nvSpPr>
        <p:spPr>
          <a:xfrm rot="16200000">
            <a:off x="9788551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3" name="Shape 240"/>
          <p:cNvSpPr/>
          <p:nvPr/>
        </p:nvSpPr>
        <p:spPr>
          <a:xfrm rot="16200000">
            <a:off x="9788551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4" name="Shape 241"/>
          <p:cNvSpPr/>
          <p:nvPr/>
        </p:nvSpPr>
        <p:spPr>
          <a:xfrm rot="5400000">
            <a:off x="6908283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5" name="Shape 242"/>
          <p:cNvSpPr/>
          <p:nvPr/>
        </p:nvSpPr>
        <p:spPr>
          <a:xfrm rot="5400000">
            <a:off x="7298044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6" name="Shape 243"/>
          <p:cNvSpPr/>
          <p:nvPr/>
        </p:nvSpPr>
        <p:spPr>
          <a:xfrm rot="5400000">
            <a:off x="7687805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7" name="Shape 244"/>
          <p:cNvSpPr/>
          <p:nvPr/>
        </p:nvSpPr>
        <p:spPr>
          <a:xfrm rot="5400000">
            <a:off x="8070960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8" name="Shape 245"/>
          <p:cNvSpPr/>
          <p:nvPr/>
        </p:nvSpPr>
        <p:spPr>
          <a:xfrm rot="16200000">
            <a:off x="7258407" y="3090073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49" name="Shape 246"/>
          <p:cNvSpPr/>
          <p:nvPr/>
        </p:nvSpPr>
        <p:spPr>
          <a:xfrm rot="16200000">
            <a:off x="7648168" y="362169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0" name="Shape 247"/>
          <p:cNvSpPr/>
          <p:nvPr/>
        </p:nvSpPr>
        <p:spPr>
          <a:xfrm rot="16200000">
            <a:off x="8037930" y="4146678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1" name="Shape 248"/>
          <p:cNvSpPr/>
          <p:nvPr/>
        </p:nvSpPr>
        <p:spPr>
          <a:xfrm rot="16200000">
            <a:off x="8421084" y="4711530"/>
            <a:ext cx="79273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2" name="Shape 249"/>
          <p:cNvSpPr/>
          <p:nvPr/>
        </p:nvSpPr>
        <p:spPr>
          <a:xfrm>
            <a:off x="7066830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3" name="Shape 250"/>
          <p:cNvSpPr/>
          <p:nvPr/>
        </p:nvSpPr>
        <p:spPr>
          <a:xfrm>
            <a:off x="7113073" y="2910649"/>
            <a:ext cx="0" cy="119616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7463197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5" name="Shape 252"/>
          <p:cNvSpPr/>
          <p:nvPr/>
        </p:nvSpPr>
        <p:spPr>
          <a:xfrm>
            <a:off x="7509440" y="2910649"/>
            <a:ext cx="0" cy="65124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7846352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7" name="Shape 254"/>
          <p:cNvSpPr/>
          <p:nvPr/>
        </p:nvSpPr>
        <p:spPr>
          <a:xfrm>
            <a:off x="7892595" y="2910649"/>
            <a:ext cx="0" cy="1176221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8229507" y="2791034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59" name="Shape 256"/>
          <p:cNvSpPr/>
          <p:nvPr/>
        </p:nvSpPr>
        <p:spPr>
          <a:xfrm>
            <a:off x="8275750" y="2910649"/>
            <a:ext cx="0" cy="1741073"/>
          </a:xfrm>
          <a:prstGeom prst="line">
            <a:avLst/>
          </a:prstGeom>
          <a:noFill/>
          <a:ln w="6350">
            <a:solidFill>
              <a:srgbClr val="C00000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 flipV="1">
            <a:off x="3928923" y="5023860"/>
            <a:ext cx="0" cy="465172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3882681" y="4884309"/>
            <a:ext cx="92486" cy="119616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262" name="Text 259"/>
          <p:cNvSpPr/>
          <p:nvPr/>
        </p:nvSpPr>
        <p:spPr>
          <a:xfrm>
            <a:off x="3889287" y="5183348"/>
            <a:ext cx="224608" cy="186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63" name="Shape 260"/>
          <p:cNvSpPr/>
          <p:nvPr/>
        </p:nvSpPr>
        <p:spPr>
          <a:xfrm>
            <a:off x="4087470" y="5236511"/>
            <a:ext cx="72667" cy="146197"/>
          </a:xfrm>
          <a:prstGeom prst="rect">
            <a:avLst/>
          </a:prstGeom>
          <a:solidFill>
            <a:srgbClr val="FDFD96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4166744" y="5236511"/>
            <a:ext cx="72667" cy="146197"/>
          </a:xfrm>
          <a:prstGeom prst="rect">
            <a:avLst/>
          </a:prstGeom>
          <a:solidFill>
            <a:srgbClr val="F2F7D8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4246017" y="5236511"/>
            <a:ext cx="72667" cy="146197"/>
          </a:xfrm>
          <a:prstGeom prst="rect">
            <a:avLst/>
          </a:prstGeom>
          <a:solidFill>
            <a:srgbClr val="FFFFFF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4325291" y="5236511"/>
            <a:ext cx="72667" cy="146197"/>
          </a:xfrm>
          <a:prstGeom prst="rect">
            <a:avLst/>
          </a:prstGeom>
          <a:solidFill>
            <a:srgbClr val="E4E7F6"/>
          </a:solidFill>
          <a:ln w="6350">
            <a:solidFill>
              <a:srgbClr val="D8C8C8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3862862" y="5528905"/>
            <a:ext cx="449216" cy="398719"/>
          </a:xfrm>
          <a:prstGeom prst="roundRect">
            <a:avLst>
              <a:gd name="adj" fmla="val 9556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3862862" y="5528905"/>
            <a:ext cx="449216" cy="39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850" b="1" baseline="300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850" dirty="0"/>
          </a:p>
        </p:txBody>
      </p:sp>
      <p:sp>
        <p:nvSpPr>
          <p:cNvPr id="269" name="Shape 266"/>
          <p:cNvSpPr/>
          <p:nvPr/>
        </p:nvSpPr>
        <p:spPr>
          <a:xfrm>
            <a:off x="2594487" y="5861170"/>
            <a:ext cx="4095794" cy="744276"/>
          </a:xfrm>
          <a:prstGeom prst="roundRect">
            <a:avLst>
              <a:gd name="adj" fmla="val 37540"/>
            </a:avLst>
          </a:prstGeom>
          <a:solidFill>
            <a:srgbClr val="F5C5FF"/>
          </a:solidFill>
          <a:ln w="12700">
            <a:solidFill>
              <a:srgbClr val="2E7D32"/>
            </a:solidFill>
            <a:prstDash val="dash"/>
          </a:ln>
        </p:spPr>
      </p:sp>
      <p:sp>
        <p:nvSpPr>
          <p:cNvPr id="270" name="Shape 267"/>
          <p:cNvSpPr/>
          <p:nvPr/>
        </p:nvSpPr>
        <p:spPr>
          <a:xfrm>
            <a:off x="2620912" y="6100402"/>
            <a:ext cx="151941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2772852" y="6100402"/>
            <a:ext cx="151941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2924793" y="6100402"/>
            <a:ext cx="151941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3076734" y="6100402"/>
            <a:ext cx="151941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3228675" y="6100402"/>
            <a:ext cx="151941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3380615" y="6100402"/>
            <a:ext cx="151941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3532556" y="6100402"/>
            <a:ext cx="151941" cy="318975"/>
          </a:xfrm>
          <a:prstGeom prst="rect">
            <a:avLst/>
          </a:prstGeom>
          <a:solidFill>
            <a:srgbClr val="F2D8F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77" name="Text 274"/>
          <p:cNvSpPr/>
          <p:nvPr/>
        </p:nvSpPr>
        <p:spPr>
          <a:xfrm>
            <a:off x="3122977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278" name="Shape 275"/>
          <p:cNvSpPr/>
          <p:nvPr/>
        </p:nvSpPr>
        <p:spPr>
          <a:xfrm>
            <a:off x="3691103" y="6166855"/>
            <a:ext cx="911644" cy="318975"/>
          </a:xfrm>
          <a:prstGeom prst="rect">
            <a:avLst/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279" name="Shape 276"/>
          <p:cNvSpPr/>
          <p:nvPr/>
        </p:nvSpPr>
        <p:spPr>
          <a:xfrm>
            <a:off x="3717528" y="6180146"/>
            <a:ext cx="178365" cy="292394"/>
          </a:xfrm>
          <a:prstGeom prst="rect">
            <a:avLst/>
          </a:prstGeom>
          <a:solidFill>
            <a:srgbClr val="E8A5C8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3915711" y="6180146"/>
            <a:ext cx="132122" cy="292394"/>
          </a:xfrm>
          <a:prstGeom prst="rect">
            <a:avLst/>
          </a:prstGeom>
          <a:solidFill>
            <a:srgbClr val="E2ABD2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4120501" y="6180146"/>
            <a:ext cx="125516" cy="292394"/>
          </a:xfrm>
          <a:prstGeom prst="rect">
            <a:avLst/>
          </a:prstGeom>
          <a:solidFill>
            <a:srgbClr val="F57DBD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4265835" y="6180146"/>
            <a:ext cx="125516" cy="292394"/>
          </a:xfrm>
          <a:prstGeom prst="rect">
            <a:avLst/>
          </a:prstGeom>
          <a:solidFill>
            <a:srgbClr val="DD90D6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4404564" y="6180146"/>
            <a:ext cx="191577" cy="292394"/>
          </a:xfrm>
          <a:prstGeom prst="rect">
            <a:avLst/>
          </a:prstGeom>
          <a:solidFill>
            <a:srgbClr val="E491E4"/>
          </a:solidFill>
          <a:ln w="6350">
            <a:solidFill>
              <a:srgbClr val="8B4789"/>
            </a:solidFill>
            <a:prstDash val="solid"/>
          </a:ln>
        </p:spPr>
      </p:sp>
      <p:sp>
        <p:nvSpPr>
          <p:cNvPr id="284" name="Text 281"/>
          <p:cNvSpPr/>
          <p:nvPr/>
        </p:nvSpPr>
        <p:spPr>
          <a:xfrm>
            <a:off x="4047834" y="6193436"/>
            <a:ext cx="264245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285" name="Shape 282"/>
          <p:cNvSpPr/>
          <p:nvPr/>
        </p:nvSpPr>
        <p:spPr>
          <a:xfrm>
            <a:off x="4668809" y="6100402"/>
            <a:ext cx="155904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4824713" y="6100402"/>
            <a:ext cx="155904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4980618" y="6100402"/>
            <a:ext cx="155904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5136522" y="6100402"/>
            <a:ext cx="155904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5292426" y="6100402"/>
            <a:ext cx="155904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5448331" y="6100402"/>
            <a:ext cx="155904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1" name="Text 288"/>
          <p:cNvSpPr/>
          <p:nvPr/>
        </p:nvSpPr>
        <p:spPr>
          <a:xfrm>
            <a:off x="4985902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292" name="Shape 289"/>
          <p:cNvSpPr/>
          <p:nvPr/>
        </p:nvSpPr>
        <p:spPr>
          <a:xfrm>
            <a:off x="5633302" y="6100402"/>
            <a:ext cx="158547" cy="318975"/>
          </a:xfrm>
          <a:prstGeom prst="rect">
            <a:avLst/>
          </a:prstGeom>
          <a:solidFill>
            <a:srgbClr val="FFF0B0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5791849" y="6100402"/>
            <a:ext cx="158547" cy="318975"/>
          </a:xfrm>
          <a:prstGeom prst="rect">
            <a:avLst/>
          </a:prstGeom>
          <a:solidFill>
            <a:srgbClr val="E8F5C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5950396" y="6100402"/>
            <a:ext cx="158547" cy="318975"/>
          </a:xfrm>
          <a:prstGeom prst="rect">
            <a:avLst/>
          </a:prstGeom>
          <a:solidFill>
            <a:srgbClr val="FFFD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6108943" y="6100402"/>
            <a:ext cx="158547" cy="318975"/>
          </a:xfrm>
          <a:prstGeom prst="rect">
            <a:avLst/>
          </a:prstGeom>
          <a:solidFill>
            <a:srgbClr val="F6F4FC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6267490" y="6100402"/>
            <a:ext cx="158547" cy="318975"/>
          </a:xfrm>
          <a:prstGeom prst="rect">
            <a:avLst/>
          </a:prstGeom>
          <a:solidFill>
            <a:srgbClr val="DDE2F6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6426036" y="6100402"/>
            <a:ext cx="158547" cy="318975"/>
          </a:xfrm>
          <a:prstGeom prst="rect">
            <a:avLst/>
          </a:prstGeom>
          <a:solidFill>
            <a:srgbClr val="E9ECF8"/>
          </a:solidFill>
          <a:ln w="9525">
            <a:solidFill>
              <a:srgbClr val="A87890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5950396" y="6140274"/>
            <a:ext cx="211396" cy="225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l" indent="0" marL="0">
              <a:buNone/>
            </a:pPr>
            <a:r>
              <a:rPr lang="en-US" sz="9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99" name="Shape 296"/>
          <p:cNvSpPr/>
          <p:nvPr/>
        </p:nvSpPr>
        <p:spPr>
          <a:xfrm flipH="1">
            <a:off x="3704315" y="6505766"/>
            <a:ext cx="303881" cy="159488"/>
          </a:xfrm>
          <a:prstGeom prst="rtTriangle">
            <a:avLst/>
          </a:prstGeom>
          <a:solidFill>
            <a:srgbClr val="C00000"/>
          </a:solidFill>
          <a:ln/>
        </p:spPr>
      </p:sp>
      <p:sp>
        <p:nvSpPr>
          <p:cNvPr id="300" name="Shape 297"/>
          <p:cNvSpPr/>
          <p:nvPr/>
        </p:nvSpPr>
        <p:spPr>
          <a:xfrm>
            <a:off x="6835616" y="6060530"/>
            <a:ext cx="1638318" cy="505044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 w="9525">
            <a:solidFill>
              <a:srgbClr val="E8A0D8"/>
            </a:solidFill>
            <a:prstDash val="solid"/>
          </a:ln>
        </p:spPr>
      </p:sp>
      <p:sp>
        <p:nvSpPr>
          <p:cNvPr id="301" name="Text 298"/>
          <p:cNvSpPr/>
          <p:nvPr/>
        </p:nvSpPr>
        <p:spPr>
          <a:xfrm>
            <a:off x="6835616" y="6126983"/>
            <a:ext cx="1638318" cy="372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Decoder</a:t>
            </a:r>
            <a:endParaRPr lang="en-US" sz="9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Layer</a:t>
            </a:r>
            <a:endParaRPr lang="en-US" sz="950" dirty="0"/>
          </a:p>
        </p:txBody>
      </p:sp>
      <p:sp>
        <p:nvSpPr>
          <p:cNvPr id="302" name="Shape 299"/>
          <p:cNvSpPr/>
          <p:nvPr/>
        </p:nvSpPr>
        <p:spPr>
          <a:xfrm>
            <a:off x="8434297" y="6087111"/>
            <a:ext cx="581338" cy="451882"/>
          </a:xfrm>
          <a:prstGeom prst="leftArrow">
            <a:avLst/>
          </a:prstGeom>
          <a:solidFill>
            <a:srgbClr val="FFFFFF"/>
          </a:solidFill>
          <a:ln w="9525">
            <a:solidFill>
              <a:srgbClr val="C8C4E8"/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9478064" y="5648520"/>
            <a:ext cx="2153595" cy="1063251"/>
          </a:xfrm>
          <a:prstGeom prst="roundRect">
            <a:avLst>
              <a:gd name="adj" fmla="val 5972"/>
            </a:avLst>
          </a:prstGeom>
          <a:solidFill>
            <a:srgbClr val="E6FEE8"/>
          </a:solidFill>
          <a:ln w="12700">
            <a:solidFill>
              <a:srgbClr val="92D050"/>
            </a:solidFill>
            <a:prstDash val="dash"/>
          </a:ln>
        </p:spPr>
      </p:sp>
      <p:sp>
        <p:nvSpPr>
          <p:cNvPr id="304" name="Shape 301"/>
          <p:cNvSpPr/>
          <p:nvPr/>
        </p:nvSpPr>
        <p:spPr>
          <a:xfrm>
            <a:off x="9689459" y="5887752"/>
            <a:ext cx="73989" cy="172778"/>
          </a:xfrm>
          <a:prstGeom prst="rect">
            <a:avLst/>
          </a:prstGeom>
          <a:solidFill>
            <a:srgbClr val="FDFD96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9772696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9855934" y="5887752"/>
            <a:ext cx="73989" cy="172778"/>
          </a:xfrm>
          <a:prstGeom prst="rect">
            <a:avLst/>
          </a:prstGeom>
          <a:solidFill>
            <a:srgbClr val="FFF8F4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9939171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0022408" y="5887752"/>
            <a:ext cx="73989" cy="172778"/>
          </a:xfrm>
          <a:prstGeom prst="rect">
            <a:avLst/>
          </a:prstGeom>
          <a:solidFill>
            <a:srgbClr val="DCD8F2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0105645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10891773" y="5887752"/>
            <a:ext cx="73989" cy="172778"/>
          </a:xfrm>
          <a:prstGeom prst="rect">
            <a:avLst/>
          </a:prstGeom>
          <a:solidFill>
            <a:srgbClr val="FDFD96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0975010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1058247" y="5887752"/>
            <a:ext cx="73989" cy="172778"/>
          </a:xfrm>
          <a:prstGeom prst="rect">
            <a:avLst/>
          </a:prstGeom>
          <a:solidFill>
            <a:srgbClr val="FFF8F4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1141484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11224721" y="5887752"/>
            <a:ext cx="73989" cy="172778"/>
          </a:xfrm>
          <a:prstGeom prst="rect">
            <a:avLst/>
          </a:prstGeom>
          <a:solidFill>
            <a:srgbClr val="DCD8F2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11307959" y="5887752"/>
            <a:ext cx="73989" cy="172778"/>
          </a:xfrm>
          <a:prstGeom prst="rect">
            <a:avLst/>
          </a:prstGeom>
          <a:solidFill>
            <a:srgbClr val="FFD9EC"/>
          </a:solidFill>
          <a:ln w="6350">
            <a:solidFill>
              <a:srgbClr val="C8B890"/>
            </a:solidFill>
            <a:prstDash val="solid"/>
          </a:ln>
        </p:spPr>
      </p:sp>
      <p:sp>
        <p:nvSpPr>
          <p:cNvPr id="316" name="Text 313"/>
          <p:cNvSpPr/>
          <p:nvPr/>
        </p:nvSpPr>
        <p:spPr>
          <a:xfrm>
            <a:off x="9689459" y="6087111"/>
            <a:ext cx="502065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317" name="Shape 314"/>
          <p:cNvSpPr/>
          <p:nvPr/>
        </p:nvSpPr>
        <p:spPr>
          <a:xfrm>
            <a:off x="10217949" y="5927624"/>
            <a:ext cx="462428" cy="385428"/>
          </a:xfrm>
          <a:prstGeom prst="rect">
            <a:avLst/>
          </a:prstGeom>
          <a:solidFill>
            <a:srgbClr val="FDFFCE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18" name="Text 315"/>
          <p:cNvSpPr/>
          <p:nvPr/>
        </p:nvSpPr>
        <p:spPr>
          <a:xfrm>
            <a:off x="10217949" y="5927624"/>
            <a:ext cx="462428" cy="385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319" name="Text 316"/>
          <p:cNvSpPr/>
          <p:nvPr/>
        </p:nvSpPr>
        <p:spPr>
          <a:xfrm>
            <a:off x="10733226" y="6087111"/>
            <a:ext cx="171759" cy="212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300" dirty="0"/>
          </a:p>
        </p:txBody>
      </p:sp>
      <p:sp>
        <p:nvSpPr>
          <p:cNvPr id="320" name="Text 317"/>
          <p:cNvSpPr/>
          <p:nvPr/>
        </p:nvSpPr>
        <p:spPr>
          <a:xfrm>
            <a:off x="10270798" y="6352924"/>
            <a:ext cx="502065" cy="13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800" dirty="0"/>
          </a:p>
        </p:txBody>
      </p:sp>
      <p:sp>
        <p:nvSpPr>
          <p:cNvPr id="321" name="Text 318"/>
          <p:cNvSpPr/>
          <p:nvPr/>
        </p:nvSpPr>
        <p:spPr>
          <a:xfrm>
            <a:off x="11142806" y="6100402"/>
            <a:ext cx="343518" cy="15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322" name="Text 319"/>
          <p:cNvSpPr/>
          <p:nvPr/>
        </p:nvSpPr>
        <p:spPr>
          <a:xfrm>
            <a:off x="9874431" y="6419377"/>
            <a:ext cx="1321224" cy="146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2026-10-12T09:44:50Z</dcterms:created>
  <dcterms:modified xsi:type="dcterms:W3CDTF">2026-10-12T09:44:50Z</dcterms:modified>
</cp:coreProperties>
</file>