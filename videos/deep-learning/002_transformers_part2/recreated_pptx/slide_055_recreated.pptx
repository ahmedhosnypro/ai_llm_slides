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941830" y="66548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7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Encoder-Decoder  Attention Mechanism  </a:t>
            </a:r>
            <a:pPr algn="ctr" indent="0" marL="0">
              <a:buNone/>
            </a:pPr>
            <a:r>
              <a:rPr lang="en-US" sz="19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 Decoder)</a:t>
            </a:r>
            <a:endParaRPr lang="en-US" sz="1970" dirty="0"/>
          </a:p>
        </p:txBody>
      </p:sp>
      <p:sp>
        <p:nvSpPr>
          <p:cNvPr id="6" name="Text 4"/>
          <p:cNvSpPr/>
          <p:nvPr/>
        </p:nvSpPr>
        <p:spPr>
          <a:xfrm>
            <a:off x="1941830" y="97663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(Self Attention of word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w.r.t All words in Sentence (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1990" dirty="0"/>
          </a:p>
        </p:txBody>
      </p:sp>
      <p:sp>
        <p:nvSpPr>
          <p:cNvPr id="7" name="Shape 5"/>
          <p:cNvSpPr/>
          <p:nvPr/>
        </p:nvSpPr>
        <p:spPr>
          <a:xfrm>
            <a:off x="863684" y="1382226"/>
            <a:ext cx="10503730" cy="5289673"/>
          </a:xfrm>
          <a:prstGeom prst="roundRect">
            <a:avLst>
              <a:gd name="adj" fmla="val 1921"/>
            </a:avLst>
          </a:prstGeom>
          <a:solidFill>
            <a:srgbClr val="F7E2CD"/>
          </a:solidFill>
          <a:ln/>
        </p:spPr>
      </p:sp>
      <p:sp>
        <p:nvSpPr>
          <p:cNvPr id="8" name="Shape 6"/>
          <p:cNvSpPr/>
          <p:nvPr/>
        </p:nvSpPr>
        <p:spPr>
          <a:xfrm>
            <a:off x="573015" y="2405605"/>
            <a:ext cx="396367" cy="345557"/>
          </a:xfrm>
          <a:prstGeom prst="leftArrow">
            <a:avLst/>
          </a:prstGeom>
          <a:solidFill>
            <a:srgbClr val="C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195655" y="2405605"/>
            <a:ext cx="396367" cy="345557"/>
          </a:xfrm>
          <a:prstGeom prst="rightArrow">
            <a:avLst/>
          </a:prstGeom>
          <a:solidFill>
            <a:srgbClr val="C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969382" y="2339152"/>
            <a:ext cx="1387285" cy="51833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969382" y="2339152"/>
            <a:ext cx="66061" cy="6645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69382" y="2339152"/>
            <a:ext cx="132122" cy="13290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9382" y="2339152"/>
            <a:ext cx="198184" cy="19936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69382" y="2339152"/>
            <a:ext cx="264245" cy="26581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69382" y="2339152"/>
            <a:ext cx="330306" cy="33226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69382" y="2339152"/>
            <a:ext cx="396367" cy="39871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69382" y="2339152"/>
            <a:ext cx="462428" cy="46517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982594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048655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1471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80778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246839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312900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78961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45023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11084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577145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643206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70926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75328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841390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907451" y="2405605"/>
            <a:ext cx="449216" cy="45188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73512" y="2472058"/>
            <a:ext cx="383155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039573" y="2538511"/>
            <a:ext cx="317094" cy="31897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2105634" y="2604965"/>
            <a:ext cx="251033" cy="25252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2171696" y="2671418"/>
            <a:ext cx="184971" cy="18606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237757" y="2737871"/>
            <a:ext cx="118910" cy="11961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2303818" y="2804324"/>
            <a:ext cx="52849" cy="5316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48655" y="2405605"/>
            <a:ext cx="1228738" cy="4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Encoder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834794" y="2339152"/>
            <a:ext cx="1387285" cy="51833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834794" y="2339152"/>
            <a:ext cx="66061" cy="6645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834794" y="2339152"/>
            <a:ext cx="132122" cy="13290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9834794" y="2339152"/>
            <a:ext cx="198184" cy="19936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834794" y="2339152"/>
            <a:ext cx="264245" cy="26581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9834794" y="2339152"/>
            <a:ext cx="330306" cy="33226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9834794" y="2339152"/>
            <a:ext cx="396367" cy="39871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9834794" y="2339152"/>
            <a:ext cx="462428" cy="46517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848006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991406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9980129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046190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0112251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0178312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0244373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10310435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0376496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44255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0508618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0574679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0640741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0706802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0772863" y="2405605"/>
            <a:ext cx="449216" cy="45188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0838924" y="2472058"/>
            <a:ext cx="383155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0904985" y="2538511"/>
            <a:ext cx="317094" cy="31897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10971046" y="2604965"/>
            <a:ext cx="251033" cy="25252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11037108" y="2671418"/>
            <a:ext cx="184971" cy="18606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11103169" y="2737871"/>
            <a:ext cx="118910" cy="11961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1169230" y="2804324"/>
            <a:ext cx="52849" cy="5316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914067" y="2405605"/>
            <a:ext cx="1228738" cy="4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Encoder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1114717" y="2884068"/>
            <a:ext cx="1017342" cy="2179664"/>
          </a:xfrm>
          <a:prstGeom prst="roundRect">
            <a:avLst>
              <a:gd name="adj" fmla="val 6242"/>
            </a:avLst>
          </a:prstGeom>
          <a:solidFill>
            <a:srgbClr val="FFFF00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134535" y="307013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302330" y="307013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470126" y="307013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637921" y="307013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805717" y="307013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973512" y="307013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484659" y="303026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34535" y="3588472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302330" y="3588472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70126" y="3588472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637921" y="3588472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805717" y="3588472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73512" y="3588472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484659" y="3548600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134535" y="412009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302330" y="412009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470126" y="412009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637921" y="412009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05717" y="412009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973512" y="412009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484659" y="408022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34535" y="4678304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302330" y="4678304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470126" y="4678304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637921" y="4678304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805717" y="4678304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973512" y="4678304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484659" y="4638432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2383091" y="3016974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2910" y="3016974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2383091" y="3535309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402910" y="3535309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2383091" y="4040353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402910" y="4040353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383091" y="4598560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402910" y="4598560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2924793" y="2963812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38005" y="2977102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40400" y="2977102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142795" y="2977102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245190" y="2977102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347585" y="2957166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2924793" y="3482147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938005" y="3495437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040400" y="3495437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142795" y="3495437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245190" y="3495437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347585" y="3475501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2924793" y="4013772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938005" y="4027063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040400" y="4027063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142795" y="4027063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245190" y="4027063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347585" y="4007127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2924793" y="4585269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938005" y="4598560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040400" y="4598560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142795" y="4598560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245190" y="4598560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347585" y="4571979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3572193" y="2472058"/>
            <a:ext cx="1585469" cy="2684708"/>
          </a:xfrm>
          <a:prstGeom prst="rect">
            <a:avLst/>
          </a:prstGeom>
          <a:solidFill>
            <a:srgbClr val="DBCBBB"/>
          </a:solidFill>
          <a:ln/>
        </p:spPr>
      </p:sp>
      <p:sp>
        <p:nvSpPr>
          <p:cNvPr id="132" name="Text 130"/>
          <p:cNvSpPr/>
          <p:nvPr/>
        </p:nvSpPr>
        <p:spPr>
          <a:xfrm>
            <a:off x="3664679" y="2538511"/>
            <a:ext cx="845583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4721658" y="2525221"/>
            <a:ext cx="34351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4464019" y="3070137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03656" y="3110009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265835" y="3588472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305472" y="3628344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028015" y="4113452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067652" y="4153324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83589" y="4684949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823225" y="4724821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572193" y="3156526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rot="5400000">
            <a:off x="4364927" y="309671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572193" y="3674861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rot="5400000">
            <a:off x="4166744" y="361505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572193" y="4199841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rot="5400000">
            <a:off x="3928923" y="414003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572193" y="4771338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rot="5400000">
            <a:off x="3684497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305472" y="3781186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074258" y="4306166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2" name="Shape 150"/>
          <p:cNvSpPr/>
          <p:nvPr/>
        </p:nvSpPr>
        <p:spPr>
          <a:xfrm flipH="1">
            <a:off x="4391352" y="3229625"/>
            <a:ext cx="118910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H="1">
            <a:off x="4153531" y="3747959"/>
            <a:ext cx="171759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H="1">
            <a:off x="3915711" y="4266294"/>
            <a:ext cx="171759" cy="438591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823225" y="2073339"/>
            <a:ext cx="792734" cy="265813"/>
          </a:xfrm>
          <a:prstGeom prst="roundRect">
            <a:avLst>
              <a:gd name="adj" fmla="val 38222"/>
            </a:avLst>
          </a:prstGeom>
          <a:solidFill>
            <a:srgbClr val="EDE9FF"/>
          </a:solidFill>
          <a:ln w="9525">
            <a:solidFill>
              <a:srgbClr val="C8C8E6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823225" y="2073339"/>
            <a:ext cx="792734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5184086" y="2472058"/>
            <a:ext cx="462428" cy="2697999"/>
          </a:xfrm>
          <a:prstGeom prst="rect">
            <a:avLst/>
          </a:prstGeom>
          <a:solidFill>
            <a:srgbClr val="FDD7D6"/>
          </a:solidFill>
          <a:ln/>
        </p:spPr>
      </p:sp>
      <p:sp>
        <p:nvSpPr>
          <p:cNvPr id="158" name="Text 156"/>
          <p:cNvSpPr/>
          <p:nvPr/>
        </p:nvSpPr>
        <p:spPr>
          <a:xfrm rot="5400000">
            <a:off x="4145300" y="3662603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by √d</a:t>
            </a:r>
            <a:endParaRPr lang="en-US" sz="2000" dirty="0"/>
          </a:p>
        </p:txBody>
      </p:sp>
      <p:pic>
        <p:nvPicPr>
          <p:cNvPr id="159" name="Image 0" descr="/home/ahmed/Projects/ai_llm_slides/videos/deep-learning/002_transformers_part2/recreated_pptx/build/assets/eq_Kcdotq_over_sqrt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7837" y="2468513"/>
            <a:ext cx="327660" cy="419100"/>
          </a:xfrm>
          <a:prstGeom prst="rect">
            <a:avLst/>
          </a:prstGeom>
        </p:spPr>
      </p:pic>
      <p:sp>
        <p:nvSpPr>
          <p:cNvPr id="160" name="Shape 157"/>
          <p:cNvSpPr/>
          <p:nvPr/>
        </p:nvSpPr>
        <p:spPr>
          <a:xfrm>
            <a:off x="6188216" y="2511930"/>
            <a:ext cx="369943" cy="2618255"/>
          </a:xfrm>
          <a:prstGeom prst="rect">
            <a:avLst/>
          </a:prstGeom>
          <a:solidFill>
            <a:srgbClr val="F8DEFB"/>
          </a:solidFill>
          <a:ln w="9525">
            <a:solidFill>
              <a:srgbClr val="E3BEE8"/>
            </a:solidFill>
            <a:prstDash val="solid"/>
          </a:ln>
        </p:spPr>
      </p:sp>
      <p:sp>
        <p:nvSpPr>
          <p:cNvPr id="161" name="Text 158"/>
          <p:cNvSpPr/>
          <p:nvPr/>
        </p:nvSpPr>
        <p:spPr>
          <a:xfrm rot="16200000">
            <a:off x="5484187" y="3448772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850" dirty="0"/>
          </a:p>
        </p:txBody>
      </p:sp>
      <p:sp>
        <p:nvSpPr>
          <p:cNvPr id="162" name="Text 159"/>
          <p:cNvSpPr/>
          <p:nvPr/>
        </p:nvSpPr>
        <p:spPr>
          <a:xfrm>
            <a:off x="6267490" y="3754605"/>
            <a:ext cx="211396" cy="451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ς</a:t>
            </a:r>
            <a:endParaRPr lang="en-US" sz="3000" dirty="0"/>
          </a:p>
        </p:txBody>
      </p:sp>
      <p:sp>
        <p:nvSpPr>
          <p:cNvPr id="163" name="Shape 160"/>
          <p:cNvSpPr/>
          <p:nvPr/>
        </p:nvSpPr>
        <p:spPr>
          <a:xfrm>
            <a:off x="5818273" y="2073339"/>
            <a:ext cx="1056979" cy="265813"/>
          </a:xfrm>
          <a:prstGeom prst="roundRect">
            <a:avLst>
              <a:gd name="adj" fmla="val 43000"/>
            </a:avLst>
          </a:prstGeom>
          <a:solidFill>
            <a:srgbClr val="EDE9FF"/>
          </a:solidFill>
          <a:ln w="9525">
            <a:solidFill>
              <a:srgbClr val="C8C8E6"/>
            </a:solidFill>
            <a:prstDash val="solid"/>
          </a:ln>
        </p:spPr>
      </p:sp>
      <p:sp>
        <p:nvSpPr>
          <p:cNvPr id="164" name="Text 161"/>
          <p:cNvSpPr/>
          <p:nvPr/>
        </p:nvSpPr>
        <p:spPr>
          <a:xfrm>
            <a:off x="5818273" y="2073339"/>
            <a:ext cx="1056979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950" dirty="0"/>
          </a:p>
        </p:txBody>
      </p:sp>
      <p:sp>
        <p:nvSpPr>
          <p:cNvPr id="165" name="Shape 162"/>
          <p:cNvSpPr/>
          <p:nvPr/>
        </p:nvSpPr>
        <p:spPr>
          <a:xfrm>
            <a:off x="6928101" y="2511930"/>
            <a:ext cx="1691167" cy="265813"/>
          </a:xfrm>
          <a:prstGeom prst="rect">
            <a:avLst/>
          </a:prstGeom>
          <a:solidFill>
            <a:srgbClr val="EAFEFC"/>
          </a:solidFill>
          <a:ln/>
        </p:spPr>
      </p:sp>
      <p:sp>
        <p:nvSpPr>
          <p:cNvPr id="166" name="Text 163"/>
          <p:cNvSpPr/>
          <p:nvPr/>
        </p:nvSpPr>
        <p:spPr>
          <a:xfrm>
            <a:off x="6928101" y="2511930"/>
            <a:ext cx="1691167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800" dirty="0"/>
          </a:p>
        </p:txBody>
      </p:sp>
      <p:sp>
        <p:nvSpPr>
          <p:cNvPr id="167" name="Shape 164"/>
          <p:cNvSpPr/>
          <p:nvPr/>
        </p:nvSpPr>
        <p:spPr>
          <a:xfrm>
            <a:off x="7945444" y="2073339"/>
            <a:ext cx="1162677" cy="279103"/>
          </a:xfrm>
          <a:prstGeom prst="roundRect">
            <a:avLst>
              <a:gd name="adj" fmla="val 40953"/>
            </a:avLst>
          </a:prstGeom>
          <a:solidFill>
            <a:srgbClr val="EDE9FF"/>
          </a:solidFill>
          <a:ln w="9525">
            <a:solidFill>
              <a:srgbClr val="C8C8E6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7945444" y="2073339"/>
            <a:ext cx="116267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950" dirty="0"/>
          </a:p>
        </p:txBody>
      </p:sp>
      <p:sp>
        <p:nvSpPr>
          <p:cNvPr id="169" name="Shape 166"/>
          <p:cNvSpPr/>
          <p:nvPr/>
        </p:nvSpPr>
        <p:spPr>
          <a:xfrm rot="780000">
            <a:off x="7364105" y="1900561"/>
            <a:ext cx="290669" cy="279103"/>
          </a:xfrm>
          <a:prstGeom prst="upArrow">
            <a:avLst/>
          </a:prstGeom>
          <a:solidFill>
            <a:srgbClr val="00B050"/>
          </a:solidFill>
          <a:ln/>
        </p:spPr>
      </p:sp>
      <p:sp>
        <p:nvSpPr>
          <p:cNvPr id="170" name="Shape 167"/>
          <p:cNvSpPr/>
          <p:nvPr/>
        </p:nvSpPr>
        <p:spPr>
          <a:xfrm>
            <a:off x="7311256" y="1594876"/>
            <a:ext cx="911644" cy="292394"/>
          </a:xfrm>
          <a:prstGeom prst="rect">
            <a:avLst/>
          </a:prstGeom>
          <a:solidFill>
            <a:srgbClr val="A0D696"/>
          </a:solidFill>
          <a:ln/>
        </p:spPr>
      </p:sp>
      <p:sp>
        <p:nvSpPr>
          <p:cNvPr id="171" name="Shape 168"/>
          <p:cNvSpPr/>
          <p:nvPr/>
        </p:nvSpPr>
        <p:spPr>
          <a:xfrm>
            <a:off x="7390530" y="1634748"/>
            <a:ext cx="79273" cy="212650"/>
          </a:xfrm>
          <a:prstGeom prst="rect">
            <a:avLst/>
          </a:prstGeom>
          <a:solidFill>
            <a:srgbClr val="C2E4B8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7483016" y="1634748"/>
            <a:ext cx="79273" cy="212650"/>
          </a:xfrm>
          <a:prstGeom prst="rect">
            <a:avLst/>
          </a:prstGeom>
          <a:solidFill>
            <a:srgbClr val="C2E4B8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7575501" y="1634748"/>
            <a:ext cx="79273" cy="212650"/>
          </a:xfrm>
          <a:prstGeom prst="rect">
            <a:avLst/>
          </a:prstGeom>
          <a:solidFill>
            <a:srgbClr val="C2E4B8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4" name="Text 171"/>
          <p:cNvSpPr/>
          <p:nvPr/>
        </p:nvSpPr>
        <p:spPr>
          <a:xfrm>
            <a:off x="7654775" y="1594876"/>
            <a:ext cx="237820" cy="292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200" dirty="0"/>
          </a:p>
        </p:txBody>
      </p:sp>
      <p:sp>
        <p:nvSpPr>
          <p:cNvPr id="175" name="Shape 172"/>
          <p:cNvSpPr/>
          <p:nvPr/>
        </p:nvSpPr>
        <p:spPr>
          <a:xfrm>
            <a:off x="7919019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7998293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8077566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>
            <a:off x="8156840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>
            <a:off x="7013981" y="3043556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0" name="Text 177"/>
          <p:cNvSpPr/>
          <p:nvPr/>
        </p:nvSpPr>
        <p:spPr>
          <a:xfrm>
            <a:off x="7013981" y="3043556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1" name="Shape 178"/>
          <p:cNvSpPr/>
          <p:nvPr/>
        </p:nvSpPr>
        <p:spPr>
          <a:xfrm>
            <a:off x="7403742" y="3575181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7403742" y="3575181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3" name="Shape 180"/>
          <p:cNvSpPr/>
          <p:nvPr/>
        </p:nvSpPr>
        <p:spPr>
          <a:xfrm>
            <a:off x="7793503" y="4100161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4" name="Text 181"/>
          <p:cNvSpPr/>
          <p:nvPr/>
        </p:nvSpPr>
        <p:spPr>
          <a:xfrm>
            <a:off x="7793503" y="4100161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5" name="Shape 182"/>
          <p:cNvSpPr/>
          <p:nvPr/>
        </p:nvSpPr>
        <p:spPr>
          <a:xfrm>
            <a:off x="8176658" y="4665013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6" name="Text 183"/>
          <p:cNvSpPr/>
          <p:nvPr/>
        </p:nvSpPr>
        <p:spPr>
          <a:xfrm>
            <a:off x="8176658" y="4665013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7" name="Text 184"/>
          <p:cNvSpPr/>
          <p:nvPr/>
        </p:nvSpPr>
        <p:spPr>
          <a:xfrm>
            <a:off x="8473933" y="2937231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88" name="Text 185"/>
          <p:cNvSpPr/>
          <p:nvPr/>
        </p:nvSpPr>
        <p:spPr>
          <a:xfrm>
            <a:off x="8473933" y="3468856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89" name="Text 186"/>
          <p:cNvSpPr/>
          <p:nvPr/>
        </p:nvSpPr>
        <p:spPr>
          <a:xfrm>
            <a:off x="8473933" y="3993836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90" name="Text 187"/>
          <p:cNvSpPr/>
          <p:nvPr/>
        </p:nvSpPr>
        <p:spPr>
          <a:xfrm>
            <a:off x="8473933" y="4558688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91" name="Shape 188"/>
          <p:cNvSpPr/>
          <p:nvPr/>
        </p:nvSpPr>
        <p:spPr>
          <a:xfrm>
            <a:off x="9359153" y="3016974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2" name="Text 189"/>
          <p:cNvSpPr/>
          <p:nvPr/>
        </p:nvSpPr>
        <p:spPr>
          <a:xfrm>
            <a:off x="9378972" y="3016974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9359153" y="3548600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4" name="Text 191"/>
          <p:cNvSpPr/>
          <p:nvPr/>
        </p:nvSpPr>
        <p:spPr>
          <a:xfrm>
            <a:off x="9378972" y="3548600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5" name="Shape 192"/>
          <p:cNvSpPr/>
          <p:nvPr/>
        </p:nvSpPr>
        <p:spPr>
          <a:xfrm>
            <a:off x="9359153" y="4066935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6" name="Text 193"/>
          <p:cNvSpPr/>
          <p:nvPr/>
        </p:nvSpPr>
        <p:spPr>
          <a:xfrm>
            <a:off x="9378972" y="4066935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7" name="Shape 194"/>
          <p:cNvSpPr/>
          <p:nvPr/>
        </p:nvSpPr>
        <p:spPr>
          <a:xfrm>
            <a:off x="9359153" y="4625141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8" name="Text 195"/>
          <p:cNvSpPr/>
          <p:nvPr/>
        </p:nvSpPr>
        <p:spPr>
          <a:xfrm>
            <a:off x="9378972" y="4625141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10072614" y="2884068"/>
            <a:ext cx="1030555" cy="2179664"/>
          </a:xfrm>
          <a:prstGeom prst="roundRect">
            <a:avLst>
              <a:gd name="adj" fmla="val 6162"/>
            </a:avLst>
          </a:prstGeom>
          <a:solidFill>
            <a:srgbClr val="FFFF00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200" name="Shape 197"/>
          <p:cNvSpPr/>
          <p:nvPr/>
        </p:nvSpPr>
        <p:spPr>
          <a:xfrm>
            <a:off x="10092433" y="307013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>
            <a:off x="10260228" y="307013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10428023" y="307013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>
            <a:off x="10595819" y="307013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>
            <a:off x="10763614" y="307013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>
            <a:off x="10931410" y="307013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6" name="Text 203"/>
          <p:cNvSpPr/>
          <p:nvPr/>
        </p:nvSpPr>
        <p:spPr>
          <a:xfrm>
            <a:off x="10442557" y="303026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7" name="Shape 204"/>
          <p:cNvSpPr/>
          <p:nvPr/>
        </p:nvSpPr>
        <p:spPr>
          <a:xfrm>
            <a:off x="10092433" y="3588472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>
            <a:off x="10260228" y="3588472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10428023" y="3588472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10595819" y="3588472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10763614" y="3588472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10931410" y="3588472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3" name="Text 210"/>
          <p:cNvSpPr/>
          <p:nvPr/>
        </p:nvSpPr>
        <p:spPr>
          <a:xfrm>
            <a:off x="10442557" y="3548600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4" name="Shape 211"/>
          <p:cNvSpPr/>
          <p:nvPr/>
        </p:nvSpPr>
        <p:spPr>
          <a:xfrm>
            <a:off x="10092433" y="412009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>
            <a:off x="10260228" y="412009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10428023" y="412009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10595819" y="412009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10763614" y="412009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>
            <a:off x="10931410" y="412009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0" name="Text 217"/>
          <p:cNvSpPr/>
          <p:nvPr/>
        </p:nvSpPr>
        <p:spPr>
          <a:xfrm>
            <a:off x="10442557" y="408022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10092433" y="4678304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2" name="Shape 219"/>
          <p:cNvSpPr/>
          <p:nvPr/>
        </p:nvSpPr>
        <p:spPr>
          <a:xfrm>
            <a:off x="10260228" y="4678304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10428023" y="4678304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10595819" y="4678304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10763614" y="4678304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10931410" y="4678304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7" name="Text 224"/>
          <p:cNvSpPr/>
          <p:nvPr/>
        </p:nvSpPr>
        <p:spPr>
          <a:xfrm>
            <a:off x="10442557" y="4638432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28" name="Shape 225"/>
          <p:cNvSpPr/>
          <p:nvPr/>
        </p:nvSpPr>
        <p:spPr>
          <a:xfrm>
            <a:off x="2158483" y="3149881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 rot="5400000">
            <a:off x="2257575" y="3090073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0" name="Shape 227"/>
          <p:cNvSpPr/>
          <p:nvPr/>
        </p:nvSpPr>
        <p:spPr>
          <a:xfrm>
            <a:off x="2158483" y="3674861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 rot="5400000">
            <a:off x="2257575" y="3615053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2" name="Shape 229"/>
          <p:cNvSpPr/>
          <p:nvPr/>
        </p:nvSpPr>
        <p:spPr>
          <a:xfrm>
            <a:off x="2158483" y="4199841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33" name="Shape 230"/>
          <p:cNvSpPr/>
          <p:nvPr/>
        </p:nvSpPr>
        <p:spPr>
          <a:xfrm rot="5400000">
            <a:off x="2257575" y="4140033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4" name="Shape 231"/>
          <p:cNvSpPr/>
          <p:nvPr/>
        </p:nvSpPr>
        <p:spPr>
          <a:xfrm>
            <a:off x="2158483" y="4764693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35" name="Shape 232"/>
          <p:cNvSpPr/>
          <p:nvPr/>
        </p:nvSpPr>
        <p:spPr>
          <a:xfrm rot="5400000">
            <a:off x="2257575" y="4704885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6" name="Shape 233"/>
          <p:cNvSpPr/>
          <p:nvPr/>
        </p:nvSpPr>
        <p:spPr>
          <a:xfrm>
            <a:off x="2786065" y="3156526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2786065" y="3674861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2786065" y="4199841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9" name="Shape 236"/>
          <p:cNvSpPr/>
          <p:nvPr/>
        </p:nvSpPr>
        <p:spPr>
          <a:xfrm>
            <a:off x="2786065" y="4764693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40" name="Shape 237"/>
          <p:cNvSpPr/>
          <p:nvPr/>
        </p:nvSpPr>
        <p:spPr>
          <a:xfrm rot="16200000">
            <a:off x="9788551" y="309007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1" name="Shape 238"/>
          <p:cNvSpPr/>
          <p:nvPr/>
        </p:nvSpPr>
        <p:spPr>
          <a:xfrm rot="16200000">
            <a:off x="9788551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2" name="Shape 239"/>
          <p:cNvSpPr/>
          <p:nvPr/>
        </p:nvSpPr>
        <p:spPr>
          <a:xfrm rot="16200000">
            <a:off x="9788551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3" name="Shape 240"/>
          <p:cNvSpPr/>
          <p:nvPr/>
        </p:nvSpPr>
        <p:spPr>
          <a:xfrm rot="16200000">
            <a:off x="9788551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4" name="Shape 241"/>
          <p:cNvSpPr/>
          <p:nvPr/>
        </p:nvSpPr>
        <p:spPr>
          <a:xfrm rot="5400000">
            <a:off x="6908283" y="309007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5" name="Shape 242"/>
          <p:cNvSpPr/>
          <p:nvPr/>
        </p:nvSpPr>
        <p:spPr>
          <a:xfrm rot="5400000">
            <a:off x="7298044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6" name="Shape 243"/>
          <p:cNvSpPr/>
          <p:nvPr/>
        </p:nvSpPr>
        <p:spPr>
          <a:xfrm rot="5400000">
            <a:off x="7687805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7" name="Shape 244"/>
          <p:cNvSpPr/>
          <p:nvPr/>
        </p:nvSpPr>
        <p:spPr>
          <a:xfrm rot="5400000">
            <a:off x="8070960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8" name="Shape 245"/>
          <p:cNvSpPr/>
          <p:nvPr/>
        </p:nvSpPr>
        <p:spPr>
          <a:xfrm rot="16200000">
            <a:off x="7258407" y="309007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9" name="Shape 246"/>
          <p:cNvSpPr/>
          <p:nvPr/>
        </p:nvSpPr>
        <p:spPr>
          <a:xfrm rot="16200000">
            <a:off x="7648168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0" name="Shape 247"/>
          <p:cNvSpPr/>
          <p:nvPr/>
        </p:nvSpPr>
        <p:spPr>
          <a:xfrm rot="16200000">
            <a:off x="8037930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1" name="Shape 248"/>
          <p:cNvSpPr/>
          <p:nvPr/>
        </p:nvSpPr>
        <p:spPr>
          <a:xfrm rot="16200000">
            <a:off x="8421084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2" name="Shape 249"/>
          <p:cNvSpPr/>
          <p:nvPr/>
        </p:nvSpPr>
        <p:spPr>
          <a:xfrm>
            <a:off x="7066830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3" name="Shape 250"/>
          <p:cNvSpPr/>
          <p:nvPr/>
        </p:nvSpPr>
        <p:spPr>
          <a:xfrm>
            <a:off x="7113073" y="2910649"/>
            <a:ext cx="0" cy="11961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4" name="Shape 251"/>
          <p:cNvSpPr/>
          <p:nvPr/>
        </p:nvSpPr>
        <p:spPr>
          <a:xfrm>
            <a:off x="7463197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5" name="Shape 252"/>
          <p:cNvSpPr/>
          <p:nvPr/>
        </p:nvSpPr>
        <p:spPr>
          <a:xfrm>
            <a:off x="7509440" y="2910649"/>
            <a:ext cx="0" cy="651241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6" name="Shape 253"/>
          <p:cNvSpPr/>
          <p:nvPr/>
        </p:nvSpPr>
        <p:spPr>
          <a:xfrm>
            <a:off x="7846352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7" name="Shape 254"/>
          <p:cNvSpPr/>
          <p:nvPr/>
        </p:nvSpPr>
        <p:spPr>
          <a:xfrm>
            <a:off x="7892595" y="2910649"/>
            <a:ext cx="0" cy="1176221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8" name="Shape 255"/>
          <p:cNvSpPr/>
          <p:nvPr/>
        </p:nvSpPr>
        <p:spPr>
          <a:xfrm>
            <a:off x="8229507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9" name="Shape 256"/>
          <p:cNvSpPr/>
          <p:nvPr/>
        </p:nvSpPr>
        <p:spPr>
          <a:xfrm>
            <a:off x="8275750" y="2910649"/>
            <a:ext cx="0" cy="174107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60" name="Shape 257"/>
          <p:cNvSpPr/>
          <p:nvPr/>
        </p:nvSpPr>
        <p:spPr>
          <a:xfrm flipV="1">
            <a:off x="3928923" y="5023860"/>
            <a:ext cx="0" cy="465172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261" name="Shape 258"/>
          <p:cNvSpPr/>
          <p:nvPr/>
        </p:nvSpPr>
        <p:spPr>
          <a:xfrm>
            <a:off x="3882681" y="4884309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62" name="Text 259"/>
          <p:cNvSpPr/>
          <p:nvPr/>
        </p:nvSpPr>
        <p:spPr>
          <a:xfrm>
            <a:off x="3889287" y="5183348"/>
            <a:ext cx="22460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263" name="Shape 260"/>
          <p:cNvSpPr/>
          <p:nvPr/>
        </p:nvSpPr>
        <p:spPr>
          <a:xfrm>
            <a:off x="4087470" y="5236511"/>
            <a:ext cx="72667" cy="146197"/>
          </a:xfrm>
          <a:prstGeom prst="rect">
            <a:avLst/>
          </a:prstGeom>
          <a:solidFill>
            <a:srgbClr val="FDFD96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4" name="Shape 261"/>
          <p:cNvSpPr/>
          <p:nvPr/>
        </p:nvSpPr>
        <p:spPr>
          <a:xfrm>
            <a:off x="4166744" y="5236511"/>
            <a:ext cx="72667" cy="146197"/>
          </a:xfrm>
          <a:prstGeom prst="rect">
            <a:avLst/>
          </a:prstGeom>
          <a:solidFill>
            <a:srgbClr val="F2F7D8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5" name="Shape 262"/>
          <p:cNvSpPr/>
          <p:nvPr/>
        </p:nvSpPr>
        <p:spPr>
          <a:xfrm>
            <a:off x="4246017" y="5236511"/>
            <a:ext cx="72667" cy="146197"/>
          </a:xfrm>
          <a:prstGeom prst="rect">
            <a:avLst/>
          </a:prstGeom>
          <a:solidFill>
            <a:srgbClr val="FFFFFF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6" name="Shape 263"/>
          <p:cNvSpPr/>
          <p:nvPr/>
        </p:nvSpPr>
        <p:spPr>
          <a:xfrm>
            <a:off x="4325291" y="5236511"/>
            <a:ext cx="72667" cy="146197"/>
          </a:xfrm>
          <a:prstGeom prst="rect">
            <a:avLst/>
          </a:prstGeom>
          <a:solidFill>
            <a:srgbClr val="E4E7F6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7" name="Shape 264"/>
          <p:cNvSpPr/>
          <p:nvPr/>
        </p:nvSpPr>
        <p:spPr>
          <a:xfrm>
            <a:off x="3862862" y="5528905"/>
            <a:ext cx="449216" cy="398719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5875">
            <a:solidFill>
              <a:srgbClr val="8B0000"/>
            </a:solidFill>
            <a:prstDash val="solid"/>
          </a:ln>
        </p:spPr>
      </p:sp>
      <p:sp>
        <p:nvSpPr>
          <p:cNvPr id="268" name="Text 265"/>
          <p:cNvSpPr/>
          <p:nvPr/>
        </p:nvSpPr>
        <p:spPr>
          <a:xfrm>
            <a:off x="3862862" y="5528905"/>
            <a:ext cx="449216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50" b="1" baseline="-400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850" b="1" baseline="300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50" dirty="0"/>
          </a:p>
        </p:txBody>
      </p:sp>
      <p:sp>
        <p:nvSpPr>
          <p:cNvPr id="269" name="Shape 266"/>
          <p:cNvSpPr/>
          <p:nvPr/>
        </p:nvSpPr>
        <p:spPr>
          <a:xfrm>
            <a:off x="2594487" y="5861170"/>
            <a:ext cx="4095794" cy="744276"/>
          </a:xfrm>
          <a:prstGeom prst="roundRect">
            <a:avLst>
              <a:gd name="adj" fmla="val 37540"/>
            </a:avLst>
          </a:prstGeom>
          <a:solidFill>
            <a:srgbClr val="F5C5FF"/>
          </a:solidFill>
          <a:ln w="12700">
            <a:solidFill>
              <a:srgbClr val="2E7D32"/>
            </a:solidFill>
            <a:prstDash val="dash"/>
          </a:ln>
        </p:spPr>
      </p:sp>
      <p:sp>
        <p:nvSpPr>
          <p:cNvPr id="270" name="Shape 267"/>
          <p:cNvSpPr/>
          <p:nvPr/>
        </p:nvSpPr>
        <p:spPr>
          <a:xfrm>
            <a:off x="2620912" y="6100402"/>
            <a:ext cx="151941" cy="318975"/>
          </a:xfrm>
          <a:prstGeom prst="rect">
            <a:avLst/>
          </a:prstGeom>
          <a:solidFill>
            <a:srgbClr val="FFF0B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1" name="Shape 268"/>
          <p:cNvSpPr/>
          <p:nvPr/>
        </p:nvSpPr>
        <p:spPr>
          <a:xfrm>
            <a:off x="2772852" y="6100402"/>
            <a:ext cx="151941" cy="318975"/>
          </a:xfrm>
          <a:prstGeom prst="rect">
            <a:avLst/>
          </a:prstGeom>
          <a:solidFill>
            <a:srgbClr val="E8F5C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2" name="Shape 269"/>
          <p:cNvSpPr/>
          <p:nvPr/>
        </p:nvSpPr>
        <p:spPr>
          <a:xfrm>
            <a:off x="2924793" y="6100402"/>
            <a:ext cx="151941" cy="318975"/>
          </a:xfrm>
          <a:prstGeom prst="rect">
            <a:avLst/>
          </a:prstGeom>
          <a:solidFill>
            <a:srgbClr val="FFFD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3" name="Shape 270"/>
          <p:cNvSpPr/>
          <p:nvPr/>
        </p:nvSpPr>
        <p:spPr>
          <a:xfrm>
            <a:off x="3076734" y="6100402"/>
            <a:ext cx="151941" cy="318975"/>
          </a:xfrm>
          <a:prstGeom prst="rect">
            <a:avLst/>
          </a:prstGeom>
          <a:solidFill>
            <a:srgbClr val="F6F4FC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4" name="Shape 271"/>
          <p:cNvSpPr/>
          <p:nvPr/>
        </p:nvSpPr>
        <p:spPr>
          <a:xfrm>
            <a:off x="3228675" y="6100402"/>
            <a:ext cx="151941" cy="318975"/>
          </a:xfrm>
          <a:prstGeom prst="rect">
            <a:avLst/>
          </a:prstGeom>
          <a:solidFill>
            <a:srgbClr val="DDE2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5" name="Shape 272"/>
          <p:cNvSpPr/>
          <p:nvPr/>
        </p:nvSpPr>
        <p:spPr>
          <a:xfrm>
            <a:off x="3380615" y="6100402"/>
            <a:ext cx="151941" cy="318975"/>
          </a:xfrm>
          <a:prstGeom prst="rect">
            <a:avLst/>
          </a:prstGeom>
          <a:solidFill>
            <a:srgbClr val="E9ECF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6" name="Shape 273"/>
          <p:cNvSpPr/>
          <p:nvPr/>
        </p:nvSpPr>
        <p:spPr>
          <a:xfrm>
            <a:off x="3532556" y="6100402"/>
            <a:ext cx="151941" cy="318975"/>
          </a:xfrm>
          <a:prstGeom prst="rect">
            <a:avLst/>
          </a:prstGeom>
          <a:solidFill>
            <a:srgbClr val="F2D8F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7" name="Text 274"/>
          <p:cNvSpPr/>
          <p:nvPr/>
        </p:nvSpPr>
        <p:spPr>
          <a:xfrm>
            <a:off x="3122977" y="6140274"/>
            <a:ext cx="211396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278" name="Shape 275"/>
          <p:cNvSpPr/>
          <p:nvPr/>
        </p:nvSpPr>
        <p:spPr>
          <a:xfrm>
            <a:off x="3691103" y="6166855"/>
            <a:ext cx="911644" cy="318975"/>
          </a:xfrm>
          <a:prstGeom prst="rect">
            <a:avLst/>
          </a:prstGeom>
          <a:ln w="12700">
            <a:solidFill>
              <a:srgbClr val="C00000"/>
            </a:solidFill>
            <a:prstDash val="dash"/>
          </a:ln>
        </p:spPr>
      </p:sp>
      <p:sp>
        <p:nvSpPr>
          <p:cNvPr id="279" name="Shape 276"/>
          <p:cNvSpPr/>
          <p:nvPr/>
        </p:nvSpPr>
        <p:spPr>
          <a:xfrm>
            <a:off x="3717528" y="6180146"/>
            <a:ext cx="178365" cy="292394"/>
          </a:xfrm>
          <a:prstGeom prst="rect">
            <a:avLst/>
          </a:prstGeom>
          <a:solidFill>
            <a:srgbClr val="E8A5C8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0" name="Shape 277"/>
          <p:cNvSpPr/>
          <p:nvPr/>
        </p:nvSpPr>
        <p:spPr>
          <a:xfrm>
            <a:off x="3915711" y="6180146"/>
            <a:ext cx="132122" cy="292394"/>
          </a:xfrm>
          <a:prstGeom prst="rect">
            <a:avLst/>
          </a:prstGeom>
          <a:solidFill>
            <a:srgbClr val="E2ABD2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1" name="Shape 278"/>
          <p:cNvSpPr/>
          <p:nvPr/>
        </p:nvSpPr>
        <p:spPr>
          <a:xfrm>
            <a:off x="4120501" y="6180146"/>
            <a:ext cx="125516" cy="292394"/>
          </a:xfrm>
          <a:prstGeom prst="rect">
            <a:avLst/>
          </a:prstGeom>
          <a:solidFill>
            <a:srgbClr val="F57DBD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2" name="Shape 279"/>
          <p:cNvSpPr/>
          <p:nvPr/>
        </p:nvSpPr>
        <p:spPr>
          <a:xfrm>
            <a:off x="4265835" y="6180146"/>
            <a:ext cx="125516" cy="292394"/>
          </a:xfrm>
          <a:prstGeom prst="rect">
            <a:avLst/>
          </a:prstGeom>
          <a:solidFill>
            <a:srgbClr val="DD90D6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3" name="Shape 280"/>
          <p:cNvSpPr/>
          <p:nvPr/>
        </p:nvSpPr>
        <p:spPr>
          <a:xfrm>
            <a:off x="4404564" y="6180146"/>
            <a:ext cx="191577" cy="292394"/>
          </a:xfrm>
          <a:prstGeom prst="rect">
            <a:avLst/>
          </a:prstGeom>
          <a:solidFill>
            <a:srgbClr val="E491E4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4" name="Text 281"/>
          <p:cNvSpPr/>
          <p:nvPr/>
        </p:nvSpPr>
        <p:spPr>
          <a:xfrm>
            <a:off x="4047834" y="6193436"/>
            <a:ext cx="264245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285" name="Shape 282"/>
          <p:cNvSpPr/>
          <p:nvPr/>
        </p:nvSpPr>
        <p:spPr>
          <a:xfrm>
            <a:off x="4668809" y="6100402"/>
            <a:ext cx="155904" cy="318975"/>
          </a:xfrm>
          <a:prstGeom prst="rect">
            <a:avLst/>
          </a:prstGeom>
          <a:solidFill>
            <a:srgbClr val="FFF0B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6" name="Shape 283"/>
          <p:cNvSpPr/>
          <p:nvPr/>
        </p:nvSpPr>
        <p:spPr>
          <a:xfrm>
            <a:off x="4824713" y="6100402"/>
            <a:ext cx="155904" cy="318975"/>
          </a:xfrm>
          <a:prstGeom prst="rect">
            <a:avLst/>
          </a:prstGeom>
          <a:solidFill>
            <a:srgbClr val="E8F5C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7" name="Shape 284"/>
          <p:cNvSpPr/>
          <p:nvPr/>
        </p:nvSpPr>
        <p:spPr>
          <a:xfrm>
            <a:off x="4980618" y="6100402"/>
            <a:ext cx="155904" cy="318975"/>
          </a:xfrm>
          <a:prstGeom prst="rect">
            <a:avLst/>
          </a:prstGeom>
          <a:solidFill>
            <a:srgbClr val="FFFD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8" name="Shape 285"/>
          <p:cNvSpPr/>
          <p:nvPr/>
        </p:nvSpPr>
        <p:spPr>
          <a:xfrm>
            <a:off x="5136522" y="6100402"/>
            <a:ext cx="155904" cy="318975"/>
          </a:xfrm>
          <a:prstGeom prst="rect">
            <a:avLst/>
          </a:prstGeom>
          <a:solidFill>
            <a:srgbClr val="F6F4FC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9" name="Shape 286"/>
          <p:cNvSpPr/>
          <p:nvPr/>
        </p:nvSpPr>
        <p:spPr>
          <a:xfrm>
            <a:off x="5292426" y="6100402"/>
            <a:ext cx="155904" cy="318975"/>
          </a:xfrm>
          <a:prstGeom prst="rect">
            <a:avLst/>
          </a:prstGeom>
          <a:solidFill>
            <a:srgbClr val="DDE2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0" name="Shape 287"/>
          <p:cNvSpPr/>
          <p:nvPr/>
        </p:nvSpPr>
        <p:spPr>
          <a:xfrm>
            <a:off x="5448331" y="6100402"/>
            <a:ext cx="155904" cy="318975"/>
          </a:xfrm>
          <a:prstGeom prst="rect">
            <a:avLst/>
          </a:prstGeom>
          <a:solidFill>
            <a:srgbClr val="E9ECF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1" name="Text 288"/>
          <p:cNvSpPr/>
          <p:nvPr/>
        </p:nvSpPr>
        <p:spPr>
          <a:xfrm>
            <a:off x="4985902" y="6140274"/>
            <a:ext cx="211396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292" name="Shape 289"/>
          <p:cNvSpPr/>
          <p:nvPr/>
        </p:nvSpPr>
        <p:spPr>
          <a:xfrm>
            <a:off x="5633302" y="6100402"/>
            <a:ext cx="158547" cy="318975"/>
          </a:xfrm>
          <a:prstGeom prst="rect">
            <a:avLst/>
          </a:prstGeom>
          <a:solidFill>
            <a:srgbClr val="FFF0B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3" name="Shape 290"/>
          <p:cNvSpPr/>
          <p:nvPr/>
        </p:nvSpPr>
        <p:spPr>
          <a:xfrm>
            <a:off x="5791849" y="6100402"/>
            <a:ext cx="158547" cy="318975"/>
          </a:xfrm>
          <a:prstGeom prst="rect">
            <a:avLst/>
          </a:prstGeom>
          <a:solidFill>
            <a:srgbClr val="E8F5C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4" name="Shape 291"/>
          <p:cNvSpPr/>
          <p:nvPr/>
        </p:nvSpPr>
        <p:spPr>
          <a:xfrm>
            <a:off x="5950396" y="6100402"/>
            <a:ext cx="158547" cy="318975"/>
          </a:xfrm>
          <a:prstGeom prst="rect">
            <a:avLst/>
          </a:prstGeom>
          <a:solidFill>
            <a:srgbClr val="FFFD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5" name="Shape 292"/>
          <p:cNvSpPr/>
          <p:nvPr/>
        </p:nvSpPr>
        <p:spPr>
          <a:xfrm>
            <a:off x="6108943" y="6100402"/>
            <a:ext cx="158547" cy="318975"/>
          </a:xfrm>
          <a:prstGeom prst="rect">
            <a:avLst/>
          </a:prstGeom>
          <a:solidFill>
            <a:srgbClr val="F6F4FC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6" name="Shape 293"/>
          <p:cNvSpPr/>
          <p:nvPr/>
        </p:nvSpPr>
        <p:spPr>
          <a:xfrm>
            <a:off x="6267490" y="6100402"/>
            <a:ext cx="158547" cy="318975"/>
          </a:xfrm>
          <a:prstGeom prst="rect">
            <a:avLst/>
          </a:prstGeom>
          <a:solidFill>
            <a:srgbClr val="DDE2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7" name="Shape 294"/>
          <p:cNvSpPr/>
          <p:nvPr/>
        </p:nvSpPr>
        <p:spPr>
          <a:xfrm>
            <a:off x="6426036" y="6100402"/>
            <a:ext cx="158547" cy="318975"/>
          </a:xfrm>
          <a:prstGeom prst="rect">
            <a:avLst/>
          </a:prstGeom>
          <a:solidFill>
            <a:srgbClr val="E9ECF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8" name="Text 295"/>
          <p:cNvSpPr/>
          <p:nvPr/>
        </p:nvSpPr>
        <p:spPr>
          <a:xfrm>
            <a:off x="5950396" y="6140274"/>
            <a:ext cx="211396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299" name="Shape 296"/>
          <p:cNvSpPr/>
          <p:nvPr/>
        </p:nvSpPr>
        <p:spPr>
          <a:xfrm flipH="1">
            <a:off x="3704315" y="6505766"/>
            <a:ext cx="303881" cy="159488"/>
          </a:xfrm>
          <a:prstGeom prst="rtTriangle">
            <a:avLst/>
          </a:prstGeom>
          <a:solidFill>
            <a:srgbClr val="C00000"/>
          </a:solidFill>
          <a:ln/>
        </p:spPr>
      </p:sp>
      <p:sp>
        <p:nvSpPr>
          <p:cNvPr id="300" name="Shape 297"/>
          <p:cNvSpPr/>
          <p:nvPr/>
        </p:nvSpPr>
        <p:spPr>
          <a:xfrm>
            <a:off x="6835616" y="6060530"/>
            <a:ext cx="1638318" cy="505044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 w="9525">
            <a:solidFill>
              <a:srgbClr val="E8A0D8"/>
            </a:solidFill>
            <a:prstDash val="solid"/>
          </a:ln>
        </p:spPr>
      </p:sp>
      <p:sp>
        <p:nvSpPr>
          <p:cNvPr id="301" name="Text 298"/>
          <p:cNvSpPr/>
          <p:nvPr/>
        </p:nvSpPr>
        <p:spPr>
          <a:xfrm>
            <a:off x="6835616" y="6126983"/>
            <a:ext cx="1638318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Decoder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Layer</a:t>
            </a:r>
            <a:endParaRPr lang="en-US" sz="950" dirty="0"/>
          </a:p>
        </p:txBody>
      </p:sp>
      <p:sp>
        <p:nvSpPr>
          <p:cNvPr id="302" name="Shape 299"/>
          <p:cNvSpPr/>
          <p:nvPr/>
        </p:nvSpPr>
        <p:spPr>
          <a:xfrm>
            <a:off x="8434297" y="6087111"/>
            <a:ext cx="581338" cy="451882"/>
          </a:xfrm>
          <a:prstGeom prst="leftArrow">
            <a:avLst/>
          </a:prstGeom>
          <a:solidFill>
            <a:srgbClr val="FFFFFF"/>
          </a:solidFill>
          <a:ln w="9525">
            <a:solidFill>
              <a:srgbClr val="C8C4E8"/>
            </a:solidFill>
            <a:prstDash val="solid"/>
          </a:ln>
        </p:spPr>
      </p:sp>
      <p:sp>
        <p:nvSpPr>
          <p:cNvPr id="303" name="Shape 300"/>
          <p:cNvSpPr/>
          <p:nvPr/>
        </p:nvSpPr>
        <p:spPr>
          <a:xfrm>
            <a:off x="9478064" y="5648520"/>
            <a:ext cx="2153595" cy="1063251"/>
          </a:xfrm>
          <a:prstGeom prst="roundRect">
            <a:avLst>
              <a:gd name="adj" fmla="val 5972"/>
            </a:avLst>
          </a:prstGeom>
          <a:solidFill>
            <a:srgbClr val="E6FEE8"/>
          </a:solidFill>
          <a:ln w="12700">
            <a:solidFill>
              <a:srgbClr val="92D050"/>
            </a:solidFill>
            <a:prstDash val="dash"/>
          </a:ln>
        </p:spPr>
      </p:sp>
      <p:sp>
        <p:nvSpPr>
          <p:cNvPr id="304" name="Shape 301"/>
          <p:cNvSpPr/>
          <p:nvPr/>
        </p:nvSpPr>
        <p:spPr>
          <a:xfrm>
            <a:off x="9689459" y="5887752"/>
            <a:ext cx="73989" cy="172778"/>
          </a:xfrm>
          <a:prstGeom prst="rect">
            <a:avLst/>
          </a:prstGeom>
          <a:solidFill>
            <a:srgbClr val="FDFD96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5" name="Shape 302"/>
          <p:cNvSpPr/>
          <p:nvPr/>
        </p:nvSpPr>
        <p:spPr>
          <a:xfrm>
            <a:off x="9772696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6" name="Shape 303"/>
          <p:cNvSpPr/>
          <p:nvPr/>
        </p:nvSpPr>
        <p:spPr>
          <a:xfrm>
            <a:off x="9855934" y="5887752"/>
            <a:ext cx="73989" cy="172778"/>
          </a:xfrm>
          <a:prstGeom prst="rect">
            <a:avLst/>
          </a:prstGeom>
          <a:solidFill>
            <a:srgbClr val="FFF8F4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7" name="Shape 304"/>
          <p:cNvSpPr/>
          <p:nvPr/>
        </p:nvSpPr>
        <p:spPr>
          <a:xfrm>
            <a:off x="9939171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8" name="Shape 305"/>
          <p:cNvSpPr/>
          <p:nvPr/>
        </p:nvSpPr>
        <p:spPr>
          <a:xfrm>
            <a:off x="10022408" y="5887752"/>
            <a:ext cx="73989" cy="172778"/>
          </a:xfrm>
          <a:prstGeom prst="rect">
            <a:avLst/>
          </a:prstGeom>
          <a:solidFill>
            <a:srgbClr val="DCD8F2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9" name="Shape 306"/>
          <p:cNvSpPr/>
          <p:nvPr/>
        </p:nvSpPr>
        <p:spPr>
          <a:xfrm>
            <a:off x="10105645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0" name="Shape 307"/>
          <p:cNvSpPr/>
          <p:nvPr/>
        </p:nvSpPr>
        <p:spPr>
          <a:xfrm>
            <a:off x="10891773" y="5887752"/>
            <a:ext cx="73989" cy="172778"/>
          </a:xfrm>
          <a:prstGeom prst="rect">
            <a:avLst/>
          </a:prstGeom>
          <a:solidFill>
            <a:srgbClr val="FDFD96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1" name="Shape 308"/>
          <p:cNvSpPr/>
          <p:nvPr/>
        </p:nvSpPr>
        <p:spPr>
          <a:xfrm>
            <a:off x="10975010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2" name="Shape 309"/>
          <p:cNvSpPr/>
          <p:nvPr/>
        </p:nvSpPr>
        <p:spPr>
          <a:xfrm>
            <a:off x="11058247" y="5887752"/>
            <a:ext cx="73989" cy="172778"/>
          </a:xfrm>
          <a:prstGeom prst="rect">
            <a:avLst/>
          </a:prstGeom>
          <a:solidFill>
            <a:srgbClr val="FFF8F4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3" name="Shape 310"/>
          <p:cNvSpPr/>
          <p:nvPr/>
        </p:nvSpPr>
        <p:spPr>
          <a:xfrm>
            <a:off x="11141484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4" name="Shape 311"/>
          <p:cNvSpPr/>
          <p:nvPr/>
        </p:nvSpPr>
        <p:spPr>
          <a:xfrm>
            <a:off x="11224721" y="5887752"/>
            <a:ext cx="73989" cy="172778"/>
          </a:xfrm>
          <a:prstGeom prst="rect">
            <a:avLst/>
          </a:prstGeom>
          <a:solidFill>
            <a:srgbClr val="DCD8F2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5" name="Shape 312"/>
          <p:cNvSpPr/>
          <p:nvPr/>
        </p:nvSpPr>
        <p:spPr>
          <a:xfrm>
            <a:off x="11307959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6" name="Text 313"/>
          <p:cNvSpPr/>
          <p:nvPr/>
        </p:nvSpPr>
        <p:spPr>
          <a:xfrm>
            <a:off x="9689459" y="6087111"/>
            <a:ext cx="502065" cy="13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317" name="Shape 314"/>
          <p:cNvSpPr/>
          <p:nvPr/>
        </p:nvSpPr>
        <p:spPr>
          <a:xfrm>
            <a:off x="10217949" y="5927624"/>
            <a:ext cx="462428" cy="385428"/>
          </a:xfrm>
          <a:prstGeom prst="rect">
            <a:avLst/>
          </a:prstGeom>
          <a:solidFill>
            <a:srgbClr val="FDFFCE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318" name="Text 315"/>
          <p:cNvSpPr/>
          <p:nvPr/>
        </p:nvSpPr>
        <p:spPr>
          <a:xfrm>
            <a:off x="10217949" y="5927624"/>
            <a:ext cx="462428" cy="385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100" dirty="0"/>
          </a:p>
        </p:txBody>
      </p:sp>
      <p:sp>
        <p:nvSpPr>
          <p:cNvPr id="319" name="Text 316"/>
          <p:cNvSpPr/>
          <p:nvPr/>
        </p:nvSpPr>
        <p:spPr>
          <a:xfrm>
            <a:off x="10733226" y="6087111"/>
            <a:ext cx="171759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300" dirty="0"/>
          </a:p>
        </p:txBody>
      </p:sp>
      <p:sp>
        <p:nvSpPr>
          <p:cNvPr id="320" name="Text 317"/>
          <p:cNvSpPr/>
          <p:nvPr/>
        </p:nvSpPr>
        <p:spPr>
          <a:xfrm>
            <a:off x="10270798" y="6352924"/>
            <a:ext cx="502065" cy="13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d×d</a:t>
            </a:r>
            <a:endParaRPr lang="en-US" sz="800" dirty="0"/>
          </a:p>
        </p:txBody>
      </p:sp>
      <p:sp>
        <p:nvSpPr>
          <p:cNvPr id="321" name="Text 318"/>
          <p:cNvSpPr/>
          <p:nvPr/>
        </p:nvSpPr>
        <p:spPr>
          <a:xfrm>
            <a:off x="11142806" y="6100402"/>
            <a:ext cx="343518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322" name="Text 319"/>
          <p:cNvSpPr/>
          <p:nvPr/>
        </p:nvSpPr>
        <p:spPr>
          <a:xfrm>
            <a:off x="9874431" y="6419377"/>
            <a:ext cx="1321224" cy="146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2026-10-12T09:44:50Z</dcterms:created>
  <dcterms:modified xsi:type="dcterms:W3CDTF">2026-10-12T09:44:50Z</dcterms:modified>
</cp:coreProperties>
</file>