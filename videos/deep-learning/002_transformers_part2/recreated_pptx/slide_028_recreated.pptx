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8175" y="2113915"/>
            <a:ext cx="3321050" cy="3321050"/>
          </a:xfrm>
          <a:prstGeom prst="ellipse">
            <a:avLst/>
          </a:prstGeom>
          <a:solidFill>
            <a:srgbClr val="FBFCC9"/>
          </a:solidFill>
          <a:ln w="12700">
            <a:solidFill>
              <a:srgbClr val="C0C3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5630" y="3768090"/>
            <a:ext cx="8362950" cy="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7378700" y="637540"/>
            <a:ext cx="0" cy="612902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 flipV="1">
            <a:off x="7708656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V="1">
            <a:off x="75692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 flipV="1">
            <a:off x="58547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4739055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4739055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>
            <a:off x="58547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692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7708656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923417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 rot="-1800000">
            <a:off x="8926830" y="24460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3600000">
            <a:off x="8087360" y="16078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5400000">
            <a:off x="6929120" y="12865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3600000">
            <a:off x="5777230" y="162433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 rot="1800000">
            <a:off x="4920620" y="246316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010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 rot="-1800000">
            <a:off x="4920620" y="478091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 rot="-3600000">
            <a:off x="5768975" y="562927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6930" y="2419350"/>
            <a:ext cx="1771650" cy="849630"/>
          </a:xfrm>
          <a:prstGeom prst="rect">
            <a:avLst/>
          </a:prstGeom>
          <a:solidFill>
            <a:srgbClr val="FFFFCC"/>
          </a:solidFill>
          <a:ln w="9525">
            <a:solidFill>
              <a:srgbClr val="BEC3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9000" y="24638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t=0,1,2,3,....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8500" y="71628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9 words</a:t>
            </a:r>
            <a:endParaRPr lang="en-US" sz="2430" dirty="0"/>
          </a:p>
        </p:txBody>
      </p:sp>
      <p:sp>
        <p:nvSpPr>
          <p:cNvPr id="28" name="Text 26"/>
          <p:cNvSpPr/>
          <p:nvPr/>
        </p:nvSpPr>
        <p:spPr>
          <a:xfrm>
            <a:off x="684530" y="105029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defined</a:t>
            </a:r>
            <a:endParaRPr lang="en-US" sz="2430" dirty="0"/>
          </a:p>
        </p:txBody>
      </p:sp>
      <p:sp>
        <p:nvSpPr>
          <p:cNvPr id="29" name="Text 27"/>
          <p:cNvSpPr/>
          <p:nvPr/>
        </p:nvSpPr>
        <p:spPr>
          <a:xfrm>
            <a:off x="1530350" y="1406652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angles</a:t>
            </a:r>
            <a:endParaRPr lang="en-US" sz="2430" dirty="0"/>
          </a:p>
        </p:txBody>
      </p:sp>
      <p:sp>
        <p:nvSpPr>
          <p:cNvPr id="30" name="Shape 28"/>
          <p:cNvSpPr/>
          <p:nvPr/>
        </p:nvSpPr>
        <p:spPr>
          <a:xfrm flipH="1" flipV="1">
            <a:off x="10148580" y="3125863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10134654" y="3069028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10119561" y="301249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10103310" y="2956277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10085905" y="2900409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10067355" y="284491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10047667" y="2789806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10026850" y="2735118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10004912" y="2680869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9981863" y="2627083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9957713" y="2573783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9932472" y="2520990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9906150" y="2468728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9878759" y="2417019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796780" y="23228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80040" y="2901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 flipH="1" flipV="1">
            <a:off x="9453198" y="1827816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 flipV="1">
            <a:off x="9412720" y="1785559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 flipV="1">
            <a:off x="9371382" y="1744143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 flipV="1">
            <a:off x="9329200" y="1703586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9286193" y="1663905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9242379" y="1625117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9197776" y="1587239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9152404" y="1550286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9106281" y="151427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9059427" y="1479218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9011862" y="1445134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8963607" y="1412035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8914680" y="1379936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8865104" y="1348849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732520" y="12065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27260" y="122047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 flipH="1" flipV="1">
            <a:off x="8201956" y="1051365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 flipV="1">
            <a:off x="8145772" y="1035008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 flipV="1">
            <a:off x="8089264" y="1019810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 flipV="1">
            <a:off x="8032455" y="1005778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 flipV="1">
            <a:off x="7975370" y="992917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 flipV="1">
            <a:off x="7918032" y="981232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 flipV="1">
            <a:off x="7860465" y="970730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 flipV="1">
            <a:off x="7802695" y="961414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 flipV="1">
            <a:off x="7744746" y="953288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 flipV="1">
            <a:off x="7686642" y="946356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 flipV="1">
            <a:off x="7628407" y="940620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 flipV="1">
            <a:off x="7570067" y="936084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 flipV="1">
            <a:off x="7511646" y="932748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 flipV="1">
            <a:off x="7453168" y="930615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373620" y="8343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7306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 flipH="1">
            <a:off x="6730123" y="991806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H="1">
            <a:off x="6673288" y="1004560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6616752" y="1018486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H="1">
            <a:off x="6560537" y="1033579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6504669" y="1049830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6449171" y="106723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6394066" y="1085785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6339378" y="1105473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6285129" y="1126290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6231343" y="1148228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>
            <a:off x="6178043" y="1171277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>
            <a:off x="6125250" y="1195427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6072988" y="1220668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>
            <a:off x="6021279" y="1246990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5947410" y="12192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2112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 flipH="1">
            <a:off x="5432076" y="1660342"/>
            <a:ext cx="43081" cy="396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H="1">
            <a:off x="5389819" y="1699942"/>
            <a:ext cx="42258" cy="404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5348403" y="1740420"/>
            <a:ext cx="41416" cy="4133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H="1">
            <a:off x="5307846" y="1781758"/>
            <a:ext cx="40557" cy="4218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>
            <a:off x="5268165" y="1823940"/>
            <a:ext cx="39681" cy="4300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H="1">
            <a:off x="5229377" y="1866947"/>
            <a:ext cx="38788" cy="438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5191499" y="1910761"/>
            <a:ext cx="37878" cy="4460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H="1">
            <a:off x="5154546" y="1955364"/>
            <a:ext cx="36953" cy="4537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H="1">
            <a:off x="5118534" y="2000736"/>
            <a:ext cx="36012" cy="4612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H="1">
            <a:off x="5083478" y="2046859"/>
            <a:ext cx="35056" cy="468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5049394" y="2093713"/>
            <a:ext cx="34084" cy="4756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5016295" y="2141278"/>
            <a:ext cx="33099" cy="482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4984196" y="2189533"/>
            <a:ext cx="32099" cy="48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4953109" y="2238460"/>
            <a:ext cx="31086" cy="4957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4834890" y="228092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86020" y="145796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10" name="Shape 108"/>
          <p:cNvSpPr/>
          <p:nvPr/>
        </p:nvSpPr>
        <p:spPr>
          <a:xfrm flipH="1">
            <a:off x="4655625" y="2895348"/>
            <a:ext cx="17509" cy="55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H="1">
            <a:off x="4639268" y="2951184"/>
            <a:ext cx="16357" cy="561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H="1">
            <a:off x="4624070" y="3007368"/>
            <a:ext cx="15198" cy="5650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H="1">
            <a:off x="4610038" y="3063876"/>
            <a:ext cx="14032" cy="568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H="1">
            <a:off x="4597177" y="3120685"/>
            <a:ext cx="12861" cy="57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H="1">
            <a:off x="4585492" y="3177770"/>
            <a:ext cx="11684" cy="573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H="1">
            <a:off x="4574990" y="3235108"/>
            <a:ext cx="10502" cy="5756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H="1">
            <a:off x="4565674" y="3292675"/>
            <a:ext cx="9316" cy="5777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H="1">
            <a:off x="4557548" y="3350445"/>
            <a:ext cx="8126" cy="579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H="1">
            <a:off x="4550616" y="3408394"/>
            <a:ext cx="6932" cy="5810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>
            <a:off x="4544880" y="3466498"/>
            <a:ext cx="5736" cy="582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H="1">
            <a:off x="4540344" y="3524733"/>
            <a:ext cx="4537" cy="5834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4537008" y="3583073"/>
            <a:ext cx="3336" cy="5842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H="1">
            <a:off x="4534875" y="3641494"/>
            <a:ext cx="2133" cy="5847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4470400" y="363855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976370" y="2819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26" name="Shape 124"/>
          <p:cNvSpPr/>
          <p:nvPr/>
        </p:nvSpPr>
        <p:spPr>
          <a:xfrm>
            <a:off x="4596066" y="4365907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608820" y="4423017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22746" y="447985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37839" y="4536388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54090" y="4592603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71495" y="464847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90045" y="4703969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09733" y="4759074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30550" y="4813762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752488" y="4868011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75537" y="4921797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99687" y="4975097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4928" y="5027890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51250" y="5080152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4832350" y="50761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989070" y="4425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42" name="Shape 140"/>
          <p:cNvSpPr/>
          <p:nvPr/>
        </p:nvSpPr>
        <p:spPr>
          <a:xfrm>
            <a:off x="5264602" y="5677983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04202" y="5721064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44680" y="5763321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86018" y="5804737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28200" y="5845294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1207" y="5884975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15021" y="5923763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559624" y="5961641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604996" y="599859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651119" y="6034606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697973" y="6069662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45538" y="6103746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93793" y="6136845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842720" y="6168944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5909310" y="61937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542790" y="611124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2026-10-12T04:42:04Z</dcterms:created>
  <dcterms:modified xsi:type="dcterms:W3CDTF">2026-10-12T04:42:04Z</dcterms:modified>
</cp:coreProperties>
</file>