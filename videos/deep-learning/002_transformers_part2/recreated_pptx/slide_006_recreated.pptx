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91970" y="772160"/>
            <a:ext cx="7315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 – Part II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426210" y="1888490"/>
            <a:ext cx="640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Parallelization  Implementation Issues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26210" y="2419350"/>
            <a:ext cx="640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 Information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85570" y="2976880"/>
            <a:ext cx="640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Transformer Block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38910" y="3506470"/>
            <a:ext cx="640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Decoder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26210" y="4037330"/>
            <a:ext cx="640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Encoder  as a Classifier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38910" y="4621530"/>
            <a:ext cx="640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Next 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2026-10-11T22:28:44Z</dcterms:created>
  <dcterms:modified xsi:type="dcterms:W3CDTF">2026-10-11T22:28:44Z</dcterms:modified>
</cp:coreProperties>
</file>