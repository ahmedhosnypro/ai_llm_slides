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9900" y="2847610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548640" y="3537823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Issues</a:t>
            </a:r>
            <a:endParaRPr lang="en-US" sz="4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2026-10-11T22:24:25Z</dcterms:created>
  <dcterms:modified xsi:type="dcterms:W3CDTF">2026-10-11T22:24:25Z</dcterms:modified>
</cp:coreProperties>
</file>