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1.png"/><Relationship Id="rId10" Type="http://schemas.openxmlformats.org/officeDocument/2006/relationships/image" Target="../media/image-1-1.png"/><Relationship Id="rId11" Type="http://schemas.openxmlformats.org/officeDocument/2006/relationships/image" Target="../media/image-1-1.png"/><Relationship Id="rId12" Type="http://schemas.openxmlformats.org/officeDocument/2006/relationships/image" Target="../media/image-1-1.png"/><Relationship Id="rId13" Type="http://schemas.openxmlformats.org/officeDocument/2006/relationships/image" Target="../media/image-1-1.png"/><Relationship Id="rId14" Type="http://schemas.openxmlformats.org/officeDocument/2006/relationships/image" Target="../media/image-1-1.png"/><Relationship Id="rId15" Type="http://schemas.openxmlformats.org/officeDocument/2006/relationships/image" Target="../media/image-1-1.png"/><Relationship Id="rId16" Type="http://schemas.openxmlformats.org/officeDocument/2006/relationships/image" Target="../media/image-1-1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8.png"/><Relationship Id="rId20" Type="http://schemas.openxmlformats.org/officeDocument/2006/relationships/image" Target="../media/image-1-18.png"/><Relationship Id="rId21" Type="http://schemas.openxmlformats.org/officeDocument/2006/relationships/image" Target="../media/image-1-17.png"/><Relationship Id="rId22" Type="http://schemas.openxmlformats.org/officeDocument/2006/relationships/image" Target="../media/image-1-18.png"/><Relationship Id="rId23" Type="http://schemas.openxmlformats.org/officeDocument/2006/relationships/image" Target="../media/image-1-18.png"/><Relationship Id="rId24" Type="http://schemas.openxmlformats.org/officeDocument/2006/relationships/image" Target="../media/image-1-18.png"/><Relationship Id="rId25" Type="http://schemas.openxmlformats.org/officeDocument/2006/relationships/image" Target="../media/image-1-17.png"/><Relationship Id="rId26" Type="http://schemas.openxmlformats.org/officeDocument/2006/relationships/image" Target="../media/image-1-18.png"/><Relationship Id="rId27" Type="http://schemas.openxmlformats.org/officeDocument/2006/relationships/image" Target="../media/image-1-18.png"/><Relationship Id="rId28" Type="http://schemas.openxmlformats.org/officeDocument/2006/relationships/image" Target="../media/image-1-18.png"/><Relationship Id="rId29" Type="http://schemas.openxmlformats.org/officeDocument/2006/relationships/image" Target="../media/image-1-17.png"/><Relationship Id="rId30" Type="http://schemas.openxmlformats.org/officeDocument/2006/relationships/image" Target="../media/image-1-18.png"/><Relationship Id="rId31" Type="http://schemas.openxmlformats.org/officeDocument/2006/relationships/image" Target="../media/image-1-18.png"/><Relationship Id="rId32" Type="http://schemas.openxmlformats.org/officeDocument/2006/relationships/image" Target="../media/image-1-18.png"/><Relationship Id="rId33" Type="http://schemas.openxmlformats.org/officeDocument/2006/relationships/image" Target="../media/image-1-17.png"/><Relationship Id="rId34" Type="http://schemas.openxmlformats.org/officeDocument/2006/relationships/image" Target="../media/image-1-18.png"/><Relationship Id="rId35" Type="http://schemas.openxmlformats.org/officeDocument/2006/relationships/image" Target="../media/image-1-18.png"/><Relationship Id="rId36" Type="http://schemas.openxmlformats.org/officeDocument/2006/relationships/image" Target="../media/image-1-18.png"/><Relationship Id="rId37" Type="http://schemas.openxmlformats.org/officeDocument/2006/relationships/image" Target="../media/image-1-17.png"/><Relationship Id="rId38" Type="http://schemas.openxmlformats.org/officeDocument/2006/relationships/image" Target="../media/image-1-18.png"/><Relationship Id="rId39" Type="http://schemas.openxmlformats.org/officeDocument/2006/relationships/image" Target="../media/image-1-18.png"/><Relationship Id="rId40" Type="http://schemas.openxmlformats.org/officeDocument/2006/relationships/image" Target="../media/image-1-18.png"/><Relationship Id="rId41" Type="http://schemas.openxmlformats.org/officeDocument/2006/relationships/image" Target="../media/image-1-17.png"/><Relationship Id="rId42" Type="http://schemas.openxmlformats.org/officeDocument/2006/relationships/image" Target="../media/image-1-18.png"/><Relationship Id="rId43" Type="http://schemas.openxmlformats.org/officeDocument/2006/relationships/image" Target="../media/image-1-18.png"/><Relationship Id="rId44" Type="http://schemas.openxmlformats.org/officeDocument/2006/relationships/image" Target="../media/image-1-18.png"/><Relationship Id="rId45" Type="http://schemas.openxmlformats.org/officeDocument/2006/relationships/image" Target="../media/image-1-17.png"/><Relationship Id="rId46" Type="http://schemas.openxmlformats.org/officeDocument/2006/relationships/image" Target="../media/image-1-18.png"/><Relationship Id="rId47" Type="http://schemas.openxmlformats.org/officeDocument/2006/relationships/image" Target="../media/image-1-18.png"/><Relationship Id="rId48" Type="http://schemas.openxmlformats.org/officeDocument/2006/relationships/image" Target="../media/image-1-18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23670" y="1155700"/>
            <a:ext cx="10210800" cy="5181600"/>
          </a:xfrm>
          <a:prstGeom prst="roundRect">
            <a:avLst>
              <a:gd name="adj" fmla="val 1059"/>
            </a:avLst>
          </a:prstGeom>
          <a:solidFill>
            <a:srgbClr val="E9B172"/>
          </a:solidFill>
          <a:ln w="28575">
            <a:solidFill>
              <a:srgbClr val="9E5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9600" y="1276350"/>
            <a:ext cx="9550400" cy="923290"/>
          </a:xfrm>
          <a:prstGeom prst="roundRect">
            <a:avLst>
              <a:gd name="adj" fmla="val 7923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7" name="Shape 5"/>
          <p:cNvSpPr/>
          <p:nvPr/>
        </p:nvSpPr>
        <p:spPr>
          <a:xfrm>
            <a:off x="1879600" y="4013200"/>
            <a:ext cx="9550400" cy="1017270"/>
          </a:xfrm>
          <a:prstGeom prst="roundRect">
            <a:avLst>
              <a:gd name="adj" fmla="val 7191"/>
            </a:avLst>
          </a:prstGeom>
          <a:solidFill>
            <a:srgbClr val="E9B172"/>
          </a:solidFill>
          <a:ln w="19050">
            <a:solidFill>
              <a:srgbClr val="9A8434"/>
            </a:solidFill>
            <a:prstDash val="dashDot"/>
          </a:ln>
        </p:spPr>
      </p:sp>
      <p:sp>
        <p:nvSpPr>
          <p:cNvPr id="8" name="Shape 6"/>
          <p:cNvSpPr/>
          <p:nvPr/>
        </p:nvSpPr>
        <p:spPr>
          <a:xfrm>
            <a:off x="2024380" y="134239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52850" y="134239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024380" y="4146550"/>
            <a:ext cx="9182100" cy="398780"/>
          </a:xfrm>
          <a:prstGeom prst="rect">
            <a:avLst/>
          </a:prstGeom>
          <a:solidFill>
            <a:srgbClr val="EDB671"/>
          </a:solidFill>
          <a:ln w="15875">
            <a:solidFill>
              <a:srgbClr val="B08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52850" y="4146550"/>
            <a:ext cx="5588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900" dirty="0"/>
          </a:p>
        </p:txBody>
      </p:sp>
      <p:pic>
        <p:nvPicPr>
          <p:cNvPr id="12" name="Image 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9910" y="1933575"/>
            <a:ext cx="685800" cy="1905000"/>
          </a:xfrm>
          <a:prstGeom prst="rect">
            <a:avLst/>
          </a:prstGeom>
        </p:spPr>
      </p:pic>
      <p:pic>
        <p:nvPicPr>
          <p:cNvPr id="13" name="Image 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760" y="1933575"/>
            <a:ext cx="685800" cy="1905000"/>
          </a:xfrm>
          <a:prstGeom prst="rect">
            <a:avLst/>
          </a:prstGeom>
        </p:spPr>
      </p:pic>
      <p:pic>
        <p:nvPicPr>
          <p:cNvPr id="14" name="Image 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1933575"/>
            <a:ext cx="685800" cy="1905000"/>
          </a:xfrm>
          <a:prstGeom prst="rect">
            <a:avLst/>
          </a:prstGeom>
        </p:spPr>
      </p:pic>
      <p:pic>
        <p:nvPicPr>
          <p:cNvPr id="15" name="Image 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700" y="1933575"/>
            <a:ext cx="685800" cy="1905000"/>
          </a:xfrm>
          <a:prstGeom prst="rect">
            <a:avLst/>
          </a:prstGeom>
        </p:spPr>
      </p:pic>
      <p:pic>
        <p:nvPicPr>
          <p:cNvPr id="16" name="Image 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550" y="1933575"/>
            <a:ext cx="685800" cy="1905000"/>
          </a:xfrm>
          <a:prstGeom prst="rect">
            <a:avLst/>
          </a:prstGeom>
        </p:spPr>
      </p:pic>
      <p:pic>
        <p:nvPicPr>
          <p:cNvPr id="17" name="Image 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750" y="1933575"/>
            <a:ext cx="685800" cy="1905000"/>
          </a:xfrm>
          <a:prstGeom prst="rect">
            <a:avLst/>
          </a:prstGeom>
        </p:spPr>
      </p:pic>
      <p:pic>
        <p:nvPicPr>
          <p:cNvPr id="18" name="Image 6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7810" y="1933575"/>
            <a:ext cx="685800" cy="1905000"/>
          </a:xfrm>
          <a:prstGeom prst="rect">
            <a:avLst/>
          </a:prstGeom>
        </p:spPr>
      </p:pic>
      <p:pic>
        <p:nvPicPr>
          <p:cNvPr id="19" name="Image 7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5230" y="1933575"/>
            <a:ext cx="685800" cy="1905000"/>
          </a:xfrm>
          <a:prstGeom prst="rect">
            <a:avLst/>
          </a:prstGeom>
        </p:spPr>
      </p:pic>
      <p:pic>
        <p:nvPicPr>
          <p:cNvPr id="20" name="Image 8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9910" y="4751705"/>
            <a:ext cx="685800" cy="1905000"/>
          </a:xfrm>
          <a:prstGeom prst="rect">
            <a:avLst/>
          </a:prstGeom>
        </p:spPr>
      </p:pic>
      <p:pic>
        <p:nvPicPr>
          <p:cNvPr id="21" name="Image 9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8760" y="4751705"/>
            <a:ext cx="685800" cy="1905000"/>
          </a:xfrm>
          <a:prstGeom prst="rect">
            <a:avLst/>
          </a:prstGeom>
        </p:spPr>
      </p:pic>
      <p:pic>
        <p:nvPicPr>
          <p:cNvPr id="22" name="Image 10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500" y="4751705"/>
            <a:ext cx="685800" cy="1905000"/>
          </a:xfrm>
          <a:prstGeom prst="rect">
            <a:avLst/>
          </a:prstGeom>
        </p:spPr>
      </p:pic>
      <p:pic>
        <p:nvPicPr>
          <p:cNvPr id="23" name="Image 11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1700" y="4751705"/>
            <a:ext cx="685800" cy="1905000"/>
          </a:xfrm>
          <a:prstGeom prst="rect">
            <a:avLst/>
          </a:prstGeom>
        </p:spPr>
      </p:pic>
      <p:pic>
        <p:nvPicPr>
          <p:cNvPr id="24" name="Image 12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70550" y="4751705"/>
            <a:ext cx="685800" cy="1905000"/>
          </a:xfrm>
          <a:prstGeom prst="rect">
            <a:avLst/>
          </a:prstGeom>
        </p:spPr>
      </p:pic>
      <p:pic>
        <p:nvPicPr>
          <p:cNvPr id="25" name="Image 13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35750" y="4751705"/>
            <a:ext cx="685800" cy="1905000"/>
          </a:xfrm>
          <a:prstGeom prst="rect">
            <a:avLst/>
          </a:prstGeom>
        </p:spPr>
      </p:pic>
      <p:pic>
        <p:nvPicPr>
          <p:cNvPr id="26" name="Image 14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7810" y="4751705"/>
            <a:ext cx="685800" cy="1905000"/>
          </a:xfrm>
          <a:prstGeom prst="rect">
            <a:avLst/>
          </a:prstGeom>
        </p:spPr>
      </p:pic>
      <p:pic>
        <p:nvPicPr>
          <p:cNvPr id="27" name="Image 15" descr="/home/ahmed/Projects/ai_llm_slides/videos/deep-learning/002_transformers_part2/recreated_pptx/build/assets/s047_curv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95230" y="4751705"/>
            <a:ext cx="685800" cy="1905000"/>
          </a:xfrm>
          <a:prstGeom prst="rect">
            <a:avLst/>
          </a:prstGeom>
        </p:spPr>
      </p:pic>
      <p:sp>
        <p:nvSpPr>
          <p:cNvPr id="28" name="Shape 10"/>
          <p:cNvSpPr/>
          <p:nvPr/>
        </p:nvSpPr>
        <p:spPr>
          <a:xfrm>
            <a:off x="20269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9" name="Shape 11"/>
          <p:cNvSpPr/>
          <p:nvPr/>
        </p:nvSpPr>
        <p:spPr>
          <a:xfrm>
            <a:off x="21780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0" name="Shape 12"/>
          <p:cNvSpPr/>
          <p:nvPr/>
        </p:nvSpPr>
        <p:spPr>
          <a:xfrm>
            <a:off x="23291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1" name="Shape 13"/>
          <p:cNvSpPr/>
          <p:nvPr/>
        </p:nvSpPr>
        <p:spPr>
          <a:xfrm>
            <a:off x="24803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2" name="Shape 14"/>
          <p:cNvSpPr/>
          <p:nvPr/>
        </p:nvSpPr>
        <p:spPr>
          <a:xfrm>
            <a:off x="26314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3" name="Shape 15"/>
          <p:cNvSpPr/>
          <p:nvPr/>
        </p:nvSpPr>
        <p:spPr>
          <a:xfrm>
            <a:off x="27825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4" name="Text 16"/>
          <p:cNvSpPr/>
          <p:nvPr/>
        </p:nvSpPr>
        <p:spPr>
          <a:xfrm>
            <a:off x="23152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Shape 17"/>
          <p:cNvSpPr/>
          <p:nvPr/>
        </p:nvSpPr>
        <p:spPr>
          <a:xfrm>
            <a:off x="298577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6" name="Shape 18"/>
          <p:cNvSpPr/>
          <p:nvPr/>
        </p:nvSpPr>
        <p:spPr>
          <a:xfrm>
            <a:off x="313690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7" name="Shape 19"/>
          <p:cNvSpPr/>
          <p:nvPr/>
        </p:nvSpPr>
        <p:spPr>
          <a:xfrm>
            <a:off x="328803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8" name="Shape 20"/>
          <p:cNvSpPr/>
          <p:nvPr/>
        </p:nvSpPr>
        <p:spPr>
          <a:xfrm>
            <a:off x="343916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39" name="Shape 21"/>
          <p:cNvSpPr/>
          <p:nvPr/>
        </p:nvSpPr>
        <p:spPr>
          <a:xfrm>
            <a:off x="359029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0" name="Shape 22"/>
          <p:cNvSpPr/>
          <p:nvPr/>
        </p:nvSpPr>
        <p:spPr>
          <a:xfrm>
            <a:off x="374142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1" name="Text 23"/>
          <p:cNvSpPr/>
          <p:nvPr/>
        </p:nvSpPr>
        <p:spPr>
          <a:xfrm>
            <a:off x="327406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24"/>
          <p:cNvSpPr/>
          <p:nvPr/>
        </p:nvSpPr>
        <p:spPr>
          <a:xfrm>
            <a:off x="39535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3" name="Shape 25"/>
          <p:cNvSpPr/>
          <p:nvPr/>
        </p:nvSpPr>
        <p:spPr>
          <a:xfrm>
            <a:off x="41046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4" name="Shape 26"/>
          <p:cNvSpPr/>
          <p:nvPr/>
        </p:nvSpPr>
        <p:spPr>
          <a:xfrm>
            <a:off x="42557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5" name="Shape 27"/>
          <p:cNvSpPr/>
          <p:nvPr/>
        </p:nvSpPr>
        <p:spPr>
          <a:xfrm>
            <a:off x="44069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6" name="Shape 28"/>
          <p:cNvSpPr/>
          <p:nvPr/>
        </p:nvSpPr>
        <p:spPr>
          <a:xfrm>
            <a:off x="45580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7" name="Shape 29"/>
          <p:cNvSpPr/>
          <p:nvPr/>
        </p:nvSpPr>
        <p:spPr>
          <a:xfrm>
            <a:off x="47091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48" name="Text 30"/>
          <p:cNvSpPr/>
          <p:nvPr/>
        </p:nvSpPr>
        <p:spPr>
          <a:xfrm>
            <a:off x="42418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31"/>
          <p:cNvSpPr/>
          <p:nvPr/>
        </p:nvSpPr>
        <p:spPr>
          <a:xfrm>
            <a:off x="491871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506984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1" name="Shape 33"/>
          <p:cNvSpPr/>
          <p:nvPr/>
        </p:nvSpPr>
        <p:spPr>
          <a:xfrm>
            <a:off x="522097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2" name="Shape 34"/>
          <p:cNvSpPr/>
          <p:nvPr/>
        </p:nvSpPr>
        <p:spPr>
          <a:xfrm>
            <a:off x="537210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552323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4" name="Shape 36"/>
          <p:cNvSpPr/>
          <p:nvPr/>
        </p:nvSpPr>
        <p:spPr>
          <a:xfrm>
            <a:off x="567436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520700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6" name="Shape 38"/>
          <p:cNvSpPr/>
          <p:nvPr/>
        </p:nvSpPr>
        <p:spPr>
          <a:xfrm>
            <a:off x="58775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60286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8" name="Shape 40"/>
          <p:cNvSpPr/>
          <p:nvPr/>
        </p:nvSpPr>
        <p:spPr>
          <a:xfrm>
            <a:off x="61798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59" name="Shape 41"/>
          <p:cNvSpPr/>
          <p:nvPr/>
        </p:nvSpPr>
        <p:spPr>
          <a:xfrm>
            <a:off x="63309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64820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66332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2" name="Text 44"/>
          <p:cNvSpPr/>
          <p:nvPr/>
        </p:nvSpPr>
        <p:spPr>
          <a:xfrm>
            <a:off x="61658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Shape 45"/>
          <p:cNvSpPr/>
          <p:nvPr/>
        </p:nvSpPr>
        <p:spPr>
          <a:xfrm>
            <a:off x="684276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4" name="Shape 46"/>
          <p:cNvSpPr/>
          <p:nvPr/>
        </p:nvSpPr>
        <p:spPr>
          <a:xfrm>
            <a:off x="699389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714502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729615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744728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759841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713105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0" name="Shape 52"/>
          <p:cNvSpPr/>
          <p:nvPr/>
        </p:nvSpPr>
        <p:spPr>
          <a:xfrm>
            <a:off x="935482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950595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965708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980821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995934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1011047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6" name="Text 58"/>
          <p:cNvSpPr/>
          <p:nvPr/>
        </p:nvSpPr>
        <p:spPr>
          <a:xfrm>
            <a:off x="964311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7" name="Shape 59"/>
          <p:cNvSpPr/>
          <p:nvPr/>
        </p:nvSpPr>
        <p:spPr>
          <a:xfrm>
            <a:off x="10302240" y="508762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10453370" y="508762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79" name="Shape 61"/>
          <p:cNvSpPr/>
          <p:nvPr/>
        </p:nvSpPr>
        <p:spPr>
          <a:xfrm>
            <a:off x="10604500" y="508762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10755630" y="508762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1" name="Shape 63"/>
          <p:cNvSpPr/>
          <p:nvPr/>
        </p:nvSpPr>
        <p:spPr>
          <a:xfrm>
            <a:off x="10906760" y="508762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2" name="Shape 64"/>
          <p:cNvSpPr/>
          <p:nvPr/>
        </p:nvSpPr>
        <p:spPr>
          <a:xfrm>
            <a:off x="11057890" y="508762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83" name="Text 65"/>
          <p:cNvSpPr/>
          <p:nvPr/>
        </p:nvSpPr>
        <p:spPr>
          <a:xfrm>
            <a:off x="10590530" y="506857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4" name="Shape 66"/>
          <p:cNvSpPr/>
          <p:nvPr/>
        </p:nvSpPr>
        <p:spPr>
          <a:xfrm>
            <a:off x="797052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5" name="Shape 67"/>
          <p:cNvSpPr/>
          <p:nvPr/>
        </p:nvSpPr>
        <p:spPr>
          <a:xfrm>
            <a:off x="820166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6" name="Shape 68"/>
          <p:cNvSpPr/>
          <p:nvPr/>
        </p:nvSpPr>
        <p:spPr>
          <a:xfrm>
            <a:off x="843153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7" name="Shape 69"/>
          <p:cNvSpPr/>
          <p:nvPr/>
        </p:nvSpPr>
        <p:spPr>
          <a:xfrm>
            <a:off x="866267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8" name="Shape 70"/>
          <p:cNvSpPr/>
          <p:nvPr/>
        </p:nvSpPr>
        <p:spPr>
          <a:xfrm>
            <a:off x="8892540" y="515620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89" name="Shape 71"/>
          <p:cNvSpPr/>
          <p:nvPr/>
        </p:nvSpPr>
        <p:spPr>
          <a:xfrm>
            <a:off x="20269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0" name="Shape 72"/>
          <p:cNvSpPr/>
          <p:nvPr/>
        </p:nvSpPr>
        <p:spPr>
          <a:xfrm>
            <a:off x="21780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1" name="Shape 73"/>
          <p:cNvSpPr/>
          <p:nvPr/>
        </p:nvSpPr>
        <p:spPr>
          <a:xfrm>
            <a:off x="23291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2" name="Shape 74"/>
          <p:cNvSpPr/>
          <p:nvPr/>
        </p:nvSpPr>
        <p:spPr>
          <a:xfrm>
            <a:off x="24803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3" name="Shape 75"/>
          <p:cNvSpPr/>
          <p:nvPr/>
        </p:nvSpPr>
        <p:spPr>
          <a:xfrm>
            <a:off x="26314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4" name="Shape 76"/>
          <p:cNvSpPr/>
          <p:nvPr/>
        </p:nvSpPr>
        <p:spPr>
          <a:xfrm>
            <a:off x="27825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5" name="Text 77"/>
          <p:cNvSpPr/>
          <p:nvPr/>
        </p:nvSpPr>
        <p:spPr>
          <a:xfrm>
            <a:off x="23152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96" name="Shape 78"/>
          <p:cNvSpPr/>
          <p:nvPr/>
        </p:nvSpPr>
        <p:spPr>
          <a:xfrm>
            <a:off x="298577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7" name="Shape 79"/>
          <p:cNvSpPr/>
          <p:nvPr/>
        </p:nvSpPr>
        <p:spPr>
          <a:xfrm>
            <a:off x="313690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8" name="Shape 80"/>
          <p:cNvSpPr/>
          <p:nvPr/>
        </p:nvSpPr>
        <p:spPr>
          <a:xfrm>
            <a:off x="328803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99" name="Shape 81"/>
          <p:cNvSpPr/>
          <p:nvPr/>
        </p:nvSpPr>
        <p:spPr>
          <a:xfrm>
            <a:off x="343916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0" name="Shape 82"/>
          <p:cNvSpPr/>
          <p:nvPr/>
        </p:nvSpPr>
        <p:spPr>
          <a:xfrm>
            <a:off x="359029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1" name="Shape 83"/>
          <p:cNvSpPr/>
          <p:nvPr/>
        </p:nvSpPr>
        <p:spPr>
          <a:xfrm>
            <a:off x="374142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2" name="Text 84"/>
          <p:cNvSpPr/>
          <p:nvPr/>
        </p:nvSpPr>
        <p:spPr>
          <a:xfrm>
            <a:off x="327406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3" name="Shape 85"/>
          <p:cNvSpPr/>
          <p:nvPr/>
        </p:nvSpPr>
        <p:spPr>
          <a:xfrm>
            <a:off x="39535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4" name="Shape 86"/>
          <p:cNvSpPr/>
          <p:nvPr/>
        </p:nvSpPr>
        <p:spPr>
          <a:xfrm>
            <a:off x="41046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5" name="Shape 87"/>
          <p:cNvSpPr/>
          <p:nvPr/>
        </p:nvSpPr>
        <p:spPr>
          <a:xfrm>
            <a:off x="42557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6" name="Shape 88"/>
          <p:cNvSpPr/>
          <p:nvPr/>
        </p:nvSpPr>
        <p:spPr>
          <a:xfrm>
            <a:off x="44069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7" name="Shape 89"/>
          <p:cNvSpPr/>
          <p:nvPr/>
        </p:nvSpPr>
        <p:spPr>
          <a:xfrm>
            <a:off x="45580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8" name="Shape 90"/>
          <p:cNvSpPr/>
          <p:nvPr/>
        </p:nvSpPr>
        <p:spPr>
          <a:xfrm>
            <a:off x="47091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09" name="Text 91"/>
          <p:cNvSpPr/>
          <p:nvPr/>
        </p:nvSpPr>
        <p:spPr>
          <a:xfrm>
            <a:off x="42418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0" name="Shape 92"/>
          <p:cNvSpPr/>
          <p:nvPr/>
        </p:nvSpPr>
        <p:spPr>
          <a:xfrm>
            <a:off x="491871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1" name="Shape 93"/>
          <p:cNvSpPr/>
          <p:nvPr/>
        </p:nvSpPr>
        <p:spPr>
          <a:xfrm>
            <a:off x="506984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2" name="Shape 94"/>
          <p:cNvSpPr/>
          <p:nvPr/>
        </p:nvSpPr>
        <p:spPr>
          <a:xfrm>
            <a:off x="522097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3" name="Shape 95"/>
          <p:cNvSpPr/>
          <p:nvPr/>
        </p:nvSpPr>
        <p:spPr>
          <a:xfrm>
            <a:off x="537210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4" name="Shape 96"/>
          <p:cNvSpPr/>
          <p:nvPr/>
        </p:nvSpPr>
        <p:spPr>
          <a:xfrm>
            <a:off x="552323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5" name="Shape 97"/>
          <p:cNvSpPr/>
          <p:nvPr/>
        </p:nvSpPr>
        <p:spPr>
          <a:xfrm>
            <a:off x="567436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6" name="Text 98"/>
          <p:cNvSpPr/>
          <p:nvPr/>
        </p:nvSpPr>
        <p:spPr>
          <a:xfrm>
            <a:off x="520700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7" name="Shape 99"/>
          <p:cNvSpPr/>
          <p:nvPr/>
        </p:nvSpPr>
        <p:spPr>
          <a:xfrm>
            <a:off x="58775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8" name="Shape 100"/>
          <p:cNvSpPr/>
          <p:nvPr/>
        </p:nvSpPr>
        <p:spPr>
          <a:xfrm>
            <a:off x="60286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19" name="Shape 101"/>
          <p:cNvSpPr/>
          <p:nvPr/>
        </p:nvSpPr>
        <p:spPr>
          <a:xfrm>
            <a:off x="61798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0" name="Shape 102"/>
          <p:cNvSpPr/>
          <p:nvPr/>
        </p:nvSpPr>
        <p:spPr>
          <a:xfrm>
            <a:off x="63309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1" name="Shape 103"/>
          <p:cNvSpPr/>
          <p:nvPr/>
        </p:nvSpPr>
        <p:spPr>
          <a:xfrm>
            <a:off x="64820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2" name="Shape 104"/>
          <p:cNvSpPr/>
          <p:nvPr/>
        </p:nvSpPr>
        <p:spPr>
          <a:xfrm>
            <a:off x="66332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3" name="Text 105"/>
          <p:cNvSpPr/>
          <p:nvPr/>
        </p:nvSpPr>
        <p:spPr>
          <a:xfrm>
            <a:off x="61658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24" name="Shape 106"/>
          <p:cNvSpPr/>
          <p:nvPr/>
        </p:nvSpPr>
        <p:spPr>
          <a:xfrm>
            <a:off x="684276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5" name="Shape 107"/>
          <p:cNvSpPr/>
          <p:nvPr/>
        </p:nvSpPr>
        <p:spPr>
          <a:xfrm>
            <a:off x="699389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6" name="Shape 108"/>
          <p:cNvSpPr/>
          <p:nvPr/>
        </p:nvSpPr>
        <p:spPr>
          <a:xfrm>
            <a:off x="714502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7" name="Shape 109"/>
          <p:cNvSpPr/>
          <p:nvPr/>
        </p:nvSpPr>
        <p:spPr>
          <a:xfrm>
            <a:off x="729615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8" name="Shape 110"/>
          <p:cNvSpPr/>
          <p:nvPr/>
        </p:nvSpPr>
        <p:spPr>
          <a:xfrm>
            <a:off x="744728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29" name="Shape 111"/>
          <p:cNvSpPr/>
          <p:nvPr/>
        </p:nvSpPr>
        <p:spPr>
          <a:xfrm>
            <a:off x="759841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0" name="Text 112"/>
          <p:cNvSpPr/>
          <p:nvPr/>
        </p:nvSpPr>
        <p:spPr>
          <a:xfrm>
            <a:off x="713105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31" name="Shape 113"/>
          <p:cNvSpPr/>
          <p:nvPr/>
        </p:nvSpPr>
        <p:spPr>
          <a:xfrm>
            <a:off x="935482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2" name="Shape 114"/>
          <p:cNvSpPr/>
          <p:nvPr/>
        </p:nvSpPr>
        <p:spPr>
          <a:xfrm>
            <a:off x="950595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3" name="Shape 115"/>
          <p:cNvSpPr/>
          <p:nvPr/>
        </p:nvSpPr>
        <p:spPr>
          <a:xfrm>
            <a:off x="965708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4" name="Shape 116"/>
          <p:cNvSpPr/>
          <p:nvPr/>
        </p:nvSpPr>
        <p:spPr>
          <a:xfrm>
            <a:off x="980821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5" name="Shape 117"/>
          <p:cNvSpPr/>
          <p:nvPr/>
        </p:nvSpPr>
        <p:spPr>
          <a:xfrm>
            <a:off x="995934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6" name="Shape 118"/>
          <p:cNvSpPr/>
          <p:nvPr/>
        </p:nvSpPr>
        <p:spPr>
          <a:xfrm>
            <a:off x="1011047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7" name="Text 119"/>
          <p:cNvSpPr/>
          <p:nvPr/>
        </p:nvSpPr>
        <p:spPr>
          <a:xfrm>
            <a:off x="964311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38" name="Shape 120"/>
          <p:cNvSpPr/>
          <p:nvPr/>
        </p:nvSpPr>
        <p:spPr>
          <a:xfrm>
            <a:off x="10302240" y="37312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39" name="Shape 121"/>
          <p:cNvSpPr/>
          <p:nvPr/>
        </p:nvSpPr>
        <p:spPr>
          <a:xfrm>
            <a:off x="10453370" y="37312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0" name="Shape 122"/>
          <p:cNvSpPr/>
          <p:nvPr/>
        </p:nvSpPr>
        <p:spPr>
          <a:xfrm>
            <a:off x="10604500" y="37312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1" name="Shape 123"/>
          <p:cNvSpPr/>
          <p:nvPr/>
        </p:nvSpPr>
        <p:spPr>
          <a:xfrm>
            <a:off x="10755630" y="37312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2" name="Shape 124"/>
          <p:cNvSpPr/>
          <p:nvPr/>
        </p:nvSpPr>
        <p:spPr>
          <a:xfrm>
            <a:off x="10906760" y="37312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3" name="Shape 125"/>
          <p:cNvSpPr/>
          <p:nvPr/>
        </p:nvSpPr>
        <p:spPr>
          <a:xfrm>
            <a:off x="11057890" y="37312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44" name="Text 126"/>
          <p:cNvSpPr/>
          <p:nvPr/>
        </p:nvSpPr>
        <p:spPr>
          <a:xfrm>
            <a:off x="10590530" y="37122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45" name="Shape 127"/>
          <p:cNvSpPr/>
          <p:nvPr/>
        </p:nvSpPr>
        <p:spPr>
          <a:xfrm>
            <a:off x="797052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6" name="Shape 128"/>
          <p:cNvSpPr/>
          <p:nvPr/>
        </p:nvSpPr>
        <p:spPr>
          <a:xfrm>
            <a:off x="820166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7" name="Shape 129"/>
          <p:cNvSpPr/>
          <p:nvPr/>
        </p:nvSpPr>
        <p:spPr>
          <a:xfrm>
            <a:off x="843153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8" name="Shape 130"/>
          <p:cNvSpPr/>
          <p:nvPr/>
        </p:nvSpPr>
        <p:spPr>
          <a:xfrm>
            <a:off x="866267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49" name="Shape 131"/>
          <p:cNvSpPr/>
          <p:nvPr/>
        </p:nvSpPr>
        <p:spPr>
          <a:xfrm>
            <a:off x="8892540" y="37998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150" name="Shape 132"/>
          <p:cNvSpPr/>
          <p:nvPr/>
        </p:nvSpPr>
        <p:spPr>
          <a:xfrm>
            <a:off x="20269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1" name="Shape 133"/>
          <p:cNvSpPr/>
          <p:nvPr/>
        </p:nvSpPr>
        <p:spPr>
          <a:xfrm>
            <a:off x="21780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2" name="Shape 134"/>
          <p:cNvSpPr/>
          <p:nvPr/>
        </p:nvSpPr>
        <p:spPr>
          <a:xfrm>
            <a:off x="23291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3" name="Shape 135"/>
          <p:cNvSpPr/>
          <p:nvPr/>
        </p:nvSpPr>
        <p:spPr>
          <a:xfrm>
            <a:off x="24803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4" name="Shape 136"/>
          <p:cNvSpPr/>
          <p:nvPr/>
        </p:nvSpPr>
        <p:spPr>
          <a:xfrm>
            <a:off x="26314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5" name="Shape 137"/>
          <p:cNvSpPr/>
          <p:nvPr/>
        </p:nvSpPr>
        <p:spPr>
          <a:xfrm>
            <a:off x="27825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6" name="Text 138"/>
          <p:cNvSpPr/>
          <p:nvPr/>
        </p:nvSpPr>
        <p:spPr>
          <a:xfrm>
            <a:off x="23152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57" name="Shape 139"/>
          <p:cNvSpPr/>
          <p:nvPr/>
        </p:nvSpPr>
        <p:spPr>
          <a:xfrm>
            <a:off x="298577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8" name="Shape 140"/>
          <p:cNvSpPr/>
          <p:nvPr/>
        </p:nvSpPr>
        <p:spPr>
          <a:xfrm>
            <a:off x="313690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59" name="Shape 141"/>
          <p:cNvSpPr/>
          <p:nvPr/>
        </p:nvSpPr>
        <p:spPr>
          <a:xfrm>
            <a:off x="328803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0" name="Shape 142"/>
          <p:cNvSpPr/>
          <p:nvPr/>
        </p:nvSpPr>
        <p:spPr>
          <a:xfrm>
            <a:off x="343916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1" name="Shape 143"/>
          <p:cNvSpPr/>
          <p:nvPr/>
        </p:nvSpPr>
        <p:spPr>
          <a:xfrm>
            <a:off x="359029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2" name="Shape 144"/>
          <p:cNvSpPr/>
          <p:nvPr/>
        </p:nvSpPr>
        <p:spPr>
          <a:xfrm>
            <a:off x="374142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3" name="Text 145"/>
          <p:cNvSpPr/>
          <p:nvPr/>
        </p:nvSpPr>
        <p:spPr>
          <a:xfrm>
            <a:off x="327406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4" name="Shape 146"/>
          <p:cNvSpPr/>
          <p:nvPr/>
        </p:nvSpPr>
        <p:spPr>
          <a:xfrm>
            <a:off x="39535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5" name="Shape 147"/>
          <p:cNvSpPr/>
          <p:nvPr/>
        </p:nvSpPr>
        <p:spPr>
          <a:xfrm>
            <a:off x="41046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6" name="Shape 148"/>
          <p:cNvSpPr/>
          <p:nvPr/>
        </p:nvSpPr>
        <p:spPr>
          <a:xfrm>
            <a:off x="42557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7" name="Shape 149"/>
          <p:cNvSpPr/>
          <p:nvPr/>
        </p:nvSpPr>
        <p:spPr>
          <a:xfrm>
            <a:off x="44069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8" name="Shape 150"/>
          <p:cNvSpPr/>
          <p:nvPr/>
        </p:nvSpPr>
        <p:spPr>
          <a:xfrm>
            <a:off x="45580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69" name="Shape 151"/>
          <p:cNvSpPr/>
          <p:nvPr/>
        </p:nvSpPr>
        <p:spPr>
          <a:xfrm>
            <a:off x="47091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0" name="Text 152"/>
          <p:cNvSpPr/>
          <p:nvPr/>
        </p:nvSpPr>
        <p:spPr>
          <a:xfrm>
            <a:off x="42418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1" name="Shape 153"/>
          <p:cNvSpPr/>
          <p:nvPr/>
        </p:nvSpPr>
        <p:spPr>
          <a:xfrm>
            <a:off x="491871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2" name="Shape 154"/>
          <p:cNvSpPr/>
          <p:nvPr/>
        </p:nvSpPr>
        <p:spPr>
          <a:xfrm>
            <a:off x="506984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3" name="Shape 155"/>
          <p:cNvSpPr/>
          <p:nvPr/>
        </p:nvSpPr>
        <p:spPr>
          <a:xfrm>
            <a:off x="522097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4" name="Shape 156"/>
          <p:cNvSpPr/>
          <p:nvPr/>
        </p:nvSpPr>
        <p:spPr>
          <a:xfrm>
            <a:off x="537210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5" name="Shape 157"/>
          <p:cNvSpPr/>
          <p:nvPr/>
        </p:nvSpPr>
        <p:spPr>
          <a:xfrm>
            <a:off x="552323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6" name="Shape 158"/>
          <p:cNvSpPr/>
          <p:nvPr/>
        </p:nvSpPr>
        <p:spPr>
          <a:xfrm>
            <a:off x="567436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7" name="Text 159"/>
          <p:cNvSpPr/>
          <p:nvPr/>
        </p:nvSpPr>
        <p:spPr>
          <a:xfrm>
            <a:off x="520700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8" name="Shape 160"/>
          <p:cNvSpPr/>
          <p:nvPr/>
        </p:nvSpPr>
        <p:spPr>
          <a:xfrm>
            <a:off x="58775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79" name="Shape 161"/>
          <p:cNvSpPr/>
          <p:nvPr/>
        </p:nvSpPr>
        <p:spPr>
          <a:xfrm>
            <a:off x="60286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0" name="Shape 162"/>
          <p:cNvSpPr/>
          <p:nvPr/>
        </p:nvSpPr>
        <p:spPr>
          <a:xfrm>
            <a:off x="61798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1" name="Shape 163"/>
          <p:cNvSpPr/>
          <p:nvPr/>
        </p:nvSpPr>
        <p:spPr>
          <a:xfrm>
            <a:off x="63309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2" name="Shape 164"/>
          <p:cNvSpPr/>
          <p:nvPr/>
        </p:nvSpPr>
        <p:spPr>
          <a:xfrm>
            <a:off x="64820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3" name="Shape 165"/>
          <p:cNvSpPr/>
          <p:nvPr/>
        </p:nvSpPr>
        <p:spPr>
          <a:xfrm>
            <a:off x="66332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4" name="Text 166"/>
          <p:cNvSpPr/>
          <p:nvPr/>
        </p:nvSpPr>
        <p:spPr>
          <a:xfrm>
            <a:off x="61658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5" name="Shape 167"/>
          <p:cNvSpPr/>
          <p:nvPr/>
        </p:nvSpPr>
        <p:spPr>
          <a:xfrm>
            <a:off x="684276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6" name="Shape 168"/>
          <p:cNvSpPr/>
          <p:nvPr/>
        </p:nvSpPr>
        <p:spPr>
          <a:xfrm>
            <a:off x="699389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7" name="Shape 169"/>
          <p:cNvSpPr/>
          <p:nvPr/>
        </p:nvSpPr>
        <p:spPr>
          <a:xfrm>
            <a:off x="714502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8" name="Shape 170"/>
          <p:cNvSpPr/>
          <p:nvPr/>
        </p:nvSpPr>
        <p:spPr>
          <a:xfrm>
            <a:off x="729615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89" name="Shape 171"/>
          <p:cNvSpPr/>
          <p:nvPr/>
        </p:nvSpPr>
        <p:spPr>
          <a:xfrm>
            <a:off x="744728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0" name="Shape 172"/>
          <p:cNvSpPr/>
          <p:nvPr/>
        </p:nvSpPr>
        <p:spPr>
          <a:xfrm>
            <a:off x="759841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1" name="Text 173"/>
          <p:cNvSpPr/>
          <p:nvPr/>
        </p:nvSpPr>
        <p:spPr>
          <a:xfrm>
            <a:off x="713105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2" name="Shape 174"/>
          <p:cNvSpPr/>
          <p:nvPr/>
        </p:nvSpPr>
        <p:spPr>
          <a:xfrm>
            <a:off x="935482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3" name="Shape 175"/>
          <p:cNvSpPr/>
          <p:nvPr/>
        </p:nvSpPr>
        <p:spPr>
          <a:xfrm>
            <a:off x="950595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4" name="Shape 176"/>
          <p:cNvSpPr/>
          <p:nvPr/>
        </p:nvSpPr>
        <p:spPr>
          <a:xfrm>
            <a:off x="965708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5" name="Shape 177"/>
          <p:cNvSpPr/>
          <p:nvPr/>
        </p:nvSpPr>
        <p:spPr>
          <a:xfrm>
            <a:off x="980821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6" name="Shape 178"/>
          <p:cNvSpPr/>
          <p:nvPr/>
        </p:nvSpPr>
        <p:spPr>
          <a:xfrm>
            <a:off x="995934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7" name="Shape 179"/>
          <p:cNvSpPr/>
          <p:nvPr/>
        </p:nvSpPr>
        <p:spPr>
          <a:xfrm>
            <a:off x="1011047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198" name="Text 180"/>
          <p:cNvSpPr/>
          <p:nvPr/>
        </p:nvSpPr>
        <p:spPr>
          <a:xfrm>
            <a:off x="964311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199" name="Shape 181"/>
          <p:cNvSpPr/>
          <p:nvPr/>
        </p:nvSpPr>
        <p:spPr>
          <a:xfrm>
            <a:off x="10302240" y="2270760"/>
            <a:ext cx="151130" cy="226060"/>
          </a:xfrm>
          <a:prstGeom prst="rect">
            <a:avLst/>
          </a:prstGeom>
          <a:solidFill>
            <a:srgbClr val="DFA05C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0" name="Shape 182"/>
          <p:cNvSpPr/>
          <p:nvPr/>
        </p:nvSpPr>
        <p:spPr>
          <a:xfrm>
            <a:off x="10453370" y="2270760"/>
            <a:ext cx="151130" cy="226060"/>
          </a:xfrm>
          <a:prstGeom prst="rect">
            <a:avLst/>
          </a:prstGeom>
          <a:solidFill>
            <a:srgbClr val="E6A862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1" name="Shape 183"/>
          <p:cNvSpPr/>
          <p:nvPr/>
        </p:nvSpPr>
        <p:spPr>
          <a:xfrm>
            <a:off x="10604500" y="2270760"/>
            <a:ext cx="151130" cy="226060"/>
          </a:xfrm>
          <a:prstGeom prst="rect">
            <a:avLst/>
          </a:prstGeom>
          <a:solidFill>
            <a:srgbClr val="EEB26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2" name="Shape 184"/>
          <p:cNvSpPr/>
          <p:nvPr/>
        </p:nvSpPr>
        <p:spPr>
          <a:xfrm>
            <a:off x="10755630" y="2270760"/>
            <a:ext cx="151130" cy="226060"/>
          </a:xfrm>
          <a:prstGeom prst="rect">
            <a:avLst/>
          </a:prstGeom>
          <a:solidFill>
            <a:srgbClr val="F4BC7A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3" name="Shape 185"/>
          <p:cNvSpPr/>
          <p:nvPr/>
        </p:nvSpPr>
        <p:spPr>
          <a:xfrm>
            <a:off x="10906760" y="2270760"/>
            <a:ext cx="151130" cy="226060"/>
          </a:xfrm>
          <a:prstGeom prst="rect">
            <a:avLst/>
          </a:prstGeom>
          <a:solidFill>
            <a:srgbClr val="E2A25E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4" name="Shape 186"/>
          <p:cNvSpPr/>
          <p:nvPr/>
        </p:nvSpPr>
        <p:spPr>
          <a:xfrm>
            <a:off x="11057890" y="2270760"/>
            <a:ext cx="151130" cy="226060"/>
          </a:xfrm>
          <a:prstGeom prst="rect">
            <a:avLst/>
          </a:prstGeom>
          <a:solidFill>
            <a:srgbClr val="D89854"/>
          </a:solidFill>
          <a:ln w="9525">
            <a:solidFill>
              <a:srgbClr val="A56A30"/>
            </a:solidFill>
            <a:prstDash val="solid"/>
          </a:ln>
        </p:spPr>
      </p:sp>
      <p:sp>
        <p:nvSpPr>
          <p:cNvPr id="205" name="Text 187"/>
          <p:cNvSpPr/>
          <p:nvPr/>
        </p:nvSpPr>
        <p:spPr>
          <a:xfrm>
            <a:off x="10590530" y="225171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A85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8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206" name="Shape 188"/>
          <p:cNvSpPr/>
          <p:nvPr/>
        </p:nvSpPr>
        <p:spPr>
          <a:xfrm>
            <a:off x="797052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7" name="Shape 189"/>
          <p:cNvSpPr/>
          <p:nvPr/>
        </p:nvSpPr>
        <p:spPr>
          <a:xfrm>
            <a:off x="820166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8" name="Shape 190"/>
          <p:cNvSpPr/>
          <p:nvPr/>
        </p:nvSpPr>
        <p:spPr>
          <a:xfrm>
            <a:off x="843153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09" name="Shape 191"/>
          <p:cNvSpPr/>
          <p:nvPr/>
        </p:nvSpPr>
        <p:spPr>
          <a:xfrm>
            <a:off x="866267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0" name="Shape 192"/>
          <p:cNvSpPr/>
          <p:nvPr/>
        </p:nvSpPr>
        <p:spPr>
          <a:xfrm>
            <a:off x="8892540" y="2339340"/>
            <a:ext cx="88900" cy="88900"/>
          </a:xfrm>
          <a:prstGeom prst="ellipse">
            <a:avLst/>
          </a:prstGeom>
          <a:solidFill>
            <a:srgbClr val="773B42"/>
          </a:solidFill>
          <a:ln/>
        </p:spPr>
      </p:sp>
      <p:sp>
        <p:nvSpPr>
          <p:cNvPr id="211" name="Shape 193"/>
          <p:cNvSpPr/>
          <p:nvPr/>
        </p:nvSpPr>
        <p:spPr>
          <a:xfrm>
            <a:off x="1936750" y="2724150"/>
            <a:ext cx="9494520" cy="797560"/>
          </a:xfrm>
          <a:prstGeom prst="roundRect">
            <a:avLst>
              <a:gd name="adj" fmla="val 5732"/>
            </a:avLst>
          </a:prstGeom>
          <a:solidFill>
            <a:srgbClr val="E9B172"/>
          </a:solidFill>
          <a:ln w="19050">
            <a:solidFill>
              <a:srgbClr val="8A4A3C"/>
            </a:solidFill>
            <a:prstDash val="solid"/>
          </a:ln>
        </p:spPr>
      </p:sp>
      <p:sp>
        <p:nvSpPr>
          <p:cNvPr id="212" name="Text 194"/>
          <p:cNvSpPr/>
          <p:nvPr/>
        </p:nvSpPr>
        <p:spPr>
          <a:xfrm>
            <a:off x="2247900" y="2746489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6E3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700" dirty="0"/>
          </a:p>
        </p:txBody>
      </p:sp>
      <p:sp>
        <p:nvSpPr>
          <p:cNvPr id="213" name="Shape 195"/>
          <p:cNvSpPr/>
          <p:nvPr/>
        </p:nvSpPr>
        <p:spPr>
          <a:xfrm>
            <a:off x="20078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14" name="Shape 196"/>
          <p:cNvSpPr/>
          <p:nvPr/>
        </p:nvSpPr>
        <p:spPr>
          <a:xfrm>
            <a:off x="22999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5" name="Shape 197"/>
          <p:cNvSpPr/>
          <p:nvPr/>
        </p:nvSpPr>
        <p:spPr>
          <a:xfrm>
            <a:off x="22999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6" name="Shape 198"/>
          <p:cNvSpPr/>
          <p:nvPr/>
        </p:nvSpPr>
        <p:spPr>
          <a:xfrm>
            <a:off x="22999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7" name="Shape 199"/>
          <p:cNvSpPr/>
          <p:nvPr/>
        </p:nvSpPr>
        <p:spPr>
          <a:xfrm>
            <a:off x="22999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8" name="Shape 200"/>
          <p:cNvSpPr/>
          <p:nvPr/>
        </p:nvSpPr>
        <p:spPr>
          <a:xfrm>
            <a:off x="22999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19" name="Shape 201"/>
          <p:cNvSpPr/>
          <p:nvPr/>
        </p:nvSpPr>
        <p:spPr>
          <a:xfrm>
            <a:off x="22999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0" name="Shape 202"/>
          <p:cNvSpPr/>
          <p:nvPr/>
        </p:nvSpPr>
        <p:spPr>
          <a:xfrm>
            <a:off x="22999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1" name="Shape 203"/>
          <p:cNvSpPr/>
          <p:nvPr/>
        </p:nvSpPr>
        <p:spPr>
          <a:xfrm>
            <a:off x="22999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2" name="Shape 204"/>
          <p:cNvSpPr/>
          <p:nvPr/>
        </p:nvSpPr>
        <p:spPr>
          <a:xfrm>
            <a:off x="22999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3" name="Shape 205"/>
          <p:cNvSpPr/>
          <p:nvPr/>
        </p:nvSpPr>
        <p:spPr>
          <a:xfrm>
            <a:off x="23952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4" name="Shape 206"/>
          <p:cNvSpPr/>
          <p:nvPr/>
        </p:nvSpPr>
        <p:spPr>
          <a:xfrm>
            <a:off x="23952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5" name="Shape 207"/>
          <p:cNvSpPr/>
          <p:nvPr/>
        </p:nvSpPr>
        <p:spPr>
          <a:xfrm>
            <a:off x="23952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6" name="Shape 208"/>
          <p:cNvSpPr/>
          <p:nvPr/>
        </p:nvSpPr>
        <p:spPr>
          <a:xfrm>
            <a:off x="23952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7" name="Shape 209"/>
          <p:cNvSpPr/>
          <p:nvPr/>
        </p:nvSpPr>
        <p:spPr>
          <a:xfrm>
            <a:off x="23952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8" name="Shape 210"/>
          <p:cNvSpPr/>
          <p:nvPr/>
        </p:nvSpPr>
        <p:spPr>
          <a:xfrm>
            <a:off x="23952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29" name="Shape 211"/>
          <p:cNvSpPr/>
          <p:nvPr/>
        </p:nvSpPr>
        <p:spPr>
          <a:xfrm>
            <a:off x="23952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0" name="Shape 212"/>
          <p:cNvSpPr/>
          <p:nvPr/>
        </p:nvSpPr>
        <p:spPr>
          <a:xfrm>
            <a:off x="23952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1" name="Shape 213"/>
          <p:cNvSpPr/>
          <p:nvPr/>
        </p:nvSpPr>
        <p:spPr>
          <a:xfrm>
            <a:off x="23952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2" name="Shape 214"/>
          <p:cNvSpPr/>
          <p:nvPr/>
        </p:nvSpPr>
        <p:spPr>
          <a:xfrm>
            <a:off x="24904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3" name="Shape 215"/>
          <p:cNvSpPr/>
          <p:nvPr/>
        </p:nvSpPr>
        <p:spPr>
          <a:xfrm>
            <a:off x="24904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4" name="Shape 216"/>
          <p:cNvSpPr/>
          <p:nvPr/>
        </p:nvSpPr>
        <p:spPr>
          <a:xfrm>
            <a:off x="24904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5" name="Shape 217"/>
          <p:cNvSpPr/>
          <p:nvPr/>
        </p:nvSpPr>
        <p:spPr>
          <a:xfrm>
            <a:off x="24904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6" name="Shape 218"/>
          <p:cNvSpPr/>
          <p:nvPr/>
        </p:nvSpPr>
        <p:spPr>
          <a:xfrm>
            <a:off x="24904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7" name="Shape 219"/>
          <p:cNvSpPr/>
          <p:nvPr/>
        </p:nvSpPr>
        <p:spPr>
          <a:xfrm>
            <a:off x="24904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8" name="Shape 220"/>
          <p:cNvSpPr/>
          <p:nvPr/>
        </p:nvSpPr>
        <p:spPr>
          <a:xfrm>
            <a:off x="24904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39" name="Shape 221"/>
          <p:cNvSpPr/>
          <p:nvPr/>
        </p:nvSpPr>
        <p:spPr>
          <a:xfrm>
            <a:off x="24904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0" name="Shape 222"/>
          <p:cNvSpPr/>
          <p:nvPr/>
        </p:nvSpPr>
        <p:spPr>
          <a:xfrm>
            <a:off x="24904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1" name="Shape 223"/>
          <p:cNvSpPr/>
          <p:nvPr/>
        </p:nvSpPr>
        <p:spPr>
          <a:xfrm>
            <a:off x="25857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2" name="Shape 224"/>
          <p:cNvSpPr/>
          <p:nvPr/>
        </p:nvSpPr>
        <p:spPr>
          <a:xfrm>
            <a:off x="25857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3" name="Shape 225"/>
          <p:cNvSpPr/>
          <p:nvPr/>
        </p:nvSpPr>
        <p:spPr>
          <a:xfrm>
            <a:off x="25857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4" name="Shape 226"/>
          <p:cNvSpPr/>
          <p:nvPr/>
        </p:nvSpPr>
        <p:spPr>
          <a:xfrm>
            <a:off x="25857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5" name="Shape 227"/>
          <p:cNvSpPr/>
          <p:nvPr/>
        </p:nvSpPr>
        <p:spPr>
          <a:xfrm>
            <a:off x="25857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6" name="Shape 228"/>
          <p:cNvSpPr/>
          <p:nvPr/>
        </p:nvSpPr>
        <p:spPr>
          <a:xfrm>
            <a:off x="25857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7" name="Shape 229"/>
          <p:cNvSpPr/>
          <p:nvPr/>
        </p:nvSpPr>
        <p:spPr>
          <a:xfrm>
            <a:off x="25857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8" name="Shape 230"/>
          <p:cNvSpPr/>
          <p:nvPr/>
        </p:nvSpPr>
        <p:spPr>
          <a:xfrm>
            <a:off x="25857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49" name="Shape 231"/>
          <p:cNvSpPr/>
          <p:nvPr/>
        </p:nvSpPr>
        <p:spPr>
          <a:xfrm>
            <a:off x="25857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0" name="Shape 232"/>
          <p:cNvSpPr/>
          <p:nvPr/>
        </p:nvSpPr>
        <p:spPr>
          <a:xfrm>
            <a:off x="26809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1" name="Shape 233"/>
          <p:cNvSpPr/>
          <p:nvPr/>
        </p:nvSpPr>
        <p:spPr>
          <a:xfrm>
            <a:off x="26809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2" name="Shape 234"/>
          <p:cNvSpPr/>
          <p:nvPr/>
        </p:nvSpPr>
        <p:spPr>
          <a:xfrm>
            <a:off x="26809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3" name="Shape 235"/>
          <p:cNvSpPr/>
          <p:nvPr/>
        </p:nvSpPr>
        <p:spPr>
          <a:xfrm>
            <a:off x="26809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4" name="Shape 236"/>
          <p:cNvSpPr/>
          <p:nvPr/>
        </p:nvSpPr>
        <p:spPr>
          <a:xfrm>
            <a:off x="26809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5" name="Shape 237"/>
          <p:cNvSpPr/>
          <p:nvPr/>
        </p:nvSpPr>
        <p:spPr>
          <a:xfrm>
            <a:off x="26809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6" name="Shape 238"/>
          <p:cNvSpPr/>
          <p:nvPr/>
        </p:nvSpPr>
        <p:spPr>
          <a:xfrm>
            <a:off x="26809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7" name="Shape 239"/>
          <p:cNvSpPr/>
          <p:nvPr/>
        </p:nvSpPr>
        <p:spPr>
          <a:xfrm>
            <a:off x="26809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8" name="Shape 240"/>
          <p:cNvSpPr/>
          <p:nvPr/>
        </p:nvSpPr>
        <p:spPr>
          <a:xfrm>
            <a:off x="26809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59" name="Shape 241"/>
          <p:cNvSpPr/>
          <p:nvPr/>
        </p:nvSpPr>
        <p:spPr>
          <a:xfrm>
            <a:off x="2265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0" name="Shape 242"/>
          <p:cNvSpPr/>
          <p:nvPr/>
        </p:nvSpPr>
        <p:spPr>
          <a:xfrm>
            <a:off x="236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1" name="Shape 243"/>
          <p:cNvSpPr/>
          <p:nvPr/>
        </p:nvSpPr>
        <p:spPr>
          <a:xfrm>
            <a:off x="245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2" name="Shape 244"/>
          <p:cNvSpPr/>
          <p:nvPr/>
        </p:nvSpPr>
        <p:spPr>
          <a:xfrm>
            <a:off x="255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3" name="Shape 245"/>
          <p:cNvSpPr/>
          <p:nvPr/>
        </p:nvSpPr>
        <p:spPr>
          <a:xfrm>
            <a:off x="264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264" name="Shape 246"/>
          <p:cNvSpPr/>
          <p:nvPr/>
        </p:nvSpPr>
        <p:spPr>
          <a:xfrm>
            <a:off x="1978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5" name="Shape 247"/>
          <p:cNvSpPr/>
          <p:nvPr/>
        </p:nvSpPr>
        <p:spPr>
          <a:xfrm>
            <a:off x="2097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6" name="Shape 248"/>
          <p:cNvSpPr/>
          <p:nvPr/>
        </p:nvSpPr>
        <p:spPr>
          <a:xfrm>
            <a:off x="2216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7" name="Shape 249"/>
          <p:cNvSpPr/>
          <p:nvPr/>
        </p:nvSpPr>
        <p:spPr>
          <a:xfrm>
            <a:off x="2336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8" name="Shape 250"/>
          <p:cNvSpPr/>
          <p:nvPr/>
        </p:nvSpPr>
        <p:spPr>
          <a:xfrm>
            <a:off x="24555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69" name="Shape 251"/>
          <p:cNvSpPr/>
          <p:nvPr/>
        </p:nvSpPr>
        <p:spPr>
          <a:xfrm>
            <a:off x="25749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0" name="Shape 252"/>
          <p:cNvSpPr/>
          <p:nvPr/>
        </p:nvSpPr>
        <p:spPr>
          <a:xfrm>
            <a:off x="26943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1" name="Shape 253"/>
          <p:cNvSpPr/>
          <p:nvPr/>
        </p:nvSpPr>
        <p:spPr>
          <a:xfrm>
            <a:off x="28136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2" name="Shape 254"/>
          <p:cNvSpPr/>
          <p:nvPr/>
        </p:nvSpPr>
        <p:spPr>
          <a:xfrm>
            <a:off x="29330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273" name="Text 255"/>
          <p:cNvSpPr/>
          <p:nvPr/>
        </p:nvSpPr>
        <p:spPr>
          <a:xfrm>
            <a:off x="26428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74" name="Shape 256"/>
          <p:cNvSpPr/>
          <p:nvPr/>
        </p:nvSpPr>
        <p:spPr>
          <a:xfrm>
            <a:off x="30429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275" name="Shape 257"/>
          <p:cNvSpPr/>
          <p:nvPr/>
        </p:nvSpPr>
        <p:spPr>
          <a:xfrm>
            <a:off x="33350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6" name="Shape 258"/>
          <p:cNvSpPr/>
          <p:nvPr/>
        </p:nvSpPr>
        <p:spPr>
          <a:xfrm>
            <a:off x="33350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7" name="Shape 259"/>
          <p:cNvSpPr/>
          <p:nvPr/>
        </p:nvSpPr>
        <p:spPr>
          <a:xfrm>
            <a:off x="33350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8" name="Shape 260"/>
          <p:cNvSpPr/>
          <p:nvPr/>
        </p:nvSpPr>
        <p:spPr>
          <a:xfrm>
            <a:off x="33350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79" name="Shape 261"/>
          <p:cNvSpPr/>
          <p:nvPr/>
        </p:nvSpPr>
        <p:spPr>
          <a:xfrm>
            <a:off x="33350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0" name="Shape 262"/>
          <p:cNvSpPr/>
          <p:nvPr/>
        </p:nvSpPr>
        <p:spPr>
          <a:xfrm>
            <a:off x="33350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1" name="Shape 263"/>
          <p:cNvSpPr/>
          <p:nvPr/>
        </p:nvSpPr>
        <p:spPr>
          <a:xfrm>
            <a:off x="33350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2" name="Shape 264"/>
          <p:cNvSpPr/>
          <p:nvPr/>
        </p:nvSpPr>
        <p:spPr>
          <a:xfrm>
            <a:off x="33350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3" name="Shape 265"/>
          <p:cNvSpPr/>
          <p:nvPr/>
        </p:nvSpPr>
        <p:spPr>
          <a:xfrm>
            <a:off x="33350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4" name="Shape 266"/>
          <p:cNvSpPr/>
          <p:nvPr/>
        </p:nvSpPr>
        <p:spPr>
          <a:xfrm>
            <a:off x="34302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5" name="Shape 267"/>
          <p:cNvSpPr/>
          <p:nvPr/>
        </p:nvSpPr>
        <p:spPr>
          <a:xfrm>
            <a:off x="34302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6" name="Shape 268"/>
          <p:cNvSpPr/>
          <p:nvPr/>
        </p:nvSpPr>
        <p:spPr>
          <a:xfrm>
            <a:off x="34302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7" name="Shape 269"/>
          <p:cNvSpPr/>
          <p:nvPr/>
        </p:nvSpPr>
        <p:spPr>
          <a:xfrm>
            <a:off x="34302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8" name="Shape 270"/>
          <p:cNvSpPr/>
          <p:nvPr/>
        </p:nvSpPr>
        <p:spPr>
          <a:xfrm>
            <a:off x="34302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89" name="Shape 271"/>
          <p:cNvSpPr/>
          <p:nvPr/>
        </p:nvSpPr>
        <p:spPr>
          <a:xfrm>
            <a:off x="34302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0" name="Shape 272"/>
          <p:cNvSpPr/>
          <p:nvPr/>
        </p:nvSpPr>
        <p:spPr>
          <a:xfrm>
            <a:off x="34302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1" name="Shape 273"/>
          <p:cNvSpPr/>
          <p:nvPr/>
        </p:nvSpPr>
        <p:spPr>
          <a:xfrm>
            <a:off x="34302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2" name="Shape 274"/>
          <p:cNvSpPr/>
          <p:nvPr/>
        </p:nvSpPr>
        <p:spPr>
          <a:xfrm>
            <a:off x="34302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3" name="Shape 275"/>
          <p:cNvSpPr/>
          <p:nvPr/>
        </p:nvSpPr>
        <p:spPr>
          <a:xfrm>
            <a:off x="35255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4" name="Shape 276"/>
          <p:cNvSpPr/>
          <p:nvPr/>
        </p:nvSpPr>
        <p:spPr>
          <a:xfrm>
            <a:off x="35255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5" name="Shape 277"/>
          <p:cNvSpPr/>
          <p:nvPr/>
        </p:nvSpPr>
        <p:spPr>
          <a:xfrm>
            <a:off x="35255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6" name="Shape 278"/>
          <p:cNvSpPr/>
          <p:nvPr/>
        </p:nvSpPr>
        <p:spPr>
          <a:xfrm>
            <a:off x="35255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7" name="Shape 279"/>
          <p:cNvSpPr/>
          <p:nvPr/>
        </p:nvSpPr>
        <p:spPr>
          <a:xfrm>
            <a:off x="35255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8" name="Shape 280"/>
          <p:cNvSpPr/>
          <p:nvPr/>
        </p:nvSpPr>
        <p:spPr>
          <a:xfrm>
            <a:off x="35255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299" name="Shape 281"/>
          <p:cNvSpPr/>
          <p:nvPr/>
        </p:nvSpPr>
        <p:spPr>
          <a:xfrm>
            <a:off x="35255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0" name="Shape 282"/>
          <p:cNvSpPr/>
          <p:nvPr/>
        </p:nvSpPr>
        <p:spPr>
          <a:xfrm>
            <a:off x="35255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1" name="Shape 283"/>
          <p:cNvSpPr/>
          <p:nvPr/>
        </p:nvSpPr>
        <p:spPr>
          <a:xfrm>
            <a:off x="35255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2" name="Shape 284"/>
          <p:cNvSpPr/>
          <p:nvPr/>
        </p:nvSpPr>
        <p:spPr>
          <a:xfrm>
            <a:off x="36207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3" name="Shape 285"/>
          <p:cNvSpPr/>
          <p:nvPr/>
        </p:nvSpPr>
        <p:spPr>
          <a:xfrm>
            <a:off x="36207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4" name="Shape 286"/>
          <p:cNvSpPr/>
          <p:nvPr/>
        </p:nvSpPr>
        <p:spPr>
          <a:xfrm>
            <a:off x="36207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5" name="Shape 287"/>
          <p:cNvSpPr/>
          <p:nvPr/>
        </p:nvSpPr>
        <p:spPr>
          <a:xfrm>
            <a:off x="36207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6" name="Shape 288"/>
          <p:cNvSpPr/>
          <p:nvPr/>
        </p:nvSpPr>
        <p:spPr>
          <a:xfrm>
            <a:off x="36207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7" name="Shape 289"/>
          <p:cNvSpPr/>
          <p:nvPr/>
        </p:nvSpPr>
        <p:spPr>
          <a:xfrm>
            <a:off x="36207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8" name="Shape 290"/>
          <p:cNvSpPr/>
          <p:nvPr/>
        </p:nvSpPr>
        <p:spPr>
          <a:xfrm>
            <a:off x="36207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09" name="Shape 291"/>
          <p:cNvSpPr/>
          <p:nvPr/>
        </p:nvSpPr>
        <p:spPr>
          <a:xfrm>
            <a:off x="36207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0" name="Shape 292"/>
          <p:cNvSpPr/>
          <p:nvPr/>
        </p:nvSpPr>
        <p:spPr>
          <a:xfrm>
            <a:off x="36207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1" name="Shape 293"/>
          <p:cNvSpPr/>
          <p:nvPr/>
        </p:nvSpPr>
        <p:spPr>
          <a:xfrm>
            <a:off x="37160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2" name="Shape 294"/>
          <p:cNvSpPr/>
          <p:nvPr/>
        </p:nvSpPr>
        <p:spPr>
          <a:xfrm>
            <a:off x="37160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3" name="Shape 295"/>
          <p:cNvSpPr/>
          <p:nvPr/>
        </p:nvSpPr>
        <p:spPr>
          <a:xfrm>
            <a:off x="37160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4" name="Shape 296"/>
          <p:cNvSpPr/>
          <p:nvPr/>
        </p:nvSpPr>
        <p:spPr>
          <a:xfrm>
            <a:off x="37160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5" name="Shape 297"/>
          <p:cNvSpPr/>
          <p:nvPr/>
        </p:nvSpPr>
        <p:spPr>
          <a:xfrm>
            <a:off x="37160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6" name="Shape 298"/>
          <p:cNvSpPr/>
          <p:nvPr/>
        </p:nvSpPr>
        <p:spPr>
          <a:xfrm>
            <a:off x="37160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7" name="Shape 299"/>
          <p:cNvSpPr/>
          <p:nvPr/>
        </p:nvSpPr>
        <p:spPr>
          <a:xfrm>
            <a:off x="37160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8" name="Shape 300"/>
          <p:cNvSpPr/>
          <p:nvPr/>
        </p:nvSpPr>
        <p:spPr>
          <a:xfrm>
            <a:off x="37160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19" name="Shape 301"/>
          <p:cNvSpPr/>
          <p:nvPr/>
        </p:nvSpPr>
        <p:spPr>
          <a:xfrm>
            <a:off x="37160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20" name="Shape 302"/>
          <p:cNvSpPr/>
          <p:nvPr/>
        </p:nvSpPr>
        <p:spPr>
          <a:xfrm>
            <a:off x="3300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1" name="Shape 303"/>
          <p:cNvSpPr/>
          <p:nvPr/>
        </p:nvSpPr>
        <p:spPr>
          <a:xfrm>
            <a:off x="33953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2" name="Shape 304"/>
          <p:cNvSpPr/>
          <p:nvPr/>
        </p:nvSpPr>
        <p:spPr>
          <a:xfrm>
            <a:off x="34905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3" name="Shape 305"/>
          <p:cNvSpPr/>
          <p:nvPr/>
        </p:nvSpPr>
        <p:spPr>
          <a:xfrm>
            <a:off x="35858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4" name="Shape 306"/>
          <p:cNvSpPr/>
          <p:nvPr/>
        </p:nvSpPr>
        <p:spPr>
          <a:xfrm>
            <a:off x="36810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25" name="Shape 307"/>
          <p:cNvSpPr/>
          <p:nvPr/>
        </p:nvSpPr>
        <p:spPr>
          <a:xfrm>
            <a:off x="3013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6" name="Shape 308"/>
          <p:cNvSpPr/>
          <p:nvPr/>
        </p:nvSpPr>
        <p:spPr>
          <a:xfrm>
            <a:off x="3132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7" name="Shape 309"/>
          <p:cNvSpPr/>
          <p:nvPr/>
        </p:nvSpPr>
        <p:spPr>
          <a:xfrm>
            <a:off x="3251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8" name="Shape 310"/>
          <p:cNvSpPr/>
          <p:nvPr/>
        </p:nvSpPr>
        <p:spPr>
          <a:xfrm>
            <a:off x="3371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29" name="Shape 311"/>
          <p:cNvSpPr/>
          <p:nvPr/>
        </p:nvSpPr>
        <p:spPr>
          <a:xfrm>
            <a:off x="34905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0" name="Shape 312"/>
          <p:cNvSpPr/>
          <p:nvPr/>
        </p:nvSpPr>
        <p:spPr>
          <a:xfrm>
            <a:off x="36099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1" name="Shape 313"/>
          <p:cNvSpPr/>
          <p:nvPr/>
        </p:nvSpPr>
        <p:spPr>
          <a:xfrm>
            <a:off x="37293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2" name="Shape 314"/>
          <p:cNvSpPr/>
          <p:nvPr/>
        </p:nvSpPr>
        <p:spPr>
          <a:xfrm>
            <a:off x="38487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3" name="Shape 315"/>
          <p:cNvSpPr/>
          <p:nvPr/>
        </p:nvSpPr>
        <p:spPr>
          <a:xfrm>
            <a:off x="39681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34" name="Text 316"/>
          <p:cNvSpPr/>
          <p:nvPr/>
        </p:nvSpPr>
        <p:spPr>
          <a:xfrm>
            <a:off x="36779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5" name="Shape 317"/>
          <p:cNvSpPr/>
          <p:nvPr/>
        </p:nvSpPr>
        <p:spPr>
          <a:xfrm>
            <a:off x="40779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36" name="Shape 318"/>
          <p:cNvSpPr/>
          <p:nvPr/>
        </p:nvSpPr>
        <p:spPr>
          <a:xfrm>
            <a:off x="43700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7" name="Shape 319"/>
          <p:cNvSpPr/>
          <p:nvPr/>
        </p:nvSpPr>
        <p:spPr>
          <a:xfrm>
            <a:off x="43700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8" name="Shape 320"/>
          <p:cNvSpPr/>
          <p:nvPr/>
        </p:nvSpPr>
        <p:spPr>
          <a:xfrm>
            <a:off x="43700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39" name="Shape 321"/>
          <p:cNvSpPr/>
          <p:nvPr/>
        </p:nvSpPr>
        <p:spPr>
          <a:xfrm>
            <a:off x="43700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0" name="Shape 322"/>
          <p:cNvSpPr/>
          <p:nvPr/>
        </p:nvSpPr>
        <p:spPr>
          <a:xfrm>
            <a:off x="43700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1" name="Shape 323"/>
          <p:cNvSpPr/>
          <p:nvPr/>
        </p:nvSpPr>
        <p:spPr>
          <a:xfrm>
            <a:off x="43700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2" name="Shape 324"/>
          <p:cNvSpPr/>
          <p:nvPr/>
        </p:nvSpPr>
        <p:spPr>
          <a:xfrm>
            <a:off x="43700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3" name="Shape 325"/>
          <p:cNvSpPr/>
          <p:nvPr/>
        </p:nvSpPr>
        <p:spPr>
          <a:xfrm>
            <a:off x="43700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4" name="Shape 326"/>
          <p:cNvSpPr/>
          <p:nvPr/>
        </p:nvSpPr>
        <p:spPr>
          <a:xfrm>
            <a:off x="43700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5" name="Shape 327"/>
          <p:cNvSpPr/>
          <p:nvPr/>
        </p:nvSpPr>
        <p:spPr>
          <a:xfrm>
            <a:off x="44653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6" name="Shape 328"/>
          <p:cNvSpPr/>
          <p:nvPr/>
        </p:nvSpPr>
        <p:spPr>
          <a:xfrm>
            <a:off x="44653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7" name="Shape 329"/>
          <p:cNvSpPr/>
          <p:nvPr/>
        </p:nvSpPr>
        <p:spPr>
          <a:xfrm>
            <a:off x="44653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8" name="Shape 330"/>
          <p:cNvSpPr/>
          <p:nvPr/>
        </p:nvSpPr>
        <p:spPr>
          <a:xfrm>
            <a:off x="44653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49" name="Shape 331"/>
          <p:cNvSpPr/>
          <p:nvPr/>
        </p:nvSpPr>
        <p:spPr>
          <a:xfrm>
            <a:off x="44653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0" name="Shape 332"/>
          <p:cNvSpPr/>
          <p:nvPr/>
        </p:nvSpPr>
        <p:spPr>
          <a:xfrm>
            <a:off x="44653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1" name="Shape 333"/>
          <p:cNvSpPr/>
          <p:nvPr/>
        </p:nvSpPr>
        <p:spPr>
          <a:xfrm>
            <a:off x="44653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2" name="Shape 334"/>
          <p:cNvSpPr/>
          <p:nvPr/>
        </p:nvSpPr>
        <p:spPr>
          <a:xfrm>
            <a:off x="44653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3" name="Shape 335"/>
          <p:cNvSpPr/>
          <p:nvPr/>
        </p:nvSpPr>
        <p:spPr>
          <a:xfrm>
            <a:off x="44653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4" name="Shape 336"/>
          <p:cNvSpPr/>
          <p:nvPr/>
        </p:nvSpPr>
        <p:spPr>
          <a:xfrm>
            <a:off x="45605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5" name="Shape 337"/>
          <p:cNvSpPr/>
          <p:nvPr/>
        </p:nvSpPr>
        <p:spPr>
          <a:xfrm>
            <a:off x="45605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6" name="Shape 338"/>
          <p:cNvSpPr/>
          <p:nvPr/>
        </p:nvSpPr>
        <p:spPr>
          <a:xfrm>
            <a:off x="45605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7" name="Shape 339"/>
          <p:cNvSpPr/>
          <p:nvPr/>
        </p:nvSpPr>
        <p:spPr>
          <a:xfrm>
            <a:off x="45605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8" name="Shape 340"/>
          <p:cNvSpPr/>
          <p:nvPr/>
        </p:nvSpPr>
        <p:spPr>
          <a:xfrm>
            <a:off x="45605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59" name="Shape 341"/>
          <p:cNvSpPr/>
          <p:nvPr/>
        </p:nvSpPr>
        <p:spPr>
          <a:xfrm>
            <a:off x="45605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0" name="Shape 342"/>
          <p:cNvSpPr/>
          <p:nvPr/>
        </p:nvSpPr>
        <p:spPr>
          <a:xfrm>
            <a:off x="45605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1" name="Shape 343"/>
          <p:cNvSpPr/>
          <p:nvPr/>
        </p:nvSpPr>
        <p:spPr>
          <a:xfrm>
            <a:off x="45605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2" name="Shape 344"/>
          <p:cNvSpPr/>
          <p:nvPr/>
        </p:nvSpPr>
        <p:spPr>
          <a:xfrm>
            <a:off x="45605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3" name="Shape 345"/>
          <p:cNvSpPr/>
          <p:nvPr/>
        </p:nvSpPr>
        <p:spPr>
          <a:xfrm>
            <a:off x="46558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4" name="Shape 346"/>
          <p:cNvSpPr/>
          <p:nvPr/>
        </p:nvSpPr>
        <p:spPr>
          <a:xfrm>
            <a:off x="46558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5" name="Shape 347"/>
          <p:cNvSpPr/>
          <p:nvPr/>
        </p:nvSpPr>
        <p:spPr>
          <a:xfrm>
            <a:off x="46558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6" name="Shape 348"/>
          <p:cNvSpPr/>
          <p:nvPr/>
        </p:nvSpPr>
        <p:spPr>
          <a:xfrm>
            <a:off x="46558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7" name="Shape 349"/>
          <p:cNvSpPr/>
          <p:nvPr/>
        </p:nvSpPr>
        <p:spPr>
          <a:xfrm>
            <a:off x="46558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8" name="Shape 350"/>
          <p:cNvSpPr/>
          <p:nvPr/>
        </p:nvSpPr>
        <p:spPr>
          <a:xfrm>
            <a:off x="46558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69" name="Shape 351"/>
          <p:cNvSpPr/>
          <p:nvPr/>
        </p:nvSpPr>
        <p:spPr>
          <a:xfrm>
            <a:off x="46558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0" name="Shape 352"/>
          <p:cNvSpPr/>
          <p:nvPr/>
        </p:nvSpPr>
        <p:spPr>
          <a:xfrm>
            <a:off x="46558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1" name="Shape 353"/>
          <p:cNvSpPr/>
          <p:nvPr/>
        </p:nvSpPr>
        <p:spPr>
          <a:xfrm>
            <a:off x="46558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2" name="Shape 354"/>
          <p:cNvSpPr/>
          <p:nvPr/>
        </p:nvSpPr>
        <p:spPr>
          <a:xfrm>
            <a:off x="47510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3" name="Shape 355"/>
          <p:cNvSpPr/>
          <p:nvPr/>
        </p:nvSpPr>
        <p:spPr>
          <a:xfrm>
            <a:off x="47510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4" name="Shape 356"/>
          <p:cNvSpPr/>
          <p:nvPr/>
        </p:nvSpPr>
        <p:spPr>
          <a:xfrm>
            <a:off x="47510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5" name="Shape 357"/>
          <p:cNvSpPr/>
          <p:nvPr/>
        </p:nvSpPr>
        <p:spPr>
          <a:xfrm>
            <a:off x="47510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6" name="Shape 358"/>
          <p:cNvSpPr/>
          <p:nvPr/>
        </p:nvSpPr>
        <p:spPr>
          <a:xfrm>
            <a:off x="47510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7" name="Shape 359"/>
          <p:cNvSpPr/>
          <p:nvPr/>
        </p:nvSpPr>
        <p:spPr>
          <a:xfrm>
            <a:off x="47510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8" name="Shape 360"/>
          <p:cNvSpPr/>
          <p:nvPr/>
        </p:nvSpPr>
        <p:spPr>
          <a:xfrm>
            <a:off x="47510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79" name="Shape 361"/>
          <p:cNvSpPr/>
          <p:nvPr/>
        </p:nvSpPr>
        <p:spPr>
          <a:xfrm>
            <a:off x="47510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0" name="Shape 362"/>
          <p:cNvSpPr/>
          <p:nvPr/>
        </p:nvSpPr>
        <p:spPr>
          <a:xfrm>
            <a:off x="47510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81" name="Shape 363"/>
          <p:cNvSpPr/>
          <p:nvPr/>
        </p:nvSpPr>
        <p:spPr>
          <a:xfrm>
            <a:off x="4335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2" name="Shape 364"/>
          <p:cNvSpPr/>
          <p:nvPr/>
        </p:nvSpPr>
        <p:spPr>
          <a:xfrm>
            <a:off x="443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3" name="Shape 365"/>
          <p:cNvSpPr/>
          <p:nvPr/>
        </p:nvSpPr>
        <p:spPr>
          <a:xfrm>
            <a:off x="452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4" name="Shape 366"/>
          <p:cNvSpPr/>
          <p:nvPr/>
        </p:nvSpPr>
        <p:spPr>
          <a:xfrm>
            <a:off x="462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5" name="Shape 367"/>
          <p:cNvSpPr/>
          <p:nvPr/>
        </p:nvSpPr>
        <p:spPr>
          <a:xfrm>
            <a:off x="471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386" name="Shape 368"/>
          <p:cNvSpPr/>
          <p:nvPr/>
        </p:nvSpPr>
        <p:spPr>
          <a:xfrm>
            <a:off x="4048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7" name="Shape 369"/>
          <p:cNvSpPr/>
          <p:nvPr/>
        </p:nvSpPr>
        <p:spPr>
          <a:xfrm>
            <a:off x="4167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8" name="Shape 370"/>
          <p:cNvSpPr/>
          <p:nvPr/>
        </p:nvSpPr>
        <p:spPr>
          <a:xfrm>
            <a:off x="4286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89" name="Shape 371"/>
          <p:cNvSpPr/>
          <p:nvPr/>
        </p:nvSpPr>
        <p:spPr>
          <a:xfrm>
            <a:off x="4406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0" name="Shape 372"/>
          <p:cNvSpPr/>
          <p:nvPr/>
        </p:nvSpPr>
        <p:spPr>
          <a:xfrm>
            <a:off x="45256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1" name="Shape 373"/>
          <p:cNvSpPr/>
          <p:nvPr/>
        </p:nvSpPr>
        <p:spPr>
          <a:xfrm>
            <a:off x="46450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2" name="Shape 374"/>
          <p:cNvSpPr/>
          <p:nvPr/>
        </p:nvSpPr>
        <p:spPr>
          <a:xfrm>
            <a:off x="47644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3" name="Shape 375"/>
          <p:cNvSpPr/>
          <p:nvPr/>
        </p:nvSpPr>
        <p:spPr>
          <a:xfrm>
            <a:off x="48837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4" name="Shape 376"/>
          <p:cNvSpPr/>
          <p:nvPr/>
        </p:nvSpPr>
        <p:spPr>
          <a:xfrm>
            <a:off x="50031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395" name="Text 377"/>
          <p:cNvSpPr/>
          <p:nvPr/>
        </p:nvSpPr>
        <p:spPr>
          <a:xfrm>
            <a:off x="47129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96" name="Shape 378"/>
          <p:cNvSpPr/>
          <p:nvPr/>
        </p:nvSpPr>
        <p:spPr>
          <a:xfrm>
            <a:off x="51130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397" name="Shape 379"/>
          <p:cNvSpPr/>
          <p:nvPr/>
        </p:nvSpPr>
        <p:spPr>
          <a:xfrm>
            <a:off x="54051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8" name="Shape 380"/>
          <p:cNvSpPr/>
          <p:nvPr/>
        </p:nvSpPr>
        <p:spPr>
          <a:xfrm>
            <a:off x="54051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399" name="Shape 381"/>
          <p:cNvSpPr/>
          <p:nvPr/>
        </p:nvSpPr>
        <p:spPr>
          <a:xfrm>
            <a:off x="54051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0" name="Shape 382"/>
          <p:cNvSpPr/>
          <p:nvPr/>
        </p:nvSpPr>
        <p:spPr>
          <a:xfrm>
            <a:off x="54051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1" name="Shape 383"/>
          <p:cNvSpPr/>
          <p:nvPr/>
        </p:nvSpPr>
        <p:spPr>
          <a:xfrm>
            <a:off x="54051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2" name="Shape 384"/>
          <p:cNvSpPr/>
          <p:nvPr/>
        </p:nvSpPr>
        <p:spPr>
          <a:xfrm>
            <a:off x="54051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3" name="Shape 385"/>
          <p:cNvSpPr/>
          <p:nvPr/>
        </p:nvSpPr>
        <p:spPr>
          <a:xfrm>
            <a:off x="54051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4" name="Shape 386"/>
          <p:cNvSpPr/>
          <p:nvPr/>
        </p:nvSpPr>
        <p:spPr>
          <a:xfrm>
            <a:off x="54051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5" name="Shape 387"/>
          <p:cNvSpPr/>
          <p:nvPr/>
        </p:nvSpPr>
        <p:spPr>
          <a:xfrm>
            <a:off x="54051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6" name="Shape 388"/>
          <p:cNvSpPr/>
          <p:nvPr/>
        </p:nvSpPr>
        <p:spPr>
          <a:xfrm>
            <a:off x="55003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7" name="Shape 389"/>
          <p:cNvSpPr/>
          <p:nvPr/>
        </p:nvSpPr>
        <p:spPr>
          <a:xfrm>
            <a:off x="55003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8" name="Shape 390"/>
          <p:cNvSpPr/>
          <p:nvPr/>
        </p:nvSpPr>
        <p:spPr>
          <a:xfrm>
            <a:off x="55003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09" name="Shape 391"/>
          <p:cNvSpPr/>
          <p:nvPr/>
        </p:nvSpPr>
        <p:spPr>
          <a:xfrm>
            <a:off x="55003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0" name="Shape 392"/>
          <p:cNvSpPr/>
          <p:nvPr/>
        </p:nvSpPr>
        <p:spPr>
          <a:xfrm>
            <a:off x="55003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1" name="Shape 393"/>
          <p:cNvSpPr/>
          <p:nvPr/>
        </p:nvSpPr>
        <p:spPr>
          <a:xfrm>
            <a:off x="55003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2" name="Shape 394"/>
          <p:cNvSpPr/>
          <p:nvPr/>
        </p:nvSpPr>
        <p:spPr>
          <a:xfrm>
            <a:off x="55003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3" name="Shape 395"/>
          <p:cNvSpPr/>
          <p:nvPr/>
        </p:nvSpPr>
        <p:spPr>
          <a:xfrm>
            <a:off x="55003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4" name="Shape 396"/>
          <p:cNvSpPr/>
          <p:nvPr/>
        </p:nvSpPr>
        <p:spPr>
          <a:xfrm>
            <a:off x="55003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5" name="Shape 397"/>
          <p:cNvSpPr/>
          <p:nvPr/>
        </p:nvSpPr>
        <p:spPr>
          <a:xfrm>
            <a:off x="55956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6" name="Shape 398"/>
          <p:cNvSpPr/>
          <p:nvPr/>
        </p:nvSpPr>
        <p:spPr>
          <a:xfrm>
            <a:off x="55956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7" name="Shape 399"/>
          <p:cNvSpPr/>
          <p:nvPr/>
        </p:nvSpPr>
        <p:spPr>
          <a:xfrm>
            <a:off x="55956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8" name="Shape 400"/>
          <p:cNvSpPr/>
          <p:nvPr/>
        </p:nvSpPr>
        <p:spPr>
          <a:xfrm>
            <a:off x="55956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19" name="Shape 401"/>
          <p:cNvSpPr/>
          <p:nvPr/>
        </p:nvSpPr>
        <p:spPr>
          <a:xfrm>
            <a:off x="55956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0" name="Shape 402"/>
          <p:cNvSpPr/>
          <p:nvPr/>
        </p:nvSpPr>
        <p:spPr>
          <a:xfrm>
            <a:off x="55956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1" name="Shape 403"/>
          <p:cNvSpPr/>
          <p:nvPr/>
        </p:nvSpPr>
        <p:spPr>
          <a:xfrm>
            <a:off x="55956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2" name="Shape 404"/>
          <p:cNvSpPr/>
          <p:nvPr/>
        </p:nvSpPr>
        <p:spPr>
          <a:xfrm>
            <a:off x="55956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3" name="Shape 405"/>
          <p:cNvSpPr/>
          <p:nvPr/>
        </p:nvSpPr>
        <p:spPr>
          <a:xfrm>
            <a:off x="55956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4" name="Shape 406"/>
          <p:cNvSpPr/>
          <p:nvPr/>
        </p:nvSpPr>
        <p:spPr>
          <a:xfrm>
            <a:off x="56908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5" name="Shape 407"/>
          <p:cNvSpPr/>
          <p:nvPr/>
        </p:nvSpPr>
        <p:spPr>
          <a:xfrm>
            <a:off x="56908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6" name="Shape 408"/>
          <p:cNvSpPr/>
          <p:nvPr/>
        </p:nvSpPr>
        <p:spPr>
          <a:xfrm>
            <a:off x="56908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7" name="Shape 409"/>
          <p:cNvSpPr/>
          <p:nvPr/>
        </p:nvSpPr>
        <p:spPr>
          <a:xfrm>
            <a:off x="56908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8" name="Shape 410"/>
          <p:cNvSpPr/>
          <p:nvPr/>
        </p:nvSpPr>
        <p:spPr>
          <a:xfrm>
            <a:off x="56908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29" name="Shape 411"/>
          <p:cNvSpPr/>
          <p:nvPr/>
        </p:nvSpPr>
        <p:spPr>
          <a:xfrm>
            <a:off x="56908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0" name="Shape 412"/>
          <p:cNvSpPr/>
          <p:nvPr/>
        </p:nvSpPr>
        <p:spPr>
          <a:xfrm>
            <a:off x="56908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1" name="Shape 413"/>
          <p:cNvSpPr/>
          <p:nvPr/>
        </p:nvSpPr>
        <p:spPr>
          <a:xfrm>
            <a:off x="56908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2" name="Shape 414"/>
          <p:cNvSpPr/>
          <p:nvPr/>
        </p:nvSpPr>
        <p:spPr>
          <a:xfrm>
            <a:off x="56908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3" name="Shape 415"/>
          <p:cNvSpPr/>
          <p:nvPr/>
        </p:nvSpPr>
        <p:spPr>
          <a:xfrm>
            <a:off x="57861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4" name="Shape 416"/>
          <p:cNvSpPr/>
          <p:nvPr/>
        </p:nvSpPr>
        <p:spPr>
          <a:xfrm>
            <a:off x="57861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5" name="Shape 417"/>
          <p:cNvSpPr/>
          <p:nvPr/>
        </p:nvSpPr>
        <p:spPr>
          <a:xfrm>
            <a:off x="57861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6" name="Shape 418"/>
          <p:cNvSpPr/>
          <p:nvPr/>
        </p:nvSpPr>
        <p:spPr>
          <a:xfrm>
            <a:off x="57861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7" name="Shape 419"/>
          <p:cNvSpPr/>
          <p:nvPr/>
        </p:nvSpPr>
        <p:spPr>
          <a:xfrm>
            <a:off x="57861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8" name="Shape 420"/>
          <p:cNvSpPr/>
          <p:nvPr/>
        </p:nvSpPr>
        <p:spPr>
          <a:xfrm>
            <a:off x="57861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39" name="Shape 421"/>
          <p:cNvSpPr/>
          <p:nvPr/>
        </p:nvSpPr>
        <p:spPr>
          <a:xfrm>
            <a:off x="57861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0" name="Shape 422"/>
          <p:cNvSpPr/>
          <p:nvPr/>
        </p:nvSpPr>
        <p:spPr>
          <a:xfrm>
            <a:off x="57861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1" name="Shape 423"/>
          <p:cNvSpPr/>
          <p:nvPr/>
        </p:nvSpPr>
        <p:spPr>
          <a:xfrm>
            <a:off x="57861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42" name="Shape 424"/>
          <p:cNvSpPr/>
          <p:nvPr/>
        </p:nvSpPr>
        <p:spPr>
          <a:xfrm>
            <a:off x="5370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3" name="Shape 425"/>
          <p:cNvSpPr/>
          <p:nvPr/>
        </p:nvSpPr>
        <p:spPr>
          <a:xfrm>
            <a:off x="546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4" name="Shape 426"/>
          <p:cNvSpPr/>
          <p:nvPr/>
        </p:nvSpPr>
        <p:spPr>
          <a:xfrm>
            <a:off x="556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5" name="Shape 427"/>
          <p:cNvSpPr/>
          <p:nvPr/>
        </p:nvSpPr>
        <p:spPr>
          <a:xfrm>
            <a:off x="565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6" name="Shape 428"/>
          <p:cNvSpPr/>
          <p:nvPr/>
        </p:nvSpPr>
        <p:spPr>
          <a:xfrm>
            <a:off x="575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447" name="Shape 429"/>
          <p:cNvSpPr/>
          <p:nvPr/>
        </p:nvSpPr>
        <p:spPr>
          <a:xfrm>
            <a:off x="5083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8" name="Shape 430"/>
          <p:cNvSpPr/>
          <p:nvPr/>
        </p:nvSpPr>
        <p:spPr>
          <a:xfrm>
            <a:off x="5202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49" name="Shape 431"/>
          <p:cNvSpPr/>
          <p:nvPr/>
        </p:nvSpPr>
        <p:spPr>
          <a:xfrm>
            <a:off x="5321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0" name="Shape 432"/>
          <p:cNvSpPr/>
          <p:nvPr/>
        </p:nvSpPr>
        <p:spPr>
          <a:xfrm>
            <a:off x="5441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1" name="Shape 433"/>
          <p:cNvSpPr/>
          <p:nvPr/>
        </p:nvSpPr>
        <p:spPr>
          <a:xfrm>
            <a:off x="55606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2" name="Shape 434"/>
          <p:cNvSpPr/>
          <p:nvPr/>
        </p:nvSpPr>
        <p:spPr>
          <a:xfrm>
            <a:off x="56800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3" name="Shape 435"/>
          <p:cNvSpPr/>
          <p:nvPr/>
        </p:nvSpPr>
        <p:spPr>
          <a:xfrm>
            <a:off x="57994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4" name="Shape 436"/>
          <p:cNvSpPr/>
          <p:nvPr/>
        </p:nvSpPr>
        <p:spPr>
          <a:xfrm>
            <a:off x="59188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5" name="Shape 437"/>
          <p:cNvSpPr/>
          <p:nvPr/>
        </p:nvSpPr>
        <p:spPr>
          <a:xfrm>
            <a:off x="60382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456" name="Text 438"/>
          <p:cNvSpPr/>
          <p:nvPr/>
        </p:nvSpPr>
        <p:spPr>
          <a:xfrm>
            <a:off x="57480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57" name="Shape 439"/>
          <p:cNvSpPr/>
          <p:nvPr/>
        </p:nvSpPr>
        <p:spPr>
          <a:xfrm>
            <a:off x="61480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458" name="Shape 440"/>
          <p:cNvSpPr/>
          <p:nvPr/>
        </p:nvSpPr>
        <p:spPr>
          <a:xfrm>
            <a:off x="64401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59" name="Shape 441"/>
          <p:cNvSpPr/>
          <p:nvPr/>
        </p:nvSpPr>
        <p:spPr>
          <a:xfrm>
            <a:off x="64401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0" name="Shape 442"/>
          <p:cNvSpPr/>
          <p:nvPr/>
        </p:nvSpPr>
        <p:spPr>
          <a:xfrm>
            <a:off x="64401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1" name="Shape 443"/>
          <p:cNvSpPr/>
          <p:nvPr/>
        </p:nvSpPr>
        <p:spPr>
          <a:xfrm>
            <a:off x="64401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2" name="Shape 444"/>
          <p:cNvSpPr/>
          <p:nvPr/>
        </p:nvSpPr>
        <p:spPr>
          <a:xfrm>
            <a:off x="64401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3" name="Shape 445"/>
          <p:cNvSpPr/>
          <p:nvPr/>
        </p:nvSpPr>
        <p:spPr>
          <a:xfrm>
            <a:off x="64401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4" name="Shape 446"/>
          <p:cNvSpPr/>
          <p:nvPr/>
        </p:nvSpPr>
        <p:spPr>
          <a:xfrm>
            <a:off x="64401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5" name="Shape 447"/>
          <p:cNvSpPr/>
          <p:nvPr/>
        </p:nvSpPr>
        <p:spPr>
          <a:xfrm>
            <a:off x="64401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6" name="Shape 448"/>
          <p:cNvSpPr/>
          <p:nvPr/>
        </p:nvSpPr>
        <p:spPr>
          <a:xfrm>
            <a:off x="64401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7" name="Shape 449"/>
          <p:cNvSpPr/>
          <p:nvPr/>
        </p:nvSpPr>
        <p:spPr>
          <a:xfrm>
            <a:off x="65354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8" name="Shape 450"/>
          <p:cNvSpPr/>
          <p:nvPr/>
        </p:nvSpPr>
        <p:spPr>
          <a:xfrm>
            <a:off x="65354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69" name="Shape 451"/>
          <p:cNvSpPr/>
          <p:nvPr/>
        </p:nvSpPr>
        <p:spPr>
          <a:xfrm>
            <a:off x="65354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0" name="Shape 452"/>
          <p:cNvSpPr/>
          <p:nvPr/>
        </p:nvSpPr>
        <p:spPr>
          <a:xfrm>
            <a:off x="65354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1" name="Shape 453"/>
          <p:cNvSpPr/>
          <p:nvPr/>
        </p:nvSpPr>
        <p:spPr>
          <a:xfrm>
            <a:off x="65354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2" name="Shape 454"/>
          <p:cNvSpPr/>
          <p:nvPr/>
        </p:nvSpPr>
        <p:spPr>
          <a:xfrm>
            <a:off x="65354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3" name="Shape 455"/>
          <p:cNvSpPr/>
          <p:nvPr/>
        </p:nvSpPr>
        <p:spPr>
          <a:xfrm>
            <a:off x="65354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4" name="Shape 456"/>
          <p:cNvSpPr/>
          <p:nvPr/>
        </p:nvSpPr>
        <p:spPr>
          <a:xfrm>
            <a:off x="65354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5" name="Shape 457"/>
          <p:cNvSpPr/>
          <p:nvPr/>
        </p:nvSpPr>
        <p:spPr>
          <a:xfrm>
            <a:off x="65354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6" name="Shape 458"/>
          <p:cNvSpPr/>
          <p:nvPr/>
        </p:nvSpPr>
        <p:spPr>
          <a:xfrm>
            <a:off x="66306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7" name="Shape 459"/>
          <p:cNvSpPr/>
          <p:nvPr/>
        </p:nvSpPr>
        <p:spPr>
          <a:xfrm>
            <a:off x="66306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8" name="Shape 460"/>
          <p:cNvSpPr/>
          <p:nvPr/>
        </p:nvSpPr>
        <p:spPr>
          <a:xfrm>
            <a:off x="66306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79" name="Shape 461"/>
          <p:cNvSpPr/>
          <p:nvPr/>
        </p:nvSpPr>
        <p:spPr>
          <a:xfrm>
            <a:off x="66306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0" name="Shape 462"/>
          <p:cNvSpPr/>
          <p:nvPr/>
        </p:nvSpPr>
        <p:spPr>
          <a:xfrm>
            <a:off x="66306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1" name="Shape 463"/>
          <p:cNvSpPr/>
          <p:nvPr/>
        </p:nvSpPr>
        <p:spPr>
          <a:xfrm>
            <a:off x="66306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2" name="Shape 464"/>
          <p:cNvSpPr/>
          <p:nvPr/>
        </p:nvSpPr>
        <p:spPr>
          <a:xfrm>
            <a:off x="66306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3" name="Shape 465"/>
          <p:cNvSpPr/>
          <p:nvPr/>
        </p:nvSpPr>
        <p:spPr>
          <a:xfrm>
            <a:off x="66306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4" name="Shape 466"/>
          <p:cNvSpPr/>
          <p:nvPr/>
        </p:nvSpPr>
        <p:spPr>
          <a:xfrm>
            <a:off x="66306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5" name="Shape 467"/>
          <p:cNvSpPr/>
          <p:nvPr/>
        </p:nvSpPr>
        <p:spPr>
          <a:xfrm>
            <a:off x="67259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6" name="Shape 468"/>
          <p:cNvSpPr/>
          <p:nvPr/>
        </p:nvSpPr>
        <p:spPr>
          <a:xfrm>
            <a:off x="67259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7" name="Shape 469"/>
          <p:cNvSpPr/>
          <p:nvPr/>
        </p:nvSpPr>
        <p:spPr>
          <a:xfrm>
            <a:off x="67259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8" name="Shape 470"/>
          <p:cNvSpPr/>
          <p:nvPr/>
        </p:nvSpPr>
        <p:spPr>
          <a:xfrm>
            <a:off x="67259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89" name="Shape 471"/>
          <p:cNvSpPr/>
          <p:nvPr/>
        </p:nvSpPr>
        <p:spPr>
          <a:xfrm>
            <a:off x="67259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0" name="Shape 472"/>
          <p:cNvSpPr/>
          <p:nvPr/>
        </p:nvSpPr>
        <p:spPr>
          <a:xfrm>
            <a:off x="67259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1" name="Shape 473"/>
          <p:cNvSpPr/>
          <p:nvPr/>
        </p:nvSpPr>
        <p:spPr>
          <a:xfrm>
            <a:off x="67259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2" name="Shape 474"/>
          <p:cNvSpPr/>
          <p:nvPr/>
        </p:nvSpPr>
        <p:spPr>
          <a:xfrm>
            <a:off x="67259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3" name="Shape 475"/>
          <p:cNvSpPr/>
          <p:nvPr/>
        </p:nvSpPr>
        <p:spPr>
          <a:xfrm>
            <a:off x="67259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4" name="Shape 476"/>
          <p:cNvSpPr/>
          <p:nvPr/>
        </p:nvSpPr>
        <p:spPr>
          <a:xfrm>
            <a:off x="68211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5" name="Shape 477"/>
          <p:cNvSpPr/>
          <p:nvPr/>
        </p:nvSpPr>
        <p:spPr>
          <a:xfrm>
            <a:off x="68211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6" name="Shape 478"/>
          <p:cNvSpPr/>
          <p:nvPr/>
        </p:nvSpPr>
        <p:spPr>
          <a:xfrm>
            <a:off x="68211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7" name="Shape 479"/>
          <p:cNvSpPr/>
          <p:nvPr/>
        </p:nvSpPr>
        <p:spPr>
          <a:xfrm>
            <a:off x="68211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8" name="Shape 480"/>
          <p:cNvSpPr/>
          <p:nvPr/>
        </p:nvSpPr>
        <p:spPr>
          <a:xfrm>
            <a:off x="68211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499" name="Shape 481"/>
          <p:cNvSpPr/>
          <p:nvPr/>
        </p:nvSpPr>
        <p:spPr>
          <a:xfrm>
            <a:off x="68211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0" name="Shape 482"/>
          <p:cNvSpPr/>
          <p:nvPr/>
        </p:nvSpPr>
        <p:spPr>
          <a:xfrm>
            <a:off x="68211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1" name="Shape 483"/>
          <p:cNvSpPr/>
          <p:nvPr/>
        </p:nvSpPr>
        <p:spPr>
          <a:xfrm>
            <a:off x="68211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2" name="Shape 484"/>
          <p:cNvSpPr/>
          <p:nvPr/>
        </p:nvSpPr>
        <p:spPr>
          <a:xfrm>
            <a:off x="68211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03" name="Shape 485"/>
          <p:cNvSpPr/>
          <p:nvPr/>
        </p:nvSpPr>
        <p:spPr>
          <a:xfrm>
            <a:off x="6405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4" name="Shape 486"/>
          <p:cNvSpPr/>
          <p:nvPr/>
        </p:nvSpPr>
        <p:spPr>
          <a:xfrm>
            <a:off x="65004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5" name="Shape 487"/>
          <p:cNvSpPr/>
          <p:nvPr/>
        </p:nvSpPr>
        <p:spPr>
          <a:xfrm>
            <a:off x="65957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6" name="Shape 488"/>
          <p:cNvSpPr/>
          <p:nvPr/>
        </p:nvSpPr>
        <p:spPr>
          <a:xfrm>
            <a:off x="66909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7" name="Shape 489"/>
          <p:cNvSpPr/>
          <p:nvPr/>
        </p:nvSpPr>
        <p:spPr>
          <a:xfrm>
            <a:off x="67862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08" name="Shape 490"/>
          <p:cNvSpPr/>
          <p:nvPr/>
        </p:nvSpPr>
        <p:spPr>
          <a:xfrm>
            <a:off x="61182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09" name="Shape 491"/>
          <p:cNvSpPr/>
          <p:nvPr/>
        </p:nvSpPr>
        <p:spPr>
          <a:xfrm>
            <a:off x="62376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0" name="Shape 492"/>
          <p:cNvSpPr/>
          <p:nvPr/>
        </p:nvSpPr>
        <p:spPr>
          <a:xfrm>
            <a:off x="63569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1" name="Shape 493"/>
          <p:cNvSpPr/>
          <p:nvPr/>
        </p:nvSpPr>
        <p:spPr>
          <a:xfrm>
            <a:off x="64763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2" name="Shape 494"/>
          <p:cNvSpPr/>
          <p:nvPr/>
        </p:nvSpPr>
        <p:spPr>
          <a:xfrm>
            <a:off x="65957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3" name="Shape 495"/>
          <p:cNvSpPr/>
          <p:nvPr/>
        </p:nvSpPr>
        <p:spPr>
          <a:xfrm>
            <a:off x="67151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4" name="Shape 496"/>
          <p:cNvSpPr/>
          <p:nvPr/>
        </p:nvSpPr>
        <p:spPr>
          <a:xfrm>
            <a:off x="68345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5" name="Shape 497"/>
          <p:cNvSpPr/>
          <p:nvPr/>
        </p:nvSpPr>
        <p:spPr>
          <a:xfrm>
            <a:off x="69538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6" name="Shape 498"/>
          <p:cNvSpPr/>
          <p:nvPr/>
        </p:nvSpPr>
        <p:spPr>
          <a:xfrm>
            <a:off x="70732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17" name="Text 499"/>
          <p:cNvSpPr/>
          <p:nvPr/>
        </p:nvSpPr>
        <p:spPr>
          <a:xfrm>
            <a:off x="67830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18" name="Shape 500"/>
          <p:cNvSpPr/>
          <p:nvPr/>
        </p:nvSpPr>
        <p:spPr>
          <a:xfrm>
            <a:off x="71831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19" name="Shape 501"/>
          <p:cNvSpPr/>
          <p:nvPr/>
        </p:nvSpPr>
        <p:spPr>
          <a:xfrm>
            <a:off x="74752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0" name="Shape 502"/>
          <p:cNvSpPr/>
          <p:nvPr/>
        </p:nvSpPr>
        <p:spPr>
          <a:xfrm>
            <a:off x="74752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1" name="Shape 503"/>
          <p:cNvSpPr/>
          <p:nvPr/>
        </p:nvSpPr>
        <p:spPr>
          <a:xfrm>
            <a:off x="74752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2" name="Shape 504"/>
          <p:cNvSpPr/>
          <p:nvPr/>
        </p:nvSpPr>
        <p:spPr>
          <a:xfrm>
            <a:off x="74752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3" name="Shape 505"/>
          <p:cNvSpPr/>
          <p:nvPr/>
        </p:nvSpPr>
        <p:spPr>
          <a:xfrm>
            <a:off x="74752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4" name="Shape 506"/>
          <p:cNvSpPr/>
          <p:nvPr/>
        </p:nvSpPr>
        <p:spPr>
          <a:xfrm>
            <a:off x="74752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5" name="Shape 507"/>
          <p:cNvSpPr/>
          <p:nvPr/>
        </p:nvSpPr>
        <p:spPr>
          <a:xfrm>
            <a:off x="74752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6" name="Shape 508"/>
          <p:cNvSpPr/>
          <p:nvPr/>
        </p:nvSpPr>
        <p:spPr>
          <a:xfrm>
            <a:off x="74752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7" name="Shape 509"/>
          <p:cNvSpPr/>
          <p:nvPr/>
        </p:nvSpPr>
        <p:spPr>
          <a:xfrm>
            <a:off x="74752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8" name="Shape 510"/>
          <p:cNvSpPr/>
          <p:nvPr/>
        </p:nvSpPr>
        <p:spPr>
          <a:xfrm>
            <a:off x="75704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29" name="Shape 511"/>
          <p:cNvSpPr/>
          <p:nvPr/>
        </p:nvSpPr>
        <p:spPr>
          <a:xfrm>
            <a:off x="75704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0" name="Shape 512"/>
          <p:cNvSpPr/>
          <p:nvPr/>
        </p:nvSpPr>
        <p:spPr>
          <a:xfrm>
            <a:off x="75704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1" name="Shape 513"/>
          <p:cNvSpPr/>
          <p:nvPr/>
        </p:nvSpPr>
        <p:spPr>
          <a:xfrm>
            <a:off x="75704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2" name="Shape 514"/>
          <p:cNvSpPr/>
          <p:nvPr/>
        </p:nvSpPr>
        <p:spPr>
          <a:xfrm>
            <a:off x="75704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3" name="Shape 515"/>
          <p:cNvSpPr/>
          <p:nvPr/>
        </p:nvSpPr>
        <p:spPr>
          <a:xfrm>
            <a:off x="75704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4" name="Shape 516"/>
          <p:cNvSpPr/>
          <p:nvPr/>
        </p:nvSpPr>
        <p:spPr>
          <a:xfrm>
            <a:off x="75704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5" name="Shape 517"/>
          <p:cNvSpPr/>
          <p:nvPr/>
        </p:nvSpPr>
        <p:spPr>
          <a:xfrm>
            <a:off x="75704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6" name="Shape 518"/>
          <p:cNvSpPr/>
          <p:nvPr/>
        </p:nvSpPr>
        <p:spPr>
          <a:xfrm>
            <a:off x="75704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7" name="Shape 519"/>
          <p:cNvSpPr/>
          <p:nvPr/>
        </p:nvSpPr>
        <p:spPr>
          <a:xfrm>
            <a:off x="76657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8" name="Shape 520"/>
          <p:cNvSpPr/>
          <p:nvPr/>
        </p:nvSpPr>
        <p:spPr>
          <a:xfrm>
            <a:off x="76657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39" name="Shape 521"/>
          <p:cNvSpPr/>
          <p:nvPr/>
        </p:nvSpPr>
        <p:spPr>
          <a:xfrm>
            <a:off x="76657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0" name="Shape 522"/>
          <p:cNvSpPr/>
          <p:nvPr/>
        </p:nvSpPr>
        <p:spPr>
          <a:xfrm>
            <a:off x="76657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1" name="Shape 523"/>
          <p:cNvSpPr/>
          <p:nvPr/>
        </p:nvSpPr>
        <p:spPr>
          <a:xfrm>
            <a:off x="76657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2" name="Shape 524"/>
          <p:cNvSpPr/>
          <p:nvPr/>
        </p:nvSpPr>
        <p:spPr>
          <a:xfrm>
            <a:off x="76657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3" name="Shape 525"/>
          <p:cNvSpPr/>
          <p:nvPr/>
        </p:nvSpPr>
        <p:spPr>
          <a:xfrm>
            <a:off x="76657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4" name="Shape 526"/>
          <p:cNvSpPr/>
          <p:nvPr/>
        </p:nvSpPr>
        <p:spPr>
          <a:xfrm>
            <a:off x="76657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5" name="Shape 527"/>
          <p:cNvSpPr/>
          <p:nvPr/>
        </p:nvSpPr>
        <p:spPr>
          <a:xfrm>
            <a:off x="76657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6" name="Shape 528"/>
          <p:cNvSpPr/>
          <p:nvPr/>
        </p:nvSpPr>
        <p:spPr>
          <a:xfrm>
            <a:off x="77609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7" name="Shape 529"/>
          <p:cNvSpPr/>
          <p:nvPr/>
        </p:nvSpPr>
        <p:spPr>
          <a:xfrm>
            <a:off x="77609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8" name="Shape 530"/>
          <p:cNvSpPr/>
          <p:nvPr/>
        </p:nvSpPr>
        <p:spPr>
          <a:xfrm>
            <a:off x="77609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49" name="Shape 531"/>
          <p:cNvSpPr/>
          <p:nvPr/>
        </p:nvSpPr>
        <p:spPr>
          <a:xfrm>
            <a:off x="77609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0" name="Shape 532"/>
          <p:cNvSpPr/>
          <p:nvPr/>
        </p:nvSpPr>
        <p:spPr>
          <a:xfrm>
            <a:off x="77609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1" name="Shape 533"/>
          <p:cNvSpPr/>
          <p:nvPr/>
        </p:nvSpPr>
        <p:spPr>
          <a:xfrm>
            <a:off x="77609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2" name="Shape 534"/>
          <p:cNvSpPr/>
          <p:nvPr/>
        </p:nvSpPr>
        <p:spPr>
          <a:xfrm>
            <a:off x="77609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3" name="Shape 535"/>
          <p:cNvSpPr/>
          <p:nvPr/>
        </p:nvSpPr>
        <p:spPr>
          <a:xfrm>
            <a:off x="77609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4" name="Shape 536"/>
          <p:cNvSpPr/>
          <p:nvPr/>
        </p:nvSpPr>
        <p:spPr>
          <a:xfrm>
            <a:off x="77609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5" name="Shape 537"/>
          <p:cNvSpPr/>
          <p:nvPr/>
        </p:nvSpPr>
        <p:spPr>
          <a:xfrm>
            <a:off x="78562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6" name="Shape 538"/>
          <p:cNvSpPr/>
          <p:nvPr/>
        </p:nvSpPr>
        <p:spPr>
          <a:xfrm>
            <a:off x="78562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7" name="Shape 539"/>
          <p:cNvSpPr/>
          <p:nvPr/>
        </p:nvSpPr>
        <p:spPr>
          <a:xfrm>
            <a:off x="78562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8" name="Shape 540"/>
          <p:cNvSpPr/>
          <p:nvPr/>
        </p:nvSpPr>
        <p:spPr>
          <a:xfrm>
            <a:off x="78562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59" name="Shape 541"/>
          <p:cNvSpPr/>
          <p:nvPr/>
        </p:nvSpPr>
        <p:spPr>
          <a:xfrm>
            <a:off x="78562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0" name="Shape 542"/>
          <p:cNvSpPr/>
          <p:nvPr/>
        </p:nvSpPr>
        <p:spPr>
          <a:xfrm>
            <a:off x="78562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1" name="Shape 543"/>
          <p:cNvSpPr/>
          <p:nvPr/>
        </p:nvSpPr>
        <p:spPr>
          <a:xfrm>
            <a:off x="78562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2" name="Shape 544"/>
          <p:cNvSpPr/>
          <p:nvPr/>
        </p:nvSpPr>
        <p:spPr>
          <a:xfrm>
            <a:off x="78562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3" name="Shape 545"/>
          <p:cNvSpPr/>
          <p:nvPr/>
        </p:nvSpPr>
        <p:spPr>
          <a:xfrm>
            <a:off x="78562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64" name="Shape 546"/>
          <p:cNvSpPr/>
          <p:nvPr/>
        </p:nvSpPr>
        <p:spPr>
          <a:xfrm>
            <a:off x="7440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5" name="Shape 547"/>
          <p:cNvSpPr/>
          <p:nvPr/>
        </p:nvSpPr>
        <p:spPr>
          <a:xfrm>
            <a:off x="75355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6" name="Shape 548"/>
          <p:cNvSpPr/>
          <p:nvPr/>
        </p:nvSpPr>
        <p:spPr>
          <a:xfrm>
            <a:off x="76307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7" name="Shape 549"/>
          <p:cNvSpPr/>
          <p:nvPr/>
        </p:nvSpPr>
        <p:spPr>
          <a:xfrm>
            <a:off x="77260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8" name="Shape 550"/>
          <p:cNvSpPr/>
          <p:nvPr/>
        </p:nvSpPr>
        <p:spPr>
          <a:xfrm>
            <a:off x="78212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569" name="Shape 551"/>
          <p:cNvSpPr/>
          <p:nvPr/>
        </p:nvSpPr>
        <p:spPr>
          <a:xfrm>
            <a:off x="7153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0" name="Shape 552"/>
          <p:cNvSpPr/>
          <p:nvPr/>
        </p:nvSpPr>
        <p:spPr>
          <a:xfrm>
            <a:off x="7272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1" name="Shape 553"/>
          <p:cNvSpPr/>
          <p:nvPr/>
        </p:nvSpPr>
        <p:spPr>
          <a:xfrm>
            <a:off x="7392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2" name="Shape 554"/>
          <p:cNvSpPr/>
          <p:nvPr/>
        </p:nvSpPr>
        <p:spPr>
          <a:xfrm>
            <a:off x="7511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3" name="Shape 555"/>
          <p:cNvSpPr/>
          <p:nvPr/>
        </p:nvSpPr>
        <p:spPr>
          <a:xfrm>
            <a:off x="76307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4" name="Shape 556"/>
          <p:cNvSpPr/>
          <p:nvPr/>
        </p:nvSpPr>
        <p:spPr>
          <a:xfrm>
            <a:off x="77501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5" name="Shape 557"/>
          <p:cNvSpPr/>
          <p:nvPr/>
        </p:nvSpPr>
        <p:spPr>
          <a:xfrm>
            <a:off x="78695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6" name="Shape 558"/>
          <p:cNvSpPr/>
          <p:nvPr/>
        </p:nvSpPr>
        <p:spPr>
          <a:xfrm>
            <a:off x="79889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7" name="Shape 559"/>
          <p:cNvSpPr/>
          <p:nvPr/>
        </p:nvSpPr>
        <p:spPr>
          <a:xfrm>
            <a:off x="81083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578" name="Text 560"/>
          <p:cNvSpPr/>
          <p:nvPr/>
        </p:nvSpPr>
        <p:spPr>
          <a:xfrm>
            <a:off x="78181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579" name="Shape 561"/>
          <p:cNvSpPr/>
          <p:nvPr/>
        </p:nvSpPr>
        <p:spPr>
          <a:xfrm>
            <a:off x="925322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580" name="Shape 562"/>
          <p:cNvSpPr/>
          <p:nvPr/>
        </p:nvSpPr>
        <p:spPr>
          <a:xfrm>
            <a:off x="954532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1" name="Shape 563"/>
          <p:cNvSpPr/>
          <p:nvPr/>
        </p:nvSpPr>
        <p:spPr>
          <a:xfrm>
            <a:off x="954532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2" name="Shape 564"/>
          <p:cNvSpPr/>
          <p:nvPr/>
        </p:nvSpPr>
        <p:spPr>
          <a:xfrm>
            <a:off x="954532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3" name="Shape 565"/>
          <p:cNvSpPr/>
          <p:nvPr/>
        </p:nvSpPr>
        <p:spPr>
          <a:xfrm>
            <a:off x="954532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4" name="Shape 566"/>
          <p:cNvSpPr/>
          <p:nvPr/>
        </p:nvSpPr>
        <p:spPr>
          <a:xfrm>
            <a:off x="954532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5" name="Shape 567"/>
          <p:cNvSpPr/>
          <p:nvPr/>
        </p:nvSpPr>
        <p:spPr>
          <a:xfrm>
            <a:off x="954532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6" name="Shape 568"/>
          <p:cNvSpPr/>
          <p:nvPr/>
        </p:nvSpPr>
        <p:spPr>
          <a:xfrm>
            <a:off x="954532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7" name="Shape 569"/>
          <p:cNvSpPr/>
          <p:nvPr/>
        </p:nvSpPr>
        <p:spPr>
          <a:xfrm>
            <a:off x="954532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8" name="Shape 570"/>
          <p:cNvSpPr/>
          <p:nvPr/>
        </p:nvSpPr>
        <p:spPr>
          <a:xfrm>
            <a:off x="954532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89" name="Shape 571"/>
          <p:cNvSpPr/>
          <p:nvPr/>
        </p:nvSpPr>
        <p:spPr>
          <a:xfrm>
            <a:off x="964057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0" name="Shape 572"/>
          <p:cNvSpPr/>
          <p:nvPr/>
        </p:nvSpPr>
        <p:spPr>
          <a:xfrm>
            <a:off x="964057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1" name="Shape 573"/>
          <p:cNvSpPr/>
          <p:nvPr/>
        </p:nvSpPr>
        <p:spPr>
          <a:xfrm>
            <a:off x="964057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2" name="Shape 574"/>
          <p:cNvSpPr/>
          <p:nvPr/>
        </p:nvSpPr>
        <p:spPr>
          <a:xfrm>
            <a:off x="964057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3" name="Shape 575"/>
          <p:cNvSpPr/>
          <p:nvPr/>
        </p:nvSpPr>
        <p:spPr>
          <a:xfrm>
            <a:off x="964057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4" name="Shape 576"/>
          <p:cNvSpPr/>
          <p:nvPr/>
        </p:nvSpPr>
        <p:spPr>
          <a:xfrm>
            <a:off x="964057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5" name="Shape 577"/>
          <p:cNvSpPr/>
          <p:nvPr/>
        </p:nvSpPr>
        <p:spPr>
          <a:xfrm>
            <a:off x="964057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6" name="Shape 578"/>
          <p:cNvSpPr/>
          <p:nvPr/>
        </p:nvSpPr>
        <p:spPr>
          <a:xfrm>
            <a:off x="964057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7" name="Shape 579"/>
          <p:cNvSpPr/>
          <p:nvPr/>
        </p:nvSpPr>
        <p:spPr>
          <a:xfrm>
            <a:off x="964057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8" name="Shape 580"/>
          <p:cNvSpPr/>
          <p:nvPr/>
        </p:nvSpPr>
        <p:spPr>
          <a:xfrm>
            <a:off x="973582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599" name="Shape 581"/>
          <p:cNvSpPr/>
          <p:nvPr/>
        </p:nvSpPr>
        <p:spPr>
          <a:xfrm>
            <a:off x="973582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0" name="Shape 582"/>
          <p:cNvSpPr/>
          <p:nvPr/>
        </p:nvSpPr>
        <p:spPr>
          <a:xfrm>
            <a:off x="973582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1" name="Shape 583"/>
          <p:cNvSpPr/>
          <p:nvPr/>
        </p:nvSpPr>
        <p:spPr>
          <a:xfrm>
            <a:off x="973582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2" name="Shape 584"/>
          <p:cNvSpPr/>
          <p:nvPr/>
        </p:nvSpPr>
        <p:spPr>
          <a:xfrm>
            <a:off x="973582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3" name="Shape 585"/>
          <p:cNvSpPr/>
          <p:nvPr/>
        </p:nvSpPr>
        <p:spPr>
          <a:xfrm>
            <a:off x="973582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4" name="Shape 586"/>
          <p:cNvSpPr/>
          <p:nvPr/>
        </p:nvSpPr>
        <p:spPr>
          <a:xfrm>
            <a:off x="973582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5" name="Shape 587"/>
          <p:cNvSpPr/>
          <p:nvPr/>
        </p:nvSpPr>
        <p:spPr>
          <a:xfrm>
            <a:off x="973582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6" name="Shape 588"/>
          <p:cNvSpPr/>
          <p:nvPr/>
        </p:nvSpPr>
        <p:spPr>
          <a:xfrm>
            <a:off x="973582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7" name="Shape 589"/>
          <p:cNvSpPr/>
          <p:nvPr/>
        </p:nvSpPr>
        <p:spPr>
          <a:xfrm>
            <a:off x="983107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8" name="Shape 590"/>
          <p:cNvSpPr/>
          <p:nvPr/>
        </p:nvSpPr>
        <p:spPr>
          <a:xfrm>
            <a:off x="983107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09" name="Shape 591"/>
          <p:cNvSpPr/>
          <p:nvPr/>
        </p:nvSpPr>
        <p:spPr>
          <a:xfrm>
            <a:off x="983107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0" name="Shape 592"/>
          <p:cNvSpPr/>
          <p:nvPr/>
        </p:nvSpPr>
        <p:spPr>
          <a:xfrm>
            <a:off x="983107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1" name="Shape 593"/>
          <p:cNvSpPr/>
          <p:nvPr/>
        </p:nvSpPr>
        <p:spPr>
          <a:xfrm>
            <a:off x="983107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2" name="Shape 594"/>
          <p:cNvSpPr/>
          <p:nvPr/>
        </p:nvSpPr>
        <p:spPr>
          <a:xfrm>
            <a:off x="983107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3" name="Shape 595"/>
          <p:cNvSpPr/>
          <p:nvPr/>
        </p:nvSpPr>
        <p:spPr>
          <a:xfrm>
            <a:off x="983107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4" name="Shape 596"/>
          <p:cNvSpPr/>
          <p:nvPr/>
        </p:nvSpPr>
        <p:spPr>
          <a:xfrm>
            <a:off x="983107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5" name="Shape 597"/>
          <p:cNvSpPr/>
          <p:nvPr/>
        </p:nvSpPr>
        <p:spPr>
          <a:xfrm>
            <a:off x="983107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6" name="Shape 598"/>
          <p:cNvSpPr/>
          <p:nvPr/>
        </p:nvSpPr>
        <p:spPr>
          <a:xfrm>
            <a:off x="992632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7" name="Shape 599"/>
          <p:cNvSpPr/>
          <p:nvPr/>
        </p:nvSpPr>
        <p:spPr>
          <a:xfrm>
            <a:off x="992632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8" name="Shape 600"/>
          <p:cNvSpPr/>
          <p:nvPr/>
        </p:nvSpPr>
        <p:spPr>
          <a:xfrm>
            <a:off x="992632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19" name="Shape 601"/>
          <p:cNvSpPr/>
          <p:nvPr/>
        </p:nvSpPr>
        <p:spPr>
          <a:xfrm>
            <a:off x="992632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0" name="Shape 602"/>
          <p:cNvSpPr/>
          <p:nvPr/>
        </p:nvSpPr>
        <p:spPr>
          <a:xfrm>
            <a:off x="992632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1" name="Shape 603"/>
          <p:cNvSpPr/>
          <p:nvPr/>
        </p:nvSpPr>
        <p:spPr>
          <a:xfrm>
            <a:off x="992632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2" name="Shape 604"/>
          <p:cNvSpPr/>
          <p:nvPr/>
        </p:nvSpPr>
        <p:spPr>
          <a:xfrm>
            <a:off x="992632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3" name="Shape 605"/>
          <p:cNvSpPr/>
          <p:nvPr/>
        </p:nvSpPr>
        <p:spPr>
          <a:xfrm>
            <a:off x="992632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4" name="Shape 606"/>
          <p:cNvSpPr/>
          <p:nvPr/>
        </p:nvSpPr>
        <p:spPr>
          <a:xfrm>
            <a:off x="992632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25" name="Shape 607"/>
          <p:cNvSpPr/>
          <p:nvPr/>
        </p:nvSpPr>
        <p:spPr>
          <a:xfrm>
            <a:off x="9510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6" name="Shape 608"/>
          <p:cNvSpPr/>
          <p:nvPr/>
        </p:nvSpPr>
        <p:spPr>
          <a:xfrm>
            <a:off x="96056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7" name="Shape 609"/>
          <p:cNvSpPr/>
          <p:nvPr/>
        </p:nvSpPr>
        <p:spPr>
          <a:xfrm>
            <a:off x="97008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8" name="Shape 610"/>
          <p:cNvSpPr/>
          <p:nvPr/>
        </p:nvSpPr>
        <p:spPr>
          <a:xfrm>
            <a:off x="97961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29" name="Shape 611"/>
          <p:cNvSpPr/>
          <p:nvPr/>
        </p:nvSpPr>
        <p:spPr>
          <a:xfrm>
            <a:off x="98913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30" name="Shape 612"/>
          <p:cNvSpPr/>
          <p:nvPr/>
        </p:nvSpPr>
        <p:spPr>
          <a:xfrm>
            <a:off x="92233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1" name="Shape 613"/>
          <p:cNvSpPr/>
          <p:nvPr/>
        </p:nvSpPr>
        <p:spPr>
          <a:xfrm>
            <a:off x="93427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2" name="Shape 614"/>
          <p:cNvSpPr/>
          <p:nvPr/>
        </p:nvSpPr>
        <p:spPr>
          <a:xfrm>
            <a:off x="94621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3" name="Shape 615"/>
          <p:cNvSpPr/>
          <p:nvPr/>
        </p:nvSpPr>
        <p:spPr>
          <a:xfrm>
            <a:off x="95815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4" name="Shape 616"/>
          <p:cNvSpPr/>
          <p:nvPr/>
        </p:nvSpPr>
        <p:spPr>
          <a:xfrm>
            <a:off x="970089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5" name="Shape 617"/>
          <p:cNvSpPr/>
          <p:nvPr/>
        </p:nvSpPr>
        <p:spPr>
          <a:xfrm>
            <a:off x="982027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6" name="Shape 618"/>
          <p:cNvSpPr/>
          <p:nvPr/>
        </p:nvSpPr>
        <p:spPr>
          <a:xfrm>
            <a:off x="993965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7" name="Shape 619"/>
          <p:cNvSpPr/>
          <p:nvPr/>
        </p:nvSpPr>
        <p:spPr>
          <a:xfrm>
            <a:off x="1005903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8" name="Shape 620"/>
          <p:cNvSpPr/>
          <p:nvPr/>
        </p:nvSpPr>
        <p:spPr>
          <a:xfrm>
            <a:off x="1017841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39" name="Text 621"/>
          <p:cNvSpPr/>
          <p:nvPr/>
        </p:nvSpPr>
        <p:spPr>
          <a:xfrm>
            <a:off x="988822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40" name="Shape 622"/>
          <p:cNvSpPr/>
          <p:nvPr/>
        </p:nvSpPr>
        <p:spPr>
          <a:xfrm>
            <a:off x="10288270" y="3041650"/>
            <a:ext cx="965200" cy="387350"/>
          </a:xfrm>
          <a:prstGeom prst="roundRect">
            <a:avLst>
              <a:gd name="adj" fmla="val 14164"/>
            </a:avLst>
          </a:prstGeom>
          <a:solidFill>
            <a:srgbClr val="CFA05C"/>
          </a:solidFill>
          <a:ln w="12700">
            <a:solidFill>
              <a:srgbClr val="C8763A"/>
            </a:solidFill>
            <a:prstDash val="solid"/>
          </a:ln>
        </p:spPr>
      </p:sp>
      <p:sp>
        <p:nvSpPr>
          <p:cNvPr id="641" name="Shape 623"/>
          <p:cNvSpPr/>
          <p:nvPr/>
        </p:nvSpPr>
        <p:spPr>
          <a:xfrm>
            <a:off x="10580370" y="3149600"/>
            <a:ext cx="-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2" name="Shape 624"/>
          <p:cNvSpPr/>
          <p:nvPr/>
        </p:nvSpPr>
        <p:spPr>
          <a:xfrm>
            <a:off x="10580370" y="3149600"/>
            <a:ext cx="-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3" name="Shape 625"/>
          <p:cNvSpPr/>
          <p:nvPr/>
        </p:nvSpPr>
        <p:spPr>
          <a:xfrm>
            <a:off x="10580370" y="3149600"/>
            <a:ext cx="-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4" name="Shape 626"/>
          <p:cNvSpPr/>
          <p:nvPr/>
        </p:nvSpPr>
        <p:spPr>
          <a:xfrm>
            <a:off x="10580370" y="3149600"/>
            <a:ext cx="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5" name="Shape 627"/>
          <p:cNvSpPr/>
          <p:nvPr/>
        </p:nvSpPr>
        <p:spPr>
          <a:xfrm>
            <a:off x="10580370" y="3149600"/>
            <a:ext cx="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6" name="Shape 628"/>
          <p:cNvSpPr/>
          <p:nvPr/>
        </p:nvSpPr>
        <p:spPr>
          <a:xfrm>
            <a:off x="10580370" y="3149600"/>
            <a:ext cx="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7" name="Shape 629"/>
          <p:cNvSpPr/>
          <p:nvPr/>
        </p:nvSpPr>
        <p:spPr>
          <a:xfrm>
            <a:off x="10580370" y="3149600"/>
            <a:ext cx="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8" name="Shape 630"/>
          <p:cNvSpPr/>
          <p:nvPr/>
        </p:nvSpPr>
        <p:spPr>
          <a:xfrm>
            <a:off x="10580370" y="3149600"/>
            <a:ext cx="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49" name="Shape 631"/>
          <p:cNvSpPr/>
          <p:nvPr/>
        </p:nvSpPr>
        <p:spPr>
          <a:xfrm>
            <a:off x="10580370" y="3149600"/>
            <a:ext cx="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0" name="Shape 632"/>
          <p:cNvSpPr/>
          <p:nvPr/>
        </p:nvSpPr>
        <p:spPr>
          <a:xfrm>
            <a:off x="10675620" y="3149600"/>
            <a:ext cx="-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1" name="Shape 633"/>
          <p:cNvSpPr/>
          <p:nvPr/>
        </p:nvSpPr>
        <p:spPr>
          <a:xfrm>
            <a:off x="10675620" y="3149600"/>
            <a:ext cx="-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2" name="Shape 634"/>
          <p:cNvSpPr/>
          <p:nvPr/>
        </p:nvSpPr>
        <p:spPr>
          <a:xfrm>
            <a:off x="10675620" y="3149600"/>
            <a:ext cx="-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3" name="Shape 635"/>
          <p:cNvSpPr/>
          <p:nvPr/>
        </p:nvSpPr>
        <p:spPr>
          <a:xfrm>
            <a:off x="10675620" y="3149600"/>
            <a:ext cx="-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4" name="Shape 636"/>
          <p:cNvSpPr/>
          <p:nvPr/>
        </p:nvSpPr>
        <p:spPr>
          <a:xfrm>
            <a:off x="10675620" y="3149600"/>
            <a:ext cx="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5" name="Shape 637"/>
          <p:cNvSpPr/>
          <p:nvPr/>
        </p:nvSpPr>
        <p:spPr>
          <a:xfrm>
            <a:off x="10675620" y="3149600"/>
            <a:ext cx="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6" name="Shape 638"/>
          <p:cNvSpPr/>
          <p:nvPr/>
        </p:nvSpPr>
        <p:spPr>
          <a:xfrm>
            <a:off x="10675620" y="3149600"/>
            <a:ext cx="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7" name="Shape 639"/>
          <p:cNvSpPr/>
          <p:nvPr/>
        </p:nvSpPr>
        <p:spPr>
          <a:xfrm>
            <a:off x="10675620" y="3149600"/>
            <a:ext cx="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8" name="Shape 640"/>
          <p:cNvSpPr/>
          <p:nvPr/>
        </p:nvSpPr>
        <p:spPr>
          <a:xfrm>
            <a:off x="10675620" y="3149600"/>
            <a:ext cx="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59" name="Shape 641"/>
          <p:cNvSpPr/>
          <p:nvPr/>
        </p:nvSpPr>
        <p:spPr>
          <a:xfrm>
            <a:off x="10770870" y="3149600"/>
            <a:ext cx="-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0" name="Shape 642"/>
          <p:cNvSpPr/>
          <p:nvPr/>
        </p:nvSpPr>
        <p:spPr>
          <a:xfrm>
            <a:off x="10770870" y="3149600"/>
            <a:ext cx="-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1" name="Shape 643"/>
          <p:cNvSpPr/>
          <p:nvPr/>
        </p:nvSpPr>
        <p:spPr>
          <a:xfrm>
            <a:off x="10770870" y="3149600"/>
            <a:ext cx="-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2" name="Shape 644"/>
          <p:cNvSpPr/>
          <p:nvPr/>
        </p:nvSpPr>
        <p:spPr>
          <a:xfrm>
            <a:off x="10770870" y="3149600"/>
            <a:ext cx="-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3" name="Shape 645"/>
          <p:cNvSpPr/>
          <p:nvPr/>
        </p:nvSpPr>
        <p:spPr>
          <a:xfrm>
            <a:off x="10770870" y="3149600"/>
            <a:ext cx="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4" name="Shape 646"/>
          <p:cNvSpPr/>
          <p:nvPr/>
        </p:nvSpPr>
        <p:spPr>
          <a:xfrm>
            <a:off x="10770870" y="3149600"/>
            <a:ext cx="1193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5" name="Shape 647"/>
          <p:cNvSpPr/>
          <p:nvPr/>
        </p:nvSpPr>
        <p:spPr>
          <a:xfrm>
            <a:off x="10770870" y="3149600"/>
            <a:ext cx="2387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6" name="Shape 648"/>
          <p:cNvSpPr/>
          <p:nvPr/>
        </p:nvSpPr>
        <p:spPr>
          <a:xfrm>
            <a:off x="10770870" y="3149600"/>
            <a:ext cx="3581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7" name="Shape 649"/>
          <p:cNvSpPr/>
          <p:nvPr/>
        </p:nvSpPr>
        <p:spPr>
          <a:xfrm>
            <a:off x="10770870" y="3149600"/>
            <a:ext cx="4775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8" name="Shape 650"/>
          <p:cNvSpPr/>
          <p:nvPr/>
        </p:nvSpPr>
        <p:spPr>
          <a:xfrm>
            <a:off x="10866120" y="3149600"/>
            <a:ext cx="-5727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69" name="Shape 651"/>
          <p:cNvSpPr/>
          <p:nvPr/>
        </p:nvSpPr>
        <p:spPr>
          <a:xfrm>
            <a:off x="10866120" y="3149600"/>
            <a:ext cx="-4533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0" name="Shape 652"/>
          <p:cNvSpPr/>
          <p:nvPr/>
        </p:nvSpPr>
        <p:spPr>
          <a:xfrm>
            <a:off x="10866120" y="3149600"/>
            <a:ext cx="-3340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1" name="Shape 653"/>
          <p:cNvSpPr/>
          <p:nvPr/>
        </p:nvSpPr>
        <p:spPr>
          <a:xfrm>
            <a:off x="10866120" y="3149600"/>
            <a:ext cx="-2146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2" name="Shape 654"/>
          <p:cNvSpPr/>
          <p:nvPr/>
        </p:nvSpPr>
        <p:spPr>
          <a:xfrm>
            <a:off x="10866120" y="3149600"/>
            <a:ext cx="-9525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3" name="Shape 655"/>
          <p:cNvSpPr/>
          <p:nvPr/>
        </p:nvSpPr>
        <p:spPr>
          <a:xfrm>
            <a:off x="10866120" y="3149600"/>
            <a:ext cx="2413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4" name="Shape 656"/>
          <p:cNvSpPr/>
          <p:nvPr/>
        </p:nvSpPr>
        <p:spPr>
          <a:xfrm>
            <a:off x="10866120" y="3149600"/>
            <a:ext cx="14351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5" name="Shape 657"/>
          <p:cNvSpPr/>
          <p:nvPr/>
        </p:nvSpPr>
        <p:spPr>
          <a:xfrm>
            <a:off x="10866120" y="3149600"/>
            <a:ext cx="26289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6" name="Shape 658"/>
          <p:cNvSpPr/>
          <p:nvPr/>
        </p:nvSpPr>
        <p:spPr>
          <a:xfrm>
            <a:off x="10866120" y="3149600"/>
            <a:ext cx="38227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7" name="Shape 659"/>
          <p:cNvSpPr/>
          <p:nvPr/>
        </p:nvSpPr>
        <p:spPr>
          <a:xfrm>
            <a:off x="10961370" y="3149600"/>
            <a:ext cx="-668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8" name="Shape 660"/>
          <p:cNvSpPr/>
          <p:nvPr/>
        </p:nvSpPr>
        <p:spPr>
          <a:xfrm>
            <a:off x="10961370" y="3149600"/>
            <a:ext cx="-548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79" name="Shape 661"/>
          <p:cNvSpPr/>
          <p:nvPr/>
        </p:nvSpPr>
        <p:spPr>
          <a:xfrm>
            <a:off x="10961370" y="3149600"/>
            <a:ext cx="-429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0" name="Shape 662"/>
          <p:cNvSpPr/>
          <p:nvPr/>
        </p:nvSpPr>
        <p:spPr>
          <a:xfrm>
            <a:off x="10961370" y="3149600"/>
            <a:ext cx="-30988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1" name="Shape 663"/>
          <p:cNvSpPr/>
          <p:nvPr/>
        </p:nvSpPr>
        <p:spPr>
          <a:xfrm>
            <a:off x="10961370" y="3149600"/>
            <a:ext cx="-19050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2" name="Shape 664"/>
          <p:cNvSpPr/>
          <p:nvPr/>
        </p:nvSpPr>
        <p:spPr>
          <a:xfrm>
            <a:off x="10961370" y="3149600"/>
            <a:ext cx="-711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3" name="Shape 665"/>
          <p:cNvSpPr/>
          <p:nvPr/>
        </p:nvSpPr>
        <p:spPr>
          <a:xfrm>
            <a:off x="10961370" y="3149600"/>
            <a:ext cx="4826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4" name="Shape 666"/>
          <p:cNvSpPr/>
          <p:nvPr/>
        </p:nvSpPr>
        <p:spPr>
          <a:xfrm>
            <a:off x="10961370" y="3149600"/>
            <a:ext cx="16764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5" name="Shape 667"/>
          <p:cNvSpPr/>
          <p:nvPr/>
        </p:nvSpPr>
        <p:spPr>
          <a:xfrm>
            <a:off x="10961370" y="3149600"/>
            <a:ext cx="287020" cy="165100"/>
          </a:xfrm>
          <a:prstGeom prst="line">
            <a:avLst/>
          </a:prstGeom>
          <a:noFill/>
          <a:ln w="6350">
            <a:solidFill>
              <a:srgbClr val="705A28"/>
            </a:solidFill>
            <a:prstDash val="solid"/>
          </a:ln>
        </p:spPr>
      </p:sp>
      <p:sp>
        <p:nvSpPr>
          <p:cNvPr id="686" name="Shape 668"/>
          <p:cNvSpPr/>
          <p:nvPr/>
        </p:nvSpPr>
        <p:spPr>
          <a:xfrm>
            <a:off x="10545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7" name="Shape 669"/>
          <p:cNvSpPr/>
          <p:nvPr/>
        </p:nvSpPr>
        <p:spPr>
          <a:xfrm>
            <a:off x="106406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8" name="Shape 670"/>
          <p:cNvSpPr/>
          <p:nvPr/>
        </p:nvSpPr>
        <p:spPr>
          <a:xfrm>
            <a:off x="107359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89" name="Shape 671"/>
          <p:cNvSpPr/>
          <p:nvPr/>
        </p:nvSpPr>
        <p:spPr>
          <a:xfrm>
            <a:off x="1083119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0" name="Shape 672"/>
          <p:cNvSpPr/>
          <p:nvPr/>
        </p:nvSpPr>
        <p:spPr>
          <a:xfrm>
            <a:off x="10926445" y="3114675"/>
            <a:ext cx="69850" cy="69850"/>
          </a:xfrm>
          <a:prstGeom prst="ellipse">
            <a:avLst/>
          </a:prstGeom>
          <a:solidFill>
            <a:srgbClr val="82932A"/>
          </a:solidFill>
          <a:ln/>
        </p:spPr>
      </p:sp>
      <p:sp>
        <p:nvSpPr>
          <p:cNvPr id="691" name="Shape 673"/>
          <p:cNvSpPr/>
          <p:nvPr/>
        </p:nvSpPr>
        <p:spPr>
          <a:xfrm>
            <a:off x="102584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2" name="Shape 674"/>
          <p:cNvSpPr/>
          <p:nvPr/>
        </p:nvSpPr>
        <p:spPr>
          <a:xfrm>
            <a:off x="103778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3" name="Shape 675"/>
          <p:cNvSpPr/>
          <p:nvPr/>
        </p:nvSpPr>
        <p:spPr>
          <a:xfrm>
            <a:off x="104971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4" name="Shape 676"/>
          <p:cNvSpPr/>
          <p:nvPr/>
        </p:nvSpPr>
        <p:spPr>
          <a:xfrm>
            <a:off x="106165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5" name="Shape 677"/>
          <p:cNvSpPr/>
          <p:nvPr/>
        </p:nvSpPr>
        <p:spPr>
          <a:xfrm>
            <a:off x="1073594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6" name="Shape 678"/>
          <p:cNvSpPr/>
          <p:nvPr/>
        </p:nvSpPr>
        <p:spPr>
          <a:xfrm>
            <a:off x="1085532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7" name="Shape 679"/>
          <p:cNvSpPr/>
          <p:nvPr/>
        </p:nvSpPr>
        <p:spPr>
          <a:xfrm>
            <a:off x="1097470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8" name="Shape 680"/>
          <p:cNvSpPr/>
          <p:nvPr/>
        </p:nvSpPr>
        <p:spPr>
          <a:xfrm>
            <a:off x="1109408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699" name="Shape 681"/>
          <p:cNvSpPr/>
          <p:nvPr/>
        </p:nvSpPr>
        <p:spPr>
          <a:xfrm>
            <a:off x="11213465" y="3279775"/>
            <a:ext cx="69850" cy="69850"/>
          </a:xfrm>
          <a:prstGeom prst="ellipse">
            <a:avLst/>
          </a:prstGeom>
          <a:solidFill>
            <a:srgbClr val="F2AE8E"/>
          </a:solidFill>
          <a:ln/>
        </p:spPr>
      </p:sp>
      <p:sp>
        <p:nvSpPr>
          <p:cNvPr id="700" name="Text 682"/>
          <p:cNvSpPr/>
          <p:nvPr/>
        </p:nvSpPr>
        <p:spPr>
          <a:xfrm>
            <a:off x="10923270" y="3086100"/>
            <a:ext cx="279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5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701" name="Shape 683"/>
          <p:cNvSpPr/>
          <p:nvPr/>
        </p:nvSpPr>
        <p:spPr>
          <a:xfrm>
            <a:off x="1958340" y="5515610"/>
            <a:ext cx="9474200" cy="744220"/>
          </a:xfrm>
          <a:prstGeom prst="rect">
            <a:avLst/>
          </a:prstGeom>
          <a:solidFill>
            <a:srgbClr val="854659"/>
          </a:solidFill>
          <a:ln/>
        </p:spPr>
      </p:sp>
      <p:sp>
        <p:nvSpPr>
          <p:cNvPr id="702" name="Text 684"/>
          <p:cNvSpPr/>
          <p:nvPr/>
        </p:nvSpPr>
        <p:spPr>
          <a:xfrm>
            <a:off x="2499360" y="5515610"/>
            <a:ext cx="8382000" cy="744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2B7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900" dirty="0"/>
          </a:p>
        </p:txBody>
      </p:sp>
      <p:pic>
        <p:nvPicPr>
          <p:cNvPr id="703" name="Image 1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78710" y="6299200"/>
            <a:ext cx="203200" cy="254000"/>
          </a:xfrm>
          <a:prstGeom prst="rect">
            <a:avLst/>
          </a:prstGeom>
        </p:spPr>
      </p:pic>
      <p:pic>
        <p:nvPicPr>
          <p:cNvPr id="704" name="Image 1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85060" y="5327650"/>
            <a:ext cx="190500" cy="184150"/>
          </a:xfrm>
          <a:prstGeom prst="rect">
            <a:avLst/>
          </a:prstGeom>
        </p:spPr>
      </p:pic>
      <p:pic>
        <p:nvPicPr>
          <p:cNvPr id="705" name="Image 1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5060" y="2520950"/>
            <a:ext cx="190500" cy="184150"/>
          </a:xfrm>
          <a:prstGeom prst="rect">
            <a:avLst/>
          </a:prstGeom>
        </p:spPr>
      </p:pic>
      <p:pic>
        <p:nvPicPr>
          <p:cNvPr id="706" name="Image 1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85060" y="3536950"/>
            <a:ext cx="190500" cy="184150"/>
          </a:xfrm>
          <a:prstGeom prst="rect">
            <a:avLst/>
          </a:prstGeom>
        </p:spPr>
      </p:pic>
      <p:pic>
        <p:nvPicPr>
          <p:cNvPr id="707" name="Image 2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37560" y="6299200"/>
            <a:ext cx="203200" cy="254000"/>
          </a:xfrm>
          <a:prstGeom prst="rect">
            <a:avLst/>
          </a:prstGeom>
        </p:spPr>
      </p:pic>
      <p:pic>
        <p:nvPicPr>
          <p:cNvPr id="708" name="Image 2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43910" y="5327650"/>
            <a:ext cx="190500" cy="184150"/>
          </a:xfrm>
          <a:prstGeom prst="rect">
            <a:avLst/>
          </a:prstGeom>
        </p:spPr>
      </p:pic>
      <p:pic>
        <p:nvPicPr>
          <p:cNvPr id="709" name="Image 2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43910" y="2520950"/>
            <a:ext cx="190500" cy="184150"/>
          </a:xfrm>
          <a:prstGeom prst="rect">
            <a:avLst/>
          </a:prstGeom>
        </p:spPr>
      </p:pic>
      <p:pic>
        <p:nvPicPr>
          <p:cNvPr id="710" name="Image 2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43910" y="3536950"/>
            <a:ext cx="190500" cy="184150"/>
          </a:xfrm>
          <a:prstGeom prst="rect">
            <a:avLst/>
          </a:prstGeom>
        </p:spPr>
      </p:pic>
      <p:pic>
        <p:nvPicPr>
          <p:cNvPr id="711" name="Image 2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05300" y="6299200"/>
            <a:ext cx="203200" cy="254000"/>
          </a:xfrm>
          <a:prstGeom prst="rect">
            <a:avLst/>
          </a:prstGeom>
        </p:spPr>
      </p:pic>
      <p:pic>
        <p:nvPicPr>
          <p:cNvPr id="712" name="Image 2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11650" y="5327650"/>
            <a:ext cx="190500" cy="184150"/>
          </a:xfrm>
          <a:prstGeom prst="rect">
            <a:avLst/>
          </a:prstGeom>
        </p:spPr>
      </p:pic>
      <p:pic>
        <p:nvPicPr>
          <p:cNvPr id="713" name="Image 2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11650" y="2520950"/>
            <a:ext cx="190500" cy="184150"/>
          </a:xfrm>
          <a:prstGeom prst="rect">
            <a:avLst/>
          </a:prstGeom>
        </p:spPr>
      </p:pic>
      <p:pic>
        <p:nvPicPr>
          <p:cNvPr id="714" name="Image 2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11650" y="3536950"/>
            <a:ext cx="190500" cy="184150"/>
          </a:xfrm>
          <a:prstGeom prst="rect">
            <a:avLst/>
          </a:prstGeom>
        </p:spPr>
      </p:pic>
      <p:pic>
        <p:nvPicPr>
          <p:cNvPr id="715" name="Image 28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70500" y="6299200"/>
            <a:ext cx="203200" cy="254000"/>
          </a:xfrm>
          <a:prstGeom prst="rect">
            <a:avLst/>
          </a:prstGeom>
        </p:spPr>
      </p:pic>
      <p:pic>
        <p:nvPicPr>
          <p:cNvPr id="716" name="Image 2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76850" y="5327650"/>
            <a:ext cx="190500" cy="184150"/>
          </a:xfrm>
          <a:prstGeom prst="rect">
            <a:avLst/>
          </a:prstGeom>
        </p:spPr>
      </p:pic>
      <p:pic>
        <p:nvPicPr>
          <p:cNvPr id="717" name="Image 30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276850" y="2520950"/>
            <a:ext cx="190500" cy="184150"/>
          </a:xfrm>
          <a:prstGeom prst="rect">
            <a:avLst/>
          </a:prstGeom>
        </p:spPr>
      </p:pic>
      <p:pic>
        <p:nvPicPr>
          <p:cNvPr id="718" name="Image 3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76850" y="3536950"/>
            <a:ext cx="190500" cy="184150"/>
          </a:xfrm>
          <a:prstGeom prst="rect">
            <a:avLst/>
          </a:prstGeom>
        </p:spPr>
      </p:pic>
      <p:pic>
        <p:nvPicPr>
          <p:cNvPr id="719" name="Image 32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9350" y="6299200"/>
            <a:ext cx="203200" cy="254000"/>
          </a:xfrm>
          <a:prstGeom prst="rect">
            <a:avLst/>
          </a:prstGeom>
        </p:spPr>
      </p:pic>
      <p:pic>
        <p:nvPicPr>
          <p:cNvPr id="720" name="Image 3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5700" y="5327650"/>
            <a:ext cx="190500" cy="184150"/>
          </a:xfrm>
          <a:prstGeom prst="rect">
            <a:avLst/>
          </a:prstGeom>
        </p:spPr>
      </p:pic>
      <p:pic>
        <p:nvPicPr>
          <p:cNvPr id="721" name="Image 34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35700" y="2520950"/>
            <a:ext cx="190500" cy="184150"/>
          </a:xfrm>
          <a:prstGeom prst="rect">
            <a:avLst/>
          </a:prstGeom>
        </p:spPr>
      </p:pic>
      <p:pic>
        <p:nvPicPr>
          <p:cNvPr id="722" name="Image 3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35700" y="3536950"/>
            <a:ext cx="190500" cy="184150"/>
          </a:xfrm>
          <a:prstGeom prst="rect">
            <a:avLst/>
          </a:prstGeom>
        </p:spPr>
      </p:pic>
      <p:pic>
        <p:nvPicPr>
          <p:cNvPr id="723" name="Image 36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194550" y="6299200"/>
            <a:ext cx="203200" cy="254000"/>
          </a:xfrm>
          <a:prstGeom prst="rect">
            <a:avLst/>
          </a:prstGeom>
        </p:spPr>
      </p:pic>
      <p:pic>
        <p:nvPicPr>
          <p:cNvPr id="724" name="Image 3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200900" y="5327650"/>
            <a:ext cx="190500" cy="184150"/>
          </a:xfrm>
          <a:prstGeom prst="rect">
            <a:avLst/>
          </a:prstGeom>
        </p:spPr>
      </p:pic>
      <p:pic>
        <p:nvPicPr>
          <p:cNvPr id="725" name="Image 38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200900" y="2520950"/>
            <a:ext cx="190500" cy="184150"/>
          </a:xfrm>
          <a:prstGeom prst="rect">
            <a:avLst/>
          </a:prstGeom>
        </p:spPr>
      </p:pic>
      <p:pic>
        <p:nvPicPr>
          <p:cNvPr id="726" name="Image 39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200900" y="3536950"/>
            <a:ext cx="190500" cy="184150"/>
          </a:xfrm>
          <a:prstGeom prst="rect">
            <a:avLst/>
          </a:prstGeom>
        </p:spPr>
      </p:pic>
      <p:pic>
        <p:nvPicPr>
          <p:cNvPr id="727" name="Image 40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706610" y="6299200"/>
            <a:ext cx="203200" cy="254000"/>
          </a:xfrm>
          <a:prstGeom prst="rect">
            <a:avLst/>
          </a:prstGeom>
        </p:spPr>
      </p:pic>
      <p:pic>
        <p:nvPicPr>
          <p:cNvPr id="728" name="Image 41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712960" y="5327650"/>
            <a:ext cx="190500" cy="184150"/>
          </a:xfrm>
          <a:prstGeom prst="rect">
            <a:avLst/>
          </a:prstGeom>
        </p:spPr>
      </p:pic>
      <p:pic>
        <p:nvPicPr>
          <p:cNvPr id="729" name="Image 42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712960" y="2520950"/>
            <a:ext cx="190500" cy="184150"/>
          </a:xfrm>
          <a:prstGeom prst="rect">
            <a:avLst/>
          </a:prstGeom>
        </p:spPr>
      </p:pic>
      <p:pic>
        <p:nvPicPr>
          <p:cNvPr id="730" name="Image 43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12960" y="3536950"/>
            <a:ext cx="190500" cy="184150"/>
          </a:xfrm>
          <a:prstGeom prst="rect">
            <a:avLst/>
          </a:prstGeom>
        </p:spPr>
      </p:pic>
      <p:pic>
        <p:nvPicPr>
          <p:cNvPr id="731" name="Image 44" descr="/home/ahmed/Projects/ai_llm_slides/videos/deep-learning/002_transformers_part2/recreated_pptx/build/assets/s047_blkarrow_A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654030" y="6299200"/>
            <a:ext cx="203200" cy="254000"/>
          </a:xfrm>
          <a:prstGeom prst="rect">
            <a:avLst/>
          </a:prstGeom>
        </p:spPr>
      </p:pic>
      <p:pic>
        <p:nvPicPr>
          <p:cNvPr id="732" name="Image 45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660380" y="5327650"/>
            <a:ext cx="190500" cy="184150"/>
          </a:xfrm>
          <a:prstGeom prst="rect">
            <a:avLst/>
          </a:prstGeom>
        </p:spPr>
      </p:pic>
      <p:pic>
        <p:nvPicPr>
          <p:cNvPr id="733" name="Image 46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660380" y="2520950"/>
            <a:ext cx="190500" cy="184150"/>
          </a:xfrm>
          <a:prstGeom prst="rect">
            <a:avLst/>
          </a:prstGeom>
        </p:spPr>
      </p:pic>
      <p:pic>
        <p:nvPicPr>
          <p:cNvPr id="734" name="Image 47" descr="/home/ahmed/Projects/ai_llm_slides/videos/deep-learning/002_transformers_part2/recreated_pptx/build/assets/s047_blkarrow_B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660380" y="3536950"/>
            <a:ext cx="190500" cy="184150"/>
          </a:xfrm>
          <a:prstGeom prst="rect">
            <a:avLst/>
          </a:prstGeom>
        </p:spPr>
      </p:pic>
      <p:sp>
        <p:nvSpPr>
          <p:cNvPr id="735" name="Shape 685"/>
          <p:cNvSpPr/>
          <p:nvPr/>
        </p:nvSpPr>
        <p:spPr>
          <a:xfrm>
            <a:off x="24803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6" name="Shape 686"/>
          <p:cNvSpPr/>
          <p:nvPr/>
        </p:nvSpPr>
        <p:spPr>
          <a:xfrm>
            <a:off x="24803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37" name="Shape 687"/>
          <p:cNvSpPr/>
          <p:nvPr/>
        </p:nvSpPr>
        <p:spPr>
          <a:xfrm>
            <a:off x="24803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38" name="Shape 688"/>
          <p:cNvSpPr/>
          <p:nvPr/>
        </p:nvSpPr>
        <p:spPr>
          <a:xfrm>
            <a:off x="343916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39" name="Shape 689"/>
          <p:cNvSpPr/>
          <p:nvPr/>
        </p:nvSpPr>
        <p:spPr>
          <a:xfrm>
            <a:off x="343916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0" name="Shape 690"/>
          <p:cNvSpPr/>
          <p:nvPr/>
        </p:nvSpPr>
        <p:spPr>
          <a:xfrm>
            <a:off x="343916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1" name="Shape 691"/>
          <p:cNvSpPr/>
          <p:nvPr/>
        </p:nvSpPr>
        <p:spPr>
          <a:xfrm>
            <a:off x="44069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2" name="Shape 692"/>
          <p:cNvSpPr/>
          <p:nvPr/>
        </p:nvSpPr>
        <p:spPr>
          <a:xfrm>
            <a:off x="44069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3" name="Shape 693"/>
          <p:cNvSpPr/>
          <p:nvPr/>
        </p:nvSpPr>
        <p:spPr>
          <a:xfrm>
            <a:off x="44069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4" name="Shape 694"/>
          <p:cNvSpPr/>
          <p:nvPr/>
        </p:nvSpPr>
        <p:spPr>
          <a:xfrm>
            <a:off x="537210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5" name="Shape 695"/>
          <p:cNvSpPr/>
          <p:nvPr/>
        </p:nvSpPr>
        <p:spPr>
          <a:xfrm>
            <a:off x="537210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6" name="Shape 696"/>
          <p:cNvSpPr/>
          <p:nvPr/>
        </p:nvSpPr>
        <p:spPr>
          <a:xfrm>
            <a:off x="537210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47" name="Shape 697"/>
          <p:cNvSpPr/>
          <p:nvPr/>
        </p:nvSpPr>
        <p:spPr>
          <a:xfrm>
            <a:off x="63309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48" name="Shape 698"/>
          <p:cNvSpPr/>
          <p:nvPr/>
        </p:nvSpPr>
        <p:spPr>
          <a:xfrm>
            <a:off x="63309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49" name="Shape 699"/>
          <p:cNvSpPr/>
          <p:nvPr/>
        </p:nvSpPr>
        <p:spPr>
          <a:xfrm>
            <a:off x="63309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0" name="Shape 700"/>
          <p:cNvSpPr/>
          <p:nvPr/>
        </p:nvSpPr>
        <p:spPr>
          <a:xfrm>
            <a:off x="729615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1" name="Shape 701"/>
          <p:cNvSpPr/>
          <p:nvPr/>
        </p:nvSpPr>
        <p:spPr>
          <a:xfrm>
            <a:off x="729615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2" name="Shape 702"/>
          <p:cNvSpPr/>
          <p:nvPr/>
        </p:nvSpPr>
        <p:spPr>
          <a:xfrm>
            <a:off x="729615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3" name="Shape 703"/>
          <p:cNvSpPr/>
          <p:nvPr/>
        </p:nvSpPr>
        <p:spPr>
          <a:xfrm>
            <a:off x="980821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4" name="Shape 704"/>
          <p:cNvSpPr/>
          <p:nvPr/>
        </p:nvSpPr>
        <p:spPr>
          <a:xfrm>
            <a:off x="980821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5" name="Shape 705"/>
          <p:cNvSpPr/>
          <p:nvPr/>
        </p:nvSpPr>
        <p:spPr>
          <a:xfrm>
            <a:off x="980821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6" name="Shape 706"/>
          <p:cNvSpPr/>
          <p:nvPr/>
        </p:nvSpPr>
        <p:spPr>
          <a:xfrm>
            <a:off x="10755630" y="21653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57" name="Shape 707"/>
          <p:cNvSpPr/>
          <p:nvPr/>
        </p:nvSpPr>
        <p:spPr>
          <a:xfrm>
            <a:off x="10755630" y="1752600"/>
            <a:ext cx="0" cy="1079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58" name="Shape 708"/>
          <p:cNvSpPr/>
          <p:nvPr/>
        </p:nvSpPr>
        <p:spPr>
          <a:xfrm>
            <a:off x="10755630" y="1016000"/>
            <a:ext cx="0" cy="317500"/>
          </a:xfrm>
          <a:prstGeom prst="line">
            <a:avLst/>
          </a:prstGeom>
          <a:noFill/>
          <a:ln w="22225">
            <a:solidFill>
              <a:srgbClr val="A01020"/>
            </a:solidFill>
            <a:prstDash val="solid"/>
            <a:headEnd type="triangle"/>
          </a:ln>
        </p:spPr>
      </p:sp>
      <p:sp>
        <p:nvSpPr>
          <p:cNvPr id="759" name="Shape 709"/>
          <p:cNvSpPr/>
          <p:nvPr/>
        </p:nvSpPr>
        <p:spPr>
          <a:xfrm>
            <a:off x="24803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0" name="Shape 710"/>
          <p:cNvSpPr/>
          <p:nvPr/>
        </p:nvSpPr>
        <p:spPr>
          <a:xfrm>
            <a:off x="24803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1" name="Shape 711"/>
          <p:cNvSpPr/>
          <p:nvPr/>
        </p:nvSpPr>
        <p:spPr>
          <a:xfrm>
            <a:off x="24803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2" name="Shape 712"/>
          <p:cNvSpPr/>
          <p:nvPr/>
        </p:nvSpPr>
        <p:spPr>
          <a:xfrm>
            <a:off x="343916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3" name="Shape 713"/>
          <p:cNvSpPr/>
          <p:nvPr/>
        </p:nvSpPr>
        <p:spPr>
          <a:xfrm>
            <a:off x="343916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4" name="Shape 714"/>
          <p:cNvSpPr/>
          <p:nvPr/>
        </p:nvSpPr>
        <p:spPr>
          <a:xfrm>
            <a:off x="343916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5" name="Shape 715"/>
          <p:cNvSpPr/>
          <p:nvPr/>
        </p:nvSpPr>
        <p:spPr>
          <a:xfrm>
            <a:off x="44069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6" name="Shape 716"/>
          <p:cNvSpPr/>
          <p:nvPr/>
        </p:nvSpPr>
        <p:spPr>
          <a:xfrm>
            <a:off x="44069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7" name="Shape 717"/>
          <p:cNvSpPr/>
          <p:nvPr/>
        </p:nvSpPr>
        <p:spPr>
          <a:xfrm>
            <a:off x="44069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68" name="Shape 718"/>
          <p:cNvSpPr/>
          <p:nvPr/>
        </p:nvSpPr>
        <p:spPr>
          <a:xfrm>
            <a:off x="537210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69" name="Shape 719"/>
          <p:cNvSpPr/>
          <p:nvPr/>
        </p:nvSpPr>
        <p:spPr>
          <a:xfrm>
            <a:off x="537210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0" name="Shape 720"/>
          <p:cNvSpPr/>
          <p:nvPr/>
        </p:nvSpPr>
        <p:spPr>
          <a:xfrm>
            <a:off x="537210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1" name="Shape 721"/>
          <p:cNvSpPr/>
          <p:nvPr/>
        </p:nvSpPr>
        <p:spPr>
          <a:xfrm>
            <a:off x="63309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2" name="Shape 722"/>
          <p:cNvSpPr/>
          <p:nvPr/>
        </p:nvSpPr>
        <p:spPr>
          <a:xfrm>
            <a:off x="63309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3" name="Shape 723"/>
          <p:cNvSpPr/>
          <p:nvPr/>
        </p:nvSpPr>
        <p:spPr>
          <a:xfrm>
            <a:off x="63309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4" name="Shape 724"/>
          <p:cNvSpPr/>
          <p:nvPr/>
        </p:nvSpPr>
        <p:spPr>
          <a:xfrm>
            <a:off x="729615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5" name="Shape 725"/>
          <p:cNvSpPr/>
          <p:nvPr/>
        </p:nvSpPr>
        <p:spPr>
          <a:xfrm>
            <a:off x="729615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6" name="Shape 726"/>
          <p:cNvSpPr/>
          <p:nvPr/>
        </p:nvSpPr>
        <p:spPr>
          <a:xfrm>
            <a:off x="729615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7" name="Shape 727"/>
          <p:cNvSpPr/>
          <p:nvPr/>
        </p:nvSpPr>
        <p:spPr>
          <a:xfrm>
            <a:off x="980821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78" name="Shape 728"/>
          <p:cNvSpPr/>
          <p:nvPr/>
        </p:nvSpPr>
        <p:spPr>
          <a:xfrm>
            <a:off x="980821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79" name="Shape 729"/>
          <p:cNvSpPr/>
          <p:nvPr/>
        </p:nvSpPr>
        <p:spPr>
          <a:xfrm>
            <a:off x="980821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0" name="Shape 730"/>
          <p:cNvSpPr/>
          <p:nvPr/>
        </p:nvSpPr>
        <p:spPr>
          <a:xfrm>
            <a:off x="10755630" y="4984750"/>
            <a:ext cx="0" cy="95250"/>
          </a:xfrm>
          <a:prstGeom prst="line">
            <a:avLst/>
          </a:prstGeom>
          <a:noFill/>
          <a:ln w="19050">
            <a:solidFill>
              <a:srgbClr val="6B3050"/>
            </a:solidFill>
            <a:prstDash val="solid"/>
            <a:headEnd type="triangle"/>
          </a:ln>
        </p:spPr>
      </p:sp>
      <p:sp>
        <p:nvSpPr>
          <p:cNvPr id="781" name="Shape 731"/>
          <p:cNvSpPr/>
          <p:nvPr/>
        </p:nvSpPr>
        <p:spPr>
          <a:xfrm>
            <a:off x="10755630" y="4552950"/>
            <a:ext cx="0" cy="12065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2" name="Shape 732"/>
          <p:cNvSpPr/>
          <p:nvPr/>
        </p:nvSpPr>
        <p:spPr>
          <a:xfrm>
            <a:off x="10755630" y="3975100"/>
            <a:ext cx="0" cy="165100"/>
          </a:xfrm>
          <a:prstGeom prst="line">
            <a:avLst/>
          </a:prstGeom>
          <a:noFill/>
          <a:ln w="22225">
            <a:solidFill>
              <a:srgbClr val="83860F"/>
            </a:solidFill>
            <a:prstDash val="solid"/>
            <a:headEnd type="triangle"/>
          </a:ln>
        </p:spPr>
      </p:sp>
      <p:sp>
        <p:nvSpPr>
          <p:cNvPr id="783" name="Shape 733"/>
          <p:cNvSpPr/>
          <p:nvPr/>
        </p:nvSpPr>
        <p:spPr>
          <a:xfrm>
            <a:off x="23342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4" name="Text 734"/>
          <p:cNvSpPr/>
          <p:nvPr/>
        </p:nvSpPr>
        <p:spPr>
          <a:xfrm>
            <a:off x="23342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5" name="Shape 735"/>
          <p:cNvSpPr/>
          <p:nvPr/>
        </p:nvSpPr>
        <p:spPr>
          <a:xfrm>
            <a:off x="329311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6" name="Text 736"/>
          <p:cNvSpPr/>
          <p:nvPr/>
        </p:nvSpPr>
        <p:spPr>
          <a:xfrm>
            <a:off x="329311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7" name="Shape 737"/>
          <p:cNvSpPr/>
          <p:nvPr/>
        </p:nvSpPr>
        <p:spPr>
          <a:xfrm>
            <a:off x="42608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88" name="Text 738"/>
          <p:cNvSpPr/>
          <p:nvPr/>
        </p:nvSpPr>
        <p:spPr>
          <a:xfrm>
            <a:off x="42608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89" name="Shape 739"/>
          <p:cNvSpPr/>
          <p:nvPr/>
        </p:nvSpPr>
        <p:spPr>
          <a:xfrm>
            <a:off x="522605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0" name="Text 740"/>
          <p:cNvSpPr/>
          <p:nvPr/>
        </p:nvSpPr>
        <p:spPr>
          <a:xfrm>
            <a:off x="522605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1" name="Shape 741"/>
          <p:cNvSpPr/>
          <p:nvPr/>
        </p:nvSpPr>
        <p:spPr>
          <a:xfrm>
            <a:off x="61849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2" name="Text 742"/>
          <p:cNvSpPr/>
          <p:nvPr/>
        </p:nvSpPr>
        <p:spPr>
          <a:xfrm>
            <a:off x="61849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3" name="Shape 743"/>
          <p:cNvSpPr/>
          <p:nvPr/>
        </p:nvSpPr>
        <p:spPr>
          <a:xfrm>
            <a:off x="715010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4" name="Text 744"/>
          <p:cNvSpPr/>
          <p:nvPr/>
        </p:nvSpPr>
        <p:spPr>
          <a:xfrm>
            <a:off x="715010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5" name="Shape 745"/>
          <p:cNvSpPr/>
          <p:nvPr/>
        </p:nvSpPr>
        <p:spPr>
          <a:xfrm>
            <a:off x="966216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6" name="Text 746"/>
          <p:cNvSpPr/>
          <p:nvPr/>
        </p:nvSpPr>
        <p:spPr>
          <a:xfrm>
            <a:off x="966216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7" name="Shape 747"/>
          <p:cNvSpPr/>
          <p:nvPr/>
        </p:nvSpPr>
        <p:spPr>
          <a:xfrm>
            <a:off x="10609580" y="186690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798" name="Text 748"/>
          <p:cNvSpPr/>
          <p:nvPr/>
        </p:nvSpPr>
        <p:spPr>
          <a:xfrm>
            <a:off x="10609580" y="18669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799" name="Shape 749"/>
          <p:cNvSpPr/>
          <p:nvPr/>
        </p:nvSpPr>
        <p:spPr>
          <a:xfrm>
            <a:off x="23342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0" name="Text 750"/>
          <p:cNvSpPr/>
          <p:nvPr/>
        </p:nvSpPr>
        <p:spPr>
          <a:xfrm>
            <a:off x="23342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1" name="Shape 751"/>
          <p:cNvSpPr/>
          <p:nvPr/>
        </p:nvSpPr>
        <p:spPr>
          <a:xfrm>
            <a:off x="329311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2" name="Text 752"/>
          <p:cNvSpPr/>
          <p:nvPr/>
        </p:nvSpPr>
        <p:spPr>
          <a:xfrm>
            <a:off x="329311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3" name="Shape 753"/>
          <p:cNvSpPr/>
          <p:nvPr/>
        </p:nvSpPr>
        <p:spPr>
          <a:xfrm>
            <a:off x="42608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4" name="Text 754"/>
          <p:cNvSpPr/>
          <p:nvPr/>
        </p:nvSpPr>
        <p:spPr>
          <a:xfrm>
            <a:off x="42608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5" name="Shape 755"/>
          <p:cNvSpPr/>
          <p:nvPr/>
        </p:nvSpPr>
        <p:spPr>
          <a:xfrm>
            <a:off x="522605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6" name="Text 756"/>
          <p:cNvSpPr/>
          <p:nvPr/>
        </p:nvSpPr>
        <p:spPr>
          <a:xfrm>
            <a:off x="522605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7" name="Shape 757"/>
          <p:cNvSpPr/>
          <p:nvPr/>
        </p:nvSpPr>
        <p:spPr>
          <a:xfrm>
            <a:off x="61849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08" name="Text 758"/>
          <p:cNvSpPr/>
          <p:nvPr/>
        </p:nvSpPr>
        <p:spPr>
          <a:xfrm>
            <a:off x="61849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09" name="Shape 759"/>
          <p:cNvSpPr/>
          <p:nvPr/>
        </p:nvSpPr>
        <p:spPr>
          <a:xfrm>
            <a:off x="715010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0" name="Text 760"/>
          <p:cNvSpPr/>
          <p:nvPr/>
        </p:nvSpPr>
        <p:spPr>
          <a:xfrm>
            <a:off x="715010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1" name="Shape 761"/>
          <p:cNvSpPr/>
          <p:nvPr/>
        </p:nvSpPr>
        <p:spPr>
          <a:xfrm>
            <a:off x="966216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2" name="Text 762"/>
          <p:cNvSpPr/>
          <p:nvPr/>
        </p:nvSpPr>
        <p:spPr>
          <a:xfrm>
            <a:off x="966216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3" name="Shape 763"/>
          <p:cNvSpPr/>
          <p:nvPr/>
        </p:nvSpPr>
        <p:spPr>
          <a:xfrm>
            <a:off x="10609580" y="4685030"/>
            <a:ext cx="292100" cy="292100"/>
          </a:xfrm>
          <a:prstGeom prst="ellipse">
            <a:avLst/>
          </a:prstGeom>
          <a:solidFill>
            <a:srgbClr val="B44414"/>
          </a:solidFill>
          <a:ln/>
        </p:spPr>
      </p:sp>
      <p:sp>
        <p:nvSpPr>
          <p:cNvPr id="814" name="Text 764"/>
          <p:cNvSpPr/>
          <p:nvPr/>
        </p:nvSpPr>
        <p:spPr>
          <a:xfrm>
            <a:off x="10609580" y="468503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815" name="Shape 765"/>
          <p:cNvSpPr/>
          <p:nvPr/>
        </p:nvSpPr>
        <p:spPr>
          <a:xfrm>
            <a:off x="20269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6" name="Shape 766"/>
          <p:cNvSpPr/>
          <p:nvPr/>
        </p:nvSpPr>
        <p:spPr>
          <a:xfrm>
            <a:off x="21780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7" name="Shape 767"/>
          <p:cNvSpPr/>
          <p:nvPr/>
        </p:nvSpPr>
        <p:spPr>
          <a:xfrm>
            <a:off x="23291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8" name="Shape 768"/>
          <p:cNvSpPr/>
          <p:nvPr/>
        </p:nvSpPr>
        <p:spPr>
          <a:xfrm>
            <a:off x="24803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19" name="Shape 769"/>
          <p:cNvSpPr/>
          <p:nvPr/>
        </p:nvSpPr>
        <p:spPr>
          <a:xfrm>
            <a:off x="26314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0" name="Shape 770"/>
          <p:cNvSpPr/>
          <p:nvPr/>
        </p:nvSpPr>
        <p:spPr>
          <a:xfrm>
            <a:off x="27825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1" name="Text 771"/>
          <p:cNvSpPr/>
          <p:nvPr/>
        </p:nvSpPr>
        <p:spPr>
          <a:xfrm>
            <a:off x="23152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22" name="Shape 772"/>
          <p:cNvSpPr/>
          <p:nvPr/>
        </p:nvSpPr>
        <p:spPr>
          <a:xfrm>
            <a:off x="298577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3" name="Shape 773"/>
          <p:cNvSpPr/>
          <p:nvPr/>
        </p:nvSpPr>
        <p:spPr>
          <a:xfrm>
            <a:off x="313690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4" name="Shape 774"/>
          <p:cNvSpPr/>
          <p:nvPr/>
        </p:nvSpPr>
        <p:spPr>
          <a:xfrm>
            <a:off x="328803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5" name="Shape 775"/>
          <p:cNvSpPr/>
          <p:nvPr/>
        </p:nvSpPr>
        <p:spPr>
          <a:xfrm>
            <a:off x="343916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6" name="Shape 776"/>
          <p:cNvSpPr/>
          <p:nvPr/>
        </p:nvSpPr>
        <p:spPr>
          <a:xfrm>
            <a:off x="359029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7" name="Shape 777"/>
          <p:cNvSpPr/>
          <p:nvPr/>
        </p:nvSpPr>
        <p:spPr>
          <a:xfrm>
            <a:off x="374142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28" name="Text 778"/>
          <p:cNvSpPr/>
          <p:nvPr/>
        </p:nvSpPr>
        <p:spPr>
          <a:xfrm>
            <a:off x="327406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29" name="Shape 779"/>
          <p:cNvSpPr/>
          <p:nvPr/>
        </p:nvSpPr>
        <p:spPr>
          <a:xfrm>
            <a:off x="39535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0" name="Shape 780"/>
          <p:cNvSpPr/>
          <p:nvPr/>
        </p:nvSpPr>
        <p:spPr>
          <a:xfrm>
            <a:off x="41046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1" name="Shape 781"/>
          <p:cNvSpPr/>
          <p:nvPr/>
        </p:nvSpPr>
        <p:spPr>
          <a:xfrm>
            <a:off x="42557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2" name="Shape 782"/>
          <p:cNvSpPr/>
          <p:nvPr/>
        </p:nvSpPr>
        <p:spPr>
          <a:xfrm>
            <a:off x="44069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3" name="Shape 783"/>
          <p:cNvSpPr/>
          <p:nvPr/>
        </p:nvSpPr>
        <p:spPr>
          <a:xfrm>
            <a:off x="45580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4" name="Shape 784"/>
          <p:cNvSpPr/>
          <p:nvPr/>
        </p:nvSpPr>
        <p:spPr>
          <a:xfrm>
            <a:off x="47091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5" name="Text 785"/>
          <p:cNvSpPr/>
          <p:nvPr/>
        </p:nvSpPr>
        <p:spPr>
          <a:xfrm>
            <a:off x="42418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36" name="Shape 786"/>
          <p:cNvSpPr/>
          <p:nvPr/>
        </p:nvSpPr>
        <p:spPr>
          <a:xfrm>
            <a:off x="491871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7" name="Shape 787"/>
          <p:cNvSpPr/>
          <p:nvPr/>
        </p:nvSpPr>
        <p:spPr>
          <a:xfrm>
            <a:off x="506984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8" name="Shape 788"/>
          <p:cNvSpPr/>
          <p:nvPr/>
        </p:nvSpPr>
        <p:spPr>
          <a:xfrm>
            <a:off x="522097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39" name="Shape 789"/>
          <p:cNvSpPr/>
          <p:nvPr/>
        </p:nvSpPr>
        <p:spPr>
          <a:xfrm>
            <a:off x="537210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0" name="Shape 790"/>
          <p:cNvSpPr/>
          <p:nvPr/>
        </p:nvSpPr>
        <p:spPr>
          <a:xfrm>
            <a:off x="552323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1" name="Shape 791"/>
          <p:cNvSpPr/>
          <p:nvPr/>
        </p:nvSpPr>
        <p:spPr>
          <a:xfrm>
            <a:off x="567436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2" name="Text 792"/>
          <p:cNvSpPr/>
          <p:nvPr/>
        </p:nvSpPr>
        <p:spPr>
          <a:xfrm>
            <a:off x="520700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43" name="Shape 793"/>
          <p:cNvSpPr/>
          <p:nvPr/>
        </p:nvSpPr>
        <p:spPr>
          <a:xfrm>
            <a:off x="58775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4" name="Shape 794"/>
          <p:cNvSpPr/>
          <p:nvPr/>
        </p:nvSpPr>
        <p:spPr>
          <a:xfrm>
            <a:off x="60286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5" name="Shape 795"/>
          <p:cNvSpPr/>
          <p:nvPr/>
        </p:nvSpPr>
        <p:spPr>
          <a:xfrm>
            <a:off x="61798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6" name="Shape 796"/>
          <p:cNvSpPr/>
          <p:nvPr/>
        </p:nvSpPr>
        <p:spPr>
          <a:xfrm>
            <a:off x="63309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7" name="Shape 797"/>
          <p:cNvSpPr/>
          <p:nvPr/>
        </p:nvSpPr>
        <p:spPr>
          <a:xfrm>
            <a:off x="64820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8" name="Shape 798"/>
          <p:cNvSpPr/>
          <p:nvPr/>
        </p:nvSpPr>
        <p:spPr>
          <a:xfrm>
            <a:off x="66332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49" name="Text 799"/>
          <p:cNvSpPr/>
          <p:nvPr/>
        </p:nvSpPr>
        <p:spPr>
          <a:xfrm>
            <a:off x="61658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50" name="Shape 800"/>
          <p:cNvSpPr/>
          <p:nvPr/>
        </p:nvSpPr>
        <p:spPr>
          <a:xfrm>
            <a:off x="684276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1" name="Shape 801"/>
          <p:cNvSpPr/>
          <p:nvPr/>
        </p:nvSpPr>
        <p:spPr>
          <a:xfrm>
            <a:off x="699389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2" name="Shape 802"/>
          <p:cNvSpPr/>
          <p:nvPr/>
        </p:nvSpPr>
        <p:spPr>
          <a:xfrm>
            <a:off x="714502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3" name="Shape 803"/>
          <p:cNvSpPr/>
          <p:nvPr/>
        </p:nvSpPr>
        <p:spPr>
          <a:xfrm>
            <a:off x="729615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4" name="Shape 804"/>
          <p:cNvSpPr/>
          <p:nvPr/>
        </p:nvSpPr>
        <p:spPr>
          <a:xfrm>
            <a:off x="744728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5" name="Shape 805"/>
          <p:cNvSpPr/>
          <p:nvPr/>
        </p:nvSpPr>
        <p:spPr>
          <a:xfrm>
            <a:off x="759841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6" name="Text 806"/>
          <p:cNvSpPr/>
          <p:nvPr/>
        </p:nvSpPr>
        <p:spPr>
          <a:xfrm>
            <a:off x="713105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857" name="Shape 807"/>
          <p:cNvSpPr/>
          <p:nvPr/>
        </p:nvSpPr>
        <p:spPr>
          <a:xfrm>
            <a:off x="935482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8" name="Shape 808"/>
          <p:cNvSpPr/>
          <p:nvPr/>
        </p:nvSpPr>
        <p:spPr>
          <a:xfrm>
            <a:off x="950595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59" name="Shape 809"/>
          <p:cNvSpPr/>
          <p:nvPr/>
        </p:nvSpPr>
        <p:spPr>
          <a:xfrm>
            <a:off x="965708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0" name="Shape 810"/>
          <p:cNvSpPr/>
          <p:nvPr/>
        </p:nvSpPr>
        <p:spPr>
          <a:xfrm>
            <a:off x="980821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1" name="Shape 811"/>
          <p:cNvSpPr/>
          <p:nvPr/>
        </p:nvSpPr>
        <p:spPr>
          <a:xfrm>
            <a:off x="995934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2" name="Shape 812"/>
          <p:cNvSpPr/>
          <p:nvPr/>
        </p:nvSpPr>
        <p:spPr>
          <a:xfrm>
            <a:off x="1011047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3" name="Text 813"/>
          <p:cNvSpPr/>
          <p:nvPr/>
        </p:nvSpPr>
        <p:spPr>
          <a:xfrm>
            <a:off x="964311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864" name="Shape 814"/>
          <p:cNvSpPr/>
          <p:nvPr/>
        </p:nvSpPr>
        <p:spPr>
          <a:xfrm>
            <a:off x="10302240" y="770890"/>
            <a:ext cx="151130" cy="2260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5" name="Shape 815"/>
          <p:cNvSpPr/>
          <p:nvPr/>
        </p:nvSpPr>
        <p:spPr>
          <a:xfrm>
            <a:off x="10453370" y="770890"/>
            <a:ext cx="151130" cy="2260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6" name="Shape 816"/>
          <p:cNvSpPr/>
          <p:nvPr/>
        </p:nvSpPr>
        <p:spPr>
          <a:xfrm>
            <a:off x="10604500" y="770890"/>
            <a:ext cx="151130" cy="2260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7" name="Shape 817"/>
          <p:cNvSpPr/>
          <p:nvPr/>
        </p:nvSpPr>
        <p:spPr>
          <a:xfrm>
            <a:off x="10755630" y="770890"/>
            <a:ext cx="151130" cy="2260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8" name="Shape 818"/>
          <p:cNvSpPr/>
          <p:nvPr/>
        </p:nvSpPr>
        <p:spPr>
          <a:xfrm>
            <a:off x="10906760" y="770890"/>
            <a:ext cx="151130" cy="2260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69" name="Shape 819"/>
          <p:cNvSpPr/>
          <p:nvPr/>
        </p:nvSpPr>
        <p:spPr>
          <a:xfrm>
            <a:off x="11057890" y="770890"/>
            <a:ext cx="151130" cy="2260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0" name="Text 820"/>
          <p:cNvSpPr/>
          <p:nvPr/>
        </p:nvSpPr>
        <p:spPr>
          <a:xfrm>
            <a:off x="10590530" y="751840"/>
            <a:ext cx="3302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8E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4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871" name="Shape 821"/>
          <p:cNvSpPr/>
          <p:nvPr/>
        </p:nvSpPr>
        <p:spPr>
          <a:xfrm>
            <a:off x="797052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2" name="Shape 822"/>
          <p:cNvSpPr/>
          <p:nvPr/>
        </p:nvSpPr>
        <p:spPr>
          <a:xfrm>
            <a:off x="820166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3" name="Shape 823"/>
          <p:cNvSpPr/>
          <p:nvPr/>
        </p:nvSpPr>
        <p:spPr>
          <a:xfrm>
            <a:off x="843153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4" name="Shape 824"/>
          <p:cNvSpPr/>
          <p:nvPr/>
        </p:nvSpPr>
        <p:spPr>
          <a:xfrm>
            <a:off x="866267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5" name="Shape 825"/>
          <p:cNvSpPr/>
          <p:nvPr/>
        </p:nvSpPr>
        <p:spPr>
          <a:xfrm>
            <a:off x="8892540" y="839470"/>
            <a:ext cx="88900" cy="88900"/>
          </a:xfrm>
          <a:prstGeom prst="ellipse">
            <a:avLst/>
          </a:prstGeom>
          <a:solidFill>
            <a:srgbClr val="04048C"/>
          </a:solidFill>
          <a:ln/>
        </p:spPr>
      </p:sp>
      <p:sp>
        <p:nvSpPr>
          <p:cNvPr id="876" name="Shape 826"/>
          <p:cNvSpPr/>
          <p:nvPr/>
        </p:nvSpPr>
        <p:spPr>
          <a:xfrm>
            <a:off x="20269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7" name="Shape 827"/>
          <p:cNvSpPr/>
          <p:nvPr/>
        </p:nvSpPr>
        <p:spPr>
          <a:xfrm>
            <a:off x="21780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8" name="Shape 828"/>
          <p:cNvSpPr/>
          <p:nvPr/>
        </p:nvSpPr>
        <p:spPr>
          <a:xfrm>
            <a:off x="23291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79" name="Shape 829"/>
          <p:cNvSpPr/>
          <p:nvPr/>
        </p:nvSpPr>
        <p:spPr>
          <a:xfrm>
            <a:off x="24803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0" name="Shape 830"/>
          <p:cNvSpPr/>
          <p:nvPr/>
        </p:nvSpPr>
        <p:spPr>
          <a:xfrm>
            <a:off x="26314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1" name="Shape 831"/>
          <p:cNvSpPr/>
          <p:nvPr/>
        </p:nvSpPr>
        <p:spPr>
          <a:xfrm>
            <a:off x="27825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2" name="Text 832"/>
          <p:cNvSpPr/>
          <p:nvPr/>
        </p:nvSpPr>
        <p:spPr>
          <a:xfrm>
            <a:off x="23152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883" name="Shape 833"/>
          <p:cNvSpPr/>
          <p:nvPr/>
        </p:nvSpPr>
        <p:spPr>
          <a:xfrm>
            <a:off x="298577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4" name="Shape 834"/>
          <p:cNvSpPr/>
          <p:nvPr/>
        </p:nvSpPr>
        <p:spPr>
          <a:xfrm>
            <a:off x="313690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5" name="Shape 835"/>
          <p:cNvSpPr/>
          <p:nvPr/>
        </p:nvSpPr>
        <p:spPr>
          <a:xfrm>
            <a:off x="328803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6" name="Shape 836"/>
          <p:cNvSpPr/>
          <p:nvPr/>
        </p:nvSpPr>
        <p:spPr>
          <a:xfrm>
            <a:off x="343916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7" name="Shape 837"/>
          <p:cNvSpPr/>
          <p:nvPr/>
        </p:nvSpPr>
        <p:spPr>
          <a:xfrm>
            <a:off x="359029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8" name="Shape 838"/>
          <p:cNvSpPr/>
          <p:nvPr/>
        </p:nvSpPr>
        <p:spPr>
          <a:xfrm>
            <a:off x="374142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89" name="Text 839"/>
          <p:cNvSpPr/>
          <p:nvPr/>
        </p:nvSpPr>
        <p:spPr>
          <a:xfrm>
            <a:off x="327406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90" name="Shape 840"/>
          <p:cNvSpPr/>
          <p:nvPr/>
        </p:nvSpPr>
        <p:spPr>
          <a:xfrm>
            <a:off x="39535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1" name="Shape 841"/>
          <p:cNvSpPr/>
          <p:nvPr/>
        </p:nvSpPr>
        <p:spPr>
          <a:xfrm>
            <a:off x="41046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2" name="Shape 842"/>
          <p:cNvSpPr/>
          <p:nvPr/>
        </p:nvSpPr>
        <p:spPr>
          <a:xfrm>
            <a:off x="42557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3" name="Shape 843"/>
          <p:cNvSpPr/>
          <p:nvPr/>
        </p:nvSpPr>
        <p:spPr>
          <a:xfrm>
            <a:off x="44069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4" name="Shape 844"/>
          <p:cNvSpPr/>
          <p:nvPr/>
        </p:nvSpPr>
        <p:spPr>
          <a:xfrm>
            <a:off x="45580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5" name="Shape 845"/>
          <p:cNvSpPr/>
          <p:nvPr/>
        </p:nvSpPr>
        <p:spPr>
          <a:xfrm>
            <a:off x="47091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6" name="Text 846"/>
          <p:cNvSpPr/>
          <p:nvPr/>
        </p:nvSpPr>
        <p:spPr>
          <a:xfrm>
            <a:off x="42418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97" name="Shape 847"/>
          <p:cNvSpPr/>
          <p:nvPr/>
        </p:nvSpPr>
        <p:spPr>
          <a:xfrm>
            <a:off x="491871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8" name="Shape 848"/>
          <p:cNvSpPr/>
          <p:nvPr/>
        </p:nvSpPr>
        <p:spPr>
          <a:xfrm>
            <a:off x="506984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899" name="Shape 849"/>
          <p:cNvSpPr/>
          <p:nvPr/>
        </p:nvSpPr>
        <p:spPr>
          <a:xfrm>
            <a:off x="522097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0" name="Shape 850"/>
          <p:cNvSpPr/>
          <p:nvPr/>
        </p:nvSpPr>
        <p:spPr>
          <a:xfrm>
            <a:off x="537210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1" name="Shape 851"/>
          <p:cNvSpPr/>
          <p:nvPr/>
        </p:nvSpPr>
        <p:spPr>
          <a:xfrm>
            <a:off x="552323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2" name="Shape 852"/>
          <p:cNvSpPr/>
          <p:nvPr/>
        </p:nvSpPr>
        <p:spPr>
          <a:xfrm>
            <a:off x="567436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3" name="Text 853"/>
          <p:cNvSpPr/>
          <p:nvPr/>
        </p:nvSpPr>
        <p:spPr>
          <a:xfrm>
            <a:off x="520700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904" name="Shape 854"/>
          <p:cNvSpPr/>
          <p:nvPr/>
        </p:nvSpPr>
        <p:spPr>
          <a:xfrm>
            <a:off x="58775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5" name="Shape 855"/>
          <p:cNvSpPr/>
          <p:nvPr/>
        </p:nvSpPr>
        <p:spPr>
          <a:xfrm>
            <a:off x="60286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6" name="Shape 856"/>
          <p:cNvSpPr/>
          <p:nvPr/>
        </p:nvSpPr>
        <p:spPr>
          <a:xfrm>
            <a:off x="61798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7" name="Shape 857"/>
          <p:cNvSpPr/>
          <p:nvPr/>
        </p:nvSpPr>
        <p:spPr>
          <a:xfrm>
            <a:off x="63309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8" name="Shape 858"/>
          <p:cNvSpPr/>
          <p:nvPr/>
        </p:nvSpPr>
        <p:spPr>
          <a:xfrm>
            <a:off x="64820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09" name="Shape 859"/>
          <p:cNvSpPr/>
          <p:nvPr/>
        </p:nvSpPr>
        <p:spPr>
          <a:xfrm>
            <a:off x="66332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0" name="Text 860"/>
          <p:cNvSpPr/>
          <p:nvPr/>
        </p:nvSpPr>
        <p:spPr>
          <a:xfrm>
            <a:off x="61658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1" name="Shape 861"/>
          <p:cNvSpPr/>
          <p:nvPr/>
        </p:nvSpPr>
        <p:spPr>
          <a:xfrm>
            <a:off x="684276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2" name="Shape 862"/>
          <p:cNvSpPr/>
          <p:nvPr/>
        </p:nvSpPr>
        <p:spPr>
          <a:xfrm>
            <a:off x="699389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3" name="Shape 863"/>
          <p:cNvSpPr/>
          <p:nvPr/>
        </p:nvSpPr>
        <p:spPr>
          <a:xfrm>
            <a:off x="714502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4" name="Shape 864"/>
          <p:cNvSpPr/>
          <p:nvPr/>
        </p:nvSpPr>
        <p:spPr>
          <a:xfrm>
            <a:off x="729615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5" name="Shape 865"/>
          <p:cNvSpPr/>
          <p:nvPr/>
        </p:nvSpPr>
        <p:spPr>
          <a:xfrm>
            <a:off x="744728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6" name="Shape 866"/>
          <p:cNvSpPr/>
          <p:nvPr/>
        </p:nvSpPr>
        <p:spPr>
          <a:xfrm>
            <a:off x="759841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7" name="Text 867"/>
          <p:cNvSpPr/>
          <p:nvPr/>
        </p:nvSpPr>
        <p:spPr>
          <a:xfrm>
            <a:off x="713105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18" name="Shape 868"/>
          <p:cNvSpPr/>
          <p:nvPr/>
        </p:nvSpPr>
        <p:spPr>
          <a:xfrm>
            <a:off x="935482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19" name="Shape 869"/>
          <p:cNvSpPr/>
          <p:nvPr/>
        </p:nvSpPr>
        <p:spPr>
          <a:xfrm>
            <a:off x="950595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0" name="Shape 870"/>
          <p:cNvSpPr/>
          <p:nvPr/>
        </p:nvSpPr>
        <p:spPr>
          <a:xfrm>
            <a:off x="965708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1" name="Shape 871"/>
          <p:cNvSpPr/>
          <p:nvPr/>
        </p:nvSpPr>
        <p:spPr>
          <a:xfrm>
            <a:off x="980821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2" name="Shape 872"/>
          <p:cNvSpPr/>
          <p:nvPr/>
        </p:nvSpPr>
        <p:spPr>
          <a:xfrm>
            <a:off x="995934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3" name="Shape 873"/>
          <p:cNvSpPr/>
          <p:nvPr/>
        </p:nvSpPr>
        <p:spPr>
          <a:xfrm>
            <a:off x="1011047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4" name="Text 874"/>
          <p:cNvSpPr/>
          <p:nvPr/>
        </p:nvSpPr>
        <p:spPr>
          <a:xfrm>
            <a:off x="964311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925" name="Shape 875"/>
          <p:cNvSpPr/>
          <p:nvPr/>
        </p:nvSpPr>
        <p:spPr>
          <a:xfrm>
            <a:off x="10302240" y="6551930"/>
            <a:ext cx="151130" cy="213360"/>
          </a:xfrm>
          <a:prstGeom prst="rect">
            <a:avLst/>
          </a:prstGeom>
          <a:solidFill>
            <a:srgbClr val="FDFDD0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6" name="Shape 876"/>
          <p:cNvSpPr/>
          <p:nvPr/>
        </p:nvSpPr>
        <p:spPr>
          <a:xfrm>
            <a:off x="10453370" y="6551930"/>
            <a:ext cx="151130" cy="213360"/>
          </a:xfrm>
          <a:prstGeom prst="rect">
            <a:avLst/>
          </a:prstGeom>
          <a:solidFill>
            <a:srgbClr val="F2FFDE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7" name="Shape 877"/>
          <p:cNvSpPr/>
          <p:nvPr/>
        </p:nvSpPr>
        <p:spPr>
          <a:xfrm>
            <a:off x="10604500" y="6551930"/>
            <a:ext cx="151130" cy="213360"/>
          </a:xfrm>
          <a:prstGeom prst="rect">
            <a:avLst/>
          </a:prstGeom>
          <a:solidFill>
            <a:srgbClr val="FAFFF2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8" name="Shape 878"/>
          <p:cNvSpPr/>
          <p:nvPr/>
        </p:nvSpPr>
        <p:spPr>
          <a:xfrm>
            <a:off x="10755630" y="6551930"/>
            <a:ext cx="151130" cy="213360"/>
          </a:xfrm>
          <a:prstGeom prst="rect">
            <a:avLst/>
          </a:prstGeom>
          <a:solidFill>
            <a:srgbClr val="EDEDF8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29" name="Shape 879"/>
          <p:cNvSpPr/>
          <p:nvPr/>
        </p:nvSpPr>
        <p:spPr>
          <a:xfrm>
            <a:off x="10906760" y="6551930"/>
            <a:ext cx="151130" cy="213360"/>
          </a:xfrm>
          <a:prstGeom prst="rect">
            <a:avLst/>
          </a:prstGeom>
          <a:solidFill>
            <a:srgbClr val="F6DFF5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0" name="Shape 880"/>
          <p:cNvSpPr/>
          <p:nvPr/>
        </p:nvSpPr>
        <p:spPr>
          <a:xfrm>
            <a:off x="11057890" y="6551930"/>
            <a:ext cx="151130" cy="213360"/>
          </a:xfrm>
          <a:prstGeom prst="rect">
            <a:avLst/>
          </a:prstGeom>
          <a:solidFill>
            <a:srgbClr val="E9E8EC"/>
          </a:solidFill>
          <a:ln w="9525">
            <a:solidFill>
              <a:srgbClr val="A8A898"/>
            </a:solidFill>
            <a:prstDash val="solid"/>
          </a:ln>
        </p:spPr>
      </p:sp>
      <p:sp>
        <p:nvSpPr>
          <p:cNvPr id="931" name="Text 881"/>
          <p:cNvSpPr/>
          <p:nvPr/>
        </p:nvSpPr>
        <p:spPr>
          <a:xfrm>
            <a:off x="10590530" y="6532880"/>
            <a:ext cx="3302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7E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B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932" name="Shape 882"/>
          <p:cNvSpPr/>
          <p:nvPr/>
        </p:nvSpPr>
        <p:spPr>
          <a:xfrm>
            <a:off x="797052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3" name="Shape 883"/>
          <p:cNvSpPr/>
          <p:nvPr/>
        </p:nvSpPr>
        <p:spPr>
          <a:xfrm>
            <a:off x="820166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4" name="Shape 884"/>
          <p:cNvSpPr/>
          <p:nvPr/>
        </p:nvSpPr>
        <p:spPr>
          <a:xfrm>
            <a:off x="843153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5" name="Shape 885"/>
          <p:cNvSpPr/>
          <p:nvPr/>
        </p:nvSpPr>
        <p:spPr>
          <a:xfrm>
            <a:off x="866267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6" name="Shape 886"/>
          <p:cNvSpPr/>
          <p:nvPr/>
        </p:nvSpPr>
        <p:spPr>
          <a:xfrm>
            <a:off x="8892540" y="6614160"/>
            <a:ext cx="88900" cy="88900"/>
          </a:xfrm>
          <a:prstGeom prst="ellipse">
            <a:avLst/>
          </a:prstGeom>
          <a:solidFill>
            <a:srgbClr val="00E87A"/>
          </a:solidFill>
          <a:ln/>
        </p:spPr>
      </p:sp>
      <p:sp>
        <p:nvSpPr>
          <p:cNvPr id="937" name="Shape 887"/>
          <p:cNvSpPr/>
          <p:nvPr/>
        </p:nvSpPr>
        <p:spPr>
          <a:xfrm>
            <a:off x="111887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8" name="Shape 888"/>
          <p:cNvSpPr/>
          <p:nvPr/>
        </p:nvSpPr>
        <p:spPr>
          <a:xfrm>
            <a:off x="11353800" y="770890"/>
            <a:ext cx="165100" cy="226060"/>
          </a:xfrm>
          <a:prstGeom prst="rect">
            <a:avLst/>
          </a:prstGeom>
          <a:solidFill>
            <a:srgbClr val="FEFF9C"/>
          </a:solidFill>
          <a:ln w="9525">
            <a:solidFill>
              <a:srgbClr val="8A7A30"/>
            </a:solidFill>
            <a:prstDash val="solid"/>
          </a:ln>
        </p:spPr>
      </p:sp>
      <p:sp>
        <p:nvSpPr>
          <p:cNvPr id="939" name="Shape 889"/>
          <p:cNvSpPr/>
          <p:nvPr/>
        </p:nvSpPr>
        <p:spPr>
          <a:xfrm>
            <a:off x="508000" y="685800"/>
            <a:ext cx="1803400" cy="508000"/>
          </a:xfrm>
          <a:prstGeom prst="roundRect">
            <a:avLst>
              <a:gd name="adj" fmla="val 14400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0" name="Text 890"/>
          <p:cNvSpPr/>
          <p:nvPr/>
        </p:nvSpPr>
        <p:spPr>
          <a:xfrm>
            <a:off x="508000" y="685800"/>
            <a:ext cx="1803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Output</a:t>
            </a:r>
            <a:endParaRPr lang="en-US" sz="1900" dirty="0"/>
          </a:p>
        </p:txBody>
      </p:sp>
      <p:sp>
        <p:nvSpPr>
          <p:cNvPr id="941" name="Shape 891"/>
          <p:cNvSpPr/>
          <p:nvPr/>
        </p:nvSpPr>
        <p:spPr>
          <a:xfrm>
            <a:off x="508000" y="6248400"/>
            <a:ext cx="1803400" cy="584200"/>
          </a:xfrm>
          <a:prstGeom prst="roundRect">
            <a:avLst>
              <a:gd name="adj" fmla="val 12522"/>
            </a:avLst>
          </a:prstGeom>
          <a:solidFill>
            <a:srgbClr val="FFF4F0"/>
          </a:solidFill>
          <a:ln w="22225">
            <a:solidFill>
              <a:srgbClr val="8E2E31"/>
            </a:solidFill>
            <a:prstDash val="solid"/>
          </a:ln>
        </p:spPr>
      </p:sp>
      <p:sp>
        <p:nvSpPr>
          <p:cNvPr id="942" name="Text 892"/>
          <p:cNvSpPr/>
          <p:nvPr/>
        </p:nvSpPr>
        <p:spPr>
          <a:xfrm>
            <a:off x="508000" y="6248400"/>
            <a:ext cx="1803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E2E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Input</a:t>
            </a:r>
            <a:endParaRPr lang="en-US" sz="1900" dirty="0"/>
          </a:p>
        </p:txBody>
      </p:sp>
      <p:sp>
        <p:nvSpPr>
          <p:cNvPr id="943" name="Text 893"/>
          <p:cNvSpPr/>
          <p:nvPr/>
        </p:nvSpPr>
        <p:spPr>
          <a:xfrm rot="16200000">
            <a:off x="-1225550" y="3315970"/>
            <a:ext cx="457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1100" kern="0" dirty="0">
                <a:solidFill>
                  <a:srgbClr val="9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</a:t>
            </a:r>
            <a:endParaRPr lang="en-US" sz="2600" dirty="0"/>
          </a:p>
        </p:txBody>
      </p:sp>
      <p:sp>
        <p:nvSpPr>
          <p:cNvPr id="944" name="Shape 894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945" name="Text 895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946" name="Shape 896"/>
          <p:cNvSpPr/>
          <p:nvPr/>
        </p:nvSpPr>
        <p:spPr>
          <a:xfrm>
            <a:off x="4381500" y="1367790"/>
            <a:ext cx="3683000" cy="347980"/>
          </a:xfrm>
          <a:prstGeom prst="rect">
            <a:avLst/>
          </a:prstGeom>
          <a:solidFill>
            <a:srgbClr val="EDB671"/>
          </a:solidFill>
          <a:ln/>
        </p:spPr>
      </p:sp>
      <p:sp>
        <p:nvSpPr>
          <p:cNvPr id="947" name="Text 897"/>
          <p:cNvSpPr/>
          <p:nvPr/>
        </p:nvSpPr>
        <p:spPr>
          <a:xfrm>
            <a:off x="4089400" y="1342390"/>
            <a:ext cx="7112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 (NOT Batch Norm)</a:t>
            </a:r>
            <a:endParaRPr lang="en-US" sz="1900" dirty="0"/>
          </a:p>
        </p:txBody>
      </p:sp>
      <p:sp>
        <p:nvSpPr>
          <p:cNvPr id="948" name="Shape 898"/>
          <p:cNvSpPr/>
          <p:nvPr/>
        </p:nvSpPr>
        <p:spPr>
          <a:xfrm>
            <a:off x="4381500" y="4171950"/>
            <a:ext cx="3683000" cy="347980"/>
          </a:xfrm>
          <a:prstGeom prst="rect">
            <a:avLst/>
          </a:prstGeom>
          <a:solidFill>
            <a:srgbClr val="EDB671"/>
          </a:solidFill>
          <a:ln/>
        </p:spPr>
      </p:sp>
      <p:sp>
        <p:nvSpPr>
          <p:cNvPr id="949" name="Text 899"/>
          <p:cNvSpPr/>
          <p:nvPr/>
        </p:nvSpPr>
        <p:spPr>
          <a:xfrm>
            <a:off x="4089400" y="4146550"/>
            <a:ext cx="71120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DC7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l" indent="0" marL="0">
              <a:lnSpc>
                <a:spcPts val="2200"/>
              </a:lnSpc>
              <a:buNone/>
            </a:pPr>
            <a:r>
              <a:rPr lang="en-US" sz="1900" b="1" i="1" dirty="0">
                <a:solidFill>
                  <a:srgbClr val="8146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 (NOT Batch Norm)</a:t>
            </a:r>
            <a:endParaRPr lang="en-US" sz="1900" dirty="0"/>
          </a:p>
        </p:txBody>
      </p:sp>
      <p:sp>
        <p:nvSpPr>
          <p:cNvPr id="950" name="Shape 900"/>
          <p:cNvSpPr/>
          <p:nvPr/>
        </p:nvSpPr>
        <p:spPr>
          <a:xfrm>
            <a:off x="7708900" y="927100"/>
            <a:ext cx="3581400" cy="5308600"/>
          </a:xfrm>
          <a:prstGeom prst="roundRect">
            <a:avLst>
              <a:gd name="adj" fmla="val 1532"/>
            </a:avLst>
          </a:prstGeom>
          <a:solidFill>
            <a:srgbClr val="F2F2F4"/>
          </a:solidFill>
          <a:ln w="31750">
            <a:solidFill>
              <a:srgbClr val="3A8220"/>
            </a:solidFill>
            <a:prstDash val="solid"/>
          </a:ln>
        </p:spPr>
      </p:sp>
      <p:sp>
        <p:nvSpPr>
          <p:cNvPr id="951" name="Shape 901"/>
          <p:cNvSpPr/>
          <p:nvPr/>
        </p:nvSpPr>
        <p:spPr>
          <a:xfrm>
            <a:off x="7962900" y="1397000"/>
            <a:ext cx="3162300" cy="4622800"/>
          </a:xfrm>
          <a:prstGeom prst="roundRect">
            <a:avLst>
              <a:gd name="adj" fmla="val 5494"/>
            </a:avLst>
          </a:prstGeom>
          <a:solidFill>
            <a:srgbClr val="F2F2F4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952" name="Shape 902"/>
          <p:cNvSpPr/>
          <p:nvPr/>
        </p:nvSpPr>
        <p:spPr>
          <a:xfrm>
            <a:off x="8178800" y="1917700"/>
            <a:ext cx="38100" cy="14351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53" name="Shape 903"/>
          <p:cNvSpPr/>
          <p:nvPr/>
        </p:nvSpPr>
        <p:spPr>
          <a:xfrm>
            <a:off x="8178800" y="4089400"/>
            <a:ext cx="38100" cy="1625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54" name="Shape 904"/>
          <p:cNvSpPr/>
          <p:nvPr/>
        </p:nvSpPr>
        <p:spPr>
          <a:xfrm>
            <a:off x="9055100" y="5219700"/>
            <a:ext cx="0" cy="2413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5" name="Shape 905"/>
          <p:cNvSpPr/>
          <p:nvPr/>
        </p:nvSpPr>
        <p:spPr>
          <a:xfrm>
            <a:off x="9817100" y="5207000"/>
            <a:ext cx="0" cy="2540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6" name="Shape 906"/>
          <p:cNvSpPr/>
          <p:nvPr/>
        </p:nvSpPr>
        <p:spPr>
          <a:xfrm>
            <a:off x="10579100" y="5219700"/>
            <a:ext cx="0" cy="2286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7" name="Shape 907"/>
          <p:cNvSpPr/>
          <p:nvPr/>
        </p:nvSpPr>
        <p:spPr>
          <a:xfrm>
            <a:off x="9817100" y="3136900"/>
            <a:ext cx="0" cy="5715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8" name="Shape 908"/>
          <p:cNvSpPr/>
          <p:nvPr/>
        </p:nvSpPr>
        <p:spPr>
          <a:xfrm>
            <a:off x="9817100" y="1244600"/>
            <a:ext cx="0" cy="2667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  <a:headEnd type="triangle"/>
          </a:ln>
        </p:spPr>
      </p:sp>
      <p:sp>
        <p:nvSpPr>
          <p:cNvPr id="959" name="Shape 909"/>
          <p:cNvSpPr/>
          <p:nvPr/>
        </p:nvSpPr>
        <p:spPr>
          <a:xfrm>
            <a:off x="9817100" y="5702300"/>
            <a:ext cx="0" cy="508000"/>
          </a:xfrm>
          <a:prstGeom prst="line">
            <a:avLst/>
          </a:prstGeom>
          <a:noFill/>
          <a:ln w="25400">
            <a:solidFill>
              <a:srgbClr val="0A0A0A"/>
            </a:solidFill>
            <a:prstDash val="solid"/>
          </a:ln>
        </p:spPr>
      </p:sp>
      <p:sp>
        <p:nvSpPr>
          <p:cNvPr id="960" name="Shape 910"/>
          <p:cNvSpPr/>
          <p:nvPr/>
        </p:nvSpPr>
        <p:spPr>
          <a:xfrm>
            <a:off x="8191500" y="5149850"/>
            <a:ext cx="2819400" cy="381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61" name="Shape 911"/>
          <p:cNvSpPr/>
          <p:nvPr/>
        </p:nvSpPr>
        <p:spPr>
          <a:xfrm>
            <a:off x="8724900" y="1511300"/>
            <a:ext cx="2171700" cy="571500"/>
          </a:xfrm>
          <a:prstGeom prst="roundRect">
            <a:avLst>
              <a:gd name="adj" fmla="val 12800"/>
            </a:avLst>
          </a:prstGeom>
          <a:solidFill>
            <a:srgbClr val="B5FF63"/>
          </a:solidFill>
          <a:ln w="57150">
            <a:solidFill>
              <a:srgbClr val="3C7814"/>
            </a:solidFill>
            <a:prstDash val="solid"/>
          </a:ln>
        </p:spPr>
      </p:sp>
      <p:sp>
        <p:nvSpPr>
          <p:cNvPr id="962" name="Text 912"/>
          <p:cNvSpPr/>
          <p:nvPr/>
        </p:nvSpPr>
        <p:spPr>
          <a:xfrm>
            <a:off x="8724900" y="1574800"/>
            <a:ext cx="2171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2200" dirty="0"/>
          </a:p>
        </p:txBody>
      </p:sp>
      <p:sp>
        <p:nvSpPr>
          <p:cNvPr id="963" name="Shape 913"/>
          <p:cNvSpPr/>
          <p:nvPr/>
        </p:nvSpPr>
        <p:spPr>
          <a:xfrm>
            <a:off x="8623300" y="2146300"/>
            <a:ext cx="2362200" cy="990600"/>
          </a:xfrm>
          <a:prstGeom prst="roundRect">
            <a:avLst>
              <a:gd name="adj" fmla="val 7385"/>
            </a:avLst>
          </a:prstGeom>
          <a:solidFill>
            <a:srgbClr val="DFFC7C"/>
          </a:solidFill>
          <a:ln w="19050">
            <a:solidFill>
              <a:srgbClr val="828F0E"/>
            </a:solidFill>
            <a:prstDash val="solid"/>
          </a:ln>
        </p:spPr>
      </p:sp>
      <p:sp>
        <p:nvSpPr>
          <p:cNvPr id="964" name="Text 914"/>
          <p:cNvSpPr/>
          <p:nvPr/>
        </p:nvSpPr>
        <p:spPr>
          <a:xfrm>
            <a:off x="8623300" y="2019300"/>
            <a:ext cx="2362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6E8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21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6E8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2100" dirty="0"/>
          </a:p>
        </p:txBody>
      </p:sp>
      <p:sp>
        <p:nvSpPr>
          <p:cNvPr id="965" name="Shape 915"/>
          <p:cNvSpPr/>
          <p:nvPr/>
        </p:nvSpPr>
        <p:spPr>
          <a:xfrm>
            <a:off x="8775700" y="4330700"/>
            <a:ext cx="2133600" cy="825500"/>
          </a:xfrm>
          <a:prstGeom prst="roundRect">
            <a:avLst>
              <a:gd name="adj" fmla="val 8862"/>
            </a:avLst>
          </a:prstGeom>
          <a:solidFill>
            <a:srgbClr val="F4DFBA"/>
          </a:solidFill>
          <a:ln w="25400">
            <a:solidFill>
              <a:srgbClr val="6E5B40"/>
            </a:solidFill>
            <a:prstDash val="solid"/>
          </a:ln>
        </p:spPr>
      </p:sp>
      <p:sp>
        <p:nvSpPr>
          <p:cNvPr id="966" name="Text 916"/>
          <p:cNvSpPr/>
          <p:nvPr/>
        </p:nvSpPr>
        <p:spPr>
          <a:xfrm>
            <a:off x="8775700" y="4267200"/>
            <a:ext cx="213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2200" dirty="0"/>
          </a:p>
          <a:p>
            <a:pPr algn="ctr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2200" dirty="0"/>
          </a:p>
        </p:txBody>
      </p:sp>
      <p:sp>
        <p:nvSpPr>
          <p:cNvPr id="967" name="Shape 917"/>
          <p:cNvSpPr/>
          <p:nvPr/>
        </p:nvSpPr>
        <p:spPr>
          <a:xfrm>
            <a:off x="8724900" y="3746500"/>
            <a:ext cx="2171700" cy="520700"/>
          </a:xfrm>
          <a:prstGeom prst="roundRect">
            <a:avLst>
              <a:gd name="adj" fmla="val 14049"/>
            </a:avLst>
          </a:prstGeom>
          <a:solidFill>
            <a:srgbClr val="B5FF63"/>
          </a:solidFill>
          <a:ln w="57150">
            <a:solidFill>
              <a:srgbClr val="3C7814"/>
            </a:solidFill>
            <a:prstDash val="solid"/>
          </a:ln>
        </p:spPr>
      </p:sp>
      <p:sp>
        <p:nvSpPr>
          <p:cNvPr id="968" name="Text 918"/>
          <p:cNvSpPr/>
          <p:nvPr/>
        </p:nvSpPr>
        <p:spPr>
          <a:xfrm>
            <a:off x="8724900" y="3746500"/>
            <a:ext cx="21717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6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2200" dirty="0"/>
          </a:p>
        </p:txBody>
      </p:sp>
      <p:sp>
        <p:nvSpPr>
          <p:cNvPr id="969" name="Shape 919"/>
          <p:cNvSpPr/>
          <p:nvPr/>
        </p:nvSpPr>
        <p:spPr>
          <a:xfrm>
            <a:off x="8328025" y="5457825"/>
            <a:ext cx="273050" cy="273050"/>
          </a:xfrm>
          <a:prstGeom prst="ellipse">
            <a:avLst/>
          </a:prstGeom>
          <a:solidFill>
            <a:srgbClr val="B51B2E"/>
          </a:solidFill>
          <a:ln w="9525">
            <a:solidFill>
              <a:srgbClr val="8E1424"/>
            </a:solidFill>
            <a:prstDash val="solid"/>
          </a:ln>
        </p:spPr>
      </p:sp>
      <p:sp>
        <p:nvSpPr>
          <p:cNvPr id="970" name="Text 920"/>
          <p:cNvSpPr/>
          <p:nvPr/>
        </p:nvSpPr>
        <p:spPr>
          <a:xfrm>
            <a:off x="8328025" y="5457825"/>
            <a:ext cx="273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200" dirty="0"/>
          </a:p>
        </p:txBody>
      </p:sp>
      <p:sp>
        <p:nvSpPr>
          <p:cNvPr id="971" name="Shape 921"/>
          <p:cNvSpPr/>
          <p:nvPr/>
        </p:nvSpPr>
        <p:spPr>
          <a:xfrm>
            <a:off x="9705975" y="5457825"/>
            <a:ext cx="273050" cy="273050"/>
          </a:xfrm>
          <a:prstGeom prst="ellipse">
            <a:avLst/>
          </a:prstGeom>
          <a:solidFill>
            <a:srgbClr val="B51B2E"/>
          </a:solidFill>
          <a:ln w="9525">
            <a:solidFill>
              <a:srgbClr val="8E1424"/>
            </a:solidFill>
            <a:prstDash val="solid"/>
          </a:ln>
        </p:spPr>
      </p:sp>
      <p:sp>
        <p:nvSpPr>
          <p:cNvPr id="972" name="Text 922"/>
          <p:cNvSpPr/>
          <p:nvPr/>
        </p:nvSpPr>
        <p:spPr>
          <a:xfrm>
            <a:off x="9705975" y="5457825"/>
            <a:ext cx="273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200" dirty="0"/>
          </a:p>
        </p:txBody>
      </p:sp>
      <p:sp>
        <p:nvSpPr>
          <p:cNvPr id="973" name="Shape 923"/>
          <p:cNvSpPr/>
          <p:nvPr/>
        </p:nvSpPr>
        <p:spPr>
          <a:xfrm>
            <a:off x="10556875" y="5457825"/>
            <a:ext cx="273050" cy="273050"/>
          </a:xfrm>
          <a:prstGeom prst="ellipse">
            <a:avLst/>
          </a:prstGeom>
          <a:solidFill>
            <a:srgbClr val="B51B2E"/>
          </a:solidFill>
          <a:ln w="9525">
            <a:solidFill>
              <a:srgbClr val="8E1424"/>
            </a:solidFill>
            <a:prstDash val="solid"/>
          </a:ln>
        </p:spPr>
      </p:sp>
      <p:sp>
        <p:nvSpPr>
          <p:cNvPr id="974" name="Text 924"/>
          <p:cNvSpPr/>
          <p:nvPr/>
        </p:nvSpPr>
        <p:spPr>
          <a:xfrm>
            <a:off x="10556875" y="5457825"/>
            <a:ext cx="27305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200" dirty="0"/>
          </a:p>
        </p:txBody>
      </p:sp>
      <p:sp>
        <p:nvSpPr>
          <p:cNvPr id="975" name="Shape 925"/>
          <p:cNvSpPr/>
          <p:nvPr/>
        </p:nvSpPr>
        <p:spPr>
          <a:xfrm>
            <a:off x="895350" y="5410200"/>
            <a:ext cx="1041400" cy="71755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25400">
            <a:solidFill>
              <a:srgbClr val="1E7A3C"/>
            </a:solidFill>
            <a:prstDash val="solid"/>
          </a:ln>
        </p:spPr>
      </p:sp>
      <p:sp>
        <p:nvSpPr>
          <p:cNvPr id="976" name="Text 926"/>
          <p:cNvSpPr/>
          <p:nvPr/>
        </p:nvSpPr>
        <p:spPr>
          <a:xfrm>
            <a:off x="939800" y="5467350"/>
            <a:ext cx="558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"/>
              </a:lnSpc>
              <a:buNone/>
            </a:pPr>
            <a:r>
              <a:rPr lang="en-US" sz="5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500" dirty="0"/>
          </a:p>
          <a:p>
            <a:pPr algn="l" indent="0" marL="0">
              <a:lnSpc>
                <a:spcPts val="600"/>
              </a:lnSpc>
              <a:buNone/>
            </a:pPr>
            <a:r>
              <a:rPr lang="en-US" sz="5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500" dirty="0"/>
          </a:p>
        </p:txBody>
      </p:sp>
      <p:sp>
        <p:nvSpPr>
          <p:cNvPr id="977" name="Shape 927"/>
          <p:cNvSpPr/>
          <p:nvPr/>
        </p:nvSpPr>
        <p:spPr>
          <a:xfrm>
            <a:off x="1454150" y="5480050"/>
            <a:ext cx="184150" cy="1841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8" name="Shape 928"/>
          <p:cNvSpPr/>
          <p:nvPr/>
        </p:nvSpPr>
        <p:spPr>
          <a:xfrm>
            <a:off x="1473200" y="5511800"/>
            <a:ext cx="76200" cy="76200"/>
          </a:xfrm>
          <a:prstGeom prst="arc">
            <a:avLst>
              <a:gd name="adj1" fmla="val 10800000"/>
              <a:gd name="adj2" fmla="val 21600000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79" name="Shape 929"/>
          <p:cNvSpPr/>
          <p:nvPr/>
        </p:nvSpPr>
        <p:spPr>
          <a:xfrm>
            <a:off x="1536700" y="5556250"/>
            <a:ext cx="76200" cy="76200"/>
          </a:xfrm>
          <a:prstGeom prst="arc">
            <a:avLst>
              <a:gd name="adj1" fmla="val 0"/>
              <a:gd name="adj2" fmla="val 10800000"/>
            </a:avLst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80" name="Shape 930"/>
          <p:cNvSpPr/>
          <p:nvPr/>
        </p:nvSpPr>
        <p:spPr>
          <a:xfrm>
            <a:off x="1644650" y="5505450"/>
            <a:ext cx="101600" cy="101600"/>
          </a:xfrm>
          <a:prstGeom prst="ellipse">
            <a:avLst/>
          </a:prstGeom>
          <a:solidFill>
            <a:srgbClr val="D9D9D9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81" name="Text 931"/>
          <p:cNvSpPr/>
          <p:nvPr/>
        </p:nvSpPr>
        <p:spPr>
          <a:xfrm>
            <a:off x="1644650" y="5505450"/>
            <a:ext cx="1016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500" dirty="0"/>
          </a:p>
        </p:txBody>
      </p:sp>
      <p:sp>
        <p:nvSpPr>
          <p:cNvPr id="982" name="Shape 932"/>
          <p:cNvSpPr/>
          <p:nvPr/>
        </p:nvSpPr>
        <p:spPr>
          <a:xfrm>
            <a:off x="1371600" y="5664200"/>
            <a:ext cx="476250" cy="184150"/>
          </a:xfrm>
          <a:prstGeom prst="roundRect">
            <a:avLst>
              <a:gd name="adj" fmla="val 29793"/>
            </a:avLst>
          </a:prstGeom>
          <a:solidFill>
            <a:srgbClr val="F6E2E3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83" name="Text 933"/>
          <p:cNvSpPr/>
          <p:nvPr/>
        </p:nvSpPr>
        <p:spPr>
          <a:xfrm>
            <a:off x="1371600" y="5664200"/>
            <a:ext cx="47625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450" dirty="0"/>
          </a:p>
          <a:p>
            <a:pPr algn="ctr" indent="0" marL="0">
              <a:lnSpc>
                <a:spcPts val="5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450" dirty="0"/>
          </a:p>
        </p:txBody>
      </p:sp>
      <p:sp>
        <p:nvSpPr>
          <p:cNvPr id="984" name="Shape 934"/>
          <p:cNvSpPr/>
          <p:nvPr/>
        </p:nvSpPr>
        <p:spPr>
          <a:xfrm>
            <a:off x="1612900" y="5854700"/>
            <a:ext cx="0" cy="10160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triangle"/>
          </a:ln>
        </p:spPr>
      </p:sp>
      <p:sp>
        <p:nvSpPr>
          <p:cNvPr id="985" name="Text 935"/>
          <p:cNvSpPr/>
          <p:nvPr/>
        </p:nvSpPr>
        <p:spPr>
          <a:xfrm>
            <a:off x="1409700" y="6000750"/>
            <a:ext cx="4064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2026-10-12T21:14:49Z</dcterms:created>
  <dcterms:modified xsi:type="dcterms:W3CDTF">2026-10-12T21:14:49Z</dcterms:modified>
</cp:coreProperties>
</file>