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55348" y="956926"/>
            <a:ext cx="7293156" cy="2591674"/>
          </a:xfrm>
          <a:prstGeom prst="rect">
            <a:avLst/>
          </a:prstGeom>
          <a:solidFill>
            <a:srgbClr val="D6C6B4"/>
          </a:solidFill>
          <a:ln w="19050">
            <a:solidFill>
              <a:srgbClr val="A898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94985" y="1049960"/>
            <a:ext cx="1268375" cy="2432186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7" name="Shape 5"/>
          <p:cNvSpPr/>
          <p:nvPr/>
        </p:nvSpPr>
        <p:spPr>
          <a:xfrm>
            <a:off x="5421906" y="1049960"/>
            <a:ext cx="1281587" cy="2432186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8" name="Shape 6"/>
          <p:cNvSpPr/>
          <p:nvPr/>
        </p:nvSpPr>
        <p:spPr>
          <a:xfrm>
            <a:off x="6862040" y="1049960"/>
            <a:ext cx="1281587" cy="2432186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9" name="Shape 7"/>
          <p:cNvSpPr/>
          <p:nvPr/>
        </p:nvSpPr>
        <p:spPr>
          <a:xfrm>
            <a:off x="8341811" y="1049960"/>
            <a:ext cx="1268375" cy="2432186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0" name="Shape 8"/>
          <p:cNvSpPr/>
          <p:nvPr/>
        </p:nvSpPr>
        <p:spPr>
          <a:xfrm>
            <a:off x="9808369" y="1049960"/>
            <a:ext cx="1030555" cy="2432186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1" name="Shape 9"/>
          <p:cNvSpPr/>
          <p:nvPr/>
        </p:nvSpPr>
        <p:spPr>
          <a:xfrm>
            <a:off x="3889287" y="3907447"/>
            <a:ext cx="7332792" cy="2950521"/>
          </a:xfrm>
          <a:prstGeom prst="rect">
            <a:avLst/>
          </a:prstGeom>
          <a:solidFill>
            <a:srgbClr val="F2DDF6"/>
          </a:solidFill>
          <a:ln w="15875">
            <a:solidFill>
              <a:srgbClr val="C24A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94985" y="4040353"/>
            <a:ext cx="1268375" cy="2737871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21906" y="4040353"/>
            <a:ext cx="1281587" cy="2737871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4" name="Shape 12"/>
          <p:cNvSpPr/>
          <p:nvPr/>
        </p:nvSpPr>
        <p:spPr>
          <a:xfrm>
            <a:off x="6862040" y="4040353"/>
            <a:ext cx="1281587" cy="2737871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1811" y="4040353"/>
            <a:ext cx="1268375" cy="2737871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6" name="Shape 14"/>
          <p:cNvSpPr/>
          <p:nvPr/>
        </p:nvSpPr>
        <p:spPr>
          <a:xfrm>
            <a:off x="9808369" y="4040353"/>
            <a:ext cx="1030555" cy="2737871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7" name="Text 15"/>
          <p:cNvSpPr/>
          <p:nvPr/>
        </p:nvSpPr>
        <p:spPr>
          <a:xfrm>
            <a:off x="4219593" y="1116413"/>
            <a:ext cx="6553270" cy="3189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219593" y="1541714"/>
            <a:ext cx="6553270" cy="292394"/>
          </a:xfrm>
          <a:prstGeom prst="rect">
            <a:avLst/>
          </a:prstGeom>
          <a:solidFill>
            <a:srgbClr val="0A9A0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[ One Hidden with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Activation]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19593" y="1940433"/>
            <a:ext cx="6553270" cy="292394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034621" y="2684708"/>
            <a:ext cx="7346005" cy="0"/>
          </a:xfrm>
          <a:prstGeom prst="line">
            <a:avLst/>
          </a:prstGeom>
          <a:noFill/>
          <a:ln w="57150">
            <a:solidFill>
              <a:srgbClr val="D98A8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61046" y="2963812"/>
            <a:ext cx="7319580" cy="0"/>
          </a:xfrm>
          <a:prstGeom prst="line">
            <a:avLst/>
          </a:prstGeom>
          <a:noFill/>
          <a:ln w="57150">
            <a:solidFill>
              <a:srgbClr val="9CCDA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32805" y="2339152"/>
            <a:ext cx="924857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166744" y="2365733"/>
            <a:ext cx="1070191" cy="863891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6744" y="258635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25" name="Shape 23"/>
          <p:cNvSpPr/>
          <p:nvPr/>
        </p:nvSpPr>
        <p:spPr>
          <a:xfrm>
            <a:off x="4166744" y="278571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26" name="Shape 24"/>
          <p:cNvSpPr/>
          <p:nvPr/>
        </p:nvSpPr>
        <p:spPr>
          <a:xfrm>
            <a:off x="4166744" y="299836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27" name="Shape 25"/>
          <p:cNvSpPr/>
          <p:nvPr/>
        </p:nvSpPr>
        <p:spPr>
          <a:xfrm>
            <a:off x="5256753" y="2418896"/>
            <a:ext cx="26424" cy="704404"/>
          </a:xfrm>
          <a:prstGeom prst="rect">
            <a:avLst/>
          </a:prstGeom>
          <a:solidFill>
            <a:srgbClr val="3A50CC"/>
          </a:solidFill>
          <a:ln/>
        </p:spPr>
      </p:sp>
      <p:sp>
        <p:nvSpPr>
          <p:cNvPr id="28" name="Shape 26"/>
          <p:cNvSpPr/>
          <p:nvPr/>
        </p:nvSpPr>
        <p:spPr>
          <a:xfrm>
            <a:off x="4140319" y="2472058"/>
            <a:ext cx="26424" cy="757566"/>
          </a:xfrm>
          <a:prstGeom prst="rect">
            <a:avLst/>
          </a:prstGeom>
          <a:solidFill>
            <a:srgbClr val="0A1878"/>
          </a:solidFill>
          <a:ln/>
        </p:spPr>
      </p:sp>
      <p:sp>
        <p:nvSpPr>
          <p:cNvPr id="29" name="Text 27"/>
          <p:cNvSpPr/>
          <p:nvPr/>
        </p:nvSpPr>
        <p:spPr>
          <a:xfrm>
            <a:off x="4166744" y="2365733"/>
            <a:ext cx="1070191" cy="86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93665" y="2339152"/>
            <a:ext cx="938069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31" name="Shape 29"/>
          <p:cNvSpPr/>
          <p:nvPr/>
        </p:nvSpPr>
        <p:spPr>
          <a:xfrm>
            <a:off x="5527604" y="2365733"/>
            <a:ext cx="1083404" cy="863891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27604" y="2586358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33" name="Shape 31"/>
          <p:cNvSpPr/>
          <p:nvPr/>
        </p:nvSpPr>
        <p:spPr>
          <a:xfrm>
            <a:off x="5527604" y="2785717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34" name="Shape 32"/>
          <p:cNvSpPr/>
          <p:nvPr/>
        </p:nvSpPr>
        <p:spPr>
          <a:xfrm>
            <a:off x="5527604" y="2998367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35" name="Shape 33"/>
          <p:cNvSpPr/>
          <p:nvPr/>
        </p:nvSpPr>
        <p:spPr>
          <a:xfrm>
            <a:off x="6630826" y="2418896"/>
            <a:ext cx="26424" cy="704404"/>
          </a:xfrm>
          <a:prstGeom prst="rect">
            <a:avLst/>
          </a:prstGeom>
          <a:solidFill>
            <a:srgbClr val="3A50CC"/>
          </a:solidFill>
          <a:ln/>
        </p:spPr>
      </p:sp>
      <p:sp>
        <p:nvSpPr>
          <p:cNvPr id="36" name="Shape 34"/>
          <p:cNvSpPr/>
          <p:nvPr/>
        </p:nvSpPr>
        <p:spPr>
          <a:xfrm>
            <a:off x="5501180" y="2472058"/>
            <a:ext cx="26424" cy="757566"/>
          </a:xfrm>
          <a:prstGeom prst="rect">
            <a:avLst/>
          </a:prstGeom>
          <a:solidFill>
            <a:srgbClr val="0A1878"/>
          </a:solidFill>
          <a:ln/>
        </p:spPr>
      </p:sp>
      <p:sp>
        <p:nvSpPr>
          <p:cNvPr id="37" name="Text 35"/>
          <p:cNvSpPr/>
          <p:nvPr/>
        </p:nvSpPr>
        <p:spPr>
          <a:xfrm>
            <a:off x="5527604" y="2365733"/>
            <a:ext cx="1083404" cy="86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020587" y="2339152"/>
            <a:ext cx="924857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39" name="Shape 37"/>
          <p:cNvSpPr/>
          <p:nvPr/>
        </p:nvSpPr>
        <p:spPr>
          <a:xfrm>
            <a:off x="6954526" y="2365733"/>
            <a:ext cx="1070191" cy="863891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54526" y="258635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41" name="Shape 39"/>
          <p:cNvSpPr/>
          <p:nvPr/>
        </p:nvSpPr>
        <p:spPr>
          <a:xfrm>
            <a:off x="6954526" y="278571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42" name="Shape 40"/>
          <p:cNvSpPr/>
          <p:nvPr/>
        </p:nvSpPr>
        <p:spPr>
          <a:xfrm>
            <a:off x="6954526" y="299836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43" name="Shape 41"/>
          <p:cNvSpPr/>
          <p:nvPr/>
        </p:nvSpPr>
        <p:spPr>
          <a:xfrm>
            <a:off x="8044536" y="2418896"/>
            <a:ext cx="26424" cy="704404"/>
          </a:xfrm>
          <a:prstGeom prst="rect">
            <a:avLst/>
          </a:prstGeom>
          <a:solidFill>
            <a:srgbClr val="3A50CC"/>
          </a:solidFill>
          <a:ln/>
        </p:spPr>
      </p:sp>
      <p:sp>
        <p:nvSpPr>
          <p:cNvPr id="44" name="Shape 42"/>
          <p:cNvSpPr/>
          <p:nvPr/>
        </p:nvSpPr>
        <p:spPr>
          <a:xfrm>
            <a:off x="6928101" y="2472058"/>
            <a:ext cx="26424" cy="757566"/>
          </a:xfrm>
          <a:prstGeom prst="rect">
            <a:avLst/>
          </a:prstGeom>
          <a:solidFill>
            <a:srgbClr val="0A1878"/>
          </a:solidFill>
          <a:ln/>
        </p:spPr>
      </p:sp>
      <p:sp>
        <p:nvSpPr>
          <p:cNvPr id="45" name="Text 43"/>
          <p:cNvSpPr/>
          <p:nvPr/>
        </p:nvSpPr>
        <p:spPr>
          <a:xfrm>
            <a:off x="6954526" y="2365733"/>
            <a:ext cx="1070191" cy="86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539995" y="2339152"/>
            <a:ext cx="938069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47" name="Shape 45"/>
          <p:cNvSpPr/>
          <p:nvPr/>
        </p:nvSpPr>
        <p:spPr>
          <a:xfrm>
            <a:off x="8473933" y="2365733"/>
            <a:ext cx="1083404" cy="863891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73933" y="2586358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49" name="Shape 47"/>
          <p:cNvSpPr/>
          <p:nvPr/>
        </p:nvSpPr>
        <p:spPr>
          <a:xfrm>
            <a:off x="8473933" y="2785717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50" name="Shape 48"/>
          <p:cNvSpPr/>
          <p:nvPr/>
        </p:nvSpPr>
        <p:spPr>
          <a:xfrm>
            <a:off x="8473933" y="2998367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51" name="Shape 49"/>
          <p:cNvSpPr/>
          <p:nvPr/>
        </p:nvSpPr>
        <p:spPr>
          <a:xfrm>
            <a:off x="9577155" y="2418896"/>
            <a:ext cx="26424" cy="704404"/>
          </a:xfrm>
          <a:prstGeom prst="rect">
            <a:avLst/>
          </a:prstGeom>
          <a:solidFill>
            <a:srgbClr val="3A50CC"/>
          </a:solidFill>
          <a:ln/>
        </p:spPr>
      </p:sp>
      <p:sp>
        <p:nvSpPr>
          <p:cNvPr id="52" name="Shape 50"/>
          <p:cNvSpPr/>
          <p:nvPr/>
        </p:nvSpPr>
        <p:spPr>
          <a:xfrm>
            <a:off x="8447509" y="2472058"/>
            <a:ext cx="26424" cy="757566"/>
          </a:xfrm>
          <a:prstGeom prst="rect">
            <a:avLst/>
          </a:prstGeom>
          <a:solidFill>
            <a:srgbClr val="0A1878"/>
          </a:solidFill>
          <a:ln/>
        </p:spPr>
      </p:sp>
      <p:sp>
        <p:nvSpPr>
          <p:cNvPr id="53" name="Text 51"/>
          <p:cNvSpPr/>
          <p:nvPr/>
        </p:nvSpPr>
        <p:spPr>
          <a:xfrm>
            <a:off x="8473933" y="2365733"/>
            <a:ext cx="1083404" cy="86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900855" y="2339152"/>
            <a:ext cx="924857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55" name="Shape 53"/>
          <p:cNvSpPr/>
          <p:nvPr/>
        </p:nvSpPr>
        <p:spPr>
          <a:xfrm>
            <a:off x="9834794" y="2365733"/>
            <a:ext cx="1070191" cy="863891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34794" y="258635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57" name="Shape 55"/>
          <p:cNvSpPr/>
          <p:nvPr/>
        </p:nvSpPr>
        <p:spPr>
          <a:xfrm>
            <a:off x="9834794" y="278571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58" name="Shape 56"/>
          <p:cNvSpPr/>
          <p:nvPr/>
        </p:nvSpPr>
        <p:spPr>
          <a:xfrm>
            <a:off x="9834794" y="299836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59" name="Shape 57"/>
          <p:cNvSpPr/>
          <p:nvPr/>
        </p:nvSpPr>
        <p:spPr>
          <a:xfrm>
            <a:off x="10924804" y="2418896"/>
            <a:ext cx="26424" cy="704404"/>
          </a:xfrm>
          <a:prstGeom prst="rect">
            <a:avLst/>
          </a:prstGeom>
          <a:solidFill>
            <a:srgbClr val="3A50CC"/>
          </a:solidFill>
          <a:ln/>
        </p:spPr>
      </p:sp>
      <p:sp>
        <p:nvSpPr>
          <p:cNvPr id="60" name="Shape 58"/>
          <p:cNvSpPr/>
          <p:nvPr/>
        </p:nvSpPr>
        <p:spPr>
          <a:xfrm>
            <a:off x="9808369" y="2472058"/>
            <a:ext cx="26424" cy="757566"/>
          </a:xfrm>
          <a:prstGeom prst="rect">
            <a:avLst/>
          </a:prstGeom>
          <a:solidFill>
            <a:srgbClr val="0A1878"/>
          </a:solidFill>
          <a:ln/>
        </p:spPr>
      </p:sp>
      <p:sp>
        <p:nvSpPr>
          <p:cNvPr id="61" name="Text 59"/>
          <p:cNvSpPr/>
          <p:nvPr/>
        </p:nvSpPr>
        <p:spPr>
          <a:xfrm>
            <a:off x="9834794" y="2365733"/>
            <a:ext cx="1070191" cy="86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3836438" y="2392314"/>
            <a:ext cx="198184" cy="212650"/>
          </a:xfrm>
          <a:prstGeom prst="ellipse">
            <a:avLst/>
          </a:prstGeom>
          <a:solidFill>
            <a:srgbClr val="C050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849650" y="3070137"/>
            <a:ext cx="198184" cy="212650"/>
          </a:xfrm>
          <a:prstGeom prst="ellipse">
            <a:avLst/>
          </a:prstGeom>
          <a:solidFill>
            <a:srgbClr val="3E8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40568" y="3269496"/>
            <a:ext cx="0" cy="637951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headEnd type="triangle"/>
          </a:ln>
        </p:spPr>
      </p:sp>
      <p:sp>
        <p:nvSpPr>
          <p:cNvPr id="65" name="Text 63"/>
          <p:cNvSpPr/>
          <p:nvPr/>
        </p:nvSpPr>
        <p:spPr>
          <a:xfrm>
            <a:off x="4754688" y="3289432"/>
            <a:ext cx="171759" cy="172778"/>
          </a:xfrm>
          <a:prstGeom prst="ellipse">
            <a:avLst/>
          </a:prstGeom>
          <a:solidFill>
            <a:srgbClr val="2320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214641" y="3269496"/>
            <a:ext cx="0" cy="637951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headEnd type="triangle"/>
          </a:ln>
        </p:spPr>
      </p:sp>
      <p:sp>
        <p:nvSpPr>
          <p:cNvPr id="67" name="Text 65"/>
          <p:cNvSpPr/>
          <p:nvPr/>
        </p:nvSpPr>
        <p:spPr>
          <a:xfrm>
            <a:off x="6128761" y="3289432"/>
            <a:ext cx="171759" cy="172778"/>
          </a:xfrm>
          <a:prstGeom prst="ellipse">
            <a:avLst/>
          </a:prstGeom>
          <a:solidFill>
            <a:srgbClr val="2320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694411" y="3269496"/>
            <a:ext cx="0" cy="637951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headEnd type="triangle"/>
          </a:ln>
        </p:spPr>
      </p:sp>
      <p:sp>
        <p:nvSpPr>
          <p:cNvPr id="69" name="Text 67"/>
          <p:cNvSpPr/>
          <p:nvPr/>
        </p:nvSpPr>
        <p:spPr>
          <a:xfrm>
            <a:off x="7608532" y="3302723"/>
            <a:ext cx="171759" cy="172778"/>
          </a:xfrm>
          <a:prstGeom prst="ellipse">
            <a:avLst/>
          </a:prstGeom>
          <a:solidFill>
            <a:srgbClr val="2320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9200607" y="3269496"/>
            <a:ext cx="0" cy="637951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headEnd type="triangle"/>
          </a:ln>
        </p:spPr>
      </p:sp>
      <p:sp>
        <p:nvSpPr>
          <p:cNvPr id="71" name="Text 69"/>
          <p:cNvSpPr/>
          <p:nvPr/>
        </p:nvSpPr>
        <p:spPr>
          <a:xfrm>
            <a:off x="9114727" y="3289432"/>
            <a:ext cx="171759" cy="172778"/>
          </a:xfrm>
          <a:prstGeom prst="ellipse">
            <a:avLst/>
          </a:prstGeom>
          <a:solidFill>
            <a:srgbClr val="2320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0495406" y="3269496"/>
            <a:ext cx="0" cy="637951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headEnd type="triangle"/>
          </a:ln>
        </p:spPr>
      </p:sp>
      <p:sp>
        <p:nvSpPr>
          <p:cNvPr id="73" name="Text 71"/>
          <p:cNvSpPr/>
          <p:nvPr/>
        </p:nvSpPr>
        <p:spPr>
          <a:xfrm>
            <a:off x="10409526" y="3276142"/>
            <a:ext cx="171759" cy="172778"/>
          </a:xfrm>
          <a:prstGeom prst="ellipse">
            <a:avLst/>
          </a:prstGeom>
          <a:solidFill>
            <a:srgbClr val="2320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219593" y="4146678"/>
            <a:ext cx="6553270" cy="292394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1550" dirty="0"/>
          </a:p>
        </p:txBody>
      </p:sp>
      <p:sp>
        <p:nvSpPr>
          <p:cNvPr id="75" name="Shape 73"/>
          <p:cNvSpPr/>
          <p:nvPr/>
        </p:nvSpPr>
        <p:spPr>
          <a:xfrm>
            <a:off x="4206380" y="4542739"/>
            <a:ext cx="885220" cy="29239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76" name="Shape 74"/>
          <p:cNvSpPr/>
          <p:nvPr/>
        </p:nvSpPr>
        <p:spPr>
          <a:xfrm>
            <a:off x="4100682" y="4578624"/>
            <a:ext cx="1070191" cy="524980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00682" y="4690265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78" name="Shape 76"/>
          <p:cNvSpPr/>
          <p:nvPr/>
        </p:nvSpPr>
        <p:spPr>
          <a:xfrm>
            <a:off x="4100682" y="4796590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79" name="Shape 77"/>
          <p:cNvSpPr/>
          <p:nvPr/>
        </p:nvSpPr>
        <p:spPr>
          <a:xfrm>
            <a:off x="4100682" y="495607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80" name="Shape 78"/>
          <p:cNvSpPr/>
          <p:nvPr/>
        </p:nvSpPr>
        <p:spPr>
          <a:xfrm>
            <a:off x="4113895" y="5095630"/>
            <a:ext cx="1083404" cy="26581"/>
          </a:xfrm>
          <a:prstGeom prst="rect">
            <a:avLst/>
          </a:prstGeom>
          <a:solidFill>
            <a:srgbClr val="14247E"/>
          </a:solidFill>
          <a:ln/>
        </p:spPr>
      </p:sp>
      <p:sp>
        <p:nvSpPr>
          <p:cNvPr id="81" name="Text 79"/>
          <p:cNvSpPr/>
          <p:nvPr/>
        </p:nvSpPr>
        <p:spPr>
          <a:xfrm>
            <a:off x="4100682" y="4578624"/>
            <a:ext cx="1070191" cy="524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633302" y="4542739"/>
            <a:ext cx="885220" cy="29239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83" name="Shape 81"/>
          <p:cNvSpPr/>
          <p:nvPr/>
        </p:nvSpPr>
        <p:spPr>
          <a:xfrm>
            <a:off x="5527604" y="4578624"/>
            <a:ext cx="1070191" cy="524980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527604" y="4690265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85" name="Shape 83"/>
          <p:cNvSpPr/>
          <p:nvPr/>
        </p:nvSpPr>
        <p:spPr>
          <a:xfrm>
            <a:off x="5527604" y="4796590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86" name="Shape 84"/>
          <p:cNvSpPr/>
          <p:nvPr/>
        </p:nvSpPr>
        <p:spPr>
          <a:xfrm>
            <a:off x="5527604" y="495607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87" name="Shape 85"/>
          <p:cNvSpPr/>
          <p:nvPr/>
        </p:nvSpPr>
        <p:spPr>
          <a:xfrm>
            <a:off x="5540816" y="5095630"/>
            <a:ext cx="1083404" cy="26581"/>
          </a:xfrm>
          <a:prstGeom prst="rect">
            <a:avLst/>
          </a:prstGeom>
          <a:solidFill>
            <a:srgbClr val="14247E"/>
          </a:solidFill>
          <a:ln/>
        </p:spPr>
      </p:sp>
      <p:sp>
        <p:nvSpPr>
          <p:cNvPr id="88" name="Text 86"/>
          <p:cNvSpPr/>
          <p:nvPr/>
        </p:nvSpPr>
        <p:spPr>
          <a:xfrm>
            <a:off x="5527604" y="4578624"/>
            <a:ext cx="1070191" cy="524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060224" y="4542739"/>
            <a:ext cx="885220" cy="29239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90" name="Shape 88"/>
          <p:cNvSpPr/>
          <p:nvPr/>
        </p:nvSpPr>
        <p:spPr>
          <a:xfrm>
            <a:off x="6954526" y="4578624"/>
            <a:ext cx="1070191" cy="524980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954526" y="4690265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92" name="Shape 90"/>
          <p:cNvSpPr/>
          <p:nvPr/>
        </p:nvSpPr>
        <p:spPr>
          <a:xfrm>
            <a:off x="6954526" y="4796590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93" name="Shape 91"/>
          <p:cNvSpPr/>
          <p:nvPr/>
        </p:nvSpPr>
        <p:spPr>
          <a:xfrm>
            <a:off x="6954526" y="495607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94" name="Shape 92"/>
          <p:cNvSpPr/>
          <p:nvPr/>
        </p:nvSpPr>
        <p:spPr>
          <a:xfrm>
            <a:off x="6967738" y="5095630"/>
            <a:ext cx="1083404" cy="26581"/>
          </a:xfrm>
          <a:prstGeom prst="rect">
            <a:avLst/>
          </a:prstGeom>
          <a:solidFill>
            <a:srgbClr val="14247E"/>
          </a:solidFill>
          <a:ln/>
        </p:spPr>
      </p:sp>
      <p:sp>
        <p:nvSpPr>
          <p:cNvPr id="95" name="Text 93"/>
          <p:cNvSpPr/>
          <p:nvPr/>
        </p:nvSpPr>
        <p:spPr>
          <a:xfrm>
            <a:off x="6954526" y="4578624"/>
            <a:ext cx="1070191" cy="524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8579631" y="4542739"/>
            <a:ext cx="898432" cy="29239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97" name="Shape 95"/>
          <p:cNvSpPr/>
          <p:nvPr/>
        </p:nvSpPr>
        <p:spPr>
          <a:xfrm>
            <a:off x="8473933" y="4578624"/>
            <a:ext cx="1083404" cy="524980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473933" y="4690265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99" name="Shape 97"/>
          <p:cNvSpPr/>
          <p:nvPr/>
        </p:nvSpPr>
        <p:spPr>
          <a:xfrm>
            <a:off x="8473933" y="4796590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100" name="Shape 98"/>
          <p:cNvSpPr/>
          <p:nvPr/>
        </p:nvSpPr>
        <p:spPr>
          <a:xfrm>
            <a:off x="8473933" y="4956078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101" name="Shape 99"/>
          <p:cNvSpPr/>
          <p:nvPr/>
        </p:nvSpPr>
        <p:spPr>
          <a:xfrm>
            <a:off x="8487146" y="5095630"/>
            <a:ext cx="1096616" cy="26581"/>
          </a:xfrm>
          <a:prstGeom prst="rect">
            <a:avLst/>
          </a:prstGeom>
          <a:solidFill>
            <a:srgbClr val="14247E"/>
          </a:solidFill>
          <a:ln/>
        </p:spPr>
      </p:sp>
      <p:sp>
        <p:nvSpPr>
          <p:cNvPr id="102" name="Text 100"/>
          <p:cNvSpPr/>
          <p:nvPr/>
        </p:nvSpPr>
        <p:spPr>
          <a:xfrm>
            <a:off x="8473933" y="4578624"/>
            <a:ext cx="1083404" cy="524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9940492" y="4542739"/>
            <a:ext cx="885220" cy="29239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834794" y="4578624"/>
            <a:ext cx="1070191" cy="524980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834794" y="4690265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834794" y="4796590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834794" y="495607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848006" y="5095630"/>
            <a:ext cx="1083404" cy="26581"/>
          </a:xfrm>
          <a:prstGeom prst="rect">
            <a:avLst/>
          </a:prstGeom>
          <a:solidFill>
            <a:srgbClr val="14247E"/>
          </a:solidFill>
          <a:ln/>
        </p:spPr>
      </p:sp>
      <p:sp>
        <p:nvSpPr>
          <p:cNvPr id="109" name="Text 107"/>
          <p:cNvSpPr/>
          <p:nvPr/>
        </p:nvSpPr>
        <p:spPr>
          <a:xfrm>
            <a:off x="9834794" y="4578624"/>
            <a:ext cx="1070191" cy="524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endParaRPr lang="en-US" sz="950" dirty="0"/>
          </a:p>
        </p:txBody>
      </p:sp>
      <p:sp>
        <p:nvSpPr>
          <p:cNvPr id="110" name="Text 108"/>
          <p:cNvSpPr/>
          <p:nvPr/>
        </p:nvSpPr>
        <p:spPr>
          <a:xfrm>
            <a:off x="4298866" y="6033949"/>
            <a:ext cx="6447572" cy="292394"/>
          </a:xfrm>
          <a:prstGeom prst="rect">
            <a:avLst/>
          </a:prstGeom>
          <a:solidFill>
            <a:srgbClr val="7A00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and Position Encoding</a:t>
            </a:r>
            <a:endParaRPr lang="en-US" sz="1550" dirty="0"/>
          </a:p>
        </p:txBody>
      </p:sp>
      <p:sp>
        <p:nvSpPr>
          <p:cNvPr id="111" name="Shape 109"/>
          <p:cNvSpPr/>
          <p:nvPr/>
        </p:nvSpPr>
        <p:spPr>
          <a:xfrm>
            <a:off x="4635778" y="5209929"/>
            <a:ext cx="0" cy="757566"/>
          </a:xfrm>
          <a:prstGeom prst="line">
            <a:avLst/>
          </a:prstGeom>
          <a:noFill/>
          <a:ln w="5080">
            <a:solidFill>
              <a:srgbClr val="D8A8D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4606711" y="5123540"/>
            <a:ext cx="59455" cy="73098"/>
          </a:xfrm>
          <a:prstGeom prst="triangle">
            <a:avLst/>
          </a:prstGeom>
          <a:solidFill>
            <a:srgbClr val="B040B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970214" y="5209929"/>
            <a:ext cx="0" cy="757566"/>
          </a:xfrm>
          <a:prstGeom prst="line">
            <a:avLst/>
          </a:prstGeom>
          <a:noFill/>
          <a:ln w="5080">
            <a:solidFill>
              <a:srgbClr val="D8A8D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5941147" y="5123540"/>
            <a:ext cx="59455" cy="73098"/>
          </a:xfrm>
          <a:prstGeom prst="triangle">
            <a:avLst/>
          </a:prstGeom>
          <a:solidFill>
            <a:srgbClr val="B040B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155186" y="5209929"/>
            <a:ext cx="0" cy="757566"/>
          </a:xfrm>
          <a:prstGeom prst="line">
            <a:avLst/>
          </a:prstGeom>
          <a:noFill/>
          <a:ln w="5080">
            <a:solidFill>
              <a:srgbClr val="E8B0B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6126119" y="5123540"/>
            <a:ext cx="59455" cy="73098"/>
          </a:xfrm>
          <a:prstGeom prst="triangle">
            <a:avLst/>
          </a:prstGeom>
          <a:solidFill>
            <a:srgbClr val="D0303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7304650" y="5209929"/>
            <a:ext cx="0" cy="757566"/>
          </a:xfrm>
          <a:prstGeom prst="line">
            <a:avLst/>
          </a:prstGeom>
          <a:noFill/>
          <a:ln w="5080">
            <a:solidFill>
              <a:srgbClr val="D8A8D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7275583" y="5123540"/>
            <a:ext cx="59455" cy="73098"/>
          </a:xfrm>
          <a:prstGeom prst="triangle">
            <a:avLst/>
          </a:prstGeom>
          <a:solidFill>
            <a:srgbClr val="B040B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489622" y="5209929"/>
            <a:ext cx="0" cy="757566"/>
          </a:xfrm>
          <a:prstGeom prst="line">
            <a:avLst/>
          </a:prstGeom>
          <a:noFill/>
          <a:ln w="5080">
            <a:solidFill>
              <a:srgbClr val="E8B0B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7460555" y="5123540"/>
            <a:ext cx="59455" cy="73098"/>
          </a:xfrm>
          <a:prstGeom prst="triangle">
            <a:avLst/>
          </a:prstGeom>
          <a:solidFill>
            <a:srgbClr val="D0303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7674593" y="5209929"/>
            <a:ext cx="0" cy="757566"/>
          </a:xfrm>
          <a:prstGeom prst="line">
            <a:avLst/>
          </a:prstGeom>
          <a:noFill/>
          <a:ln w="5080">
            <a:solidFill>
              <a:srgbClr val="A8B0E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7645526" y="5123540"/>
            <a:ext cx="59455" cy="73098"/>
          </a:xfrm>
          <a:prstGeom prst="triangle">
            <a:avLst/>
          </a:prstGeom>
          <a:solidFill>
            <a:srgbClr val="3040C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8738178" y="5209929"/>
            <a:ext cx="0" cy="757566"/>
          </a:xfrm>
          <a:prstGeom prst="line">
            <a:avLst/>
          </a:prstGeom>
          <a:noFill/>
          <a:ln w="5080">
            <a:solidFill>
              <a:srgbClr val="D8A8D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8709111" y="5123540"/>
            <a:ext cx="59455" cy="73098"/>
          </a:xfrm>
          <a:prstGeom prst="triangle">
            <a:avLst/>
          </a:prstGeom>
          <a:solidFill>
            <a:srgbClr val="B040B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8923150" y="5209929"/>
            <a:ext cx="0" cy="757566"/>
          </a:xfrm>
          <a:prstGeom prst="line">
            <a:avLst/>
          </a:prstGeom>
          <a:noFill/>
          <a:ln w="5080">
            <a:solidFill>
              <a:srgbClr val="E8B0B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8894083" y="5123540"/>
            <a:ext cx="59455" cy="73098"/>
          </a:xfrm>
          <a:prstGeom prst="triangle">
            <a:avLst/>
          </a:prstGeom>
          <a:solidFill>
            <a:srgbClr val="D0303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108121" y="5209929"/>
            <a:ext cx="0" cy="757566"/>
          </a:xfrm>
          <a:prstGeom prst="line">
            <a:avLst/>
          </a:prstGeom>
          <a:noFill/>
          <a:ln w="5080">
            <a:solidFill>
              <a:srgbClr val="A8B0E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9079054" y="5123540"/>
            <a:ext cx="59455" cy="73098"/>
          </a:xfrm>
          <a:prstGeom prst="triangle">
            <a:avLst/>
          </a:prstGeom>
          <a:solidFill>
            <a:srgbClr val="3040C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9293092" y="5209929"/>
            <a:ext cx="0" cy="757566"/>
          </a:xfrm>
          <a:prstGeom prst="line">
            <a:avLst/>
          </a:prstGeom>
          <a:noFill/>
          <a:ln w="5080">
            <a:solidFill>
              <a:srgbClr val="F0C8A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9264025" y="5123540"/>
            <a:ext cx="59455" cy="73098"/>
          </a:xfrm>
          <a:prstGeom prst="triangle">
            <a:avLst/>
          </a:prstGeom>
          <a:solidFill>
            <a:srgbClr val="E0803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9999947" y="5209929"/>
            <a:ext cx="0" cy="757566"/>
          </a:xfrm>
          <a:prstGeom prst="line">
            <a:avLst/>
          </a:prstGeom>
          <a:noFill/>
          <a:ln w="5080">
            <a:solidFill>
              <a:srgbClr val="D8A8D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9970880" y="5123540"/>
            <a:ext cx="59455" cy="73098"/>
          </a:xfrm>
          <a:prstGeom prst="triangle">
            <a:avLst/>
          </a:prstGeom>
          <a:solidFill>
            <a:srgbClr val="B040B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184918" y="5209929"/>
            <a:ext cx="0" cy="757566"/>
          </a:xfrm>
          <a:prstGeom prst="line">
            <a:avLst/>
          </a:prstGeom>
          <a:noFill/>
          <a:ln w="5080">
            <a:solidFill>
              <a:srgbClr val="E8B0B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10155851" y="5123540"/>
            <a:ext cx="59455" cy="73098"/>
          </a:xfrm>
          <a:prstGeom prst="triangle">
            <a:avLst/>
          </a:prstGeom>
          <a:solidFill>
            <a:srgbClr val="D0303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0369890" y="5209929"/>
            <a:ext cx="0" cy="757566"/>
          </a:xfrm>
          <a:prstGeom prst="line">
            <a:avLst/>
          </a:prstGeom>
          <a:noFill/>
          <a:ln w="5080">
            <a:solidFill>
              <a:srgbClr val="A8B0E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10340823" y="5123540"/>
            <a:ext cx="59455" cy="73098"/>
          </a:xfrm>
          <a:prstGeom prst="triangle">
            <a:avLst/>
          </a:prstGeom>
          <a:solidFill>
            <a:srgbClr val="3040C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0554861" y="5209929"/>
            <a:ext cx="0" cy="757566"/>
          </a:xfrm>
          <a:prstGeom prst="line">
            <a:avLst/>
          </a:prstGeom>
          <a:noFill/>
          <a:ln w="5080">
            <a:solidFill>
              <a:srgbClr val="F0C8A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10525794" y="5123540"/>
            <a:ext cx="59455" cy="73098"/>
          </a:xfrm>
          <a:prstGeom prst="triangle">
            <a:avLst/>
          </a:prstGeom>
          <a:solidFill>
            <a:srgbClr val="E0803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739832" y="5209929"/>
            <a:ext cx="0" cy="757566"/>
          </a:xfrm>
          <a:prstGeom prst="line">
            <a:avLst/>
          </a:prstGeom>
          <a:noFill/>
          <a:ln w="5080">
            <a:solidFill>
              <a:srgbClr val="C8A8A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10710765" y="5123540"/>
            <a:ext cx="59455" cy="73098"/>
          </a:xfrm>
          <a:prstGeom prst="triangle">
            <a:avLst/>
          </a:prstGeom>
          <a:solidFill>
            <a:srgbClr val="902828"/>
          </a:solidFill>
          <a:ln/>
        </p:spPr>
      </p:sp>
      <p:sp>
        <p:nvSpPr>
          <p:cNvPr id="141" name="Text 139"/>
          <p:cNvSpPr/>
          <p:nvPr/>
        </p:nvSpPr>
        <p:spPr>
          <a:xfrm>
            <a:off x="4100682" y="6339633"/>
            <a:ext cx="1096616" cy="425300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1250" dirty="0"/>
          </a:p>
        </p:txBody>
      </p:sp>
      <p:sp>
        <p:nvSpPr>
          <p:cNvPr id="142" name="Text 140"/>
          <p:cNvSpPr/>
          <p:nvPr/>
        </p:nvSpPr>
        <p:spPr>
          <a:xfrm>
            <a:off x="5514392" y="6339633"/>
            <a:ext cx="1096616" cy="425300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</a:t>
            </a:r>
            <a:endParaRPr lang="en-US" sz="1250" dirty="0"/>
          </a:p>
        </p:txBody>
      </p:sp>
      <p:sp>
        <p:nvSpPr>
          <p:cNvPr id="143" name="Text 141"/>
          <p:cNvSpPr/>
          <p:nvPr/>
        </p:nvSpPr>
        <p:spPr>
          <a:xfrm>
            <a:off x="6954526" y="6339633"/>
            <a:ext cx="1096616" cy="425300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endParaRPr lang="en-US" sz="1250" dirty="0"/>
          </a:p>
        </p:txBody>
      </p:sp>
      <p:sp>
        <p:nvSpPr>
          <p:cNvPr id="144" name="Text 142"/>
          <p:cNvSpPr/>
          <p:nvPr/>
        </p:nvSpPr>
        <p:spPr>
          <a:xfrm>
            <a:off x="8447509" y="6339633"/>
            <a:ext cx="1070191" cy="425300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</a:t>
            </a:r>
            <a:endParaRPr lang="en-US" sz="1250" dirty="0"/>
          </a:p>
        </p:txBody>
      </p:sp>
      <p:sp>
        <p:nvSpPr>
          <p:cNvPr id="145" name="Text 143"/>
          <p:cNvSpPr/>
          <p:nvPr/>
        </p:nvSpPr>
        <p:spPr>
          <a:xfrm>
            <a:off x="9887643" y="6339633"/>
            <a:ext cx="1096616" cy="425300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malade</a:t>
            </a:r>
            <a:endParaRPr lang="en-US" sz="1250" dirty="0"/>
          </a:p>
        </p:txBody>
      </p:sp>
      <p:sp>
        <p:nvSpPr>
          <p:cNvPr id="146" name="Shape 144"/>
          <p:cNvSpPr/>
          <p:nvPr/>
        </p:nvSpPr>
        <p:spPr>
          <a:xfrm>
            <a:off x="4259229" y="717694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391352" y="717694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523474" y="717694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457413" y="917054"/>
            <a:ext cx="0" cy="186069"/>
          </a:xfrm>
          <a:prstGeom prst="line">
            <a:avLst/>
          </a:prstGeom>
          <a:noFill/>
          <a:ln w="12700">
            <a:solidFill>
              <a:srgbClr val="85806E"/>
            </a:solidFill>
            <a:prstDash val="solid"/>
            <a:tailEnd type="triangle"/>
          </a:ln>
        </p:spPr>
      </p:sp>
      <p:sp>
        <p:nvSpPr>
          <p:cNvPr id="150" name="Shape 148"/>
          <p:cNvSpPr/>
          <p:nvPr/>
        </p:nvSpPr>
        <p:spPr>
          <a:xfrm>
            <a:off x="5567241" y="717694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699363" y="717694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831486" y="717694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65425" y="917054"/>
            <a:ext cx="0" cy="186069"/>
          </a:xfrm>
          <a:prstGeom prst="line">
            <a:avLst/>
          </a:prstGeom>
          <a:noFill/>
          <a:ln w="12700">
            <a:solidFill>
              <a:srgbClr val="85806E"/>
            </a:solidFill>
            <a:prstDash val="solid"/>
            <a:tailEnd type="triangle"/>
          </a:ln>
        </p:spPr>
      </p:sp>
      <p:sp>
        <p:nvSpPr>
          <p:cNvPr id="154" name="Shape 152"/>
          <p:cNvSpPr/>
          <p:nvPr/>
        </p:nvSpPr>
        <p:spPr>
          <a:xfrm>
            <a:off x="7047012" y="717694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179134" y="717694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311256" y="717694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245195" y="917054"/>
            <a:ext cx="0" cy="186069"/>
          </a:xfrm>
          <a:prstGeom prst="line">
            <a:avLst/>
          </a:prstGeom>
          <a:noFill/>
          <a:ln w="12700">
            <a:solidFill>
              <a:srgbClr val="85806E"/>
            </a:solidFill>
            <a:prstDash val="solid"/>
            <a:tailEnd type="triangle"/>
          </a:ln>
        </p:spPr>
      </p:sp>
      <p:sp>
        <p:nvSpPr>
          <p:cNvPr id="158" name="Shape 156"/>
          <p:cNvSpPr/>
          <p:nvPr/>
        </p:nvSpPr>
        <p:spPr>
          <a:xfrm>
            <a:off x="8539995" y="717694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72117" y="717694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04239" y="717694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738178" y="917054"/>
            <a:ext cx="0" cy="186069"/>
          </a:xfrm>
          <a:prstGeom prst="line">
            <a:avLst/>
          </a:prstGeom>
          <a:noFill/>
          <a:ln w="12700">
            <a:solidFill>
              <a:srgbClr val="85806E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>
            <a:off x="9887643" y="717694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019765" y="717694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151888" y="717694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85826" y="917054"/>
            <a:ext cx="0" cy="186069"/>
          </a:xfrm>
          <a:prstGeom prst="line">
            <a:avLst/>
          </a:prstGeom>
          <a:noFill/>
          <a:ln w="12700">
            <a:solidFill>
              <a:srgbClr val="85806E"/>
            </a:solidFill>
            <a:prstDash val="solid"/>
            <a:tailEnd type="triangle"/>
          </a:ln>
        </p:spPr>
      </p:sp>
      <p:sp>
        <p:nvSpPr>
          <p:cNvPr id="166" name="Shape 164"/>
          <p:cNvSpPr/>
          <p:nvPr/>
        </p:nvSpPr>
        <p:spPr>
          <a:xfrm>
            <a:off x="4246017" y="3681506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378139" y="3681506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510262" y="3681506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606878" y="3681506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739000" y="3681506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871122" y="3681506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060224" y="3681506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192346" y="3681506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324469" y="3681506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53207" y="3681506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685329" y="3681506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817452" y="3681506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900855" y="3681506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032978" y="3681506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0165100" y="3681506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06954" y="3415693"/>
            <a:ext cx="3144513" cy="299039"/>
          </a:xfrm>
          <a:prstGeom prst="rect">
            <a:avLst/>
          </a:prstGeom>
          <a:ln w="9525">
            <a:solidFill>
              <a:srgbClr val="ACA39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78713" y="3522019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10835" y="3522019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42957" y="3522019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709267" y="3522019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841390" y="3522019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973512" y="3522019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713397" y="3522019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845520" y="3522019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977642" y="3522019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797623" y="3282787"/>
            <a:ext cx="158547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192" name="Text 190"/>
          <p:cNvSpPr/>
          <p:nvPr/>
        </p:nvSpPr>
        <p:spPr>
          <a:xfrm>
            <a:off x="1828177" y="3282787"/>
            <a:ext cx="158547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193" name="Text 191"/>
          <p:cNvSpPr/>
          <p:nvPr/>
        </p:nvSpPr>
        <p:spPr>
          <a:xfrm>
            <a:off x="2832308" y="3282787"/>
            <a:ext cx="158547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194" name="Shape 192"/>
          <p:cNvSpPr/>
          <p:nvPr/>
        </p:nvSpPr>
        <p:spPr>
          <a:xfrm>
            <a:off x="4140319" y="5628584"/>
            <a:ext cx="1083404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140319" y="5834589"/>
            <a:ext cx="1083404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140319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298866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4457413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615960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774507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933053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140319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933053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5567241" y="5628584"/>
            <a:ext cx="1096616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5567241" y="5834589"/>
            <a:ext cx="1096616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5567241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5725788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5884335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042882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201428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359975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5567241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359975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007375" y="5628584"/>
            <a:ext cx="1096616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007375" y="5834589"/>
            <a:ext cx="1096616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007375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165922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324469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483016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641562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800109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007375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800109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487146" y="5628584"/>
            <a:ext cx="1083404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487146" y="5834589"/>
            <a:ext cx="1083404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487146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645692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804239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962786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121333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279880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487146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279880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953704" y="5628584"/>
            <a:ext cx="845583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953704" y="5834589"/>
            <a:ext cx="845583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953704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112251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0270798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0429345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0587892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746438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953704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0746438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50472" y="3973900"/>
            <a:ext cx="2774570" cy="1594876"/>
          </a:xfrm>
          <a:prstGeom prst="rect">
            <a:avLst/>
          </a:prstGeom>
          <a:solidFill>
            <a:srgbClr val="1738C4"/>
          </a:solidFill>
          <a:ln/>
        </p:spPr>
      </p:sp>
      <p:sp>
        <p:nvSpPr>
          <p:cNvPr id="245" name="Shape 243"/>
          <p:cNvSpPr/>
          <p:nvPr/>
        </p:nvSpPr>
        <p:spPr>
          <a:xfrm>
            <a:off x="942957" y="3940674"/>
            <a:ext cx="2589599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46" name="Text 244"/>
          <p:cNvSpPr/>
          <p:nvPr/>
        </p:nvSpPr>
        <p:spPr>
          <a:xfrm>
            <a:off x="771198" y="4053644"/>
            <a:ext cx="2774570" cy="1594876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</a:t>
            </a:r>
            <a:endParaRPr lang="en-US" sz="1900" dirty="0"/>
          </a:p>
        </p:txBody>
      </p:sp>
      <p:sp>
        <p:nvSpPr>
          <p:cNvPr id="247" name="Text 245"/>
          <p:cNvSpPr/>
          <p:nvPr/>
        </p:nvSpPr>
        <p:spPr>
          <a:xfrm>
            <a:off x="705137" y="5901042"/>
            <a:ext cx="872008" cy="451882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500" dirty="0"/>
          </a:p>
        </p:txBody>
      </p:sp>
      <p:sp>
        <p:nvSpPr>
          <p:cNvPr id="248" name="Text 246"/>
          <p:cNvSpPr/>
          <p:nvPr/>
        </p:nvSpPr>
        <p:spPr>
          <a:xfrm>
            <a:off x="1709267" y="5901042"/>
            <a:ext cx="872008" cy="451882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</a:t>
            </a:r>
            <a:endParaRPr lang="en-US" sz="1500" dirty="0"/>
          </a:p>
        </p:txBody>
      </p:sp>
      <p:sp>
        <p:nvSpPr>
          <p:cNvPr id="249" name="Text 247"/>
          <p:cNvSpPr/>
          <p:nvPr/>
        </p:nvSpPr>
        <p:spPr>
          <a:xfrm>
            <a:off x="2713397" y="5901042"/>
            <a:ext cx="872008" cy="451882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</a:t>
            </a:r>
            <a:endParaRPr lang="en-US" sz="1500" dirty="0"/>
          </a:p>
        </p:txBody>
      </p:sp>
      <p:sp>
        <p:nvSpPr>
          <p:cNvPr id="250" name="Text 248"/>
          <p:cNvSpPr/>
          <p:nvPr/>
        </p:nvSpPr>
        <p:spPr>
          <a:xfrm>
            <a:off x="599439" y="6445958"/>
            <a:ext cx="2391415" cy="345557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= Start Of Sentence</a:t>
            </a:r>
            <a:endParaRPr lang="en-US" sz="1250" dirty="0"/>
          </a:p>
        </p:txBody>
      </p:sp>
      <p:sp>
        <p:nvSpPr>
          <p:cNvPr id="251" name="Shape 249"/>
          <p:cNvSpPr/>
          <p:nvPr/>
        </p:nvSpPr>
        <p:spPr>
          <a:xfrm flipV="1">
            <a:off x="1009019" y="2711290"/>
            <a:ext cx="2880268" cy="770857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flipV="1">
            <a:off x="1999937" y="2870777"/>
            <a:ext cx="1915775" cy="611369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flipV="1">
            <a:off x="2990854" y="3056846"/>
            <a:ext cx="951281" cy="42530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99439" y="824019"/>
            <a:ext cx="3065239" cy="598079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</a:t>
            </a:r>
            <a:pPr algn="ctr" indent="0" marL="0">
              <a:lnSpc>
                <a:spcPts val="1800"/>
              </a:lnSpc>
              <a:buNone/>
            </a:pPr>
            <a:r>
              <a:rPr lang="en-US" sz="1450" b="1" i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Block</a:t>
            </a:r>
            <a:endParaRPr lang="en-US" sz="1450" dirty="0"/>
          </a:p>
        </p:txBody>
      </p:sp>
      <p:sp>
        <p:nvSpPr>
          <p:cNvPr id="255" name="Text 253"/>
          <p:cNvSpPr/>
          <p:nvPr/>
        </p:nvSpPr>
        <p:spPr>
          <a:xfrm>
            <a:off x="599439" y="1687911"/>
            <a:ext cx="3065239" cy="677822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Multi-head </a:t>
            </a:r>
            <a:pPr algn="ctr" indent="0" marL="0">
              <a:lnSpc>
                <a:spcPts val="1800"/>
              </a:lnSpc>
              <a:buNone/>
            </a:pPr>
            <a:r>
              <a:rPr lang="en-US" sz="1450" b="1" i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Block</a:t>
            </a:r>
            <a:endParaRPr lang="en-US" sz="1450" dirty="0"/>
          </a:p>
        </p:txBody>
      </p:sp>
      <p:sp>
        <p:nvSpPr>
          <p:cNvPr id="256" name="Shape 254"/>
          <p:cNvSpPr/>
          <p:nvPr/>
        </p:nvSpPr>
        <p:spPr>
          <a:xfrm>
            <a:off x="2435940" y="1475261"/>
            <a:ext cx="1440134" cy="212650"/>
          </a:xfrm>
          <a:prstGeom prst="line">
            <a:avLst/>
          </a:prstGeom>
          <a:noFill/>
          <a:ln w="571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257" name="Shape 255"/>
          <p:cNvSpPr/>
          <p:nvPr/>
        </p:nvSpPr>
        <p:spPr>
          <a:xfrm>
            <a:off x="2237757" y="2498640"/>
            <a:ext cx="1506195" cy="1475261"/>
          </a:xfrm>
          <a:prstGeom prst="line">
            <a:avLst/>
          </a:prstGeom>
          <a:noFill/>
          <a:ln w="76200">
            <a:solidFill>
              <a:srgbClr val="CC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2026-10-12T06:50:20Z</dcterms:created>
  <dcterms:modified xsi:type="dcterms:W3CDTF">2026-10-12T06:50:20Z</dcterms:modified>
</cp:coreProperties>
</file>