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76350"/>
            <a:ext cx="10648950" cy="75819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850" y="2152650"/>
            <a:ext cx="10648950" cy="3124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850" y="5449570"/>
            <a:ext cx="10648950" cy="1235710"/>
          </a:xfrm>
          <a:prstGeom prst="rect">
            <a:avLst/>
          </a:prstGeom>
          <a:solidFill>
            <a:srgbClr val="E0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6510" y="2273300"/>
            <a:ext cx="233172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9580" y="2273300"/>
            <a:ext cx="303784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5750" y="2273300"/>
            <a:ext cx="295910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4580" y="2771140"/>
            <a:ext cx="6350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97420" y="2764790"/>
            <a:ext cx="62103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7245" y="59340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245" y="62261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879" y="657119"/>
            <a:ext cx="4075430" cy="72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60" dirty="0"/>
          </a:p>
        </p:txBody>
      </p:sp>
      <p:sp>
        <p:nvSpPr>
          <p:cNvPr id="16" name="Text 14"/>
          <p:cNvSpPr/>
          <p:nvPr/>
        </p:nvSpPr>
        <p:spPr>
          <a:xfrm>
            <a:off x="833501" y="1387678"/>
            <a:ext cx="1362329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2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behavior of machine learning algorithms  changes when the input distribution changes.</a:t>
            </a:r>
            <a:endParaRPr lang="en-US" sz="2220" dirty="0"/>
          </a:p>
        </p:txBody>
      </p:sp>
      <p:sp>
        <p:nvSpPr>
          <p:cNvPr id="17" name="Text 15"/>
          <p:cNvSpPr/>
          <p:nvPr/>
        </p:nvSpPr>
        <p:spPr>
          <a:xfrm>
            <a:off x="8181721" y="1704277"/>
            <a:ext cx="275971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50" b="1" spc="77" kern="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{Covariate shift }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045337" y="2381241"/>
            <a:ext cx="28092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weights changes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1158748" y="2806691"/>
            <a:ext cx="26352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 steps</a:t>
            </a:r>
            <a:endParaRPr lang="en-US" sz="1475" dirty="0"/>
          </a:p>
        </p:txBody>
      </p:sp>
      <p:sp>
        <p:nvSpPr>
          <p:cNvPr id="20" name="Text 18"/>
          <p:cNvSpPr/>
          <p:nvPr/>
        </p:nvSpPr>
        <p:spPr>
          <a:xfrm>
            <a:off x="3896487" y="2418545"/>
            <a:ext cx="37007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Activation functions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01896" y="2762715"/>
            <a:ext cx="25412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each layer </a:t>
            </a:r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74838" y="2418545"/>
            <a:ext cx="28333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the next layer,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62266" y="2762715"/>
            <a:ext cx="38620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different Input distribution)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940" y="3305668"/>
            <a:ext cx="18262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55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921510" y="3598049"/>
            <a:ext cx="8402320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distribution of each layer changes with each step .</a:t>
            </a:r>
            <a:endParaRPr lang="en-US" sz="1840" dirty="0"/>
          </a:p>
        </p:txBody>
      </p:sp>
      <p:sp>
        <p:nvSpPr>
          <p:cNvPr id="26" name="Text 24"/>
          <p:cNvSpPr/>
          <p:nvPr/>
        </p:nvSpPr>
        <p:spPr>
          <a:xfrm>
            <a:off x="916940" y="4102261"/>
            <a:ext cx="63627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idea behind Normalization is to: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934210" y="4405834"/>
            <a:ext cx="956183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</a:t>
            </a:r>
            <a:pPr algn="l" indent="0" marL="0">
              <a:buNone/>
            </a:pPr>
            <a:r>
              <a:rPr lang="en-US" sz="1870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covariate shift</a:t>
            </a:r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normalizing the activations of each layer</a:t>
            </a:r>
            <a:endParaRPr lang="en-US" sz="1870" dirty="0"/>
          </a:p>
        </p:txBody>
      </p:sp>
      <p:sp>
        <p:nvSpPr>
          <p:cNvPr id="28" name="Text 26"/>
          <p:cNvSpPr/>
          <p:nvPr/>
        </p:nvSpPr>
        <p:spPr>
          <a:xfrm>
            <a:off x="916940" y="4925221"/>
            <a:ext cx="254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 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2702560" y="4925201"/>
            <a:ext cx="38100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spc="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inputs to be 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913120" y="4925221"/>
            <a:ext cx="381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 and unit variance.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838200" y="5522164"/>
            <a:ext cx="534797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allows each layer to: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1062990" y="5860093"/>
            <a:ext cx="601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on a more </a:t>
            </a:r>
            <a:pPr algn="l" indent="0" marL="0">
              <a:buNone/>
            </a:pPr>
            <a:r>
              <a:rPr lang="en-US" sz="1625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distribution of inputs,</a:t>
            </a:r>
            <a:endParaRPr lang="en-US" sz="1625" dirty="0"/>
          </a:p>
        </p:txBody>
      </p:sp>
      <p:sp>
        <p:nvSpPr>
          <p:cNvPr id="33" name="Text 31"/>
          <p:cNvSpPr/>
          <p:nvPr/>
        </p:nvSpPr>
        <p:spPr>
          <a:xfrm>
            <a:off x="1049020" y="6137099"/>
            <a:ext cx="10704830" cy="33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34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the training</a:t>
            </a:r>
            <a:pPr algn="l" indent="0" marL="0">
              <a:buNone/>
            </a:pPr>
            <a:r>
              <a:rPr lang="en-US" sz="163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network (don't stick with very small learning rates).</a:t>
            </a:r>
            <a:endParaRPr lang="en-US" sz="16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2026-10-11T20:53:56Z</dcterms:created>
  <dcterms:modified xsi:type="dcterms:W3CDTF">2026-10-11T20:53:56Z</dcterms:modified>
</cp:coreProperties>
</file>