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22605" y="904240"/>
            <a:ext cx="1066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Sine/Cosine Encoders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9148" y="1208786"/>
            <a:ext cx="1066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(an industrial application of Motor Control System)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88319" y="2272699"/>
            <a:ext cx="2682084" cy="2591674"/>
          </a:xfrm>
          <a:prstGeom prst="roundRect">
            <a:avLst>
              <a:gd name="adj" fmla="val 2117"/>
            </a:avLst>
          </a:prstGeom>
          <a:solidFill>
            <a:srgbClr val="FFFFFF"/>
          </a:solidFill>
          <a:ln w="28575">
            <a:solidFill>
              <a:srgbClr val="00A651"/>
            </a:solidFill>
            <a:prstDash val="solid"/>
          </a:ln>
        </p:spPr>
      </p:sp>
      <p:pic>
        <p:nvPicPr>
          <p:cNvPr id="8" name="Image 0" descr="/home/ahmed/Projects/ai_llm_slides/videos/deep-learning/002_transformers_part2/recreated_pptx/build/assets/s025_mo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743" y="2312571"/>
            <a:ext cx="2616023" cy="168791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334895" y="2803652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 Motor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352563" y="4040353"/>
            <a:ext cx="1360861" cy="651241"/>
          </a:xfrm>
          <a:prstGeom prst="roundRect">
            <a:avLst>
              <a:gd name="adj" fmla="val 11233"/>
            </a:avLst>
          </a:prstGeom>
          <a:solidFill>
            <a:srgbClr val="EED0AF"/>
          </a:solidFill>
          <a:ln/>
        </p:spPr>
      </p:sp>
      <p:sp>
        <p:nvSpPr>
          <p:cNvPr id="11" name="Text 8"/>
          <p:cNvSpPr/>
          <p:nvPr/>
        </p:nvSpPr>
        <p:spPr>
          <a:xfrm>
            <a:off x="1397013" y="3992093"/>
            <a:ext cx="1360861" cy="651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Sin/Cos</a:t>
            </a:r>
            <a:endParaRPr lang="en-US" sz="1850" dirty="0"/>
          </a:p>
          <a:p>
            <a:pPr algn="ctr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4364954" y="2910649"/>
            <a:ext cx="726673" cy="292394"/>
          </a:xfrm>
          <a:prstGeom prst="rightArrow">
            <a:avLst/>
          </a:prstGeom>
          <a:solidFill>
            <a:srgbClr val="C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3612388" y="3326130"/>
            <a:ext cx="228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50"/>
              </a:lnSpc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Sin/Cos Encoder</a:t>
            </a:r>
            <a:endParaRPr lang="en-US" sz="1600" dirty="0"/>
          </a:p>
          <a:p>
            <a:pPr algn="ctr" indent="0" marL="0">
              <a:lnSpc>
                <a:spcPts val="3250"/>
              </a:lnSpc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Signals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699390" y="1860689"/>
            <a:ext cx="5073500" cy="3309368"/>
          </a:xfrm>
          <a:prstGeom prst="roundRect">
            <a:avLst>
              <a:gd name="adj" fmla="val 1658"/>
            </a:avLst>
          </a:prstGeom>
          <a:solidFill>
            <a:srgbClr val="FFFFFF"/>
          </a:solidFill>
          <a:ln w="28575">
            <a:solidFill>
              <a:srgbClr val="00A651"/>
            </a:solidFill>
            <a:prstDash val="solid"/>
          </a:ln>
        </p:spPr>
      </p:sp>
      <p:pic>
        <p:nvPicPr>
          <p:cNvPr id="15" name="Image 1" descr="/home/ahmed/Projects/ai_llm_slides/videos/deep-learning/002_transformers_part2/recreated_pptx/build/assets/s025_r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6120" y="1953723"/>
            <a:ext cx="3382333" cy="316317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731254" y="2707513"/>
            <a:ext cx="1778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Rotation direction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6985254" y="2933573"/>
            <a:ext cx="1270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CCW/CW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9118346" y="2674112"/>
            <a:ext cx="635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9208262" y="2946527"/>
            <a:ext cx="635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499479" y="3897122"/>
            <a:ext cx="2032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count =16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6433820" y="4015740"/>
            <a:ext cx="228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(16 signal periods per</a:t>
            </a:r>
            <a:endParaRPr lang="en-US" sz="1050" dirty="0"/>
          </a:p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revolution)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9209659" y="3605149"/>
            <a:ext cx="1524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Sin/Cos signal period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1816100" y="5407660"/>
            <a:ext cx="889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rotary  position encoders are used in many applications to</a:t>
            </a:r>
            <a:endParaRPr lang="en-US" sz="2000" dirty="0"/>
          </a:p>
          <a:p>
            <a:pPr algn="ctr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angular  position and speed.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850519" y="6269101"/>
            <a:ext cx="1778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More Info: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1043178" y="6422390"/>
            <a:ext cx="660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OF HIGH RESOLUTION POSITION INFORMATION FROM SINUSOIDAL ENCODERS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2928366" y="6594983"/>
            <a:ext cx="2794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 Burke, J. F. Moynhan, K. Unterkofler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2026-10-12T07:53:21Z</dcterms:created>
  <dcterms:modified xsi:type="dcterms:W3CDTF">2026-10-12T07:53:21Z</dcterms:modified>
</cp:coreProperties>
</file>