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14800" cy="53721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71600"/>
            <a:ext cx="2044700" cy="5257800"/>
          </a:xfrm>
          <a:prstGeom prst="rect">
            <a:avLst/>
          </a:prstGeom>
          <a:solidFill>
            <a:srgbClr val="FBECDB"/>
          </a:solidFill>
          <a:ln/>
        </p:spPr>
      </p:sp>
      <p:sp>
        <p:nvSpPr>
          <p:cNvPr id="8" name="Shape 6"/>
          <p:cNvSpPr/>
          <p:nvPr/>
        </p:nvSpPr>
        <p:spPr>
          <a:xfrm>
            <a:off x="9398000" y="1371600"/>
            <a:ext cx="1955800" cy="5257800"/>
          </a:xfrm>
          <a:prstGeom prst="rect">
            <a:avLst/>
          </a:prstGeom>
          <a:solidFill>
            <a:srgbClr val="C8F8E0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8600" y="1422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10600" y="3187700"/>
            <a:ext cx="850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90900"/>
            <a:ext cx="1905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398000" y="3898900"/>
            <a:ext cx="5969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75600" y="3390900"/>
            <a:ext cx="1270000" cy="1803400"/>
          </a:xfrm>
          <a:prstGeom prst="roundRect">
            <a:avLst>
              <a:gd name="adj" fmla="val 4320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3651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40068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540250"/>
            <a:ext cx="1206500" cy="0"/>
          </a:xfrm>
          <a:prstGeom prst="line">
            <a:avLst/>
          </a:prstGeom>
          <a:noFill/>
          <a:ln w="6350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26400" y="3708400"/>
            <a:ext cx="0" cy="14224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3400" y="4038600"/>
            <a:ext cx="0" cy="33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solidFill>
            <a:srgbClr val="B0B070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7700" y="3657600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3390900"/>
            <a:ext cx="1231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01000" y="4241800"/>
            <a:ext cx="123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01000" y="4521200"/>
            <a:ext cx="123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66150" y="36068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6150" y="39751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66150" y="4508500"/>
            <a:ext cx="76200" cy="57150"/>
          </a:xfrm>
          <a:prstGeom prst="triangle">
            <a:avLst/>
          </a:prstGeom>
          <a:solidFill>
            <a:srgbClr val="7B4B2A"/>
          </a:solidFill>
          <a:ln w="6350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756650" y="501650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665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42400" y="50165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2400" y="50165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18550" y="5194300"/>
            <a:ext cx="0" cy="762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18550" y="5651500"/>
            <a:ext cx="0" cy="889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74100" y="56324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2300" y="5270500"/>
            <a:ext cx="1003300" cy="381000"/>
          </a:xfrm>
          <a:prstGeom prst="roundRect">
            <a:avLst>
              <a:gd name="adj" fmla="val 12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2300" y="5334000"/>
            <a:ext cx="241300" cy="2413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93100" y="545465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2950" y="538480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5598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60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7122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88400" y="5410200"/>
            <a:ext cx="76200" cy="10160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29600" y="5702300"/>
            <a:ext cx="11176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77200" y="5638800"/>
            <a:ext cx="1155700" cy="508000"/>
          </a:xfrm>
          <a:prstGeom prst="rect">
            <a:avLst>
              <a:gd name="adj" fmla="val 9000"/>
            </a:avLst>
          </a:prstGeom>
          <a:solidFill>
            <a:srgbClr val="B08058"/>
          </a:solidFill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solidFill>
            <a:srgbClr val="C8A888"/>
          </a:solidFill>
          <a:ln w="9525">
            <a:solidFill>
              <a:srgbClr val="6E44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93100" y="5664200"/>
            <a:ext cx="863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81280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59900" y="5664200"/>
            <a:ext cx="101600" cy="8890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12150" y="6286500"/>
            <a:ext cx="127000" cy="2286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67700" y="6197600"/>
            <a:ext cx="2159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8250" y="4184650"/>
            <a:ext cx="317500" cy="3175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8250" y="4184650"/>
            <a:ext cx="317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448800" y="2552700"/>
            <a:ext cx="1231900" cy="1333500"/>
          </a:xfrm>
          <a:prstGeom prst="roundRect">
            <a:avLst>
              <a:gd name="adj" fmla="val 3711"/>
            </a:avLst>
          </a:prstGeom>
          <a:solidFill>
            <a:srgbClr val="B0B070"/>
          </a:solidFill>
          <a:ln w="12700">
            <a:solidFill>
              <a:srgbClr val="4A73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461500" y="2787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A73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694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94950" y="2565400"/>
            <a:ext cx="0" cy="1308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74200" y="28067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74200" y="33655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474200" y="4152900"/>
            <a:ext cx="1117600" cy="1028700"/>
          </a:xfrm>
          <a:prstGeom prst="roundRect">
            <a:avLst>
              <a:gd name="adj" fmla="val 5333"/>
            </a:avLst>
          </a:prstGeom>
          <a:solidFill>
            <a:srgbClr val="CE8ADC"/>
          </a:solidFill>
          <a:ln w="12700">
            <a:solidFill>
              <a:srgbClr val="56236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99600" y="41973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9600" y="44132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99600" y="4870450"/>
            <a:ext cx="876300" cy="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94950" y="4191000"/>
            <a:ext cx="0" cy="965200"/>
          </a:xfrm>
          <a:prstGeom prst="line">
            <a:avLst/>
          </a:prstGeom>
          <a:noFill/>
          <a:ln w="9525">
            <a:solidFill>
              <a:srgbClr val="5623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499600" y="4203700"/>
            <a:ext cx="876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499600" y="4419600"/>
            <a:ext cx="8763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67850" y="48895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7850" y="48895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10001250" y="4876800"/>
            <a:ext cx="190500" cy="1905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01250" y="48768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0363200" y="4902200"/>
            <a:ext cx="1397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363200" y="490220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94424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4424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9759950" y="3962400"/>
            <a:ext cx="114300" cy="1143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59950" y="396240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10350500" y="3956050"/>
            <a:ext cx="127000" cy="1270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50500" y="395605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9423400" y="1511300"/>
            <a:ext cx="101600" cy="2667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99600" y="1454150"/>
            <a:ext cx="165100" cy="1143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64700" y="1422400"/>
            <a:ext cx="647700" cy="203200"/>
          </a:xfrm>
          <a:prstGeom prst="roundRect">
            <a:avLst>
              <a:gd name="adj" fmla="val 18000"/>
            </a:avLst>
          </a:prstGeom>
          <a:solidFill>
            <a:srgbClr val="FFFF00"/>
          </a:solidFill>
          <a:ln/>
        </p:spPr>
      </p:sp>
      <p:sp>
        <p:nvSpPr>
          <p:cNvPr id="90" name="Text 88"/>
          <p:cNvSpPr/>
          <p:nvPr/>
        </p:nvSpPr>
        <p:spPr>
          <a:xfrm>
            <a:off x="9664700" y="142240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01200" y="1612900"/>
            <a:ext cx="76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975850" y="2095500"/>
            <a:ext cx="0" cy="1524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5850" y="2425700"/>
            <a:ext cx="0" cy="1270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975850" y="3886200"/>
            <a:ext cx="0" cy="23495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67900" y="5226050"/>
            <a:ext cx="203200" cy="2032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12350" y="532765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969500" y="527050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1100" y="532765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096500" y="5219700"/>
            <a:ext cx="228600" cy="228600"/>
          </a:xfrm>
          <a:prstGeom prst="ellipse">
            <a:avLst/>
          </a:prstGeom>
          <a:solidFill>
            <a:srgbClr val="C8F8E0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014095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17587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10210800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5725" y="5289550"/>
            <a:ext cx="34925" cy="88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617200" y="5321300"/>
            <a:ext cx="60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512300" y="5295900"/>
            <a:ext cx="965200" cy="825500"/>
          </a:xfrm>
          <a:prstGeom prst="roundRect">
            <a:avLst>
              <a:gd name="adj" fmla="val 5538"/>
            </a:avLst>
          </a:prstGeom>
          <a:solidFill>
            <a:srgbClr val="B8706C"/>
          </a:solidFill>
          <a:ln w="12700">
            <a:solidFill>
              <a:srgbClr val="75302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ln w="9525">
            <a:solidFill>
              <a:srgbClr val="75302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5664200"/>
            <a:ext cx="8001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17" name="Text 115"/>
          <p:cNvSpPr/>
          <p:nvPr/>
        </p:nvSpPr>
        <p:spPr>
          <a:xfrm>
            <a:off x="9664700" y="6248400"/>
            <a:ext cx="647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499600" y="6451600"/>
            <a:ext cx="965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10737850" y="3816350"/>
            <a:ext cx="266700" cy="266700"/>
          </a:xfrm>
          <a:prstGeom prst="ellipse">
            <a:avLst/>
          </a:prstGeom>
          <a:solidFill>
            <a:srgbClr val="B0B070"/>
          </a:solidFill>
          <a:ln w="9525">
            <a:solidFill>
              <a:srgbClr val="4A736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0737850" y="381635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x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680700" y="2578100"/>
            <a:ext cx="0" cy="2692400"/>
          </a:xfrm>
          <a:prstGeom prst="line">
            <a:avLst/>
          </a:prstGeom>
          <a:noFill/>
          <a:ln w="12700">
            <a:solidFill>
              <a:srgbClr val="4A736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788400" y="3276600"/>
            <a:ext cx="0" cy="114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347200" y="3949700"/>
            <a:ext cx="95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890000" y="3327400"/>
            <a:ext cx="0" cy="635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890000" y="3327400"/>
            <a:ext cx="5207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41070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14000" y="1511300"/>
            <a:ext cx="381000" cy="3937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1" name="Shape 129"/>
          <p:cNvSpPr/>
          <p:nvPr/>
        </p:nvSpPr>
        <p:spPr>
          <a:xfrm>
            <a:off x="10795000" y="1905000"/>
            <a:ext cx="330200" cy="635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2" name="Shape 130"/>
          <p:cNvSpPr/>
          <p:nvPr/>
        </p:nvSpPr>
        <p:spPr>
          <a:xfrm>
            <a:off x="11125200" y="2540000"/>
            <a:ext cx="152400" cy="1270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3" name="Shape 131"/>
          <p:cNvSpPr/>
          <p:nvPr/>
        </p:nvSpPr>
        <p:spPr>
          <a:xfrm flipH="1">
            <a:off x="11226800" y="3810000"/>
            <a:ext cx="50800" cy="15240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</a:ln>
        </p:spPr>
      </p:sp>
      <p:sp>
        <p:nvSpPr>
          <p:cNvPr id="134" name="Shape 132"/>
          <p:cNvSpPr/>
          <p:nvPr/>
        </p:nvSpPr>
        <p:spPr>
          <a:xfrm flipH="1">
            <a:off x="10388600" y="5334000"/>
            <a:ext cx="838200" cy="914400"/>
          </a:xfrm>
          <a:prstGeom prst="line">
            <a:avLst/>
          </a:prstGeom>
          <a:noFill/>
          <a:ln w="15875">
            <a:solidFill>
              <a:srgbClr val="6B2A28"/>
            </a:solidFill>
            <a:prstDash val="dashDot"/>
            <a:tailEnd type="triangle"/>
          </a:ln>
        </p:spPr>
      </p:sp>
      <p:sp>
        <p:nvSpPr>
          <p:cNvPr id="135" name="Text 133"/>
          <p:cNvSpPr/>
          <p:nvPr/>
        </p:nvSpPr>
        <p:spPr>
          <a:xfrm>
            <a:off x="685800" y="2882900"/>
            <a:ext cx="187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15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36" name="Shape 134"/>
          <p:cNvSpPr/>
          <p:nvPr/>
        </p:nvSpPr>
        <p:spPr>
          <a:xfrm>
            <a:off x="749300" y="3416300"/>
            <a:ext cx="1651000" cy="28194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11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362200" y="33782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11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362200" y="61976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66800" y="5918200"/>
            <a:ext cx="190500" cy="1905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66800" y="591820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517650" y="5899150"/>
            <a:ext cx="215900" cy="2159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517650" y="5899150"/>
            <a:ext cx="2159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000250" y="58928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000250" y="5892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65200" y="5448300"/>
            <a:ext cx="1117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solidFill>
            <a:srgbClr val="FCFBC5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81100" y="5041900"/>
            <a:ext cx="482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solidFill>
            <a:srgbClr val="EEC3D7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77900" y="4610100"/>
            <a:ext cx="8763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(opt.)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solidFill>
            <a:srgbClr val="C8E9CE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016000" y="41910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solidFill>
            <a:srgbClr val="C0B9DA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333500" y="3733800"/>
            <a:ext cx="86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MatMul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 flipV="1">
            <a:off x="1162050" y="5664200"/>
            <a:ext cx="0" cy="2540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8" name="Shape 156"/>
          <p:cNvSpPr/>
          <p:nvPr/>
        </p:nvSpPr>
        <p:spPr>
          <a:xfrm flipV="1">
            <a:off x="1625600" y="5664200"/>
            <a:ext cx="0" cy="228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9" name="Shape 157"/>
          <p:cNvSpPr/>
          <p:nvPr/>
        </p:nvSpPr>
        <p:spPr>
          <a:xfrm flipV="1">
            <a:off x="1422400" y="52070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0" name="Shape 158"/>
          <p:cNvSpPr/>
          <p:nvPr/>
        </p:nvSpPr>
        <p:spPr>
          <a:xfrm flipV="1">
            <a:off x="1422400" y="4800600"/>
            <a:ext cx="0" cy="2413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 flipV="1">
            <a:off x="1422400" y="43942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 flipV="1">
            <a:off x="1422400" y="3975100"/>
            <a:ext cx="0" cy="215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1765300" y="3441700"/>
            <a:ext cx="0" cy="292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4" name="Shape 162"/>
          <p:cNvSpPr/>
          <p:nvPr/>
        </p:nvSpPr>
        <p:spPr>
          <a:xfrm flipV="1">
            <a:off x="2114550" y="3975100"/>
            <a:ext cx="0" cy="19177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65" name="Text 163"/>
          <p:cNvSpPr/>
          <p:nvPr/>
        </p:nvSpPr>
        <p:spPr>
          <a:xfrm>
            <a:off x="3733800" y="26670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1500" dirty="0"/>
          </a:p>
        </p:txBody>
      </p:sp>
      <p:sp>
        <p:nvSpPr>
          <p:cNvPr id="166" name="Shape 164"/>
          <p:cNvSpPr/>
          <p:nvPr/>
        </p:nvSpPr>
        <p:spPr>
          <a:xfrm>
            <a:off x="3810000" y="3124200"/>
            <a:ext cx="2641600" cy="3416300"/>
          </a:xfrm>
          <a:prstGeom prst="rect">
            <a:avLst/>
          </a:prstGeom>
          <a:ln w="28575">
            <a:solidFill>
              <a:srgbClr val="1B723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7719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13500" y="3086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7719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13500" y="65024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724400" y="3289300"/>
            <a:ext cx="596900" cy="2921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622800" y="3378200"/>
            <a:ext cx="596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 flipV="1">
            <a:off x="4914900" y="3175000"/>
            <a:ext cx="0" cy="203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solidFill>
            <a:srgbClr val="F8FBC6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622800" y="3962400"/>
            <a:ext cx="584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 flipV="1">
            <a:off x="4914900" y="36830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 flipV="1">
            <a:off x="48133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 flipV="1">
            <a:off x="5016500" y="3708400"/>
            <a:ext cx="0" cy="2540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4025900" y="4356100"/>
            <a:ext cx="2044700" cy="4064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848100" y="4495800"/>
            <a:ext cx="2184400" cy="53340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solidFill>
            <a:srgbClr val="BB93AE"/>
          </a:solidFill>
          <a:ln w="12700">
            <a:solidFill>
              <a:srgbClr val="BB93AE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924300" y="4572000"/>
            <a:ext cx="2044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</a:t>
            </a:r>
            <a:endParaRPr lang="en-US" sz="8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4013200" y="5041900"/>
            <a:ext cx="5334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924300" y="5118100"/>
            <a:ext cx="53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 flipV="1">
            <a:off x="4191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 flipV="1">
            <a:off x="4114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89" name="Shape 187"/>
          <p:cNvSpPr/>
          <p:nvPr/>
        </p:nvSpPr>
        <p:spPr>
          <a:xfrm flipV="1">
            <a:off x="4267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0" name="Shape 188"/>
          <p:cNvSpPr/>
          <p:nvPr/>
        </p:nvSpPr>
        <p:spPr>
          <a:xfrm>
            <a:off x="46482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5593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 flipV="1">
            <a:off x="48641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 flipV="1">
            <a:off x="47879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V="1">
            <a:off x="49403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>
            <a:off x="5372100" y="5041900"/>
            <a:ext cx="609600" cy="228600"/>
          </a:xfrm>
          <a:prstGeom prst="rect">
            <a:avLst/>
          </a:prstGeom>
          <a:solidFill>
            <a:srgbClr val="E4E4E4"/>
          </a:solidFill>
          <a:ln w="9525">
            <a:solidFill>
              <a:srgbClr val="ABABA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solidFill>
            <a:srgbClr val="E9EDE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83200" y="51181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750" dirty="0"/>
          </a:p>
        </p:txBody>
      </p:sp>
      <p:sp>
        <p:nvSpPr>
          <p:cNvPr id="199" name="Shape 197"/>
          <p:cNvSpPr/>
          <p:nvPr/>
        </p:nvSpPr>
        <p:spPr>
          <a:xfrm flipV="1">
            <a:off x="5588000" y="5041900"/>
            <a:ext cx="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0" name="Shape 198"/>
          <p:cNvSpPr/>
          <p:nvPr/>
        </p:nvSpPr>
        <p:spPr>
          <a:xfrm flipV="1">
            <a:off x="55118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1" name="Shape 199"/>
          <p:cNvSpPr/>
          <p:nvPr/>
        </p:nvSpPr>
        <p:spPr>
          <a:xfrm flipV="1">
            <a:off x="5664200" y="5054600"/>
            <a:ext cx="0" cy="6350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02" name="Shape 200"/>
          <p:cNvSpPr/>
          <p:nvPr/>
        </p:nvSpPr>
        <p:spPr>
          <a:xfrm>
            <a:off x="407670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07670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4806950" y="6210300"/>
            <a:ext cx="228600" cy="228600"/>
          </a:xfrm>
          <a:prstGeom prst="ellipse">
            <a:avLst/>
          </a:prstGeom>
          <a:solidFill>
            <a:srgbClr val="0000A1"/>
          </a:solidFill>
          <a:ln w="6350">
            <a:solidFill>
              <a:srgbClr val="0000A1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806950" y="62103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5549900" y="6229350"/>
            <a:ext cx="203200" cy="203200"/>
          </a:xfrm>
          <a:prstGeom prst="ellipse">
            <a:avLst/>
          </a:prstGeom>
          <a:solidFill>
            <a:srgbClr val="990000"/>
          </a:solidFill>
          <a:ln w="6350">
            <a:solidFill>
              <a:srgbClr val="99000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549900" y="6229350"/>
            <a:ext cx="20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 flipV="1">
            <a:off x="419100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09" name="Shape 207"/>
          <p:cNvSpPr/>
          <p:nvPr/>
        </p:nvSpPr>
        <p:spPr>
          <a:xfrm flipV="1">
            <a:off x="4921250" y="5359400"/>
            <a:ext cx="0" cy="850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0" name="Shape 208"/>
          <p:cNvSpPr/>
          <p:nvPr/>
        </p:nvSpPr>
        <p:spPr>
          <a:xfrm flipV="1">
            <a:off x="5651500" y="5359400"/>
            <a:ext cx="0" cy="863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11" name="Shape 209"/>
          <p:cNvSpPr/>
          <p:nvPr/>
        </p:nvSpPr>
        <p:spPr>
          <a:xfrm flipV="1">
            <a:off x="6057900" y="4838700"/>
            <a:ext cx="38100" cy="1016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flipV="1">
            <a:off x="6096000" y="4749800"/>
            <a:ext cx="38100" cy="889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6134100" y="4673600"/>
            <a:ext cx="38100" cy="762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203950" y="4489450"/>
            <a:ext cx="241300" cy="241300"/>
          </a:xfrm>
          <a:prstGeom prst="ellipse">
            <a:avLst/>
          </a:prstGeom>
          <a:ln w="9525">
            <a:solidFill>
              <a:srgbClr val="A6A6A6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153150" y="4540250"/>
            <a:ext cx="241300" cy="241300"/>
          </a:xfrm>
          <a:prstGeom prst="ellipse">
            <a:avLst/>
          </a:prstGeom>
          <a:solidFill>
            <a:srgbClr val="D4BCA0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6153150" y="45402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000" dirty="0"/>
          </a:p>
        </p:txBody>
      </p:sp>
      <p:sp>
        <p:nvSpPr>
          <p:cNvPr id="217" name="Shape 215"/>
          <p:cNvSpPr/>
          <p:nvPr/>
        </p:nvSpPr>
        <p:spPr>
          <a:xfrm>
            <a:off x="6413500" y="3111500"/>
            <a:ext cx="901700" cy="6985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8" name="Shape 216"/>
          <p:cNvSpPr/>
          <p:nvPr/>
        </p:nvSpPr>
        <p:spPr>
          <a:xfrm>
            <a:off x="7315200" y="3810000"/>
            <a:ext cx="914400" cy="8636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19" name="Shape 217"/>
          <p:cNvSpPr/>
          <p:nvPr/>
        </p:nvSpPr>
        <p:spPr>
          <a:xfrm>
            <a:off x="2425700" y="3454400"/>
            <a:ext cx="1003300" cy="927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0" name="Shape 218"/>
          <p:cNvSpPr/>
          <p:nvPr/>
        </p:nvSpPr>
        <p:spPr>
          <a:xfrm>
            <a:off x="3429000" y="4381500"/>
            <a:ext cx="304800" cy="1397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1" name="Shape 219"/>
          <p:cNvSpPr/>
          <p:nvPr/>
        </p:nvSpPr>
        <p:spPr>
          <a:xfrm flipV="1">
            <a:off x="2451100" y="5499100"/>
            <a:ext cx="571500" cy="685800"/>
          </a:xfrm>
          <a:prstGeom prst="line">
            <a:avLst/>
          </a:prstGeom>
          <a:noFill/>
          <a:ln w="12700">
            <a:solidFill>
              <a:srgbClr val="C00000"/>
            </a:solidFill>
            <a:prstDash val="dash"/>
          </a:ln>
        </p:spPr>
      </p:sp>
      <p:sp>
        <p:nvSpPr>
          <p:cNvPr id="222" name="Shape 220"/>
          <p:cNvSpPr/>
          <p:nvPr/>
        </p:nvSpPr>
        <p:spPr>
          <a:xfrm>
            <a:off x="8255000" y="4508500"/>
            <a:ext cx="914400" cy="406400"/>
          </a:xfrm>
          <a:prstGeom prst="roundRect">
            <a:avLst>
              <a:gd name="adj" fmla="val 9000"/>
            </a:avLst>
          </a:prstGeom>
          <a:solidFill>
            <a:srgbClr val="C87E5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255000" y="45085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9486900" y="3365500"/>
            <a:ext cx="1168400" cy="1651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5694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394950" y="3365500"/>
            <a:ext cx="0" cy="1651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499600" y="3517900"/>
            <a:ext cx="927100" cy="419100"/>
          </a:xfrm>
          <a:prstGeom prst="roundRect">
            <a:avLst>
              <a:gd name="adj" fmla="val 8727"/>
            </a:avLst>
          </a:prstGeom>
          <a:solidFill>
            <a:srgbClr val="B28659"/>
          </a:solidFill>
          <a:ln w="15875">
            <a:solidFill>
              <a:srgbClr val="C00000"/>
            </a:solidFill>
            <a:prstDash val="dash"/>
          </a:ln>
        </p:spPr>
      </p:sp>
      <p:sp>
        <p:nvSpPr>
          <p:cNvPr id="228" name="Text 226"/>
          <p:cNvSpPr/>
          <p:nvPr/>
        </p:nvSpPr>
        <p:spPr>
          <a:xfrm>
            <a:off x="9499600" y="3517900"/>
            <a:ext cx="927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8C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50" dirty="0"/>
          </a:p>
        </p:txBody>
      </p:sp>
      <p:sp>
        <p:nvSpPr>
          <p:cNvPr id="229" name="Shape 227"/>
          <p:cNvSpPr/>
          <p:nvPr/>
        </p:nvSpPr>
        <p:spPr>
          <a:xfrm>
            <a:off x="72263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1341100" y="12700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2263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341100" y="6642100"/>
            <a:ext cx="76200" cy="76200"/>
          </a:xfrm>
          <a:prstGeom prst="rect">
            <a:avLst/>
          </a:prstGeom>
          <a:solidFill>
            <a:srgbClr val="1B723F"/>
          </a:solidFill>
          <a:ln w="3175">
            <a:solidFill>
              <a:srgbClr val="1B723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013700" y="3403600"/>
            <a:ext cx="1193800" cy="10795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013700" y="4419600"/>
            <a:ext cx="228600" cy="279400"/>
          </a:xfrm>
          <a:prstGeom prst="rect">
            <a:avLst/>
          </a:prstGeom>
          <a:solidFill>
            <a:srgbClr val="C8A888"/>
          </a:solidFill>
          <a:ln w="3175">
            <a:solidFill>
              <a:srgbClr val="C8A88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474200" y="2578100"/>
            <a:ext cx="1181100" cy="2159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474200" y="2806700"/>
            <a:ext cx="1181100" cy="5588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474200" y="3365500"/>
            <a:ext cx="1181100" cy="152400"/>
          </a:xfrm>
          <a:prstGeom prst="rect">
            <a:avLst/>
          </a:prstGeom>
          <a:solidFill>
            <a:srgbClr val="B0B070"/>
          </a:solidFill>
          <a:ln w="3175">
            <a:solidFill>
              <a:srgbClr val="B0B07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8293100" y="3467100"/>
            <a:ext cx="8509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00" dirty="0"/>
          </a:p>
        </p:txBody>
      </p:sp>
      <p:sp>
        <p:nvSpPr>
          <p:cNvPr id="240" name="Shape 238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solidFill>
            <a:srgbClr val="807560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8293100" y="3657600"/>
            <a:ext cx="85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554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00" dirty="0"/>
          </a:p>
        </p:txBody>
      </p:sp>
      <p:sp>
        <p:nvSpPr>
          <p:cNvPr id="242" name="Shape 240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solidFill>
            <a:srgbClr val="6D99B4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331200" y="4362450"/>
            <a:ext cx="812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7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8089900" y="3517900"/>
            <a:ext cx="0" cy="162560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089900" y="35687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5400000">
            <a:off x="8223250" y="35306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089900" y="4445000"/>
            <a:ext cx="1270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rot="5400000">
            <a:off x="8223250" y="44069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8191500" y="4178300"/>
            <a:ext cx="5207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16200000">
            <a:off x="8121650" y="41402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8191500" y="5105400"/>
            <a:ext cx="533400" cy="0"/>
          </a:xfrm>
          <a:prstGeom prst="line">
            <a:avLst/>
          </a:prstGeom>
          <a:noFill/>
          <a:ln w="38100">
            <a:solidFill>
              <a:srgbClr val="7FB42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16200000">
            <a:off x="8121650" y="5067300"/>
            <a:ext cx="76200" cy="76200"/>
          </a:xfrm>
          <a:prstGeom prst="triangle">
            <a:avLst/>
          </a:prstGeom>
          <a:solidFill>
            <a:srgbClr val="7FB421"/>
          </a:solidFill>
          <a:ln w="6350">
            <a:solidFill>
              <a:srgbClr val="7FB421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350250" y="5010150"/>
            <a:ext cx="152400" cy="152400"/>
          </a:xfrm>
          <a:prstGeom prst="ellipse">
            <a:avLst/>
          </a:prstGeom>
          <a:solidFill>
            <a:srgbClr val="55A044"/>
          </a:solidFill>
          <a:ln w="6350">
            <a:solidFill>
              <a:srgbClr val="55A044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8350250" y="50101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255" name="Shape 253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9563100" y="2622550"/>
            <a:ext cx="8128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57" name="Shape 255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solidFill>
            <a:srgbClr val="6E7E62"/>
          </a:solidFill>
          <a:ln w="9525">
            <a:solidFill>
              <a:srgbClr val="3E3A28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9563100" y="2838450"/>
            <a:ext cx="8128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3A4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259" name="Shape 257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solidFill>
            <a:srgbClr val="5C9CB7"/>
          </a:solidFill>
          <a:ln w="12700">
            <a:solidFill>
              <a:srgbClr val="2F6476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9563100" y="3346450"/>
            <a:ext cx="812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273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9474200" y="4140200"/>
            <a:ext cx="88900" cy="279400"/>
          </a:xfrm>
          <a:prstGeom prst="rect">
            <a:avLst/>
          </a:prstGeom>
          <a:solidFill>
            <a:srgbClr val="C8F8E0"/>
          </a:solidFill>
          <a:ln w="3175">
            <a:solidFill>
              <a:srgbClr val="C8F8E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375900" y="4140200"/>
            <a:ext cx="190500" cy="279400"/>
          </a:xfrm>
          <a:prstGeom prst="rect">
            <a:avLst/>
          </a:prstGeom>
          <a:solidFill>
            <a:srgbClr val="B5BB97"/>
          </a:solidFill>
          <a:ln w="3175">
            <a:solidFill>
              <a:srgbClr val="B5BB97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solidFill>
            <a:srgbClr val="6E87E0"/>
          </a:solidFill>
          <a:ln w="12700">
            <a:solidFill>
              <a:srgbClr val="3A5697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9563100" y="4184650"/>
            <a:ext cx="812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86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9499600" y="351790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499600" y="3930650"/>
            <a:ext cx="92710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420350" y="3517900"/>
            <a:ext cx="0" cy="419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591800" y="2667000"/>
            <a:ext cx="0" cy="2463800"/>
          </a:xfrm>
          <a:prstGeom prst="line">
            <a:avLst/>
          </a:prstGeom>
          <a:noFill/>
          <a:ln w="50800">
            <a:solidFill>
              <a:srgbClr val="8CC62E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414000" y="2692400"/>
            <a:ext cx="1778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020300" y="3276600"/>
            <a:ext cx="5842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401300" y="34544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007600" y="4064000"/>
            <a:ext cx="5969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401300" y="4292600"/>
            <a:ext cx="190500" cy="0"/>
          </a:xfrm>
          <a:prstGeom prst="line">
            <a:avLst/>
          </a:prstGeom>
          <a:noFill/>
          <a:ln w="38100">
            <a:solidFill>
              <a:srgbClr val="8CC62E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045700" y="5105400"/>
            <a:ext cx="558800" cy="0"/>
          </a:xfrm>
          <a:prstGeom prst="line">
            <a:avLst/>
          </a:prstGeom>
          <a:noFill/>
          <a:ln w="44450">
            <a:solidFill>
              <a:srgbClr val="8CC62E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9766300" y="39465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766300" y="4010025"/>
            <a:ext cx="76200" cy="57150"/>
          </a:xfrm>
          <a:prstGeom prst="triangle">
            <a:avLst/>
          </a:prstGeom>
          <a:solidFill>
            <a:srgbClr val="05008F"/>
          </a:solidFill>
          <a:ln w="6350">
            <a:solidFill>
              <a:srgbClr val="05008F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965690" y="2458720"/>
            <a:ext cx="0" cy="16256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965690" y="3181350"/>
            <a:ext cx="0" cy="165100"/>
          </a:xfrm>
          <a:prstGeom prst="line">
            <a:avLst/>
          </a:prstGeom>
          <a:noFill/>
          <a:ln w="22225">
            <a:solidFill>
              <a:srgbClr val="2F2F2F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131050" y="5238750"/>
            <a:ext cx="4457700" cy="1066800"/>
          </a:xfrm>
          <a:prstGeom prst="rect">
            <a:avLst>
              <a:gd name="adj" fmla="val 10286"/>
            </a:avLst>
          </a:prstGeom>
          <a:solidFill>
            <a:srgbClr val="FFFF00">
              <a:alpha val="50000"/>
            </a:srgbClr>
          </a:solidFill>
          <a:ln w="3175">
            <a:solidFill>
              <a:srgbClr val="FFFF00">
                <a:alpha val="5000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753860" y="4239260"/>
            <a:ext cx="906780" cy="90678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flipV="1" rot="20400000">
            <a:off x="7274560" y="4973955"/>
            <a:ext cx="371475" cy="57023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20520000">
            <a:off x="7073900" y="5105400"/>
            <a:ext cx="279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20520000">
            <a:off x="7162800" y="5149850"/>
            <a:ext cx="203200" cy="1397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 rot="20520000">
            <a:off x="6826250" y="4356100"/>
            <a:ext cx="7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2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2026-10-12T01:26:45Z</dcterms:created>
  <dcterms:modified xsi:type="dcterms:W3CDTF">2026-10-12T01:26:45Z</dcterms:modified>
</cp:coreProperties>
</file>