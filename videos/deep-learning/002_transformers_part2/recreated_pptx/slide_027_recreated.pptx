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718175" y="2113915"/>
            <a:ext cx="3321050" cy="3321050"/>
          </a:xfrm>
          <a:prstGeom prst="ellipse">
            <a:avLst/>
          </a:prstGeom>
          <a:solidFill>
            <a:srgbClr val="FBFCC9"/>
          </a:solidFill>
          <a:ln w="12700">
            <a:solidFill>
              <a:srgbClr val="C0C3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35630" y="3768090"/>
            <a:ext cx="8362950" cy="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7" name="Shape 5"/>
          <p:cNvSpPr/>
          <p:nvPr/>
        </p:nvSpPr>
        <p:spPr>
          <a:xfrm>
            <a:off x="7378700" y="637540"/>
            <a:ext cx="0" cy="612902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lgDash"/>
          </a:ln>
        </p:spPr>
      </p:sp>
      <p:sp>
        <p:nvSpPr>
          <p:cNvPr id="8" name="Shape 6"/>
          <p:cNvSpPr/>
          <p:nvPr/>
        </p:nvSpPr>
        <p:spPr>
          <a:xfrm flipV="1">
            <a:off x="7708656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V="1">
            <a:off x="75692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H="1" flipV="1">
            <a:off x="5854700" y="1134795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4739055" y="22504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H="1">
            <a:off x="4739055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>
            <a:off x="58547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7569200" y="4104396"/>
            <a:ext cx="1333500" cy="230969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7708656" y="3964940"/>
            <a:ext cx="2309690" cy="1333500"/>
          </a:xfrm>
          <a:prstGeom prst="line">
            <a:avLst/>
          </a:prstGeom>
          <a:noFill/>
          <a:ln w="9525">
            <a:solidFill>
              <a:srgbClr val="993333">
                <a:alpha val="25000"/>
              </a:srgbClr>
            </a:solidFill>
            <a:prstDash val="sysDot"/>
          </a:ln>
        </p:spPr>
      </p:sp>
      <p:sp>
        <p:nvSpPr>
          <p:cNvPr id="16" name="Text 14"/>
          <p:cNvSpPr/>
          <p:nvPr/>
        </p:nvSpPr>
        <p:spPr>
          <a:xfrm>
            <a:off x="9234170" y="362204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 rot="-1800000">
            <a:off x="8926830" y="24460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 rot="-3600000">
            <a:off x="8087360" y="160782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 rot="-5400000">
            <a:off x="6929120" y="128651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3600000">
            <a:off x="5777230" y="1624330"/>
            <a:ext cx="901700" cy="304800"/>
          </a:xfrm>
          <a:prstGeom prst="rect">
            <a:avLst/>
          </a:prstGeom>
          <a:solidFill>
            <a:srgbClr val="CCFFCC"/>
          </a:solidFill>
          <a:ln w="9525">
            <a:solidFill>
              <a:srgbClr val="00993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09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4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H="1" flipV="1">
            <a:off x="10148580" y="3125863"/>
            <a:ext cx="12754" cy="571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10134654" y="3069028"/>
            <a:ext cx="13926" cy="5683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10119561" y="3012492"/>
            <a:ext cx="15092" cy="56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10103310" y="2956277"/>
            <a:ext cx="16252" cy="5621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 flipV="1">
            <a:off x="10085905" y="2900409"/>
            <a:ext cx="17405" cy="5586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10067355" y="2844911"/>
            <a:ext cx="18550" cy="554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0047667" y="2789806"/>
            <a:ext cx="19688" cy="551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10026850" y="2735118"/>
            <a:ext cx="20817" cy="54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10004912" y="2680869"/>
            <a:ext cx="21938" cy="542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981863" y="2627083"/>
            <a:ext cx="23049" cy="537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9957713" y="2573783"/>
            <a:ext cx="24150" cy="5330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32472" y="2520990"/>
            <a:ext cx="25241" cy="527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906150" y="2468728"/>
            <a:ext cx="26322" cy="5226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78759" y="2417019"/>
            <a:ext cx="27391" cy="5171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9453198" y="1827816"/>
            <a:ext cx="39600" cy="430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9412720" y="1785559"/>
            <a:ext cx="40478" cy="4225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9371382" y="1744143"/>
            <a:ext cx="41339" cy="414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H="1" flipV="1">
            <a:off x="9329200" y="1703586"/>
            <a:ext cx="42182" cy="405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 flipV="1">
            <a:off x="9286193" y="1663905"/>
            <a:ext cx="43007" cy="3968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9242379" y="1625117"/>
            <a:ext cx="43814" cy="387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 flipV="1">
            <a:off x="9197776" y="1587239"/>
            <a:ext cx="44603" cy="3787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9152404" y="1550286"/>
            <a:ext cx="45372" cy="3695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 flipV="1">
            <a:off x="9106281" y="1514274"/>
            <a:ext cx="46123" cy="3601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9059427" y="1479218"/>
            <a:ext cx="46854" cy="3505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H="1" flipV="1">
            <a:off x="9011862" y="1445134"/>
            <a:ext cx="47565" cy="340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H="1" flipV="1">
            <a:off x="8963607" y="1412035"/>
            <a:ext cx="48256" cy="33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H="1" flipV="1">
            <a:off x="8914680" y="1379936"/>
            <a:ext cx="48926" cy="3209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H="1" flipV="1">
            <a:off x="8865104" y="1348849"/>
            <a:ext cx="49576" cy="3108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H="1" flipV="1">
            <a:off x="8201956" y="1051365"/>
            <a:ext cx="55835" cy="1750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H="1" flipV="1">
            <a:off x="8145772" y="1035008"/>
            <a:ext cx="56184" cy="1635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H="1" flipV="1">
            <a:off x="8089264" y="1019810"/>
            <a:ext cx="56508" cy="1519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8032455" y="1005778"/>
            <a:ext cx="56809" cy="140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7975370" y="992917"/>
            <a:ext cx="57086" cy="1286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7918032" y="981232"/>
            <a:ext cx="57338" cy="1168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 flipV="1">
            <a:off x="7860465" y="970730"/>
            <a:ext cx="57566" cy="1050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 flipV="1">
            <a:off x="7802695" y="961414"/>
            <a:ext cx="57770" cy="931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 flipV="1">
            <a:off x="7744746" y="953288"/>
            <a:ext cx="57949" cy="81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H="1" flipV="1">
            <a:off x="7686642" y="946356"/>
            <a:ext cx="58104" cy="693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 flipV="1">
            <a:off x="7628407" y="940620"/>
            <a:ext cx="58235" cy="57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H="1" flipV="1">
            <a:off x="7570067" y="936084"/>
            <a:ext cx="58340" cy="453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H="1" flipV="1">
            <a:off x="7511646" y="932748"/>
            <a:ext cx="58421" cy="333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H="1" flipV="1">
            <a:off x="7453168" y="930615"/>
            <a:ext cx="58477" cy="2133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H="1">
            <a:off x="6730123" y="991806"/>
            <a:ext cx="57109" cy="12754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H="1">
            <a:off x="6673288" y="1004560"/>
            <a:ext cx="56835" cy="13926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H="1">
            <a:off x="6616752" y="1018486"/>
            <a:ext cx="56537" cy="1509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H="1">
            <a:off x="6560537" y="1033579"/>
            <a:ext cx="56214" cy="1625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H="1">
            <a:off x="6504669" y="1049830"/>
            <a:ext cx="55868" cy="17405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H="1">
            <a:off x="6449171" y="1067235"/>
            <a:ext cx="55498" cy="185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H="1">
            <a:off x="6394066" y="1085785"/>
            <a:ext cx="55105" cy="1968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flipH="1">
            <a:off x="6339378" y="1105473"/>
            <a:ext cx="54688" cy="20817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H="1">
            <a:off x="6285129" y="1126290"/>
            <a:ext cx="54249" cy="21938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H="1">
            <a:off x="6231343" y="1148228"/>
            <a:ext cx="53786" cy="23049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H="1">
            <a:off x="6178043" y="1171277"/>
            <a:ext cx="53300" cy="24150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6125250" y="1195427"/>
            <a:ext cx="52792" cy="2524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H="1">
            <a:off x="6072988" y="1220668"/>
            <a:ext cx="52262" cy="26322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H="1">
            <a:off x="6021279" y="1246990"/>
            <a:ext cx="51710" cy="27391"/>
          </a:xfrm>
          <a:prstGeom prst="line">
            <a:avLst/>
          </a:prstGeom>
          <a:noFill/>
          <a:ln w="9525">
            <a:solidFill>
              <a:srgbClr val="F0C9B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796780" y="232283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8732520" y="12065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7373620" y="83439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5947410" y="1219200"/>
            <a:ext cx="127000" cy="139700"/>
          </a:xfrm>
          <a:prstGeom prst="triangle">
            <a:avLst/>
          </a:prstGeom>
          <a:solidFill>
            <a:srgbClr val="E06010"/>
          </a:solidFill>
          <a:ln w="6350">
            <a:solidFill>
              <a:srgbClr val="E0601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480040" y="290195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2" name="Text 80"/>
          <p:cNvSpPr/>
          <p:nvPr/>
        </p:nvSpPr>
        <p:spPr>
          <a:xfrm>
            <a:off x="9827260" y="122047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3" name="Text 81"/>
          <p:cNvSpPr/>
          <p:nvPr/>
        </p:nvSpPr>
        <p:spPr>
          <a:xfrm>
            <a:off x="797306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4" name="Text 82"/>
          <p:cNvSpPr/>
          <p:nvPr/>
        </p:nvSpPr>
        <p:spPr>
          <a:xfrm>
            <a:off x="6421120" y="85598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+ω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836930" y="2419350"/>
            <a:ext cx="1771650" cy="849630"/>
          </a:xfrm>
          <a:prstGeom prst="rect">
            <a:avLst/>
          </a:prstGeom>
          <a:solidFill>
            <a:srgbClr val="FFFFCC"/>
          </a:solidFill>
          <a:ln w="9525">
            <a:solidFill>
              <a:srgbClr val="BEC3C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9000" y="2463800"/>
            <a:ext cx="16764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Cos(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ω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</a:t>
            </a:r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0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00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t=0,1,2,3,....</a:t>
            </a:r>
            <a:endParaRPr lang="en-US" sz="2000" dirty="0"/>
          </a:p>
        </p:txBody>
      </p:sp>
      <p:sp>
        <p:nvSpPr>
          <p:cNvPr id="87" name="Text 85"/>
          <p:cNvSpPr/>
          <p:nvPr/>
        </p:nvSpPr>
        <p:spPr>
          <a:xfrm>
            <a:off x="698500" y="71628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of 5 words</a:t>
            </a:r>
            <a:endParaRPr lang="en-US" sz="2430" dirty="0"/>
          </a:p>
        </p:txBody>
      </p:sp>
      <p:sp>
        <p:nvSpPr>
          <p:cNvPr id="88" name="Text 86"/>
          <p:cNvSpPr/>
          <p:nvPr/>
        </p:nvSpPr>
        <p:spPr>
          <a:xfrm>
            <a:off x="684530" y="105029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Positions are defined</a:t>
            </a:r>
            <a:endParaRPr lang="en-US" sz="2430" dirty="0"/>
          </a:p>
        </p:txBody>
      </p:sp>
      <p:sp>
        <p:nvSpPr>
          <p:cNvPr id="89" name="Text 87"/>
          <p:cNvSpPr/>
          <p:nvPr/>
        </p:nvSpPr>
        <p:spPr>
          <a:xfrm>
            <a:off x="1530350" y="1406652"/>
            <a:ext cx="203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3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angles</a:t>
            </a:r>
            <a:endParaRPr lang="en-US" sz="24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2026-10-12T00:24:53Z</dcterms:created>
  <dcterms:modified xsi:type="dcterms:W3CDTF">2026-10-12T00:24:53Z</dcterms:modified>
</cp:coreProperties>
</file>