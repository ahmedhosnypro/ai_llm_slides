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4540" y="846455"/>
            <a:ext cx="109728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Data (Feature Vectors)</a:t>
            </a:r>
            <a:endParaRPr lang="en-US" sz="4300" dirty="0"/>
          </a:p>
        </p:txBody>
      </p:sp>
      <p:sp>
        <p:nvSpPr>
          <p:cNvPr id="6" name="Shape 4"/>
          <p:cNvSpPr/>
          <p:nvPr/>
        </p:nvSpPr>
        <p:spPr>
          <a:xfrm>
            <a:off x="665575" y="1787591"/>
            <a:ext cx="10848316" cy="4990634"/>
          </a:xfrm>
          <a:prstGeom prst="rect">
            <a:avLst/>
          </a:prstGeom>
          <a:ln w="3175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1348" y="2591674"/>
            <a:ext cx="3345063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1848" y="2565093"/>
            <a:ext cx="3397949" cy="558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3223" y="2192955"/>
            <a:ext cx="3371506" cy="824019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650" y="262763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of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</a:t>
            </a:r>
            <a:pPr algn="ctr" indent="0" marL="0">
              <a:lnSpc>
                <a:spcPts val="1800"/>
              </a:lnSpc>
              <a:buNone/>
            </a:pP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one filter)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17670" y="262763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Sample</a:t>
            </a:r>
            <a:pPr algn="ctr" indent="0" marL="0">
              <a:lnSpc>
                <a:spcPts val="1800"/>
              </a:lnSpc>
              <a:buNone/>
            </a:pP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4 filters) 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05140" y="224155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:</a:t>
            </a:r>
            <a:pPr algn="l" indent="0" marL="0">
              <a:lnSpc>
                <a:spcPts val="1800"/>
              </a:lnSpc>
              <a:buNone/>
            </a:pP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Input Samples </a:t>
            </a:r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[mini-Batch]</a:t>
            </a:r>
            <a:pPr algn="l" indent="0" marL="0">
              <a:lnSpc>
                <a:spcPts val="1800"/>
              </a:lnSpc>
              <a:buNone/>
            </a:pPr>
            <a:endParaRPr lang="en-US" sz="14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4 filters </a:t>
            </a:r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400" dirty="0"/>
          </a:p>
        </p:txBody>
      </p:sp>
      <p:pic>
        <p:nvPicPr>
          <p:cNvPr id="13" name="Image 0" descr="/home/ahmed/Projects/ai_llm_slides/videos/deep-learning/002_transformers_part2/recreated_pptx/build/assets/s042_left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513" y="3482147"/>
            <a:ext cx="568528" cy="2219536"/>
          </a:xfrm>
          <a:prstGeom prst="rect">
            <a:avLst/>
          </a:prstGeom>
        </p:spPr>
      </p:pic>
      <p:pic>
        <p:nvPicPr>
          <p:cNvPr id="14" name="Image 1" descr="/home/ahmed/Projects/ai_llm_slides/videos/deep-learning/002_transformers_part2/recreated_pptx/build/assets/s042_mid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268" y="3375822"/>
            <a:ext cx="1837801" cy="2192955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2_transformers_part2/recreated_pptx/build/assets/s042_right_b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439" y="2990393"/>
            <a:ext cx="3120296" cy="33226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54769" y="4319457"/>
            <a:ext cx="0" cy="188727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228325" y="6126983"/>
            <a:ext cx="2366665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  <a:tailEnd type="triangle"/>
          </a:ln>
        </p:spPr>
      </p:sp>
      <p:sp>
        <p:nvSpPr>
          <p:cNvPr id="18" name="Shape 13"/>
          <p:cNvSpPr/>
          <p:nvPr/>
        </p:nvSpPr>
        <p:spPr>
          <a:xfrm flipV="1">
            <a:off x="10568547" y="5382708"/>
            <a:ext cx="608193" cy="770857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  <a:tailEnd type="triangle"/>
          </a:ln>
        </p:spPr>
      </p:sp>
      <p:sp>
        <p:nvSpPr>
          <p:cNvPr id="19" name="Text 14"/>
          <p:cNvSpPr/>
          <p:nvPr/>
        </p:nvSpPr>
        <p:spPr>
          <a:xfrm rot="16200000">
            <a:off x="7434580" y="5068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07070" y="6233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192770" y="644779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Filters)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 rot="18900000">
            <a:off x="10396220" y="5495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 rot="18900000">
            <a:off x="10118090" y="570712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samples)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2026-10-11T22:31:42Z</dcterms:created>
  <dcterms:modified xsi:type="dcterms:W3CDTF">2026-10-11T22:31:42Z</dcterms:modified>
</cp:coreProperties>
</file>